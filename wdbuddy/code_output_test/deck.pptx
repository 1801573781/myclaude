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使用次数</c:v>
                </c:pt>
              </c:strCache>
            </c:strRef>
          </c:tx>
          <c:spPr>
            <a:solidFill>
              <a:srgbClr val="9E1B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1B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0AD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作业</c:v>
                  </c:pt>
                  <c:pt idx="1">
                    <c:v>资料</c:v>
                  </c:pt>
                  <c:pt idx="2">
                    <c:v>PPT</c:v>
                  </c:pt>
                  <c:pt idx="3">
                    <c:v>复习</c:v>
                  </c:pt>
                  <c:pt idx="4">
                    <c:v>笔记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0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291840" cy="3291840"/>
          </a:xfrm>
          <a:prstGeom prst="ellipse">
            <a:avLst/>
          </a:prstGeom>
          <a:solidFill>
            <a:srgbClr val="C0392B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566160"/>
            <a:ext cx="2651760" cy="2651760"/>
          </a:xfrm>
          <a:prstGeom prst="ellipse">
            <a:avLst/>
          </a:prstGeom>
          <a:solidFill>
            <a:srgbClr val="D4A017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931920"/>
            <a:ext cx="1463040" cy="1463040"/>
          </a:xfrm>
          <a:prstGeom prst="rect">
            <a:avLst/>
          </a:prstGeom>
          <a:solidFill>
            <a:srgbClr val="9E1B1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WorkBuddy 学生培训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BEBE6"/>
                </a:solidFill>
              </a:rPr>
              <a:t>AI 智能工作伙伴 · 从入门到上手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14800" y="3611880"/>
            <a:ext cx="914400" cy="4572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1B1B"/>
                </a:solidFill>
              </a:rPr>
              <a:t>课程目录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16128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01A"/>
                </a:solidFill>
              </a:rPr>
              <a:t>认识 WorkBuddy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47218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8"/>
                </a:solidFill>
              </a:rPr>
              <a:t>定位与核心价值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63040" y="1746504"/>
            <a:ext cx="67665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0136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81965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01A"/>
                </a:solidFill>
              </a:rPr>
              <a:t>核心能力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305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8"/>
                </a:solidFill>
              </a:rPr>
              <a:t>四大工具箱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63040" y="2404872"/>
            <a:ext cx="67665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59736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247802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01A"/>
                </a:solidFill>
              </a:rPr>
              <a:t>应用场景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8"/>
                </a:solidFill>
              </a:rPr>
              <a:t>学习全流程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63040" y="3063240"/>
            <a:ext cx="6766560" cy="10973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1363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01A"/>
                </a:solidFill>
              </a:rPr>
              <a:t>快速上手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472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8"/>
                </a:solidFill>
              </a:rPr>
              <a:t>三步开始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093208"/>
            <a:ext cx="1306286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017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E1B1B"/>
                </a:solidFill>
              </a:rPr>
              <a:t>认识 WorkBuddy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878"/>
                </a:solidFill>
              </a:rPr>
              <a:t>它是什么 · 为什么需要它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097280" cy="45720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93208"/>
            <a:ext cx="1959429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什么是 WorkBuddy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7589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33201A"/>
                </a:solidFill>
              </a:rPr>
              <a:t>能听懂任务的 AI 工作助手</a:t>
            </a:r>
            <a:endParaRPr lang="en-US" sz="15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33201A"/>
                </a:solidFill>
              </a:rPr>
              <a:t>自动调用工具执行多步操作</a:t>
            </a:r>
            <a:endParaRPr lang="en-US" sz="15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33201A"/>
                </a:solidFill>
              </a:rPr>
              <a:t>直接交付可验收的成果文件</a:t>
            </a:r>
            <a:endParaRPr lang="en-US" sz="15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500" dirty="0">
                <a:solidFill>
                  <a:srgbClr val="33201A"/>
                </a:solidFill>
              </a:rPr>
              <a:t>你负责提需求，它负责落地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93208"/>
            <a:ext cx="2612571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四大核心能力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434340" y="12344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4340" y="1234440"/>
            <a:ext cx="2606040" cy="82296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" y="1463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71500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1B"/>
                </a:solidFill>
              </a:rPr>
              <a:t>智能问答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" y="256032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8878"/>
                </a:solidFill>
              </a:rPr>
              <a:t>自然语言交互，知识解答与创意辅助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8980" y="12344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8980" y="1234440"/>
            <a:ext cx="2606040" cy="8229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3451860" y="1463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06140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1B"/>
                </a:solidFill>
              </a:rPr>
              <a:t>文件操作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0148" y="256032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8878"/>
                </a:solidFill>
              </a:rPr>
              <a:t>读写整理工作文件，自动归档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3620" y="12344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3620" y="1234440"/>
            <a:ext cx="2606040" cy="82296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6286500" y="1463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40780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1B1B"/>
                </a:solidFill>
              </a:rPr>
              <a:t>联网搜索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4788" y="256032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8878"/>
                </a:solidFill>
              </a:rPr>
              <a:t>实时检索最新资料，带来源引用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5093208"/>
            <a:ext cx="3265714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任务执行流程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33472"/>
            <a:ext cx="7315200" cy="36576"/>
          </a:xfrm>
          <a:prstGeom prst="rect">
            <a:avLst/>
          </a:prstGeom>
          <a:solidFill>
            <a:srgbClr val="D8DEE8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24963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E1B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569464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E1B1B"/>
                </a:solidFill>
              </a:rPr>
              <a:t>接收需求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" y="2057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08878"/>
                </a:solidFill>
              </a:rPr>
              <a:t>理解意图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97352" y="24963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E1B1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0504" y="2569464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2575560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E1B1B"/>
                </a:solidFill>
              </a:rPr>
              <a:t>拆解规划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75560" y="33101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08878"/>
                </a:solidFill>
              </a:rPr>
              <a:t>生成步骤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35752" y="24963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E1B1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08904" y="2569464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501396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E1B1B"/>
                </a:solidFill>
              </a:rPr>
              <a:t>执行工具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13960" y="2057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08878"/>
                </a:solidFill>
              </a:rPr>
              <a:t>逐步完成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74152" y="249631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E1B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47304" y="2569464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9443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E1B1B"/>
                </a:solidFill>
              </a:rPr>
              <a:t>交付成果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52360" y="33101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08878"/>
                </a:solidFill>
              </a:rPr>
              <a:t>验收闭环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5093208"/>
            <a:ext cx="3918857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学生应用场景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389888"/>
            <a:ext cx="457200" cy="457200"/>
          </a:xfrm>
          <a:prstGeom prst="ellipse">
            <a:avLst/>
          </a:prstGeom>
          <a:solidFill>
            <a:srgbClr val="9E1B1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40817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3533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1B1B"/>
                </a:solidFill>
              </a:rPr>
              <a:t>课程学习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175564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8878"/>
                </a:solidFill>
              </a:rPr>
              <a:t>知识点讲解与例题生成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389888"/>
            <a:ext cx="457200" cy="457200"/>
          </a:xfrm>
          <a:prstGeom prst="ellipse">
            <a:avLst/>
          </a:prstGeom>
          <a:solidFill>
            <a:srgbClr val="9E1B1B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40817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35331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1B1B"/>
                </a:solidFill>
              </a:rPr>
              <a:t>作业辅助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0" y="175564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8878"/>
                </a:solidFill>
              </a:rPr>
              <a:t>解题思路与范文参考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" y="3355848"/>
            <a:ext cx="457200" cy="457200"/>
          </a:xfrm>
          <a:prstGeom prst="ellipse">
            <a:avLst/>
          </a:prstGeom>
          <a:solidFill>
            <a:srgbClr val="9E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37413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3192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1B1B"/>
                </a:solidFill>
              </a:rPr>
              <a:t>资料整理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372160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8878"/>
                </a:solidFill>
              </a:rPr>
              <a:t>文献检索与笔记归档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3355848"/>
            <a:ext cx="457200" cy="457200"/>
          </a:xfrm>
          <a:prstGeom prst="ellipse">
            <a:avLst/>
          </a:prstGeom>
          <a:solidFill>
            <a:srgbClr val="9E1B1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337413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31927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E1B1B"/>
                </a:solidFill>
              </a:rPr>
              <a:t>成果展示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0" y="3721608"/>
            <a:ext cx="2834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08878"/>
                </a:solidFill>
              </a:rPr>
              <a:t>一键生成 PPT 与海报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5093208"/>
            <a:ext cx="4572000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普通助手 vs WorkBuddy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201A"/>
                </a:solidFill>
              </a:rPr>
              <a:t>只能回答问题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201A"/>
                </a:solidFill>
              </a:rPr>
              <a:t>需要手动复制粘贴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201A"/>
                </a:solidFill>
              </a:rPr>
              <a:t>成果需要二次加工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201A"/>
                </a:solidFill>
              </a:rPr>
              <a:t>上下文经常丢失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16459" cy="3017520"/>
          </a:xfrm>
          <a:prstGeom prst="rect">
            <a:avLst/>
          </a:prstGeom>
          <a:solidFill>
            <a:srgbClr val="D8DEE8"/>
          </a:solidFill>
          <a:ln/>
        </p:spPr>
      </p:sp>
      <p:sp>
        <p:nvSpPr>
          <p:cNvPr id="7" name="Shape 5"/>
          <p:cNvSpPr/>
          <p:nvPr/>
        </p:nvSpPr>
        <p:spPr>
          <a:xfrm>
            <a:off x="4800600" y="1280160"/>
            <a:ext cx="3840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3258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1B1B"/>
                </a:solidFill>
              </a:rPr>
              <a:t>直接完成任务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27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878"/>
                </a:solidFill>
              </a:rPr>
              <a:t>从需求到交付一条龙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2057400"/>
            <a:ext cx="3840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103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1B1B"/>
                </a:solidFill>
              </a:rPr>
              <a:t>工具自动调用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404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878"/>
                </a:solidFill>
              </a:rPr>
              <a:t>文件/搜索/文档全自动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093208"/>
            <a:ext cx="5225143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4A017">
                    <a:alpha val="55000"/>
                  </a:srgbClr>
                </a:solidFill>
              </a:rPr>
              <a:t>“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371600" y="16916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9E1B1B"/>
                </a:solidFill>
              </a:rPr>
              <a:t>你负责天马行空，我负责脚踏实地。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06240" y="3611880"/>
            <a:ext cx="731520" cy="3200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8878"/>
                </a:solidFill>
              </a:rPr>
              <a:t>—— WorkBuddy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5093208"/>
            <a:ext cx="5878286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效率对比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37947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3794760" cy="502920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传统方式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3201A"/>
                </a:solidFill>
              </a:rPr>
              <a:t>查资料 2 小时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3201A"/>
                </a:solidFill>
              </a:rPr>
              <a:t>做 PPT 3 小时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3201A"/>
                </a:solidFill>
              </a:rPr>
              <a:t>反复修改格式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79476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794760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WorkBuddy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3201A"/>
                </a:solidFill>
              </a:rPr>
              <a:t>一句指令 5 分钟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3201A"/>
                </a:solidFill>
              </a:rPr>
              <a:t>自动排版美化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33201A"/>
                </a:solidFill>
              </a:rPr>
              <a:t>随时重新生成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468880"/>
            <a:ext cx="731520" cy="731520"/>
          </a:xfrm>
          <a:prstGeom prst="ellipse">
            <a:avLst/>
          </a:prstGeom>
          <a:solidFill>
            <a:srgbClr val="701616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514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093208"/>
            <a:ext cx="6531429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0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291840" cy="3291840"/>
          </a:xfrm>
          <a:prstGeom prst="ellipse">
            <a:avLst/>
          </a:prstGeom>
          <a:solidFill>
            <a:srgbClr val="C0392B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566160"/>
            <a:ext cx="2651760" cy="2651760"/>
          </a:xfrm>
          <a:prstGeom prst="ellipse">
            <a:avLst/>
          </a:prstGeom>
          <a:solidFill>
            <a:srgbClr val="D4A017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931920"/>
            <a:ext cx="1463040" cy="1463040"/>
          </a:xfrm>
          <a:prstGeom prst="rect">
            <a:avLst/>
          </a:prstGeom>
          <a:solidFill>
            <a:srgbClr val="9E1B1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EBE6"/>
                </a:solidFill>
              </a:rPr>
              <a:t>效率提升一目了然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68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017"/>
                </a:solidFill>
              </a:rPr>
              <a:t>90%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68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时间节省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13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BEBE6"/>
                </a:solidFill>
              </a:rPr>
              <a:t>重复劳动全自动化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1736" y="1645920"/>
            <a:ext cx="13716" cy="1645920"/>
          </a:xfrm>
          <a:prstGeom prst="rect">
            <a:avLst/>
          </a:prstGeom>
          <a:solidFill>
            <a:srgbClr val="A08878"/>
          </a:solidFill>
          <a:ln/>
        </p:spPr>
      </p:sp>
      <p:sp>
        <p:nvSpPr>
          <p:cNvPr id="10" name="Text 8"/>
          <p:cNvSpPr/>
          <p:nvPr/>
        </p:nvSpPr>
        <p:spPr>
          <a:xfrm>
            <a:off x="3230880" y="1417320"/>
            <a:ext cx="268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017"/>
                </a:solidFill>
              </a:rPr>
              <a:t>3×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230880" y="2880360"/>
            <a:ext cx="268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产出倍增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5200" y="3337560"/>
            <a:ext cx="213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BEBE6"/>
                </a:solidFill>
              </a:rPr>
              <a:t>同样时间更多成果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03976" y="1645920"/>
            <a:ext cx="13716" cy="1645920"/>
          </a:xfrm>
          <a:prstGeom prst="rect">
            <a:avLst/>
          </a:prstGeom>
          <a:solidFill>
            <a:srgbClr val="A08878"/>
          </a:solidFill>
          <a:ln/>
        </p:spPr>
      </p:sp>
      <p:sp>
        <p:nvSpPr>
          <p:cNvPr id="14" name="Text 12"/>
          <p:cNvSpPr/>
          <p:nvPr/>
        </p:nvSpPr>
        <p:spPr>
          <a:xfrm>
            <a:off x="5913120" y="1417320"/>
            <a:ext cx="2682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017"/>
                </a:solidFill>
              </a:rPr>
              <a:t>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913120" y="2880360"/>
            <a:ext cx="268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学习成本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7440" y="3337560"/>
            <a:ext cx="213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BEBE6"/>
                </a:solidFill>
              </a:rPr>
              <a:t>会说话就会用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周活跃场景分布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31520" y="1143000"/>
          <a:ext cx="7680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A08878"/>
                </a:solidFill>
              </a:rPr>
              <a:t>作业辅助是最高频场景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A08878"/>
                </a:solidFill>
              </a:rPr>
              <a:t>文档生成需求快速增长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5093208"/>
            <a:ext cx="7837714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E1B1B"/>
                </a:solidFill>
              </a:rPr>
              <a:t>开始你的第一次任务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371600" cy="41148"/>
          </a:xfrm>
          <a:prstGeom prst="rect">
            <a:avLst/>
          </a:prstGeom>
          <a:solidFill>
            <a:srgbClr val="9E1B1B"/>
          </a:solidFill>
          <a:ln/>
        </p:spPr>
      </p:sp>
      <p:sp>
        <p:nvSpPr>
          <p:cNvPr id="4" name="Shape 2"/>
          <p:cNvSpPr/>
          <p:nvPr/>
        </p:nvSpPr>
        <p:spPr>
          <a:xfrm>
            <a:off x="1901952" y="896112"/>
            <a:ext cx="320040" cy="411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C0392B">
              <a:alpha val="70000"/>
            </a:srgbClr>
          </a:solidFill>
          <a:ln w="12700">
            <a:solidFill>
              <a:srgbClr val="9E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1168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🖼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878"/>
                </a:solidFill>
              </a:rPr>
              <a:t>主界面示意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201A"/>
                </a:solidFill>
              </a:rPr>
              <a:t>打开对话输入框</a:t>
            </a:r>
            <a:endParaRPr lang="en-US" sz="13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201A"/>
                </a:solidFill>
              </a:rPr>
              <a:t>描述你的需求</a:t>
            </a:r>
            <a:endParaRPr lang="en-US" sz="13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350" dirty="0">
                <a:solidFill>
                  <a:srgbClr val="33201A"/>
                </a:solidFill>
              </a:rPr>
              <a:t>等待执行与交付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093208"/>
            <a:ext cx="8490857" cy="5029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47594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878"/>
                </a:solidFill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0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291840" cy="3291840"/>
          </a:xfrm>
          <a:prstGeom prst="ellipse">
            <a:avLst/>
          </a:prstGeom>
          <a:solidFill>
            <a:srgbClr val="C0392B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566160"/>
            <a:ext cx="2651760" cy="2651760"/>
          </a:xfrm>
          <a:prstGeom prst="ellipse">
            <a:avLst/>
          </a:prstGeom>
          <a:solidFill>
            <a:srgbClr val="D4A017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931920"/>
            <a:ext cx="1463040" cy="1463040"/>
          </a:xfrm>
          <a:prstGeom prst="rect">
            <a:avLst/>
          </a:prstGeom>
          <a:solidFill>
            <a:srgbClr val="9E1B1B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谢谢观看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BEBE6"/>
                </a:solidFill>
              </a:rPr>
              <a:t>现在，开始你的第一个 WorkBuddy 任务吧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0" y="3611880"/>
            <a:ext cx="914400" cy="45720"/>
          </a:xfrm>
          <a:prstGeom prst="rect">
            <a:avLst/>
          </a:prstGeom>
          <a:solidFill>
            <a:srgbClr val="D4A01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WorkBuddy 学生培训</dc:title>
  <dc:subject>PptxGenJS Presentation</dc:subject>
  <dc:creator>PptxGenJS</dc:creator>
  <cp:lastModifiedBy>PptxGenJS</cp:lastModifiedBy>
  <cp:revision>1</cp:revision>
  <dcterms:created xsi:type="dcterms:W3CDTF">2026-10-09T13:34:44Z</dcterms:created>
  <dcterms:modified xsi:type="dcterms:W3CDTF">2026-10-09T13:34:44Z</dcterms:modified>
</cp:coreProperties>
</file>