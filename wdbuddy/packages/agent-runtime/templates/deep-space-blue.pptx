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50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0629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3737" y="0"/>
            <a:ext cx="118872" cy="6858000"/>
          </a:xfrm>
          <a:prstGeom prst="rect">
            <a:avLst/>
          </a:prstGeom>
          <a:solidFill>
            <a:srgbClr val="3FB8C9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737360"/>
            <a:ext cx="4023360" cy="4023360"/>
          </a:xfrm>
          <a:prstGeom prst="ellipse">
            <a:avLst/>
          </a:prstGeom>
          <a:noFill/>
          <a:ln w="25400">
            <a:solidFill>
              <a:srgbClr val="2A3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-640080"/>
            <a:ext cx="1828800" cy="1828800"/>
          </a:xfrm>
          <a:prstGeom prst="ellipse">
            <a:avLst/>
          </a:prstGeom>
          <a:noFill/>
          <a:ln w="9525">
            <a:solidFill>
              <a:srgbClr val="C06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371600" y="4846320"/>
            <a:ext cx="3547872" cy="3547872"/>
          </a:xfrm>
          <a:prstGeom prst="ellipse">
            <a:avLst/>
          </a:prstGeom>
          <a:solidFill>
            <a:srgbClr val="3FB8C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548640" y="5669280"/>
            <a:ext cx="1828800" cy="1828800"/>
          </a:xfrm>
          <a:prstGeom prst="ellipse">
            <a:avLst/>
          </a:prstGeom>
          <a:solidFill>
            <a:srgbClr val="C0629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56048" y="566928"/>
            <a:ext cx="1508760" cy="45720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0528" y="566928"/>
            <a:ext cx="411480" cy="45720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713232"/>
            <a:ext cx="1219260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200" b="1">
                <a:solidFill>
                  <a:srgbClr val="1B2660"/>
                </a:solidFill>
                <a:latin typeface="微软雅黑"/>
                <a:ea typeface="微软雅黑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2395728"/>
            <a:ext cx="1219260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在此输入主标题文字内容</a:t>
            </a:r>
          </a:p>
        </p:txBody>
      </p:sp>
      <p:sp>
        <p:nvSpPr>
          <p:cNvPr id="13" name="Oval 12"/>
          <p:cNvSpPr/>
          <p:nvPr/>
        </p:nvSpPr>
        <p:spPr>
          <a:xfrm>
            <a:off x="5870448" y="3456432"/>
            <a:ext cx="82296" cy="82296"/>
          </a:xfrm>
          <a:prstGeom prst="ellipse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53328" y="3456432"/>
            <a:ext cx="82296" cy="82296"/>
          </a:xfrm>
          <a:prstGeom prst="ellipse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36208" y="3456432"/>
            <a:ext cx="82296" cy="82296"/>
          </a:xfrm>
          <a:prstGeom prst="ellipse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3767328"/>
            <a:ext cx="1219260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300">
                <a:solidFill>
                  <a:srgbClr val="9BA8D4"/>
                </a:solidFill>
                <a:latin typeface="微软雅黑"/>
                <a:ea typeface="微软雅黑"/>
              </a:rPr>
              <a:t>ANNUAL WORK SUMMARY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2609" cy="201168"/>
          </a:xfrm>
          <a:prstGeom prst="rect">
            <a:avLst/>
          </a:prstGeom>
          <a:solidFill>
            <a:srgbClr val="3FB8C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50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0629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3737" y="0"/>
            <a:ext cx="118872" cy="6858000"/>
          </a:xfrm>
          <a:prstGeom prst="rect">
            <a:avLst/>
          </a:prstGeom>
          <a:solidFill>
            <a:srgbClr val="3FB8C9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9966960" y="-1280160"/>
            <a:ext cx="3291840" cy="3291840"/>
            <a:chOff x="9966960" y="-1280160"/>
            <a:chExt cx="3291840" cy="3291840"/>
          </a:xfrm>
        </p:grpSpPr>
        <p:sp>
          <p:nvSpPr>
            <p:cNvPr id="6" name="Oval 5"/>
            <p:cNvSpPr/>
            <p:nvPr/>
          </p:nvSpPr>
          <p:spPr>
            <a:xfrm>
              <a:off x="9966960" y="-1280160"/>
              <a:ext cx="3291840" cy="3291840"/>
            </a:xfrm>
            <a:prstGeom prst="ellipse">
              <a:avLst/>
            </a:prstGeom>
            <a:noFill/>
            <a:ln w="22225">
              <a:solidFill>
                <a:srgbClr val="2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22960" y="475488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20700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400">
                <a:solidFill>
                  <a:srgbClr val="9BA8D4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664208"/>
            <a:ext cx="1005840" cy="50292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2807" y="1664208"/>
            <a:ext cx="365760" cy="50292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" name="Group 10"/>
          <p:cNvGrpSpPr/>
          <p:nvPr/>
        </p:nvGrpSpPr>
        <p:grpSpPr>
          <a:xfrm>
            <a:off x="822960" y="1993392"/>
            <a:ext cx="10543032" cy="950976"/>
            <a:chOff x="822960" y="1993392"/>
            <a:chExt cx="10543032" cy="950976"/>
          </a:xfrm>
        </p:grpSpPr>
        <p:sp>
          <p:nvSpPr>
            <p:cNvPr id="12" name="Rounded Rectangle 11"/>
            <p:cNvSpPr/>
            <p:nvPr/>
          </p:nvSpPr>
          <p:spPr>
            <a:xfrm>
              <a:off x="822960" y="1993392"/>
              <a:ext cx="10543032" cy="950976"/>
            </a:xfrm>
            <a:prstGeom prst="roundRect">
              <a:avLst>
                <a:gd name="adj" fmla="val 16000"/>
              </a:avLst>
            </a:prstGeom>
            <a:solidFill>
              <a:srgbClr val="131A47"/>
            </a:solidFill>
            <a:ln w="9525">
              <a:solidFill>
                <a:srgbClr val="2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22960" y="2157984"/>
              <a:ext cx="45720" cy="621792"/>
            </a:xfrm>
            <a:prstGeom prst="rect">
              <a:avLst/>
            </a:prstGeom>
            <a:solidFill>
              <a:srgbClr val="C062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1207008" y="2185416"/>
              <a:ext cx="566928" cy="566928"/>
            </a:xfrm>
            <a:prstGeom prst="ellipse">
              <a:avLst/>
            </a:prstGeom>
            <a:solidFill>
              <a:srgbClr val="0B1145"/>
            </a:solidFill>
            <a:ln w="12700">
              <a:solidFill>
                <a:srgbClr val="C062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07008" y="2185416"/>
              <a:ext cx="566928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C0629A"/>
                  </a:solidFill>
                  <a:latin typeface="微软雅黑"/>
                  <a:ea typeface="微软雅黑"/>
                </a:rPr>
                <a:t>01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21408" y="2148840"/>
              <a:ext cx="4389120" cy="3840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700" b="1">
                  <a:solidFill>
                    <a:srgbClr val="FFFFFF"/>
                  </a:solidFill>
                  <a:latin typeface="微软雅黑"/>
                  <a:ea typeface="微软雅黑"/>
                </a:rPr>
                <a:t>添加标题一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121408" y="2560320"/>
              <a:ext cx="8869680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9BA8D4"/>
                  </a:solidFill>
                  <a:latin typeface="微软雅黑"/>
                  <a:ea typeface="微软雅黑"/>
                </a:rPr>
                <a:t>在这里输入说明文字占位内容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22960" y="3163824"/>
            <a:ext cx="10543032" cy="950976"/>
            <a:chOff x="822960" y="3163824"/>
            <a:chExt cx="10543032" cy="950976"/>
          </a:xfrm>
        </p:grpSpPr>
        <p:sp>
          <p:nvSpPr>
            <p:cNvPr id="19" name="Rounded Rectangle 18"/>
            <p:cNvSpPr/>
            <p:nvPr/>
          </p:nvSpPr>
          <p:spPr>
            <a:xfrm>
              <a:off x="822960" y="3163824"/>
              <a:ext cx="10543032" cy="950976"/>
            </a:xfrm>
            <a:prstGeom prst="roundRect">
              <a:avLst>
                <a:gd name="adj" fmla="val 16000"/>
              </a:avLst>
            </a:prstGeom>
            <a:solidFill>
              <a:srgbClr val="131A47"/>
            </a:solidFill>
            <a:ln w="9525">
              <a:solidFill>
                <a:srgbClr val="2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22960" y="3328416"/>
              <a:ext cx="45720" cy="621792"/>
            </a:xfrm>
            <a:prstGeom prst="rect">
              <a:avLst/>
            </a:prstGeom>
            <a:solidFill>
              <a:srgbClr val="3FB8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1207008" y="3355848"/>
              <a:ext cx="566928" cy="566928"/>
            </a:xfrm>
            <a:prstGeom prst="ellipse">
              <a:avLst/>
            </a:prstGeom>
            <a:solidFill>
              <a:srgbClr val="0B1145"/>
            </a:solidFill>
            <a:ln w="12700">
              <a:solidFill>
                <a:srgbClr val="3FB8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07008" y="3355848"/>
              <a:ext cx="566928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3FB8C9"/>
                  </a:solidFill>
                  <a:latin typeface="微软雅黑"/>
                  <a:ea typeface="微软雅黑"/>
                </a:rPr>
                <a:t>02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21408" y="3319272"/>
              <a:ext cx="4389120" cy="3840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700" b="1">
                  <a:solidFill>
                    <a:srgbClr val="FFFFFF"/>
                  </a:solidFill>
                  <a:latin typeface="微软雅黑"/>
                  <a:ea typeface="微软雅黑"/>
                </a:rPr>
                <a:t>添加标题二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121408" y="3730752"/>
              <a:ext cx="8869680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9BA8D4"/>
                  </a:solidFill>
                  <a:latin typeface="微软雅黑"/>
                  <a:ea typeface="微软雅黑"/>
                </a:rPr>
                <a:t>在这里输入说明文字占位内容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822960" y="4334256"/>
            <a:ext cx="10543032" cy="950976"/>
            <a:chOff x="822960" y="4334256"/>
            <a:chExt cx="10543032" cy="950976"/>
          </a:xfrm>
        </p:grpSpPr>
        <p:sp>
          <p:nvSpPr>
            <p:cNvPr id="26" name="Rounded Rectangle 25"/>
            <p:cNvSpPr/>
            <p:nvPr/>
          </p:nvSpPr>
          <p:spPr>
            <a:xfrm>
              <a:off x="822960" y="4334256"/>
              <a:ext cx="10543032" cy="950976"/>
            </a:xfrm>
            <a:prstGeom prst="roundRect">
              <a:avLst>
                <a:gd name="adj" fmla="val 16000"/>
              </a:avLst>
            </a:prstGeom>
            <a:solidFill>
              <a:srgbClr val="131A47"/>
            </a:solidFill>
            <a:ln w="9525">
              <a:solidFill>
                <a:srgbClr val="2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22960" y="4498848"/>
              <a:ext cx="45720" cy="621792"/>
            </a:xfrm>
            <a:prstGeom prst="rect">
              <a:avLst/>
            </a:prstGeom>
            <a:solidFill>
              <a:srgbClr val="C062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1207008" y="4526280"/>
              <a:ext cx="566928" cy="566928"/>
            </a:xfrm>
            <a:prstGeom prst="ellipse">
              <a:avLst/>
            </a:prstGeom>
            <a:solidFill>
              <a:srgbClr val="0B1145"/>
            </a:solidFill>
            <a:ln w="12700">
              <a:solidFill>
                <a:srgbClr val="C062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207008" y="4526280"/>
              <a:ext cx="566928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C0629A"/>
                  </a:solidFill>
                  <a:latin typeface="微软雅黑"/>
                  <a:ea typeface="微软雅黑"/>
                </a:rPr>
                <a:t>03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121408" y="4489704"/>
              <a:ext cx="4389120" cy="3840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700" b="1">
                  <a:solidFill>
                    <a:srgbClr val="FFFFFF"/>
                  </a:solidFill>
                  <a:latin typeface="微软雅黑"/>
                  <a:ea typeface="微软雅黑"/>
                </a:rPr>
                <a:t>添加标题三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121408" y="4901184"/>
              <a:ext cx="8869680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9BA8D4"/>
                  </a:solidFill>
                  <a:latin typeface="微软雅黑"/>
                  <a:ea typeface="微软雅黑"/>
                </a:rPr>
                <a:t>在这里输入说明文字占位内容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22960" y="5504688"/>
            <a:ext cx="10543032" cy="950976"/>
            <a:chOff x="822960" y="5504688"/>
            <a:chExt cx="10543032" cy="950976"/>
          </a:xfrm>
        </p:grpSpPr>
        <p:sp>
          <p:nvSpPr>
            <p:cNvPr id="33" name="Rounded Rectangle 32"/>
            <p:cNvSpPr/>
            <p:nvPr/>
          </p:nvSpPr>
          <p:spPr>
            <a:xfrm>
              <a:off x="822960" y="5504688"/>
              <a:ext cx="10543032" cy="950976"/>
            </a:xfrm>
            <a:prstGeom prst="roundRect">
              <a:avLst>
                <a:gd name="adj" fmla="val 16000"/>
              </a:avLst>
            </a:prstGeom>
            <a:solidFill>
              <a:srgbClr val="131A47"/>
            </a:solidFill>
            <a:ln w="9525">
              <a:solidFill>
                <a:srgbClr val="2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22960" y="5669279"/>
              <a:ext cx="45720" cy="621792"/>
            </a:xfrm>
            <a:prstGeom prst="rect">
              <a:avLst/>
            </a:prstGeom>
            <a:solidFill>
              <a:srgbClr val="3FB8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1207008" y="5696712"/>
              <a:ext cx="566928" cy="566928"/>
            </a:xfrm>
            <a:prstGeom prst="ellipse">
              <a:avLst/>
            </a:prstGeom>
            <a:solidFill>
              <a:srgbClr val="0B1145"/>
            </a:solidFill>
            <a:ln w="12700">
              <a:solidFill>
                <a:srgbClr val="3FB8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207008" y="5696712"/>
              <a:ext cx="566928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3FB8C9"/>
                  </a:solidFill>
                  <a:latin typeface="微软雅黑"/>
                  <a:ea typeface="微软雅黑"/>
                </a:rPr>
                <a:t>04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21408" y="5660136"/>
              <a:ext cx="4389120" cy="3840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700" b="1">
                  <a:solidFill>
                    <a:srgbClr val="FFFFFF"/>
                  </a:solidFill>
                  <a:latin typeface="微软雅黑"/>
                  <a:ea typeface="微软雅黑"/>
                </a:rPr>
                <a:t>添加标题四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121408" y="6071616"/>
              <a:ext cx="8869680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100" b="0">
                  <a:solidFill>
                    <a:srgbClr val="9BA8D4"/>
                  </a:solidFill>
                  <a:latin typeface="微软雅黑"/>
                  <a:ea typeface="微软雅黑"/>
                </a:rPr>
                <a:t>在这里输入说明文字占位内容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50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0629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3737" y="0"/>
            <a:ext cx="118872" cy="6858000"/>
          </a:xfrm>
          <a:prstGeom prst="rect">
            <a:avLst/>
          </a:prstGeom>
          <a:solidFill>
            <a:srgbClr val="3FB8C9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9692640" y="4480560"/>
            <a:ext cx="3474720" cy="3474720"/>
            <a:chOff x="9692640" y="4480560"/>
            <a:chExt cx="3474720" cy="3474720"/>
          </a:xfrm>
        </p:grpSpPr>
        <p:sp>
          <p:nvSpPr>
            <p:cNvPr id="6" name="Oval 5"/>
            <p:cNvSpPr/>
            <p:nvPr/>
          </p:nvSpPr>
          <p:spPr>
            <a:xfrm>
              <a:off x="9692640" y="4480560"/>
              <a:ext cx="3474720" cy="3474720"/>
            </a:xfrm>
            <a:prstGeom prst="ellipse">
              <a:avLst/>
            </a:prstGeom>
            <a:noFill/>
            <a:ln w="22225">
              <a:solidFill>
                <a:srgbClr val="2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0698480" y="5486400"/>
              <a:ext cx="1463040" cy="1463040"/>
            </a:xfrm>
            <a:prstGeom prst="ellipse">
              <a:avLst/>
            </a:prstGeom>
            <a:solidFill>
              <a:srgbClr val="C0629A">
                <a:alpha val="1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22960" y="53035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spc="300">
                <a:solidFill>
                  <a:srgbClr val="C0629A"/>
                </a:solidFill>
                <a:latin typeface="微软雅黑"/>
                <a:ea typeface="微软雅黑"/>
              </a:rPr>
              <a:t>PART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170432"/>
            <a:ext cx="356616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1">
                <a:solidFill>
                  <a:srgbClr val="1B2660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572768"/>
            <a:ext cx="67665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在此输入章节标题文案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432304"/>
            <a:ext cx="1051560" cy="50292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2432304"/>
            <a:ext cx="411480" cy="50292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2788920"/>
            <a:ext cx="6309360" cy="18288"/>
          </a:xfrm>
          <a:prstGeom prst="rect">
            <a:avLst/>
          </a:prstGeom>
          <a:solidFill>
            <a:srgbClr val="2A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50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0629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3737" y="0"/>
            <a:ext cx="118872" cy="6858000"/>
          </a:xfrm>
          <a:prstGeom prst="rect">
            <a:avLst/>
          </a:prstGeom>
          <a:solidFill>
            <a:srgbClr val="3FB8C9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8686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在此输入页面标题内容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133856"/>
            <a:ext cx="1051560" cy="50292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38528" y="1133856"/>
            <a:ext cx="411480" cy="50292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572768"/>
            <a:ext cx="3383280" cy="4617720"/>
          </a:xfrm>
          <a:prstGeom prst="roundRect">
            <a:avLst>
              <a:gd name="adj" fmla="val 5500"/>
            </a:avLst>
          </a:prstGeom>
          <a:solidFill>
            <a:srgbClr val="131A47"/>
          </a:solidFill>
          <a:ln w="9525">
            <a:solidFill>
              <a:srgbClr val="2A3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3856" y="1883664"/>
            <a:ext cx="502920" cy="64008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2157984"/>
            <a:ext cx="676656" cy="676656"/>
          </a:xfrm>
          <a:prstGeom prst="ellipse">
            <a:avLst/>
          </a:prstGeom>
          <a:solidFill>
            <a:srgbClr val="0B1145"/>
          </a:solidFill>
          <a:ln w="12700">
            <a:solidFill>
              <a:srgbClr val="C06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157984"/>
            <a:ext cx="67665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0629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12724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添加标题一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639312"/>
            <a:ext cx="27249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BA8D4"/>
                </a:solidFill>
                <a:latin typeface="微软雅黑"/>
                <a:ea typeface="微软雅黑"/>
              </a:rPr>
              <a:t>在这里输入说明文字占位内容补充信息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1572768"/>
            <a:ext cx="3383280" cy="4617720"/>
          </a:xfrm>
          <a:prstGeom prst="roundRect">
            <a:avLst>
              <a:gd name="adj" fmla="val 5500"/>
            </a:avLst>
          </a:prstGeom>
          <a:solidFill>
            <a:srgbClr val="131A47"/>
          </a:solidFill>
          <a:ln w="9525">
            <a:solidFill>
              <a:srgbClr val="2A3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9744" y="1883664"/>
            <a:ext cx="502920" cy="64008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09744" y="2157984"/>
            <a:ext cx="676656" cy="676656"/>
          </a:xfrm>
          <a:prstGeom prst="ellipse">
            <a:avLst/>
          </a:prstGeom>
          <a:solidFill>
            <a:srgbClr val="0B1145"/>
          </a:solidFill>
          <a:ln w="12700">
            <a:solidFill>
              <a:srgbClr val="3FB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9744" y="2157984"/>
            <a:ext cx="67665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FB8C9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12724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添加标题二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3639312"/>
            <a:ext cx="27249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BA8D4"/>
                </a:solidFill>
                <a:latin typeface="微软雅黑"/>
                <a:ea typeface="微软雅黑"/>
              </a:rPr>
              <a:t>在这里输入说明文字占位内容补充信息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1572768"/>
            <a:ext cx="3383280" cy="4617720"/>
          </a:xfrm>
          <a:prstGeom prst="roundRect">
            <a:avLst>
              <a:gd name="adj" fmla="val 5500"/>
            </a:avLst>
          </a:prstGeom>
          <a:solidFill>
            <a:srgbClr val="131A47"/>
          </a:solidFill>
          <a:ln w="9525">
            <a:solidFill>
              <a:srgbClr val="2A3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85632" y="1883664"/>
            <a:ext cx="502920" cy="64008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85632" y="2157984"/>
            <a:ext cx="676656" cy="676656"/>
          </a:xfrm>
          <a:prstGeom prst="ellipse">
            <a:avLst/>
          </a:prstGeom>
          <a:solidFill>
            <a:srgbClr val="0B1145"/>
          </a:solidFill>
          <a:ln w="12700">
            <a:solidFill>
              <a:srgbClr val="C06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2157984"/>
            <a:ext cx="67665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0629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12724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添加标题三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3639312"/>
            <a:ext cx="27249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BA8D4"/>
                </a:solidFill>
                <a:latin typeface="微软雅黑"/>
                <a:ea typeface="微软雅黑"/>
              </a:rPr>
              <a:t>在这里输入说明文字占位内容补充信息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50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0629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3737" y="0"/>
            <a:ext cx="118872" cy="6858000"/>
          </a:xfrm>
          <a:prstGeom prst="rect">
            <a:avLst/>
          </a:prstGeom>
          <a:solidFill>
            <a:srgbClr val="3FB8C9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8686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在此输入页面标题内容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133856"/>
            <a:ext cx="1051560" cy="50292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38528" y="1133856"/>
            <a:ext cx="411480" cy="50292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2615184" cy="4617720"/>
          </a:xfrm>
          <a:prstGeom prst="roundRect">
            <a:avLst>
              <a:gd name="adj" fmla="val 7000"/>
            </a:avLst>
          </a:prstGeom>
          <a:solidFill>
            <a:srgbClr val="131A47"/>
          </a:solidFill>
          <a:ln w="9525">
            <a:solidFill>
              <a:srgbClr val="2A3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83664"/>
            <a:ext cx="457200" cy="64008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157984"/>
            <a:ext cx="640080" cy="640080"/>
          </a:xfrm>
          <a:prstGeom prst="ellipse">
            <a:avLst/>
          </a:prstGeom>
          <a:solidFill>
            <a:srgbClr val="0B1145"/>
          </a:solidFill>
          <a:ln w="12700">
            <a:solidFill>
              <a:srgbClr val="C06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0629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添加标题一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02736"/>
            <a:ext cx="2066543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BA8D4"/>
                </a:solidFill>
                <a:latin typeface="微软雅黑"/>
                <a:ea typeface="微软雅黑"/>
              </a:rPr>
              <a:t>在这里输入说明文字占位内容补充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1" y="1572768"/>
            <a:ext cx="2615184" cy="4617720"/>
          </a:xfrm>
          <a:prstGeom prst="roundRect">
            <a:avLst>
              <a:gd name="adj" fmla="val 7000"/>
            </a:avLst>
          </a:prstGeom>
          <a:solidFill>
            <a:srgbClr val="131A47"/>
          </a:solidFill>
          <a:ln w="9525">
            <a:solidFill>
              <a:srgbClr val="2A3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9311" y="1883664"/>
            <a:ext cx="457200" cy="64008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39311" y="2157984"/>
            <a:ext cx="640080" cy="640080"/>
          </a:xfrm>
          <a:prstGeom prst="ellipse">
            <a:avLst/>
          </a:prstGeom>
          <a:solidFill>
            <a:srgbClr val="0B1145"/>
          </a:solidFill>
          <a:ln w="12700">
            <a:solidFill>
              <a:srgbClr val="3FB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1" y="215798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FB8C9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1" y="3108960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添加标题二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1" y="3602736"/>
            <a:ext cx="2066543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BA8D4"/>
                </a:solidFill>
                <a:latin typeface="微软雅黑"/>
                <a:ea typeface="微软雅黑"/>
              </a:rPr>
              <a:t>在这里输入说明文字占位内容补充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1572768"/>
            <a:ext cx="2615184" cy="4617720"/>
          </a:xfrm>
          <a:prstGeom prst="roundRect">
            <a:avLst>
              <a:gd name="adj" fmla="val 7000"/>
            </a:avLst>
          </a:prstGeom>
          <a:solidFill>
            <a:srgbClr val="131A47"/>
          </a:solidFill>
          <a:ln w="9525">
            <a:solidFill>
              <a:srgbClr val="2A3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01383" y="1883664"/>
            <a:ext cx="457200" cy="64008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1383" y="2157984"/>
            <a:ext cx="640080" cy="640080"/>
          </a:xfrm>
          <a:prstGeom prst="ellipse">
            <a:avLst/>
          </a:prstGeom>
          <a:solidFill>
            <a:srgbClr val="0B1145"/>
          </a:solidFill>
          <a:ln w="12700">
            <a:solidFill>
              <a:srgbClr val="C06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3" y="215798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C0629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3" y="3108960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添加标题三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3" y="3602736"/>
            <a:ext cx="2066543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BA8D4"/>
                </a:solidFill>
                <a:latin typeface="微软雅黑"/>
                <a:ea typeface="微软雅黑"/>
              </a:rPr>
              <a:t>在这里输入说明文字占位内容补充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9136" y="1572768"/>
            <a:ext cx="2615184" cy="4617720"/>
          </a:xfrm>
          <a:prstGeom prst="roundRect">
            <a:avLst>
              <a:gd name="adj" fmla="val 7000"/>
            </a:avLst>
          </a:prstGeom>
          <a:solidFill>
            <a:srgbClr val="131A47"/>
          </a:solidFill>
          <a:ln w="9525">
            <a:solidFill>
              <a:srgbClr val="2A3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63456" y="1883664"/>
            <a:ext cx="457200" cy="64008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63456" y="2157984"/>
            <a:ext cx="640080" cy="640080"/>
          </a:xfrm>
          <a:prstGeom prst="ellipse">
            <a:avLst/>
          </a:prstGeom>
          <a:solidFill>
            <a:srgbClr val="0B1145"/>
          </a:solidFill>
          <a:ln w="12700">
            <a:solidFill>
              <a:srgbClr val="3FB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63456" y="215798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FB8C9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3108960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添加标题四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3456" y="3602736"/>
            <a:ext cx="2066543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BA8D4"/>
                </a:solidFill>
                <a:latin typeface="微软雅黑"/>
                <a:ea typeface="微软雅黑"/>
              </a:rPr>
              <a:t>在这里输入说明文字占位内容补充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50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0629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3737" y="0"/>
            <a:ext cx="118872" cy="6858000"/>
          </a:xfrm>
          <a:prstGeom prst="rect">
            <a:avLst/>
          </a:prstGeom>
          <a:solidFill>
            <a:srgbClr val="3FB8C9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8686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在此输入页面标题内容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133856"/>
            <a:ext cx="1051560" cy="50292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38528" y="1133856"/>
            <a:ext cx="411480" cy="50292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3127248"/>
            <a:ext cx="9994392" cy="25603"/>
          </a:xfrm>
          <a:prstGeom prst="rect">
            <a:avLst/>
          </a:prstGeom>
          <a:solidFill>
            <a:srgbClr val="2A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0" y="2944368"/>
            <a:ext cx="365760" cy="365760"/>
          </a:xfrm>
          <a:prstGeom prst="ellipse">
            <a:avLst/>
          </a:prstGeom>
          <a:solidFill>
            <a:srgbClr val="050836"/>
          </a:solidFill>
          <a:ln w="19050">
            <a:solidFill>
              <a:srgbClr val="C06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00300" y="3058668"/>
            <a:ext cx="137160" cy="137160"/>
          </a:xfrm>
          <a:prstGeom prst="ellipse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1564" y="2724912"/>
            <a:ext cx="14630" cy="219456"/>
          </a:xfrm>
          <a:prstGeom prst="rect">
            <a:avLst/>
          </a:prstGeom>
          <a:solidFill>
            <a:srgbClr val="2A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221284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C0629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56432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添加标题一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31920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BA8D4"/>
                </a:solidFill>
                <a:latin typeface="微软雅黑"/>
                <a:ea typeface="微软雅黑"/>
              </a:rPr>
              <a:t>在这里输入步骤说明文字占位内容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2944368"/>
            <a:ext cx="365760" cy="365760"/>
          </a:xfrm>
          <a:prstGeom prst="ellipse">
            <a:avLst/>
          </a:prstGeom>
          <a:solidFill>
            <a:srgbClr val="050836"/>
          </a:solidFill>
          <a:ln w="19050">
            <a:solidFill>
              <a:srgbClr val="3FB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57900" y="3058668"/>
            <a:ext cx="137160" cy="137160"/>
          </a:xfrm>
          <a:prstGeom prst="ellipse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9164" y="2724912"/>
            <a:ext cx="14630" cy="219456"/>
          </a:xfrm>
          <a:prstGeom prst="rect">
            <a:avLst/>
          </a:prstGeom>
          <a:solidFill>
            <a:srgbClr val="2A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221284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3FB8C9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456432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添加标题二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931920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BA8D4"/>
                </a:solidFill>
                <a:latin typeface="微软雅黑"/>
                <a:ea typeface="微软雅黑"/>
              </a:rPr>
              <a:t>在这里输入步骤说明文字占位内容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0" y="2944368"/>
            <a:ext cx="365760" cy="365760"/>
          </a:xfrm>
          <a:prstGeom prst="ellipse">
            <a:avLst/>
          </a:prstGeom>
          <a:solidFill>
            <a:srgbClr val="050836"/>
          </a:solidFill>
          <a:ln w="19050">
            <a:solidFill>
              <a:srgbClr val="C06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15500" y="3058668"/>
            <a:ext cx="137160" cy="137160"/>
          </a:xfrm>
          <a:prstGeom prst="ellipse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76764" y="2724912"/>
            <a:ext cx="14630" cy="219456"/>
          </a:xfrm>
          <a:prstGeom prst="rect">
            <a:avLst/>
          </a:prstGeom>
          <a:solidFill>
            <a:srgbClr val="2A3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21284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C0629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3456432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添加标题三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931920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9BA8D4"/>
                </a:solidFill>
                <a:latin typeface="微软雅黑"/>
                <a:ea typeface="微软雅黑"/>
              </a:rPr>
              <a:t>在这里输入步骤说明文字占位内容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50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0629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3737" y="0"/>
            <a:ext cx="118872" cy="6858000"/>
          </a:xfrm>
          <a:prstGeom prst="rect">
            <a:avLst/>
          </a:prstGeom>
          <a:solidFill>
            <a:srgbClr val="3FB8C9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8686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在此输入页面标题内容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133856"/>
            <a:ext cx="1051560" cy="50292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38528" y="1133856"/>
            <a:ext cx="411480" cy="50292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572768"/>
            <a:ext cx="5029200" cy="4617720"/>
          </a:xfrm>
          <a:prstGeom prst="roundRect">
            <a:avLst>
              <a:gd name="adj" fmla="val 4500"/>
            </a:avLst>
          </a:prstGeom>
          <a:solidFill>
            <a:srgbClr val="131A47"/>
          </a:solidFill>
          <a:ln w="9525">
            <a:solidFill>
              <a:srgbClr val="2A3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2144" y="1901952"/>
            <a:ext cx="502920" cy="64008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2144" y="2194560"/>
            <a:ext cx="658368" cy="658368"/>
          </a:xfrm>
          <a:prstGeom prst="ellipse">
            <a:avLst/>
          </a:prstGeom>
          <a:solidFill>
            <a:srgbClr val="0B1145"/>
          </a:solidFill>
          <a:ln w="12700">
            <a:solidFill>
              <a:srgbClr val="C06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35024" y="2377440"/>
            <a:ext cx="292608" cy="292608"/>
          </a:xfrm>
          <a:prstGeom prst="ellipse">
            <a:avLst/>
          </a:prstGeom>
          <a:solidFill>
            <a:srgbClr val="C0629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286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添加标题一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200400"/>
            <a:ext cx="43434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BA8D4"/>
                </a:solidFill>
                <a:latin typeface="微软雅黑"/>
                <a:ea typeface="微软雅黑"/>
              </a:rPr>
              <a:t>在这里输入正文内容文字占位信息，可补充说明要点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1572768"/>
            <a:ext cx="5029200" cy="4617720"/>
          </a:xfrm>
          <a:prstGeom prst="roundRect">
            <a:avLst>
              <a:gd name="adj" fmla="val 4500"/>
            </a:avLst>
          </a:prstGeom>
          <a:solidFill>
            <a:srgbClr val="131A47"/>
          </a:solidFill>
          <a:ln w="9525">
            <a:solidFill>
              <a:srgbClr val="2A3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65976" y="1901952"/>
            <a:ext cx="502920" cy="64008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2194560"/>
            <a:ext cx="658368" cy="658368"/>
          </a:xfrm>
          <a:prstGeom prst="ellipse">
            <a:avLst/>
          </a:prstGeom>
          <a:solidFill>
            <a:srgbClr val="0B1145"/>
          </a:solidFill>
          <a:ln w="12700">
            <a:solidFill>
              <a:srgbClr val="3FB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48856" y="2377440"/>
            <a:ext cx="292608" cy="292608"/>
          </a:xfrm>
          <a:prstGeom prst="ellipse">
            <a:avLst/>
          </a:prstGeom>
          <a:solidFill>
            <a:srgbClr val="3FB8C9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2286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添加标题二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3200400"/>
            <a:ext cx="43434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BA8D4"/>
                </a:solidFill>
                <a:latin typeface="微软雅黑"/>
                <a:ea typeface="微软雅黑"/>
              </a:rPr>
              <a:t>在这里输入正文内容文字占位信息，可补充说明要点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50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0629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3737" y="0"/>
            <a:ext cx="118872" cy="6858000"/>
          </a:xfrm>
          <a:prstGeom prst="rect">
            <a:avLst/>
          </a:prstGeom>
          <a:solidFill>
            <a:srgbClr val="3FB8C9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8686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在此输入页面标题内容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133856"/>
            <a:ext cx="1051560" cy="50292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38528" y="1133856"/>
            <a:ext cx="411480" cy="50292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276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添加标题一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148840"/>
            <a:ext cx="822960" cy="41148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340864"/>
            <a:ext cx="10424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BA8D4"/>
                </a:solidFill>
                <a:latin typeface="微软雅黑"/>
                <a:ea typeface="微软雅黑"/>
              </a:rPr>
              <a:t>在这里输入正文内容文字占位信息，可补充说明要点与详细数据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31596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添加标题二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4837176"/>
            <a:ext cx="822960" cy="41148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029200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BA8D4"/>
                </a:solidFill>
                <a:latin typeface="微软雅黑"/>
                <a:ea typeface="微软雅黑"/>
              </a:rPr>
              <a:t>在这里输入说明文字占位内容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50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0629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3737" y="0"/>
            <a:ext cx="118872" cy="6858000"/>
          </a:xfrm>
          <a:prstGeom prst="rect">
            <a:avLst/>
          </a:prstGeom>
          <a:solidFill>
            <a:srgbClr val="3FB8C9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737360"/>
            <a:ext cx="4023360" cy="4023360"/>
          </a:xfrm>
          <a:prstGeom prst="ellipse">
            <a:avLst/>
          </a:prstGeom>
          <a:noFill/>
          <a:ln w="25400">
            <a:solidFill>
              <a:srgbClr val="2A34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-640080"/>
            <a:ext cx="1828800" cy="1828800"/>
          </a:xfrm>
          <a:prstGeom prst="ellipse">
            <a:avLst/>
          </a:prstGeom>
          <a:noFill/>
          <a:ln w="9525">
            <a:solidFill>
              <a:srgbClr val="C06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371600" y="4846320"/>
            <a:ext cx="3547872" cy="3547872"/>
          </a:xfrm>
          <a:prstGeom prst="ellipse">
            <a:avLst/>
          </a:prstGeom>
          <a:solidFill>
            <a:srgbClr val="3FB8C9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548640" y="5669280"/>
            <a:ext cx="1828800" cy="1828800"/>
          </a:xfrm>
          <a:prstGeom prst="ellipse">
            <a:avLst/>
          </a:prstGeom>
          <a:solidFill>
            <a:srgbClr val="C0629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56048" y="2121408"/>
            <a:ext cx="1508760" cy="45720"/>
          </a:xfrm>
          <a:prstGeom prst="rect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0528" y="2121408"/>
            <a:ext cx="411480" cy="45720"/>
          </a:xfrm>
          <a:prstGeom prst="rect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450592"/>
            <a:ext cx="1219260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spc="200">
                <a:solidFill>
                  <a:srgbClr val="FFFFFF"/>
                </a:solidFill>
                <a:latin typeface="微软雅黑"/>
                <a:ea typeface="微软雅黑"/>
              </a:rPr>
              <a:t>THANKS FOR WATCHING</a:t>
            </a:r>
          </a:p>
        </p:txBody>
      </p:sp>
      <p:sp>
        <p:nvSpPr>
          <p:cNvPr id="12" name="Oval 11"/>
          <p:cNvSpPr/>
          <p:nvPr/>
        </p:nvSpPr>
        <p:spPr>
          <a:xfrm>
            <a:off x="5870448" y="3675887"/>
            <a:ext cx="82296" cy="82296"/>
          </a:xfrm>
          <a:prstGeom prst="ellipse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53328" y="3675887"/>
            <a:ext cx="82296" cy="82296"/>
          </a:xfrm>
          <a:prstGeom prst="ellipse">
            <a:avLst/>
          </a:prstGeom>
          <a:solidFill>
            <a:srgbClr val="3FB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36208" y="3675887"/>
            <a:ext cx="82296" cy="82296"/>
          </a:xfrm>
          <a:prstGeom prst="ellipse">
            <a:avLst/>
          </a:prstGeom>
          <a:solidFill>
            <a:srgbClr val="C0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005072"/>
            <a:ext cx="121926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9BA8D4"/>
                </a:solidFill>
                <a:latin typeface="微软雅黑"/>
                <a:ea typeface="微软雅黑"/>
              </a:rPr>
              <a:t>在此输入感谢观看结束语文案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