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377" autoAdjust="0"/>
    <p:restoredTop sz="94660"/>
  </p:normalViewPr>
  <p:slideViewPr>
    <p:cSldViewPr snapToGrid="0">
      <p:cViewPr varScale="1">
        <p:scale>
          <a:sx n="85" d="100"/>
          <a:sy n="85" d="100"/>
        </p:scale>
        <p:origin x="80" y="612"/>
      </p:cViewPr>
      <p:guideLst>
        <p:guide orient="horz" pos="2160"/>
        <p:guide pos="3840"/>
      </p:guideLst>
    </p:cSldViewPr>
  </p:slideViewPr>
  <p:notesTextViewPr>
    <p:cViewPr>
      <p:scale>
        <a:sx n="1" d="1"/>
        <a:sy n="1" d="1"/>
      </p:scale>
      <p:origin x="0" y="0"/>
    </p:cViewPr>
  </p:notesTextViewPr>
  <p:sorterViewPr>
    <p:cViewPr>
      <p:scale>
        <a:sx n="38" d="100"/>
        <a:sy n="38"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tags" Target="tags/tag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销售额</c:v>
                </c:pt>
              </c:strCache>
            </c:strRef>
          </c:tx>
          <c:spPr>
            <a:solidFill>
              <a:srgbClr val="009187"/>
            </a:solidFill>
          </c:spPr>
          <c:dPt>
            <c:idx val="0"/>
            <c:bubble3D val="0"/>
            <c:spPr>
              <a:solidFill>
                <a:srgbClr val="C00000"/>
              </a:solidFill>
              <a:ln w="19050">
                <a:noFill/>
              </a:ln>
              <a:effectLst/>
            </c:spPr>
            <c:extLst>
              <c:ext xmlns:c16="http://schemas.microsoft.com/office/drawing/2014/chart" uri="{C3380CC4-5D6E-409C-BE32-E72D297353CC}">
                <c16:uniqueId val="{00000001-EB75-41E1-9A79-27A15FE28DF7}"/>
              </c:ext>
            </c:extLst>
          </c:dPt>
          <c:dPt>
            <c:idx val="1"/>
            <c:bubble3D val="0"/>
            <c:spPr>
              <a:noFill/>
              <a:ln w="19050">
                <a:noFill/>
              </a:ln>
              <a:effectLst/>
            </c:spPr>
            <c:extLst>
              <c:ext xmlns:c16="http://schemas.microsoft.com/office/drawing/2014/chart" uri="{C3380CC4-5D6E-409C-BE32-E72D297353CC}">
                <c16:uniqueId val="{00000003-EB75-41E1-9A79-27A15FE28DF7}"/>
              </c:ext>
            </c:extLst>
          </c:dPt>
          <c:dPt>
            <c:idx val="2"/>
            <c:bubble3D val="0"/>
            <c:spPr>
              <a:solidFill>
                <a:srgbClr val="009187"/>
              </a:solidFill>
              <a:ln w="19050">
                <a:solidFill>
                  <a:schemeClr val="lt1"/>
                </a:solidFill>
              </a:ln>
              <a:effectLst/>
            </c:spPr>
            <c:extLst>
              <c:ext xmlns:c16="http://schemas.microsoft.com/office/drawing/2014/chart" uri="{C3380CC4-5D6E-409C-BE32-E72D297353CC}">
                <c16:uniqueId val="{00000005-EB75-41E1-9A79-27A15FE28DF7}"/>
              </c:ext>
            </c:extLst>
          </c:dPt>
          <c:dPt>
            <c:idx val="3"/>
            <c:bubble3D val="0"/>
            <c:spPr>
              <a:solidFill>
                <a:srgbClr val="009187"/>
              </a:solidFill>
              <a:ln w="19050">
                <a:solidFill>
                  <a:schemeClr val="lt1"/>
                </a:solidFill>
              </a:ln>
              <a:effectLst/>
            </c:spPr>
            <c:extLst>
              <c:ext xmlns:c16="http://schemas.microsoft.com/office/drawing/2014/chart" uri="{C3380CC4-5D6E-409C-BE32-E72D297353CC}">
                <c16:uniqueId val="{00000007-EB75-41E1-9A79-27A15FE28DF7}"/>
              </c:ext>
            </c:extLst>
          </c:dPt>
          <c:cat>
            <c:strRef>
              <c:f>Sheet1!$A$2:$A$5</c:f>
              <c:strCache>
                <c:ptCount val="2"/>
                <c:pt idx="0">
                  <c:v>第一季度</c:v>
                </c:pt>
                <c:pt idx="1">
                  <c:v>第二季度</c:v>
                </c:pt>
              </c:strCache>
            </c:strRef>
          </c:cat>
          <c:val>
            <c:numRef>
              <c:f>Sheet1!$B$2:$B$5</c:f>
              <c:numCache>
                <c:formatCode>General</c:formatCode>
                <c:ptCount val="4"/>
                <c:pt idx="0">
                  <c:v>72</c:v>
                </c:pt>
                <c:pt idx="1">
                  <c:v>28</c:v>
                </c:pt>
              </c:numCache>
            </c:numRef>
          </c:val>
          <c:extLst>
            <c:ext xmlns:c16="http://schemas.microsoft.com/office/drawing/2014/chart" uri="{C3380CC4-5D6E-409C-BE32-E72D297353CC}">
              <c16:uniqueId val="{00000008-EB75-41E1-9A79-27A15FE28DF7}"/>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销售额</c:v>
                </c:pt>
              </c:strCache>
            </c:strRef>
          </c:tx>
          <c:spPr>
            <a:solidFill>
              <a:srgbClr val="E84643"/>
            </a:solidFill>
          </c:spPr>
          <c:dPt>
            <c:idx val="0"/>
            <c:bubble3D val="0"/>
            <c:spPr>
              <a:solidFill>
                <a:srgbClr val="05426F"/>
              </a:solidFill>
              <a:ln w="19050">
                <a:noFill/>
              </a:ln>
              <a:effectLst/>
            </c:spPr>
            <c:extLst>
              <c:ext xmlns:c16="http://schemas.microsoft.com/office/drawing/2014/chart" uri="{C3380CC4-5D6E-409C-BE32-E72D297353CC}">
                <c16:uniqueId val="{00000001-7F53-47BB-93CF-12582F7ACA90}"/>
              </c:ext>
            </c:extLst>
          </c:dPt>
          <c:dPt>
            <c:idx val="1"/>
            <c:bubble3D val="0"/>
            <c:spPr>
              <a:noFill/>
              <a:ln w="19050">
                <a:noFill/>
              </a:ln>
              <a:effectLst/>
            </c:spPr>
            <c:extLst>
              <c:ext xmlns:c16="http://schemas.microsoft.com/office/drawing/2014/chart" uri="{C3380CC4-5D6E-409C-BE32-E72D297353CC}">
                <c16:uniqueId val="{00000003-7F53-47BB-93CF-12582F7ACA90}"/>
              </c:ext>
            </c:extLst>
          </c:dPt>
          <c:dPt>
            <c:idx val="2"/>
            <c:bubble3D val="0"/>
            <c:spPr>
              <a:solidFill>
                <a:srgbClr val="E84643"/>
              </a:solidFill>
              <a:ln w="19050">
                <a:solidFill>
                  <a:schemeClr val="lt1"/>
                </a:solidFill>
              </a:ln>
              <a:effectLst/>
            </c:spPr>
            <c:extLst>
              <c:ext xmlns:c16="http://schemas.microsoft.com/office/drawing/2014/chart" uri="{C3380CC4-5D6E-409C-BE32-E72D297353CC}">
                <c16:uniqueId val="{00000005-7F53-47BB-93CF-12582F7ACA90}"/>
              </c:ext>
            </c:extLst>
          </c:dPt>
          <c:dPt>
            <c:idx val="3"/>
            <c:bubble3D val="0"/>
            <c:spPr>
              <a:solidFill>
                <a:srgbClr val="E84643"/>
              </a:solidFill>
              <a:ln w="19050">
                <a:solidFill>
                  <a:schemeClr val="lt1"/>
                </a:solidFill>
              </a:ln>
              <a:effectLst/>
            </c:spPr>
            <c:extLst>
              <c:ext xmlns:c16="http://schemas.microsoft.com/office/drawing/2014/chart" uri="{C3380CC4-5D6E-409C-BE32-E72D297353CC}">
                <c16:uniqueId val="{00000007-7F53-47BB-93CF-12582F7ACA90}"/>
              </c:ext>
            </c:extLst>
          </c:dPt>
          <c:cat>
            <c:strRef>
              <c:f>Sheet1!$A$2:$A$5</c:f>
              <c:strCache>
                <c:ptCount val="2"/>
                <c:pt idx="0">
                  <c:v>第一季度</c:v>
                </c:pt>
                <c:pt idx="1">
                  <c:v>第二季度</c:v>
                </c:pt>
              </c:strCache>
            </c:strRef>
          </c:cat>
          <c:val>
            <c:numRef>
              <c:f>Sheet1!$B$2:$B$5</c:f>
              <c:numCache>
                <c:formatCode>General</c:formatCode>
                <c:ptCount val="4"/>
                <c:pt idx="0">
                  <c:v>60</c:v>
                </c:pt>
                <c:pt idx="1">
                  <c:v>40</c:v>
                </c:pt>
              </c:numCache>
            </c:numRef>
          </c:val>
          <c:extLst>
            <c:ext xmlns:c16="http://schemas.microsoft.com/office/drawing/2014/chart" uri="{C3380CC4-5D6E-409C-BE32-E72D297353CC}">
              <c16:uniqueId val="{00000008-7F53-47BB-93CF-12582F7ACA90}"/>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销售额</c:v>
                </c:pt>
              </c:strCache>
            </c:strRef>
          </c:tx>
          <c:dPt>
            <c:idx val="0"/>
            <c:bubble3D val="0"/>
            <c:spPr>
              <a:solidFill>
                <a:srgbClr val="17406D"/>
              </a:solidFill>
              <a:ln w="19050">
                <a:noFill/>
              </a:ln>
              <a:effectLst/>
            </c:spPr>
            <c:extLst>
              <c:ext xmlns:c16="http://schemas.microsoft.com/office/drawing/2014/chart" uri="{C3380CC4-5D6E-409C-BE32-E72D297353CC}">
                <c16:uniqueId val="{00000001-6627-4396-9B61-F8687A278E41}"/>
              </c:ext>
            </c:extLst>
          </c:dPt>
          <c:dPt>
            <c:idx val="1"/>
            <c:bubble3D val="0"/>
            <c:spPr>
              <a:noFill/>
              <a:ln w="19050">
                <a:noFill/>
              </a:ln>
              <a:effectLst/>
            </c:spPr>
            <c:extLst>
              <c:ext xmlns:c16="http://schemas.microsoft.com/office/drawing/2014/chart" uri="{C3380CC4-5D6E-409C-BE32-E72D297353CC}">
                <c16:uniqueId val="{00000003-6627-4396-9B61-F8687A278E4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627-4396-9B61-F8687A278E4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627-4396-9B61-F8687A278E41}"/>
              </c:ext>
            </c:extLst>
          </c:dPt>
          <c:cat>
            <c:strRef>
              <c:f>Sheet1!$A$2:$A$5</c:f>
              <c:strCache>
                <c:ptCount val="2"/>
                <c:pt idx="0">
                  <c:v>第一季度</c:v>
                </c:pt>
                <c:pt idx="1">
                  <c:v>第二季度</c:v>
                </c:pt>
              </c:strCache>
            </c:strRef>
          </c:cat>
          <c:val>
            <c:numRef>
              <c:f>Sheet1!$B$2:$B$5</c:f>
              <c:numCache>
                <c:formatCode>General</c:formatCode>
                <c:ptCount val="4"/>
                <c:pt idx="0">
                  <c:v>85</c:v>
                </c:pt>
                <c:pt idx="1">
                  <c:v>15</c:v>
                </c:pt>
              </c:numCache>
            </c:numRef>
          </c:val>
          <c:extLst>
            <c:ext xmlns:c16="http://schemas.microsoft.com/office/drawing/2014/chart" uri="{C3380CC4-5D6E-409C-BE32-E72D297353CC}">
              <c16:uniqueId val="{00000008-6627-4396-9B61-F8687A278E41}"/>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74E77E-C5CB-4DD6-8BFB-0EE95EB6B9E6}" type="datetimeFigureOut">
              <a:rPr lang="zh-CN" altLang="en-US" smtClean="0"/>
              <a:t>2025/9/19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02D04BB-4E7C-4696-ABE1-CB17E268D1A0}" type="slidenum">
              <a:rPr lang="zh-CN" altLang="en-US" smtClean="0"/>
              <a:t>‹#›</a:t>
            </a:fld>
            <a:endParaRPr lang="zh-CN" altLang="en-US"/>
          </a:p>
        </p:txBody>
      </p:sp>
    </p:spTree>
    <p:extLst>
      <p:ext uri="{BB962C8B-B14F-4D97-AF65-F5344CB8AC3E}">
        <p14:creationId xmlns:p14="http://schemas.microsoft.com/office/powerpoint/2010/main" val="3233633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a:t>
            </a:fld>
            <a:endParaRPr lang="zh-CN" altLang="en-US"/>
          </a:p>
        </p:txBody>
      </p:sp>
    </p:spTree>
    <p:extLst>
      <p:ext uri="{BB962C8B-B14F-4D97-AF65-F5344CB8AC3E}">
        <p14:creationId xmlns:p14="http://schemas.microsoft.com/office/powerpoint/2010/main" val="3177360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a:t>
            </a:fld>
            <a:endParaRPr lang="zh-CN" altLang="en-US"/>
          </a:p>
        </p:txBody>
      </p:sp>
    </p:spTree>
    <p:extLst>
      <p:ext uri="{BB962C8B-B14F-4D97-AF65-F5344CB8AC3E}">
        <p14:creationId xmlns:p14="http://schemas.microsoft.com/office/powerpoint/2010/main" val="3165092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a:t>
            </a:fld>
            <a:endParaRPr lang="zh-CN" altLang="en-US"/>
          </a:p>
        </p:txBody>
      </p:sp>
    </p:spTree>
    <p:extLst>
      <p:ext uri="{BB962C8B-B14F-4D97-AF65-F5344CB8AC3E}">
        <p14:creationId xmlns:p14="http://schemas.microsoft.com/office/powerpoint/2010/main" val="1360198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4</a:t>
            </a:fld>
            <a:endParaRPr lang="zh-CN" altLang="en-US"/>
          </a:p>
        </p:txBody>
      </p:sp>
    </p:spTree>
    <p:extLst>
      <p:ext uri="{BB962C8B-B14F-4D97-AF65-F5344CB8AC3E}">
        <p14:creationId xmlns:p14="http://schemas.microsoft.com/office/powerpoint/2010/main" val="3890744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5</a:t>
            </a:fld>
            <a:endParaRPr lang="zh-CN" altLang="en-US"/>
          </a:p>
        </p:txBody>
      </p:sp>
    </p:spTree>
    <p:extLst>
      <p:ext uri="{BB962C8B-B14F-4D97-AF65-F5344CB8AC3E}">
        <p14:creationId xmlns:p14="http://schemas.microsoft.com/office/powerpoint/2010/main" val="2952567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6</a:t>
            </a:fld>
            <a:endParaRPr lang="zh-CN" altLang="en-US"/>
          </a:p>
        </p:txBody>
      </p:sp>
    </p:spTree>
    <p:extLst>
      <p:ext uri="{BB962C8B-B14F-4D97-AF65-F5344CB8AC3E}">
        <p14:creationId xmlns:p14="http://schemas.microsoft.com/office/powerpoint/2010/main" val="1885404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7</a:t>
            </a:fld>
            <a:endParaRPr lang="zh-CN" altLang="en-US"/>
          </a:p>
        </p:txBody>
      </p:sp>
    </p:spTree>
    <p:extLst>
      <p:ext uri="{BB962C8B-B14F-4D97-AF65-F5344CB8AC3E}">
        <p14:creationId xmlns:p14="http://schemas.microsoft.com/office/powerpoint/2010/main" val="2163907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8</a:t>
            </a:fld>
            <a:endParaRPr lang="zh-CN" altLang="en-US"/>
          </a:p>
        </p:txBody>
      </p:sp>
    </p:spTree>
    <p:extLst>
      <p:ext uri="{BB962C8B-B14F-4D97-AF65-F5344CB8AC3E}">
        <p14:creationId xmlns:p14="http://schemas.microsoft.com/office/powerpoint/2010/main" val="1925636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9</a:t>
            </a:fld>
            <a:endParaRPr lang="zh-CN" altLang="en-US"/>
          </a:p>
        </p:txBody>
      </p:sp>
    </p:spTree>
    <p:extLst>
      <p:ext uri="{BB962C8B-B14F-4D97-AF65-F5344CB8AC3E}">
        <p14:creationId xmlns:p14="http://schemas.microsoft.com/office/powerpoint/2010/main" val="1918771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10</a:t>
            </a:fld>
            <a:endParaRPr lang="zh-CN" altLang="en-US"/>
          </a:p>
        </p:txBody>
      </p:sp>
    </p:spTree>
    <p:extLst>
      <p:ext uri="{BB962C8B-B14F-4D97-AF65-F5344CB8AC3E}">
        <p14:creationId xmlns:p14="http://schemas.microsoft.com/office/powerpoint/2010/main" val="1244737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11</a:t>
            </a:fld>
            <a:endParaRPr lang="zh-CN" altLang="en-US"/>
          </a:p>
        </p:txBody>
      </p:sp>
    </p:spTree>
    <p:extLst>
      <p:ext uri="{BB962C8B-B14F-4D97-AF65-F5344CB8AC3E}">
        <p14:creationId xmlns:p14="http://schemas.microsoft.com/office/powerpoint/2010/main" val="1238102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12</a:t>
            </a:fld>
            <a:endParaRPr lang="zh-CN" altLang="en-US"/>
          </a:p>
        </p:txBody>
      </p:sp>
    </p:spTree>
    <p:extLst>
      <p:ext uri="{BB962C8B-B14F-4D97-AF65-F5344CB8AC3E}">
        <p14:creationId xmlns:p14="http://schemas.microsoft.com/office/powerpoint/2010/main" val="3484921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13</a:t>
            </a:fld>
            <a:endParaRPr lang="zh-CN" altLang="en-US"/>
          </a:p>
        </p:txBody>
      </p:sp>
    </p:spTree>
    <p:extLst>
      <p:ext uri="{BB962C8B-B14F-4D97-AF65-F5344CB8AC3E}">
        <p14:creationId xmlns:p14="http://schemas.microsoft.com/office/powerpoint/2010/main" val="1815736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14</a:t>
            </a:fld>
            <a:endParaRPr lang="zh-CN" altLang="en-US"/>
          </a:p>
        </p:txBody>
      </p:sp>
    </p:spTree>
    <p:extLst>
      <p:ext uri="{BB962C8B-B14F-4D97-AF65-F5344CB8AC3E}">
        <p14:creationId xmlns:p14="http://schemas.microsoft.com/office/powerpoint/2010/main" val="1819956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15</a:t>
            </a:fld>
            <a:endParaRPr lang="zh-CN" altLang="en-US"/>
          </a:p>
        </p:txBody>
      </p:sp>
    </p:spTree>
    <p:extLst>
      <p:ext uri="{BB962C8B-B14F-4D97-AF65-F5344CB8AC3E}">
        <p14:creationId xmlns:p14="http://schemas.microsoft.com/office/powerpoint/2010/main" val="235015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16</a:t>
            </a:fld>
            <a:endParaRPr lang="zh-CN" altLang="en-US"/>
          </a:p>
        </p:txBody>
      </p:sp>
    </p:spTree>
    <p:extLst>
      <p:ext uri="{BB962C8B-B14F-4D97-AF65-F5344CB8AC3E}">
        <p14:creationId xmlns:p14="http://schemas.microsoft.com/office/powerpoint/2010/main" val="1946069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17</a:t>
            </a:fld>
            <a:endParaRPr lang="zh-CN" altLang="en-US"/>
          </a:p>
        </p:txBody>
      </p:sp>
    </p:spTree>
    <p:extLst>
      <p:ext uri="{BB962C8B-B14F-4D97-AF65-F5344CB8AC3E}">
        <p14:creationId xmlns:p14="http://schemas.microsoft.com/office/powerpoint/2010/main" val="9144879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18</a:t>
            </a:fld>
            <a:endParaRPr lang="zh-CN" altLang="en-US"/>
          </a:p>
        </p:txBody>
      </p:sp>
    </p:spTree>
    <p:extLst>
      <p:ext uri="{BB962C8B-B14F-4D97-AF65-F5344CB8AC3E}">
        <p14:creationId xmlns:p14="http://schemas.microsoft.com/office/powerpoint/2010/main" val="2875896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19</a:t>
            </a:fld>
            <a:endParaRPr lang="zh-CN" altLang="en-US"/>
          </a:p>
        </p:txBody>
      </p:sp>
    </p:spTree>
    <p:extLst>
      <p:ext uri="{BB962C8B-B14F-4D97-AF65-F5344CB8AC3E}">
        <p14:creationId xmlns:p14="http://schemas.microsoft.com/office/powerpoint/2010/main" val="578935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20</a:t>
            </a:fld>
            <a:endParaRPr lang="zh-CN" altLang="en-US"/>
          </a:p>
        </p:txBody>
      </p:sp>
    </p:spTree>
    <p:extLst>
      <p:ext uri="{BB962C8B-B14F-4D97-AF65-F5344CB8AC3E}">
        <p14:creationId xmlns:p14="http://schemas.microsoft.com/office/powerpoint/2010/main" val="1459833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21</a:t>
            </a:fld>
            <a:endParaRPr lang="zh-CN" altLang="en-US"/>
          </a:p>
        </p:txBody>
      </p:sp>
    </p:spTree>
    <p:extLst>
      <p:ext uri="{BB962C8B-B14F-4D97-AF65-F5344CB8AC3E}">
        <p14:creationId xmlns:p14="http://schemas.microsoft.com/office/powerpoint/2010/main" val="1524217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22</a:t>
            </a:fld>
            <a:endParaRPr lang="zh-CN" altLang="en-US"/>
          </a:p>
        </p:txBody>
      </p:sp>
    </p:spTree>
    <p:extLst>
      <p:ext uri="{BB962C8B-B14F-4D97-AF65-F5344CB8AC3E}">
        <p14:creationId xmlns:p14="http://schemas.microsoft.com/office/powerpoint/2010/main" val="5039303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23</a:t>
            </a:fld>
            <a:endParaRPr lang="zh-CN" altLang="en-US"/>
          </a:p>
        </p:txBody>
      </p:sp>
    </p:spTree>
    <p:extLst>
      <p:ext uri="{BB962C8B-B14F-4D97-AF65-F5344CB8AC3E}">
        <p14:creationId xmlns:p14="http://schemas.microsoft.com/office/powerpoint/2010/main" val="1089673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24</a:t>
            </a:fld>
            <a:endParaRPr lang="zh-CN" altLang="en-US"/>
          </a:p>
        </p:txBody>
      </p:sp>
    </p:spTree>
    <p:extLst>
      <p:ext uri="{BB962C8B-B14F-4D97-AF65-F5344CB8AC3E}">
        <p14:creationId xmlns:p14="http://schemas.microsoft.com/office/powerpoint/2010/main" val="41289251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25</a:t>
            </a:fld>
            <a:endParaRPr lang="zh-CN" altLang="en-US"/>
          </a:p>
        </p:txBody>
      </p:sp>
    </p:spTree>
    <p:extLst>
      <p:ext uri="{BB962C8B-B14F-4D97-AF65-F5344CB8AC3E}">
        <p14:creationId xmlns:p14="http://schemas.microsoft.com/office/powerpoint/2010/main" val="144968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26</a:t>
            </a:fld>
            <a:endParaRPr lang="zh-CN" altLang="en-US"/>
          </a:p>
        </p:txBody>
      </p:sp>
    </p:spTree>
    <p:extLst>
      <p:ext uri="{BB962C8B-B14F-4D97-AF65-F5344CB8AC3E}">
        <p14:creationId xmlns:p14="http://schemas.microsoft.com/office/powerpoint/2010/main" val="21548816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27</a:t>
            </a:fld>
            <a:endParaRPr lang="zh-CN" altLang="en-US"/>
          </a:p>
        </p:txBody>
      </p:sp>
    </p:spTree>
    <p:extLst>
      <p:ext uri="{BB962C8B-B14F-4D97-AF65-F5344CB8AC3E}">
        <p14:creationId xmlns:p14="http://schemas.microsoft.com/office/powerpoint/2010/main" val="9801444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28</a:t>
            </a:fld>
            <a:endParaRPr lang="zh-CN" altLang="en-US"/>
          </a:p>
        </p:txBody>
      </p:sp>
    </p:spTree>
    <p:extLst>
      <p:ext uri="{BB962C8B-B14F-4D97-AF65-F5344CB8AC3E}">
        <p14:creationId xmlns:p14="http://schemas.microsoft.com/office/powerpoint/2010/main" val="38311429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29</a:t>
            </a:fld>
            <a:endParaRPr lang="zh-CN" altLang="en-US"/>
          </a:p>
        </p:txBody>
      </p:sp>
    </p:spTree>
    <p:extLst>
      <p:ext uri="{BB962C8B-B14F-4D97-AF65-F5344CB8AC3E}">
        <p14:creationId xmlns:p14="http://schemas.microsoft.com/office/powerpoint/2010/main" val="34371641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30</a:t>
            </a:fld>
            <a:endParaRPr lang="zh-CN" altLang="en-US"/>
          </a:p>
        </p:txBody>
      </p:sp>
    </p:spTree>
    <p:extLst>
      <p:ext uri="{BB962C8B-B14F-4D97-AF65-F5344CB8AC3E}">
        <p14:creationId xmlns:p14="http://schemas.microsoft.com/office/powerpoint/2010/main" val="24872760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31</a:t>
            </a:fld>
            <a:endParaRPr lang="zh-CN" altLang="en-US"/>
          </a:p>
        </p:txBody>
      </p:sp>
    </p:spTree>
    <p:extLst>
      <p:ext uri="{BB962C8B-B14F-4D97-AF65-F5344CB8AC3E}">
        <p14:creationId xmlns:p14="http://schemas.microsoft.com/office/powerpoint/2010/main" val="32376612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32</a:t>
            </a:fld>
            <a:endParaRPr lang="zh-CN" altLang="en-US"/>
          </a:p>
        </p:txBody>
      </p:sp>
    </p:spTree>
    <p:extLst>
      <p:ext uri="{BB962C8B-B14F-4D97-AF65-F5344CB8AC3E}">
        <p14:creationId xmlns:p14="http://schemas.microsoft.com/office/powerpoint/2010/main" val="34897295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33</a:t>
            </a:fld>
            <a:endParaRPr lang="zh-CN" altLang="en-US"/>
          </a:p>
        </p:txBody>
      </p:sp>
    </p:spTree>
    <p:extLst>
      <p:ext uri="{BB962C8B-B14F-4D97-AF65-F5344CB8AC3E}">
        <p14:creationId xmlns:p14="http://schemas.microsoft.com/office/powerpoint/2010/main" val="4553239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34</a:t>
            </a:fld>
            <a:endParaRPr lang="zh-CN" altLang="en-US"/>
          </a:p>
        </p:txBody>
      </p:sp>
    </p:spTree>
    <p:extLst>
      <p:ext uri="{BB962C8B-B14F-4D97-AF65-F5344CB8AC3E}">
        <p14:creationId xmlns:p14="http://schemas.microsoft.com/office/powerpoint/2010/main" val="17863697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35</a:t>
            </a:fld>
            <a:endParaRPr lang="zh-CN" altLang="en-US"/>
          </a:p>
        </p:txBody>
      </p:sp>
    </p:spTree>
    <p:extLst>
      <p:ext uri="{BB962C8B-B14F-4D97-AF65-F5344CB8AC3E}">
        <p14:creationId xmlns:p14="http://schemas.microsoft.com/office/powerpoint/2010/main" val="21234746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36</a:t>
            </a:fld>
            <a:endParaRPr lang="zh-CN" altLang="en-US"/>
          </a:p>
        </p:txBody>
      </p:sp>
    </p:spTree>
    <p:extLst>
      <p:ext uri="{BB962C8B-B14F-4D97-AF65-F5344CB8AC3E}">
        <p14:creationId xmlns:p14="http://schemas.microsoft.com/office/powerpoint/2010/main" val="11342450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37</a:t>
            </a:fld>
            <a:endParaRPr lang="zh-CN" altLang="en-US"/>
          </a:p>
        </p:txBody>
      </p:sp>
    </p:spTree>
    <p:extLst>
      <p:ext uri="{BB962C8B-B14F-4D97-AF65-F5344CB8AC3E}">
        <p14:creationId xmlns:p14="http://schemas.microsoft.com/office/powerpoint/2010/main" val="28676832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38</a:t>
            </a:fld>
            <a:endParaRPr lang="zh-CN" altLang="en-US"/>
          </a:p>
        </p:txBody>
      </p:sp>
    </p:spTree>
    <p:extLst>
      <p:ext uri="{BB962C8B-B14F-4D97-AF65-F5344CB8AC3E}">
        <p14:creationId xmlns:p14="http://schemas.microsoft.com/office/powerpoint/2010/main" val="23683182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2D04BB-4E7C-4696-ABE1-CB17E268D1A0}" type="slidenum">
              <a:rPr lang="zh-CN" altLang="en-US" smtClean="0"/>
              <a:t>39</a:t>
            </a:fld>
            <a:endParaRPr lang="zh-CN" altLang="en-US"/>
          </a:p>
        </p:txBody>
      </p:sp>
    </p:spTree>
    <p:extLst>
      <p:ext uri="{BB962C8B-B14F-4D97-AF65-F5344CB8AC3E}">
        <p14:creationId xmlns:p14="http://schemas.microsoft.com/office/powerpoint/2010/main" val="3480897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4135954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2330649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1490469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3413220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2927131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2581816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1972160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2511480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2516359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688405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01A4213-9F72-4B4E-87C1-158C92837F25}" type="datetimeFigureOut">
              <a:rPr lang="zh-CN" altLang="en-US" smtClean="0"/>
              <a:t>2025/9/19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37730846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gs>
            <a:gs pos="0">
              <a:schemeClr val="bg1">
                <a:lumMod val="75000"/>
                <a:alpha val="23000"/>
              </a:schemeClr>
            </a:gs>
          </a:gsLst>
          <a:lin ang="16200000" scaled="0"/>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1A4213-9F72-4B4E-87C1-158C92837F25}" type="datetimeFigureOut">
              <a:rPr lang="zh-CN" altLang="en-US" smtClean="0"/>
              <a:t>2025/9/19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CF0A8A-B2F6-42AB-B115-4F7C1C220FFD}" type="slidenum">
              <a:rPr lang="zh-CN" altLang="en-US" smtClean="0"/>
              <a:t>‹#›</a:t>
            </a:fld>
            <a:endParaRPr lang="zh-CN" altLang="en-US"/>
          </a:p>
        </p:txBody>
      </p:sp>
    </p:spTree>
    <p:extLst>
      <p:ext uri="{BB962C8B-B14F-4D97-AF65-F5344CB8AC3E}">
        <p14:creationId xmlns:p14="http://schemas.microsoft.com/office/powerpoint/2010/main" val="12408572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jpeg"/><Relationship Id="rId6"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microsoft.com/office/2007/relationships/hdphoto" Target="../media/hdphoto1.wdp"/><Relationship Id="rId5" Type="http://schemas.openxmlformats.org/officeDocument/2006/relationships/image" Target="../media/image6.png"/><Relationship Id="rId6" Type="http://schemas.microsoft.com/office/2007/relationships/hdphoto" Target="../media/hdphoto2.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8.png"/><Relationship Id="rId5" Type="http://schemas.microsoft.com/office/2007/relationships/hdphoto" Target="../media/hdphoto3.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png"/><Relationship Id="rId6" Type="http://schemas.microsoft.com/office/2007/relationships/hdphoto" Target="../media/hdphoto4.wd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2.png"/><Relationship Id="rId4" Type="http://schemas.microsoft.com/office/2007/relationships/hdphoto" Target="../media/hdphoto5.wdp"/><Relationship Id="rId5" Type="http://schemas.openxmlformats.org/officeDocument/2006/relationships/image" Target="../media/image13.png"/><Relationship Id="rId6" Type="http://schemas.microsoft.com/office/2007/relationships/hdphoto" Target="../media/hdphoto6.wdp"/><Relationship Id="rId7" Type="http://schemas.openxmlformats.org/officeDocument/2006/relationships/image" Target="../media/image14.png"/><Relationship Id="rId8" Type="http://schemas.microsoft.com/office/2007/relationships/hdphoto" Target="../media/hdphoto7.wdp"/><Relationship Id="rId9" Type="http://schemas.openxmlformats.org/officeDocument/2006/relationships/image" Target="../media/image15.png"/><Relationship Id="rId10" Type="http://schemas.microsoft.com/office/2007/relationships/hdphoto" Target="../media/hdphoto8.wdp"/></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bg1"/>
            </a:gs>
            <a:gs pos="0">
              <a:schemeClr val="bg1">
                <a:lumMod val="75000"/>
                <a:alpha val="56000"/>
              </a:schemeClr>
            </a:gs>
          </a:gsLst>
          <a:lin ang="16200000" scaled="0"/>
          <a:tileRect/>
        </a:gradFill>
        <a:effectLst/>
      </p:bgPr>
    </p:bg>
    <p:spTree>
      <p:nvGrpSpPr>
        <p:cNvPr id="1" name=""/>
        <p:cNvGrpSpPr/>
        <p:nvPr/>
      </p:nvGrpSpPr>
      <p:grpSpPr>
        <a:xfrm>
          <a:off x="0" y="0"/>
          <a:ext cx="0" cy="0"/>
          <a:chOff x="0" y="0"/>
          <a:chExt cx="0" cy="0"/>
        </a:xfrm>
      </p:grpSpPr>
      <p:sp>
        <p:nvSpPr>
          <p:cNvPr id="31" name="文本框 30"/>
          <p:cNvSpPr txBox="1"/>
          <p:nvPr/>
        </p:nvSpPr>
        <p:spPr>
          <a:xfrm>
            <a:off x="4186054" y="4244178"/>
            <a:ext cx="6304376" cy="5539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000000">
                    <a:lumMod val="50000"/>
                    <a:lumOff val="50000"/>
                  </a:srgbClr>
                </a:solidFill>
                <a:effectLst/>
                <a:uLnTx/>
                <a:uFillTx/>
              </a:rPr>
              <a:t>2018 YEAR-END SUMMARY OF THE WORK OF PPT, THE COPYRIGHT BELONGS TO THE AUTHOR, ANY UNIT OR INDIVIDUAL SHALL COMPLY WITH PROVISIONS OF THE COPYRIGHT LAW AND OTHER RELEVANT LAWS, SHALL NOT INFRINGE THE RIGHTS OF HUMAN RIGHTS, WILL NOT WORK FOR ANY FORM OF COMMERCIAL USE.</a:t>
            </a:r>
            <a:endParaRPr kumimoji="0" lang="zh-CN" altLang="en-US" sz="1000" b="0" i="0" u="none" strike="noStrike" kern="0" cap="none" spc="0" normalizeH="0" baseline="0" noProof="0" dirty="0">
              <a:ln>
                <a:noFill/>
              </a:ln>
              <a:solidFill>
                <a:srgbClr val="000000">
                  <a:lumMod val="50000"/>
                  <a:lumOff val="50000"/>
                </a:srgbClr>
              </a:solidFill>
              <a:effectLst/>
              <a:uLnTx/>
              <a:uFillTx/>
            </a:endParaRPr>
          </a:p>
        </p:txBody>
      </p:sp>
      <p:grpSp>
        <p:nvGrpSpPr>
          <p:cNvPr id="32" name="组合 31"/>
          <p:cNvGrpSpPr/>
          <p:nvPr/>
        </p:nvGrpSpPr>
        <p:grpSpPr>
          <a:xfrm>
            <a:off x="1819198" y="2868216"/>
            <a:ext cx="1670050" cy="1331912"/>
            <a:chOff x="1801339" y="3061906"/>
            <a:chExt cx="1670050" cy="1331912"/>
          </a:xfrm>
        </p:grpSpPr>
        <p:sp>
          <p:nvSpPr>
            <p:cNvPr id="33" name="Freeform 7"/>
            <p:cNvSpPr>
              <a:spLocks noEditPoints="1"/>
            </p:cNvSpPr>
            <p:nvPr/>
          </p:nvSpPr>
          <p:spPr bwMode="auto">
            <a:xfrm>
              <a:off x="2033114" y="4289043"/>
              <a:ext cx="1206500" cy="104775"/>
            </a:xfrm>
            <a:custGeom>
              <a:avLst/>
              <a:gdLst>
                <a:gd name="T0" fmla="*/ 131 w 3300"/>
                <a:gd name="T1" fmla="*/ 41 h 287"/>
                <a:gd name="T2" fmla="*/ 206 w 3300"/>
                <a:gd name="T3" fmla="*/ 182 h 287"/>
                <a:gd name="T4" fmla="*/ 0 w 3300"/>
                <a:gd name="T5" fmla="*/ 145 h 287"/>
                <a:gd name="T6" fmla="*/ 425 w 3300"/>
                <a:gd name="T7" fmla="*/ 249 h 287"/>
                <a:gd name="T8" fmla="*/ 336 w 3300"/>
                <a:gd name="T9" fmla="*/ 145 h 287"/>
                <a:gd name="T10" fmla="*/ 565 w 3300"/>
                <a:gd name="T11" fmla="*/ 143 h 287"/>
                <a:gd name="T12" fmla="*/ 429 w 3300"/>
                <a:gd name="T13" fmla="*/ 0 h 287"/>
                <a:gd name="T14" fmla="*/ 894 w 3300"/>
                <a:gd name="T15" fmla="*/ 283 h 287"/>
                <a:gd name="T16" fmla="*/ 855 w 3300"/>
                <a:gd name="T17" fmla="*/ 57 h 287"/>
                <a:gd name="T18" fmla="*/ 769 w 3300"/>
                <a:gd name="T19" fmla="*/ 283 h 287"/>
                <a:gd name="T20" fmla="*/ 652 w 3300"/>
                <a:gd name="T21" fmla="*/ 57 h 287"/>
                <a:gd name="T22" fmla="*/ 654 w 3300"/>
                <a:gd name="T23" fmla="*/ 283 h 287"/>
                <a:gd name="T24" fmla="*/ 667 w 3300"/>
                <a:gd name="T25" fmla="*/ 5 h 287"/>
                <a:gd name="T26" fmla="*/ 753 w 3300"/>
                <a:gd name="T27" fmla="*/ 225 h 287"/>
                <a:gd name="T28" fmla="*/ 1073 w 3300"/>
                <a:gd name="T29" fmla="*/ 45 h 287"/>
                <a:gd name="T30" fmla="*/ 1073 w 3300"/>
                <a:gd name="T31" fmla="*/ 135 h 287"/>
                <a:gd name="T32" fmla="*/ 1077 w 3300"/>
                <a:gd name="T33" fmla="*/ 175 h 287"/>
                <a:gd name="T34" fmla="*/ 955 w 3300"/>
                <a:gd name="T35" fmla="*/ 283 h 287"/>
                <a:gd name="T36" fmla="*/ 1178 w 3300"/>
                <a:gd name="T37" fmla="*/ 88 h 287"/>
                <a:gd name="T38" fmla="*/ 1380 w 3300"/>
                <a:gd name="T39" fmla="*/ 175 h 287"/>
                <a:gd name="T40" fmla="*/ 1334 w 3300"/>
                <a:gd name="T41" fmla="*/ 51 h 287"/>
                <a:gd name="T42" fmla="*/ 1423 w 3300"/>
                <a:gd name="T43" fmla="*/ 283 h 287"/>
                <a:gd name="T44" fmla="*/ 1243 w 3300"/>
                <a:gd name="T45" fmla="*/ 283 h 287"/>
                <a:gd name="T46" fmla="*/ 1356 w 3300"/>
                <a:gd name="T47" fmla="*/ 4 h 287"/>
                <a:gd name="T48" fmla="*/ 1692 w 3300"/>
                <a:gd name="T49" fmla="*/ 228 h 287"/>
                <a:gd name="T50" fmla="*/ 1689 w 3300"/>
                <a:gd name="T51" fmla="*/ 5 h 287"/>
                <a:gd name="T52" fmla="*/ 1688 w 3300"/>
                <a:gd name="T53" fmla="*/ 283 h 287"/>
                <a:gd name="T54" fmla="*/ 1543 w 3300"/>
                <a:gd name="T55" fmla="*/ 60 h 287"/>
                <a:gd name="T56" fmla="*/ 1503 w 3300"/>
                <a:gd name="T57" fmla="*/ 283 h 287"/>
                <a:gd name="T58" fmla="*/ 1665 w 3300"/>
                <a:gd name="T59" fmla="*/ 178 h 287"/>
                <a:gd name="T60" fmla="*/ 1925 w 3300"/>
                <a:gd name="T61" fmla="*/ 169 h 287"/>
                <a:gd name="T62" fmla="*/ 1880 w 3300"/>
                <a:gd name="T63" fmla="*/ 170 h 287"/>
                <a:gd name="T64" fmla="*/ 1897 w 3300"/>
                <a:gd name="T65" fmla="*/ 120 h 287"/>
                <a:gd name="T66" fmla="*/ 1905 w 3300"/>
                <a:gd name="T67" fmla="*/ 127 h 287"/>
                <a:gd name="T68" fmla="*/ 2043 w 3300"/>
                <a:gd name="T69" fmla="*/ 5 h 287"/>
                <a:gd name="T70" fmla="*/ 2355 w 3300"/>
                <a:gd name="T71" fmla="*/ 177 h 287"/>
                <a:gd name="T72" fmla="*/ 2399 w 3300"/>
                <a:gd name="T73" fmla="*/ 283 h 287"/>
                <a:gd name="T74" fmla="*/ 2210 w 3300"/>
                <a:gd name="T75" fmla="*/ 60 h 287"/>
                <a:gd name="T76" fmla="*/ 2213 w 3300"/>
                <a:gd name="T77" fmla="*/ 283 h 287"/>
                <a:gd name="T78" fmla="*/ 2216 w 3300"/>
                <a:gd name="T79" fmla="*/ 5 h 287"/>
                <a:gd name="T80" fmla="*/ 2524 w 3300"/>
                <a:gd name="T81" fmla="*/ 175 h 287"/>
                <a:gd name="T82" fmla="*/ 2572 w 3300"/>
                <a:gd name="T83" fmla="*/ 51 h 287"/>
                <a:gd name="T84" fmla="*/ 2524 w 3300"/>
                <a:gd name="T85" fmla="*/ 175 h 287"/>
                <a:gd name="T86" fmla="*/ 2508 w 3300"/>
                <a:gd name="T87" fmla="*/ 216 h 287"/>
                <a:gd name="T88" fmla="*/ 2548 w 3300"/>
                <a:gd name="T89" fmla="*/ 4 h 287"/>
                <a:gd name="T90" fmla="*/ 2659 w 3300"/>
                <a:gd name="T91" fmla="*/ 283 h 287"/>
                <a:gd name="T92" fmla="*/ 3021 w 3300"/>
                <a:gd name="T93" fmla="*/ 283 h 287"/>
                <a:gd name="T94" fmla="*/ 2982 w 3300"/>
                <a:gd name="T95" fmla="*/ 57 h 287"/>
                <a:gd name="T96" fmla="*/ 2896 w 3300"/>
                <a:gd name="T97" fmla="*/ 283 h 287"/>
                <a:gd name="T98" fmla="*/ 2780 w 3300"/>
                <a:gd name="T99" fmla="*/ 57 h 287"/>
                <a:gd name="T100" fmla="*/ 2781 w 3300"/>
                <a:gd name="T101" fmla="*/ 283 h 287"/>
                <a:gd name="T102" fmla="*/ 2795 w 3300"/>
                <a:gd name="T103" fmla="*/ 5 h 287"/>
                <a:gd name="T104" fmla="*/ 2880 w 3300"/>
                <a:gd name="T105" fmla="*/ 225 h 287"/>
                <a:gd name="T106" fmla="*/ 3128 w 3300"/>
                <a:gd name="T107" fmla="*/ 244 h 287"/>
                <a:gd name="T108" fmla="*/ 3083 w 3300"/>
                <a:gd name="T109" fmla="*/ 283 h 287"/>
                <a:gd name="T110" fmla="*/ 3293 w 3300"/>
                <a:gd name="T111" fmla="*/ 45 h 287"/>
                <a:gd name="T112" fmla="*/ 3284 w 3300"/>
                <a:gd name="T113" fmla="*/ 119 h 287"/>
                <a:gd name="T114" fmla="*/ 3128 w 3300"/>
                <a:gd name="T115" fmla="*/ 24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00" h="287">
                  <a:moveTo>
                    <a:pt x="250" y="82"/>
                  </a:moveTo>
                  <a:lnTo>
                    <a:pt x="202" y="95"/>
                  </a:lnTo>
                  <a:cubicBezTo>
                    <a:pt x="190" y="61"/>
                    <a:pt x="166" y="43"/>
                    <a:pt x="131" y="41"/>
                  </a:cubicBezTo>
                  <a:cubicBezTo>
                    <a:pt x="79" y="44"/>
                    <a:pt x="51" y="78"/>
                    <a:pt x="48" y="145"/>
                  </a:cubicBezTo>
                  <a:cubicBezTo>
                    <a:pt x="49" y="211"/>
                    <a:pt x="76" y="246"/>
                    <a:pt x="129" y="248"/>
                  </a:cubicBezTo>
                  <a:cubicBezTo>
                    <a:pt x="171" y="249"/>
                    <a:pt x="196" y="227"/>
                    <a:pt x="206" y="182"/>
                  </a:cubicBezTo>
                  <a:lnTo>
                    <a:pt x="256" y="194"/>
                  </a:lnTo>
                  <a:cubicBezTo>
                    <a:pt x="240" y="257"/>
                    <a:pt x="198" y="287"/>
                    <a:pt x="130" y="287"/>
                  </a:cubicBezTo>
                  <a:cubicBezTo>
                    <a:pt x="45" y="285"/>
                    <a:pt x="2" y="237"/>
                    <a:pt x="0" y="145"/>
                  </a:cubicBezTo>
                  <a:cubicBezTo>
                    <a:pt x="2" y="51"/>
                    <a:pt x="46" y="3"/>
                    <a:pt x="134" y="0"/>
                  </a:cubicBezTo>
                  <a:cubicBezTo>
                    <a:pt x="189" y="1"/>
                    <a:pt x="228" y="28"/>
                    <a:pt x="250" y="82"/>
                  </a:cubicBezTo>
                  <a:close/>
                  <a:moveTo>
                    <a:pt x="425" y="249"/>
                  </a:moveTo>
                  <a:cubicBezTo>
                    <a:pt x="485" y="246"/>
                    <a:pt x="515" y="211"/>
                    <a:pt x="517" y="145"/>
                  </a:cubicBezTo>
                  <a:cubicBezTo>
                    <a:pt x="513" y="80"/>
                    <a:pt x="483" y="45"/>
                    <a:pt x="427" y="40"/>
                  </a:cubicBezTo>
                  <a:cubicBezTo>
                    <a:pt x="370" y="45"/>
                    <a:pt x="340" y="79"/>
                    <a:pt x="336" y="145"/>
                  </a:cubicBezTo>
                  <a:cubicBezTo>
                    <a:pt x="339" y="210"/>
                    <a:pt x="368" y="245"/>
                    <a:pt x="425" y="249"/>
                  </a:cubicBezTo>
                  <a:close/>
                  <a:moveTo>
                    <a:pt x="429" y="0"/>
                  </a:moveTo>
                  <a:cubicBezTo>
                    <a:pt x="514" y="5"/>
                    <a:pt x="559" y="53"/>
                    <a:pt x="565" y="143"/>
                  </a:cubicBezTo>
                  <a:cubicBezTo>
                    <a:pt x="563" y="236"/>
                    <a:pt x="516" y="284"/>
                    <a:pt x="426" y="287"/>
                  </a:cubicBezTo>
                  <a:cubicBezTo>
                    <a:pt x="339" y="282"/>
                    <a:pt x="293" y="235"/>
                    <a:pt x="289" y="145"/>
                  </a:cubicBezTo>
                  <a:cubicBezTo>
                    <a:pt x="294" y="53"/>
                    <a:pt x="340" y="4"/>
                    <a:pt x="429" y="0"/>
                  </a:cubicBezTo>
                  <a:close/>
                  <a:moveTo>
                    <a:pt x="839" y="5"/>
                  </a:moveTo>
                  <a:lnTo>
                    <a:pt x="894" y="5"/>
                  </a:lnTo>
                  <a:lnTo>
                    <a:pt x="894" y="283"/>
                  </a:lnTo>
                  <a:lnTo>
                    <a:pt x="851" y="283"/>
                  </a:lnTo>
                  <a:lnTo>
                    <a:pt x="851" y="118"/>
                  </a:lnTo>
                  <a:cubicBezTo>
                    <a:pt x="851" y="104"/>
                    <a:pt x="852" y="84"/>
                    <a:pt x="855" y="57"/>
                  </a:cubicBezTo>
                  <a:lnTo>
                    <a:pt x="853" y="57"/>
                  </a:lnTo>
                  <a:cubicBezTo>
                    <a:pt x="850" y="73"/>
                    <a:pt x="844" y="90"/>
                    <a:pt x="837" y="106"/>
                  </a:cubicBezTo>
                  <a:lnTo>
                    <a:pt x="769" y="283"/>
                  </a:lnTo>
                  <a:lnTo>
                    <a:pt x="737" y="283"/>
                  </a:lnTo>
                  <a:lnTo>
                    <a:pt x="667" y="106"/>
                  </a:lnTo>
                  <a:cubicBezTo>
                    <a:pt x="661" y="88"/>
                    <a:pt x="656" y="72"/>
                    <a:pt x="652" y="57"/>
                  </a:cubicBezTo>
                  <a:lnTo>
                    <a:pt x="651" y="57"/>
                  </a:lnTo>
                  <a:cubicBezTo>
                    <a:pt x="653" y="78"/>
                    <a:pt x="654" y="98"/>
                    <a:pt x="654" y="118"/>
                  </a:cubicBezTo>
                  <a:lnTo>
                    <a:pt x="654" y="283"/>
                  </a:lnTo>
                  <a:lnTo>
                    <a:pt x="612" y="283"/>
                  </a:lnTo>
                  <a:lnTo>
                    <a:pt x="612" y="5"/>
                  </a:lnTo>
                  <a:lnTo>
                    <a:pt x="667" y="5"/>
                  </a:lnTo>
                  <a:lnTo>
                    <a:pt x="742" y="193"/>
                  </a:lnTo>
                  <a:cubicBezTo>
                    <a:pt x="743" y="197"/>
                    <a:pt x="746" y="205"/>
                    <a:pt x="750" y="216"/>
                  </a:cubicBezTo>
                  <a:cubicBezTo>
                    <a:pt x="751" y="220"/>
                    <a:pt x="752" y="223"/>
                    <a:pt x="753" y="225"/>
                  </a:cubicBezTo>
                  <a:cubicBezTo>
                    <a:pt x="757" y="212"/>
                    <a:pt x="761" y="202"/>
                    <a:pt x="765" y="193"/>
                  </a:cubicBezTo>
                  <a:lnTo>
                    <a:pt x="839" y="5"/>
                  </a:lnTo>
                  <a:close/>
                  <a:moveTo>
                    <a:pt x="1073" y="45"/>
                  </a:moveTo>
                  <a:lnTo>
                    <a:pt x="1002" y="45"/>
                  </a:lnTo>
                  <a:lnTo>
                    <a:pt x="1002" y="135"/>
                  </a:lnTo>
                  <a:lnTo>
                    <a:pt x="1073" y="135"/>
                  </a:lnTo>
                  <a:cubicBezTo>
                    <a:pt x="1112" y="135"/>
                    <a:pt x="1131" y="120"/>
                    <a:pt x="1131" y="88"/>
                  </a:cubicBezTo>
                  <a:cubicBezTo>
                    <a:pt x="1129" y="61"/>
                    <a:pt x="1110" y="46"/>
                    <a:pt x="1073" y="45"/>
                  </a:cubicBezTo>
                  <a:close/>
                  <a:moveTo>
                    <a:pt x="1077" y="175"/>
                  </a:moveTo>
                  <a:lnTo>
                    <a:pt x="1002" y="175"/>
                  </a:lnTo>
                  <a:lnTo>
                    <a:pt x="1002" y="283"/>
                  </a:lnTo>
                  <a:lnTo>
                    <a:pt x="955" y="283"/>
                  </a:lnTo>
                  <a:lnTo>
                    <a:pt x="955" y="4"/>
                  </a:lnTo>
                  <a:lnTo>
                    <a:pt x="1080" y="4"/>
                  </a:lnTo>
                  <a:cubicBezTo>
                    <a:pt x="1141" y="7"/>
                    <a:pt x="1173" y="35"/>
                    <a:pt x="1178" y="88"/>
                  </a:cubicBezTo>
                  <a:cubicBezTo>
                    <a:pt x="1177" y="145"/>
                    <a:pt x="1143" y="174"/>
                    <a:pt x="1077" y="175"/>
                  </a:cubicBezTo>
                  <a:close/>
                  <a:moveTo>
                    <a:pt x="1288" y="175"/>
                  </a:moveTo>
                  <a:lnTo>
                    <a:pt x="1380" y="175"/>
                  </a:lnTo>
                  <a:lnTo>
                    <a:pt x="1342" y="78"/>
                  </a:lnTo>
                  <a:cubicBezTo>
                    <a:pt x="1338" y="66"/>
                    <a:pt x="1336" y="57"/>
                    <a:pt x="1336" y="51"/>
                  </a:cubicBezTo>
                  <a:lnTo>
                    <a:pt x="1334" y="51"/>
                  </a:lnTo>
                  <a:cubicBezTo>
                    <a:pt x="1333" y="59"/>
                    <a:pt x="1331" y="68"/>
                    <a:pt x="1326" y="78"/>
                  </a:cubicBezTo>
                  <a:lnTo>
                    <a:pt x="1288" y="175"/>
                  </a:lnTo>
                  <a:close/>
                  <a:moveTo>
                    <a:pt x="1423" y="283"/>
                  </a:moveTo>
                  <a:lnTo>
                    <a:pt x="1396" y="216"/>
                  </a:lnTo>
                  <a:lnTo>
                    <a:pt x="1271" y="216"/>
                  </a:lnTo>
                  <a:lnTo>
                    <a:pt x="1243" y="283"/>
                  </a:lnTo>
                  <a:lnTo>
                    <a:pt x="1195" y="283"/>
                  </a:lnTo>
                  <a:lnTo>
                    <a:pt x="1312" y="4"/>
                  </a:lnTo>
                  <a:lnTo>
                    <a:pt x="1356" y="4"/>
                  </a:lnTo>
                  <a:lnTo>
                    <a:pt x="1472" y="283"/>
                  </a:lnTo>
                  <a:lnTo>
                    <a:pt x="1423" y="283"/>
                  </a:lnTo>
                  <a:close/>
                  <a:moveTo>
                    <a:pt x="1692" y="228"/>
                  </a:moveTo>
                  <a:lnTo>
                    <a:pt x="1692" y="226"/>
                  </a:lnTo>
                  <a:cubicBezTo>
                    <a:pt x="1690" y="208"/>
                    <a:pt x="1689" y="192"/>
                    <a:pt x="1689" y="177"/>
                  </a:cubicBezTo>
                  <a:lnTo>
                    <a:pt x="1689" y="5"/>
                  </a:lnTo>
                  <a:lnTo>
                    <a:pt x="1734" y="5"/>
                  </a:lnTo>
                  <a:lnTo>
                    <a:pt x="1734" y="283"/>
                  </a:lnTo>
                  <a:lnTo>
                    <a:pt x="1688" y="283"/>
                  </a:lnTo>
                  <a:cubicBezTo>
                    <a:pt x="1634" y="204"/>
                    <a:pt x="1595" y="146"/>
                    <a:pt x="1570" y="108"/>
                  </a:cubicBezTo>
                  <a:cubicBezTo>
                    <a:pt x="1560" y="91"/>
                    <a:pt x="1552" y="75"/>
                    <a:pt x="1545" y="60"/>
                  </a:cubicBezTo>
                  <a:lnTo>
                    <a:pt x="1543" y="60"/>
                  </a:lnTo>
                  <a:cubicBezTo>
                    <a:pt x="1546" y="76"/>
                    <a:pt x="1547" y="95"/>
                    <a:pt x="1547" y="115"/>
                  </a:cubicBezTo>
                  <a:lnTo>
                    <a:pt x="1547" y="283"/>
                  </a:lnTo>
                  <a:lnTo>
                    <a:pt x="1503" y="283"/>
                  </a:lnTo>
                  <a:lnTo>
                    <a:pt x="1503" y="5"/>
                  </a:lnTo>
                  <a:lnTo>
                    <a:pt x="1550" y="5"/>
                  </a:lnTo>
                  <a:cubicBezTo>
                    <a:pt x="1603" y="83"/>
                    <a:pt x="1641" y="140"/>
                    <a:pt x="1665" y="178"/>
                  </a:cubicBezTo>
                  <a:cubicBezTo>
                    <a:pt x="1675" y="192"/>
                    <a:pt x="1684" y="209"/>
                    <a:pt x="1692" y="228"/>
                  </a:cubicBezTo>
                  <a:close/>
                  <a:moveTo>
                    <a:pt x="2043" y="5"/>
                  </a:moveTo>
                  <a:lnTo>
                    <a:pt x="1925" y="169"/>
                  </a:lnTo>
                  <a:lnTo>
                    <a:pt x="1925" y="283"/>
                  </a:lnTo>
                  <a:lnTo>
                    <a:pt x="1880" y="283"/>
                  </a:lnTo>
                  <a:lnTo>
                    <a:pt x="1880" y="170"/>
                  </a:lnTo>
                  <a:lnTo>
                    <a:pt x="1767" y="4"/>
                  </a:lnTo>
                  <a:lnTo>
                    <a:pt x="1819" y="4"/>
                  </a:lnTo>
                  <a:lnTo>
                    <a:pt x="1897" y="120"/>
                  </a:lnTo>
                  <a:cubicBezTo>
                    <a:pt x="1897" y="121"/>
                    <a:pt x="1897" y="122"/>
                    <a:pt x="1898" y="123"/>
                  </a:cubicBezTo>
                  <a:cubicBezTo>
                    <a:pt x="1899" y="124"/>
                    <a:pt x="1901" y="127"/>
                    <a:pt x="1902" y="131"/>
                  </a:cubicBezTo>
                  <a:cubicBezTo>
                    <a:pt x="1903" y="130"/>
                    <a:pt x="1904" y="129"/>
                    <a:pt x="1905" y="127"/>
                  </a:cubicBezTo>
                  <a:cubicBezTo>
                    <a:pt x="1906" y="125"/>
                    <a:pt x="1907" y="124"/>
                    <a:pt x="1908" y="123"/>
                  </a:cubicBezTo>
                  <a:cubicBezTo>
                    <a:pt x="1911" y="119"/>
                    <a:pt x="1937" y="79"/>
                    <a:pt x="1985" y="5"/>
                  </a:cubicBezTo>
                  <a:lnTo>
                    <a:pt x="2043" y="5"/>
                  </a:lnTo>
                  <a:close/>
                  <a:moveTo>
                    <a:pt x="2358" y="228"/>
                  </a:moveTo>
                  <a:lnTo>
                    <a:pt x="2358" y="226"/>
                  </a:lnTo>
                  <a:cubicBezTo>
                    <a:pt x="2356" y="208"/>
                    <a:pt x="2355" y="192"/>
                    <a:pt x="2355" y="177"/>
                  </a:cubicBezTo>
                  <a:lnTo>
                    <a:pt x="2355" y="5"/>
                  </a:lnTo>
                  <a:lnTo>
                    <a:pt x="2399" y="5"/>
                  </a:lnTo>
                  <a:lnTo>
                    <a:pt x="2399" y="283"/>
                  </a:lnTo>
                  <a:lnTo>
                    <a:pt x="2354" y="283"/>
                  </a:lnTo>
                  <a:cubicBezTo>
                    <a:pt x="2300" y="204"/>
                    <a:pt x="2261" y="146"/>
                    <a:pt x="2236" y="108"/>
                  </a:cubicBezTo>
                  <a:cubicBezTo>
                    <a:pt x="2226" y="91"/>
                    <a:pt x="2218" y="75"/>
                    <a:pt x="2210" y="60"/>
                  </a:cubicBezTo>
                  <a:lnTo>
                    <a:pt x="2209" y="60"/>
                  </a:lnTo>
                  <a:cubicBezTo>
                    <a:pt x="2212" y="76"/>
                    <a:pt x="2213" y="95"/>
                    <a:pt x="2213" y="115"/>
                  </a:cubicBezTo>
                  <a:lnTo>
                    <a:pt x="2213" y="283"/>
                  </a:lnTo>
                  <a:lnTo>
                    <a:pt x="2169" y="283"/>
                  </a:lnTo>
                  <a:lnTo>
                    <a:pt x="2169" y="5"/>
                  </a:lnTo>
                  <a:lnTo>
                    <a:pt x="2216" y="5"/>
                  </a:lnTo>
                  <a:cubicBezTo>
                    <a:pt x="2269" y="83"/>
                    <a:pt x="2307" y="140"/>
                    <a:pt x="2331" y="178"/>
                  </a:cubicBezTo>
                  <a:cubicBezTo>
                    <a:pt x="2341" y="192"/>
                    <a:pt x="2350" y="209"/>
                    <a:pt x="2358" y="228"/>
                  </a:cubicBezTo>
                  <a:close/>
                  <a:moveTo>
                    <a:pt x="2524" y="175"/>
                  </a:moveTo>
                  <a:lnTo>
                    <a:pt x="2616" y="175"/>
                  </a:lnTo>
                  <a:lnTo>
                    <a:pt x="2579" y="78"/>
                  </a:lnTo>
                  <a:cubicBezTo>
                    <a:pt x="2574" y="66"/>
                    <a:pt x="2572" y="57"/>
                    <a:pt x="2572" y="51"/>
                  </a:cubicBezTo>
                  <a:lnTo>
                    <a:pt x="2571" y="51"/>
                  </a:lnTo>
                  <a:cubicBezTo>
                    <a:pt x="2570" y="59"/>
                    <a:pt x="2567" y="68"/>
                    <a:pt x="2563" y="78"/>
                  </a:cubicBezTo>
                  <a:lnTo>
                    <a:pt x="2524" y="175"/>
                  </a:lnTo>
                  <a:close/>
                  <a:moveTo>
                    <a:pt x="2659" y="283"/>
                  </a:moveTo>
                  <a:lnTo>
                    <a:pt x="2632" y="216"/>
                  </a:lnTo>
                  <a:lnTo>
                    <a:pt x="2508" y="216"/>
                  </a:lnTo>
                  <a:lnTo>
                    <a:pt x="2480" y="283"/>
                  </a:lnTo>
                  <a:lnTo>
                    <a:pt x="2432" y="283"/>
                  </a:lnTo>
                  <a:lnTo>
                    <a:pt x="2548" y="4"/>
                  </a:lnTo>
                  <a:lnTo>
                    <a:pt x="2592" y="4"/>
                  </a:lnTo>
                  <a:lnTo>
                    <a:pt x="2709" y="283"/>
                  </a:lnTo>
                  <a:lnTo>
                    <a:pt x="2659" y="283"/>
                  </a:lnTo>
                  <a:close/>
                  <a:moveTo>
                    <a:pt x="2966" y="5"/>
                  </a:moveTo>
                  <a:lnTo>
                    <a:pt x="3021" y="5"/>
                  </a:lnTo>
                  <a:lnTo>
                    <a:pt x="3021" y="283"/>
                  </a:lnTo>
                  <a:lnTo>
                    <a:pt x="2978" y="283"/>
                  </a:lnTo>
                  <a:lnTo>
                    <a:pt x="2978" y="118"/>
                  </a:lnTo>
                  <a:cubicBezTo>
                    <a:pt x="2978" y="104"/>
                    <a:pt x="2979" y="84"/>
                    <a:pt x="2982" y="57"/>
                  </a:cubicBezTo>
                  <a:lnTo>
                    <a:pt x="2981" y="57"/>
                  </a:lnTo>
                  <a:cubicBezTo>
                    <a:pt x="2977" y="73"/>
                    <a:pt x="2972" y="90"/>
                    <a:pt x="2965" y="106"/>
                  </a:cubicBezTo>
                  <a:lnTo>
                    <a:pt x="2896" y="283"/>
                  </a:lnTo>
                  <a:lnTo>
                    <a:pt x="2864" y="283"/>
                  </a:lnTo>
                  <a:lnTo>
                    <a:pt x="2795" y="106"/>
                  </a:lnTo>
                  <a:cubicBezTo>
                    <a:pt x="2788" y="88"/>
                    <a:pt x="2783" y="72"/>
                    <a:pt x="2780" y="57"/>
                  </a:cubicBezTo>
                  <a:lnTo>
                    <a:pt x="2778" y="57"/>
                  </a:lnTo>
                  <a:cubicBezTo>
                    <a:pt x="2780" y="78"/>
                    <a:pt x="2781" y="98"/>
                    <a:pt x="2781" y="118"/>
                  </a:cubicBezTo>
                  <a:lnTo>
                    <a:pt x="2781" y="283"/>
                  </a:lnTo>
                  <a:lnTo>
                    <a:pt x="2740" y="283"/>
                  </a:lnTo>
                  <a:lnTo>
                    <a:pt x="2740" y="5"/>
                  </a:lnTo>
                  <a:lnTo>
                    <a:pt x="2795" y="5"/>
                  </a:lnTo>
                  <a:lnTo>
                    <a:pt x="2870" y="193"/>
                  </a:lnTo>
                  <a:cubicBezTo>
                    <a:pt x="2870" y="197"/>
                    <a:pt x="2873" y="205"/>
                    <a:pt x="2878" y="216"/>
                  </a:cubicBezTo>
                  <a:cubicBezTo>
                    <a:pt x="2878" y="220"/>
                    <a:pt x="2879" y="223"/>
                    <a:pt x="2880" y="225"/>
                  </a:cubicBezTo>
                  <a:cubicBezTo>
                    <a:pt x="2885" y="212"/>
                    <a:pt x="2889" y="202"/>
                    <a:pt x="2892" y="193"/>
                  </a:cubicBezTo>
                  <a:lnTo>
                    <a:pt x="2966" y="5"/>
                  </a:lnTo>
                  <a:close/>
                  <a:moveTo>
                    <a:pt x="3128" y="244"/>
                  </a:moveTo>
                  <a:lnTo>
                    <a:pt x="3300" y="244"/>
                  </a:lnTo>
                  <a:lnTo>
                    <a:pt x="3300" y="283"/>
                  </a:lnTo>
                  <a:lnTo>
                    <a:pt x="3083" y="283"/>
                  </a:lnTo>
                  <a:lnTo>
                    <a:pt x="3083" y="4"/>
                  </a:lnTo>
                  <a:lnTo>
                    <a:pt x="3293" y="4"/>
                  </a:lnTo>
                  <a:lnTo>
                    <a:pt x="3293" y="45"/>
                  </a:lnTo>
                  <a:lnTo>
                    <a:pt x="3128" y="45"/>
                  </a:lnTo>
                  <a:lnTo>
                    <a:pt x="3128" y="119"/>
                  </a:lnTo>
                  <a:lnTo>
                    <a:pt x="3284" y="119"/>
                  </a:lnTo>
                  <a:lnTo>
                    <a:pt x="3284" y="159"/>
                  </a:lnTo>
                  <a:lnTo>
                    <a:pt x="3128" y="159"/>
                  </a:lnTo>
                  <a:lnTo>
                    <a:pt x="3128" y="244"/>
                  </a:lnTo>
                  <a:close/>
                </a:path>
              </a:pathLst>
            </a:custGeom>
            <a:solidFill>
              <a:srgbClr val="2421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4" name="Freeform 8"/>
            <p:cNvSpPr>
              <a:spLocks noEditPoints="1"/>
            </p:cNvSpPr>
            <p:nvPr/>
          </p:nvSpPr>
          <p:spPr bwMode="auto">
            <a:xfrm>
              <a:off x="2218851" y="3293681"/>
              <a:ext cx="835025" cy="596900"/>
            </a:xfrm>
            <a:custGeom>
              <a:avLst/>
              <a:gdLst>
                <a:gd name="T0" fmla="*/ 875 w 2284"/>
                <a:gd name="T1" fmla="*/ 1249 h 1643"/>
                <a:gd name="T2" fmla="*/ 853 w 2284"/>
                <a:gd name="T3" fmla="*/ 1271 h 1643"/>
                <a:gd name="T4" fmla="*/ 612 w 2284"/>
                <a:gd name="T5" fmla="*/ 1370 h 1643"/>
                <a:gd name="T6" fmla="*/ 373 w 2284"/>
                <a:gd name="T7" fmla="*/ 1271 h 1643"/>
                <a:gd name="T8" fmla="*/ 273 w 2284"/>
                <a:gd name="T9" fmla="*/ 1030 h 1643"/>
                <a:gd name="T10" fmla="*/ 373 w 2284"/>
                <a:gd name="T11" fmla="*/ 791 h 1643"/>
                <a:gd name="T12" fmla="*/ 969 w 2284"/>
                <a:gd name="T13" fmla="*/ 194 h 1643"/>
                <a:gd name="T14" fmla="*/ 780 w 2284"/>
                <a:gd name="T15" fmla="*/ 4 h 1643"/>
                <a:gd name="T16" fmla="*/ 775 w 2284"/>
                <a:gd name="T17" fmla="*/ 0 h 1643"/>
                <a:gd name="T18" fmla="*/ 771 w 2284"/>
                <a:gd name="T19" fmla="*/ 4 h 1643"/>
                <a:gd name="T20" fmla="*/ 180 w 2284"/>
                <a:gd name="T21" fmla="*/ 596 h 1643"/>
                <a:gd name="T22" fmla="*/ 45 w 2284"/>
                <a:gd name="T23" fmla="*/ 798 h 1643"/>
                <a:gd name="T24" fmla="*/ 0 w 2284"/>
                <a:gd name="T25" fmla="*/ 1029 h 1643"/>
                <a:gd name="T26" fmla="*/ 180 w 2284"/>
                <a:gd name="T27" fmla="*/ 1464 h 1643"/>
                <a:gd name="T28" fmla="*/ 382 w 2284"/>
                <a:gd name="T29" fmla="*/ 1598 h 1643"/>
                <a:gd name="T30" fmla="*/ 613 w 2284"/>
                <a:gd name="T31" fmla="*/ 1643 h 1643"/>
                <a:gd name="T32" fmla="*/ 614 w 2284"/>
                <a:gd name="T33" fmla="*/ 1643 h 1643"/>
                <a:gd name="T34" fmla="*/ 615 w 2284"/>
                <a:gd name="T35" fmla="*/ 1643 h 1643"/>
                <a:gd name="T36" fmla="*/ 845 w 2284"/>
                <a:gd name="T37" fmla="*/ 1598 h 1643"/>
                <a:gd name="T38" fmla="*/ 1048 w 2284"/>
                <a:gd name="T39" fmla="*/ 1464 h 1643"/>
                <a:gd name="T40" fmla="*/ 1064 w 2284"/>
                <a:gd name="T41" fmla="*/ 1447 h 1643"/>
                <a:gd name="T42" fmla="*/ 1069 w 2284"/>
                <a:gd name="T43" fmla="*/ 1443 h 1643"/>
                <a:gd name="T44" fmla="*/ 1064 w 2284"/>
                <a:gd name="T45" fmla="*/ 1438 h 1643"/>
                <a:gd name="T46" fmla="*/ 875 w 2284"/>
                <a:gd name="T47" fmla="*/ 1249 h 1643"/>
                <a:gd name="T48" fmla="*/ 2104 w 2284"/>
                <a:gd name="T49" fmla="*/ 596 h 1643"/>
                <a:gd name="T50" fmla="*/ 2087 w 2284"/>
                <a:gd name="T51" fmla="*/ 579 h 1643"/>
                <a:gd name="T52" fmla="*/ 2083 w 2284"/>
                <a:gd name="T53" fmla="*/ 575 h 1643"/>
                <a:gd name="T54" fmla="*/ 2079 w 2284"/>
                <a:gd name="T55" fmla="*/ 579 h 1643"/>
                <a:gd name="T56" fmla="*/ 1889 w 2284"/>
                <a:gd name="T57" fmla="*/ 769 h 1643"/>
                <a:gd name="T58" fmla="*/ 1911 w 2284"/>
                <a:gd name="T59" fmla="*/ 791 h 1643"/>
                <a:gd name="T60" fmla="*/ 2011 w 2284"/>
                <a:gd name="T61" fmla="*/ 1031 h 1643"/>
                <a:gd name="T62" fmla="*/ 1911 w 2284"/>
                <a:gd name="T63" fmla="*/ 1271 h 1643"/>
                <a:gd name="T64" fmla="*/ 1671 w 2284"/>
                <a:gd name="T65" fmla="*/ 1370 h 1643"/>
                <a:gd name="T66" fmla="*/ 1431 w 2284"/>
                <a:gd name="T67" fmla="*/ 1271 h 1643"/>
                <a:gd name="T68" fmla="*/ 834 w 2284"/>
                <a:gd name="T69" fmla="*/ 674 h 1643"/>
                <a:gd name="T70" fmla="*/ 644 w 2284"/>
                <a:gd name="T71" fmla="*/ 864 h 1643"/>
                <a:gd name="T72" fmla="*/ 640 w 2284"/>
                <a:gd name="T73" fmla="*/ 868 h 1643"/>
                <a:gd name="T74" fmla="*/ 644 w 2284"/>
                <a:gd name="T75" fmla="*/ 872 h 1643"/>
                <a:gd name="T76" fmla="*/ 1236 w 2284"/>
                <a:gd name="T77" fmla="*/ 1464 h 1643"/>
                <a:gd name="T78" fmla="*/ 1439 w 2284"/>
                <a:gd name="T79" fmla="*/ 1598 h 1643"/>
                <a:gd name="T80" fmla="*/ 1669 w 2284"/>
                <a:gd name="T81" fmla="*/ 1643 h 1643"/>
                <a:gd name="T82" fmla="*/ 2104 w 2284"/>
                <a:gd name="T83" fmla="*/ 1464 h 1643"/>
                <a:gd name="T84" fmla="*/ 2238 w 2284"/>
                <a:gd name="T85" fmla="*/ 1261 h 1643"/>
                <a:gd name="T86" fmla="*/ 2284 w 2284"/>
                <a:gd name="T87" fmla="*/ 1030 h 1643"/>
                <a:gd name="T88" fmla="*/ 2284 w 2284"/>
                <a:gd name="T89" fmla="*/ 1030 h 1643"/>
                <a:gd name="T90" fmla="*/ 2284 w 2284"/>
                <a:gd name="T91" fmla="*/ 1029 h 1643"/>
                <a:gd name="T92" fmla="*/ 2238 w 2284"/>
                <a:gd name="T93" fmla="*/ 798 h 1643"/>
                <a:gd name="T94" fmla="*/ 2104 w 2284"/>
                <a:gd name="T95" fmla="*/ 596 h 1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84" h="1643">
                  <a:moveTo>
                    <a:pt x="875" y="1249"/>
                  </a:moveTo>
                  <a:lnTo>
                    <a:pt x="853" y="1271"/>
                  </a:lnTo>
                  <a:cubicBezTo>
                    <a:pt x="786" y="1337"/>
                    <a:pt x="699" y="1370"/>
                    <a:pt x="612" y="1370"/>
                  </a:cubicBezTo>
                  <a:cubicBezTo>
                    <a:pt x="525" y="1370"/>
                    <a:pt x="439" y="1337"/>
                    <a:pt x="373" y="1271"/>
                  </a:cubicBezTo>
                  <a:cubicBezTo>
                    <a:pt x="306" y="1204"/>
                    <a:pt x="273" y="1117"/>
                    <a:pt x="273" y="1030"/>
                  </a:cubicBezTo>
                  <a:cubicBezTo>
                    <a:pt x="273" y="944"/>
                    <a:pt x="306" y="857"/>
                    <a:pt x="373" y="791"/>
                  </a:cubicBezTo>
                  <a:lnTo>
                    <a:pt x="969" y="194"/>
                  </a:lnTo>
                  <a:lnTo>
                    <a:pt x="780" y="4"/>
                  </a:lnTo>
                  <a:lnTo>
                    <a:pt x="775" y="0"/>
                  </a:lnTo>
                  <a:lnTo>
                    <a:pt x="771" y="4"/>
                  </a:lnTo>
                  <a:lnTo>
                    <a:pt x="180" y="596"/>
                  </a:lnTo>
                  <a:cubicBezTo>
                    <a:pt x="121" y="654"/>
                    <a:pt x="76" y="722"/>
                    <a:pt x="45" y="798"/>
                  </a:cubicBezTo>
                  <a:cubicBezTo>
                    <a:pt x="15" y="872"/>
                    <a:pt x="0" y="950"/>
                    <a:pt x="0" y="1029"/>
                  </a:cubicBezTo>
                  <a:cubicBezTo>
                    <a:pt x="0" y="1191"/>
                    <a:pt x="65" y="1349"/>
                    <a:pt x="180" y="1464"/>
                  </a:cubicBezTo>
                  <a:cubicBezTo>
                    <a:pt x="238" y="1522"/>
                    <a:pt x="306" y="1567"/>
                    <a:pt x="382" y="1598"/>
                  </a:cubicBezTo>
                  <a:cubicBezTo>
                    <a:pt x="456" y="1628"/>
                    <a:pt x="534" y="1643"/>
                    <a:pt x="613" y="1643"/>
                  </a:cubicBezTo>
                  <a:lnTo>
                    <a:pt x="614" y="1643"/>
                  </a:lnTo>
                  <a:lnTo>
                    <a:pt x="615" y="1643"/>
                  </a:lnTo>
                  <a:cubicBezTo>
                    <a:pt x="694" y="1643"/>
                    <a:pt x="771" y="1628"/>
                    <a:pt x="845" y="1598"/>
                  </a:cubicBezTo>
                  <a:cubicBezTo>
                    <a:pt x="921" y="1567"/>
                    <a:pt x="989" y="1522"/>
                    <a:pt x="1048" y="1464"/>
                  </a:cubicBezTo>
                  <a:lnTo>
                    <a:pt x="1064" y="1447"/>
                  </a:lnTo>
                  <a:lnTo>
                    <a:pt x="1069" y="1443"/>
                  </a:lnTo>
                  <a:lnTo>
                    <a:pt x="1064" y="1438"/>
                  </a:lnTo>
                  <a:lnTo>
                    <a:pt x="875" y="1249"/>
                  </a:lnTo>
                  <a:close/>
                  <a:moveTo>
                    <a:pt x="2104" y="596"/>
                  </a:moveTo>
                  <a:lnTo>
                    <a:pt x="2087" y="579"/>
                  </a:lnTo>
                  <a:lnTo>
                    <a:pt x="2083" y="575"/>
                  </a:lnTo>
                  <a:lnTo>
                    <a:pt x="2079" y="579"/>
                  </a:lnTo>
                  <a:lnTo>
                    <a:pt x="1889" y="769"/>
                  </a:lnTo>
                  <a:lnTo>
                    <a:pt x="1911" y="791"/>
                  </a:lnTo>
                  <a:cubicBezTo>
                    <a:pt x="1978" y="857"/>
                    <a:pt x="2011" y="944"/>
                    <a:pt x="2011" y="1031"/>
                  </a:cubicBezTo>
                  <a:cubicBezTo>
                    <a:pt x="2011" y="1118"/>
                    <a:pt x="1977" y="1205"/>
                    <a:pt x="1911" y="1271"/>
                  </a:cubicBezTo>
                  <a:cubicBezTo>
                    <a:pt x="1845" y="1337"/>
                    <a:pt x="1758" y="1370"/>
                    <a:pt x="1671" y="1370"/>
                  </a:cubicBezTo>
                  <a:cubicBezTo>
                    <a:pt x="1584" y="1370"/>
                    <a:pt x="1497" y="1337"/>
                    <a:pt x="1431" y="1271"/>
                  </a:cubicBezTo>
                  <a:lnTo>
                    <a:pt x="834" y="674"/>
                  </a:lnTo>
                  <a:lnTo>
                    <a:pt x="644" y="864"/>
                  </a:lnTo>
                  <a:lnTo>
                    <a:pt x="640" y="868"/>
                  </a:lnTo>
                  <a:lnTo>
                    <a:pt x="644" y="872"/>
                  </a:lnTo>
                  <a:lnTo>
                    <a:pt x="1236" y="1464"/>
                  </a:lnTo>
                  <a:cubicBezTo>
                    <a:pt x="1294" y="1522"/>
                    <a:pt x="1362" y="1567"/>
                    <a:pt x="1439" y="1598"/>
                  </a:cubicBezTo>
                  <a:cubicBezTo>
                    <a:pt x="1512" y="1628"/>
                    <a:pt x="1590" y="1643"/>
                    <a:pt x="1669" y="1643"/>
                  </a:cubicBezTo>
                  <a:cubicBezTo>
                    <a:pt x="1831" y="1643"/>
                    <a:pt x="1989" y="1578"/>
                    <a:pt x="2104" y="1464"/>
                  </a:cubicBezTo>
                  <a:cubicBezTo>
                    <a:pt x="2162" y="1405"/>
                    <a:pt x="2207" y="1337"/>
                    <a:pt x="2238" y="1261"/>
                  </a:cubicBezTo>
                  <a:cubicBezTo>
                    <a:pt x="2268" y="1187"/>
                    <a:pt x="2284" y="1110"/>
                    <a:pt x="2284" y="1030"/>
                  </a:cubicBezTo>
                  <a:lnTo>
                    <a:pt x="2284" y="1030"/>
                  </a:lnTo>
                  <a:lnTo>
                    <a:pt x="2284" y="1029"/>
                  </a:lnTo>
                  <a:cubicBezTo>
                    <a:pt x="2284" y="949"/>
                    <a:pt x="2268" y="872"/>
                    <a:pt x="2238" y="798"/>
                  </a:cubicBezTo>
                  <a:cubicBezTo>
                    <a:pt x="2207" y="722"/>
                    <a:pt x="2162" y="654"/>
                    <a:pt x="2104" y="596"/>
                  </a:cubicBez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5" name="Freeform 9"/>
            <p:cNvSpPr>
              <a:spLocks noEditPoints="1"/>
            </p:cNvSpPr>
            <p:nvPr/>
          </p:nvSpPr>
          <p:spPr bwMode="auto">
            <a:xfrm>
              <a:off x="2218851" y="3061906"/>
              <a:ext cx="835025" cy="596900"/>
            </a:xfrm>
            <a:custGeom>
              <a:avLst/>
              <a:gdLst>
                <a:gd name="T0" fmla="*/ 1409 w 2284"/>
                <a:gd name="T1" fmla="*/ 395 h 1644"/>
                <a:gd name="T2" fmla="*/ 1431 w 2284"/>
                <a:gd name="T3" fmla="*/ 373 h 1644"/>
                <a:gd name="T4" fmla="*/ 1672 w 2284"/>
                <a:gd name="T5" fmla="*/ 274 h 1644"/>
                <a:gd name="T6" fmla="*/ 1911 w 2284"/>
                <a:gd name="T7" fmla="*/ 373 h 1644"/>
                <a:gd name="T8" fmla="*/ 2011 w 2284"/>
                <a:gd name="T9" fmla="*/ 614 h 1644"/>
                <a:gd name="T10" fmla="*/ 1911 w 2284"/>
                <a:gd name="T11" fmla="*/ 853 h 1644"/>
                <a:gd name="T12" fmla="*/ 1314 w 2284"/>
                <a:gd name="T13" fmla="*/ 1450 h 1644"/>
                <a:gd name="T14" fmla="*/ 1504 w 2284"/>
                <a:gd name="T15" fmla="*/ 1640 h 1644"/>
                <a:gd name="T16" fmla="*/ 1508 w 2284"/>
                <a:gd name="T17" fmla="*/ 1644 h 1644"/>
                <a:gd name="T18" fmla="*/ 1512 w 2284"/>
                <a:gd name="T19" fmla="*/ 1640 h 1644"/>
                <a:gd name="T20" fmla="*/ 2104 w 2284"/>
                <a:gd name="T21" fmla="*/ 1048 h 1644"/>
                <a:gd name="T22" fmla="*/ 2238 w 2284"/>
                <a:gd name="T23" fmla="*/ 846 h 1644"/>
                <a:gd name="T24" fmla="*/ 2284 w 2284"/>
                <a:gd name="T25" fmla="*/ 615 h 1644"/>
                <a:gd name="T26" fmla="*/ 2104 w 2284"/>
                <a:gd name="T27" fmla="*/ 180 h 1644"/>
                <a:gd name="T28" fmla="*/ 1901 w 2284"/>
                <a:gd name="T29" fmla="*/ 46 h 1644"/>
                <a:gd name="T30" fmla="*/ 1671 w 2284"/>
                <a:gd name="T31" fmla="*/ 1 h 1644"/>
                <a:gd name="T32" fmla="*/ 1670 w 2284"/>
                <a:gd name="T33" fmla="*/ 1 h 1644"/>
                <a:gd name="T34" fmla="*/ 1669 w 2284"/>
                <a:gd name="T35" fmla="*/ 1 h 1644"/>
                <a:gd name="T36" fmla="*/ 1439 w 2284"/>
                <a:gd name="T37" fmla="*/ 46 h 1644"/>
                <a:gd name="T38" fmla="*/ 1236 w 2284"/>
                <a:gd name="T39" fmla="*/ 180 h 1644"/>
                <a:gd name="T40" fmla="*/ 1219 w 2284"/>
                <a:gd name="T41" fmla="*/ 197 h 1644"/>
                <a:gd name="T42" fmla="*/ 1215 w 2284"/>
                <a:gd name="T43" fmla="*/ 201 h 1644"/>
                <a:gd name="T44" fmla="*/ 1219 w 2284"/>
                <a:gd name="T45" fmla="*/ 206 h 1644"/>
                <a:gd name="T46" fmla="*/ 1409 w 2284"/>
                <a:gd name="T47" fmla="*/ 395 h 1644"/>
                <a:gd name="T48" fmla="*/ 180 w 2284"/>
                <a:gd name="T49" fmla="*/ 1048 h 1644"/>
                <a:gd name="T50" fmla="*/ 196 w 2284"/>
                <a:gd name="T51" fmla="*/ 1065 h 1644"/>
                <a:gd name="T52" fmla="*/ 201 w 2284"/>
                <a:gd name="T53" fmla="*/ 1069 h 1644"/>
                <a:gd name="T54" fmla="*/ 205 w 2284"/>
                <a:gd name="T55" fmla="*/ 1065 h 1644"/>
                <a:gd name="T56" fmla="*/ 394 w 2284"/>
                <a:gd name="T57" fmla="*/ 875 h 1644"/>
                <a:gd name="T58" fmla="*/ 373 w 2284"/>
                <a:gd name="T59" fmla="*/ 853 h 1644"/>
                <a:gd name="T60" fmla="*/ 273 w 2284"/>
                <a:gd name="T61" fmla="*/ 613 h 1644"/>
                <a:gd name="T62" fmla="*/ 373 w 2284"/>
                <a:gd name="T63" fmla="*/ 373 h 1644"/>
                <a:gd name="T64" fmla="*/ 613 w 2284"/>
                <a:gd name="T65" fmla="*/ 274 h 1644"/>
                <a:gd name="T66" fmla="*/ 853 w 2284"/>
                <a:gd name="T67" fmla="*/ 373 h 1644"/>
                <a:gd name="T68" fmla="*/ 1449 w 2284"/>
                <a:gd name="T69" fmla="*/ 970 h 1644"/>
                <a:gd name="T70" fmla="*/ 1639 w 2284"/>
                <a:gd name="T71" fmla="*/ 780 h 1644"/>
                <a:gd name="T72" fmla="*/ 1643 w 2284"/>
                <a:gd name="T73" fmla="*/ 776 h 1644"/>
                <a:gd name="T74" fmla="*/ 1639 w 2284"/>
                <a:gd name="T75" fmla="*/ 772 h 1644"/>
                <a:gd name="T76" fmla="*/ 1048 w 2284"/>
                <a:gd name="T77" fmla="*/ 180 h 1644"/>
                <a:gd name="T78" fmla="*/ 845 w 2284"/>
                <a:gd name="T79" fmla="*/ 46 h 1644"/>
                <a:gd name="T80" fmla="*/ 614 w 2284"/>
                <a:gd name="T81" fmla="*/ 1 h 1644"/>
                <a:gd name="T82" fmla="*/ 180 w 2284"/>
                <a:gd name="T83" fmla="*/ 180 h 1644"/>
                <a:gd name="T84" fmla="*/ 45 w 2284"/>
                <a:gd name="T85" fmla="*/ 383 h 1644"/>
                <a:gd name="T86" fmla="*/ 0 w 2284"/>
                <a:gd name="T87" fmla="*/ 614 h 1644"/>
                <a:gd name="T88" fmla="*/ 0 w 2284"/>
                <a:gd name="T89" fmla="*/ 614 h 1644"/>
                <a:gd name="T90" fmla="*/ 0 w 2284"/>
                <a:gd name="T91" fmla="*/ 615 h 1644"/>
                <a:gd name="T92" fmla="*/ 45 w 2284"/>
                <a:gd name="T93" fmla="*/ 846 h 1644"/>
                <a:gd name="T94" fmla="*/ 180 w 2284"/>
                <a:gd name="T95" fmla="*/ 1048 h 1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84" h="1644">
                  <a:moveTo>
                    <a:pt x="1409" y="395"/>
                  </a:moveTo>
                  <a:lnTo>
                    <a:pt x="1431" y="373"/>
                  </a:lnTo>
                  <a:cubicBezTo>
                    <a:pt x="1497" y="307"/>
                    <a:pt x="1585" y="274"/>
                    <a:pt x="1672" y="274"/>
                  </a:cubicBezTo>
                  <a:cubicBezTo>
                    <a:pt x="1758" y="274"/>
                    <a:pt x="1845" y="307"/>
                    <a:pt x="1911" y="373"/>
                  </a:cubicBezTo>
                  <a:cubicBezTo>
                    <a:pt x="1977" y="440"/>
                    <a:pt x="2011" y="527"/>
                    <a:pt x="2011" y="614"/>
                  </a:cubicBezTo>
                  <a:cubicBezTo>
                    <a:pt x="2011" y="700"/>
                    <a:pt x="1977" y="787"/>
                    <a:pt x="1911" y="853"/>
                  </a:cubicBezTo>
                  <a:lnTo>
                    <a:pt x="1314" y="1450"/>
                  </a:lnTo>
                  <a:lnTo>
                    <a:pt x="1504" y="1640"/>
                  </a:lnTo>
                  <a:lnTo>
                    <a:pt x="1508" y="1644"/>
                  </a:lnTo>
                  <a:lnTo>
                    <a:pt x="1512" y="1640"/>
                  </a:lnTo>
                  <a:lnTo>
                    <a:pt x="2104" y="1048"/>
                  </a:lnTo>
                  <a:cubicBezTo>
                    <a:pt x="2162" y="990"/>
                    <a:pt x="2207" y="922"/>
                    <a:pt x="2238" y="846"/>
                  </a:cubicBezTo>
                  <a:cubicBezTo>
                    <a:pt x="2268" y="772"/>
                    <a:pt x="2284" y="694"/>
                    <a:pt x="2284" y="615"/>
                  </a:cubicBezTo>
                  <a:cubicBezTo>
                    <a:pt x="2284" y="453"/>
                    <a:pt x="2218" y="295"/>
                    <a:pt x="2104" y="180"/>
                  </a:cubicBezTo>
                  <a:cubicBezTo>
                    <a:pt x="2046" y="122"/>
                    <a:pt x="1977" y="77"/>
                    <a:pt x="1901" y="46"/>
                  </a:cubicBezTo>
                  <a:cubicBezTo>
                    <a:pt x="1827" y="16"/>
                    <a:pt x="1750" y="1"/>
                    <a:pt x="1671" y="1"/>
                  </a:cubicBezTo>
                  <a:lnTo>
                    <a:pt x="1670" y="1"/>
                  </a:lnTo>
                  <a:lnTo>
                    <a:pt x="1669" y="1"/>
                  </a:lnTo>
                  <a:cubicBezTo>
                    <a:pt x="1590" y="1"/>
                    <a:pt x="1512" y="16"/>
                    <a:pt x="1439" y="46"/>
                  </a:cubicBezTo>
                  <a:cubicBezTo>
                    <a:pt x="1362" y="77"/>
                    <a:pt x="1294" y="122"/>
                    <a:pt x="1236" y="180"/>
                  </a:cubicBezTo>
                  <a:lnTo>
                    <a:pt x="1219" y="197"/>
                  </a:lnTo>
                  <a:lnTo>
                    <a:pt x="1215" y="201"/>
                  </a:lnTo>
                  <a:lnTo>
                    <a:pt x="1219" y="206"/>
                  </a:lnTo>
                  <a:lnTo>
                    <a:pt x="1409" y="395"/>
                  </a:lnTo>
                  <a:close/>
                  <a:moveTo>
                    <a:pt x="180" y="1048"/>
                  </a:moveTo>
                  <a:lnTo>
                    <a:pt x="196" y="1065"/>
                  </a:lnTo>
                  <a:lnTo>
                    <a:pt x="201" y="1069"/>
                  </a:lnTo>
                  <a:lnTo>
                    <a:pt x="205" y="1065"/>
                  </a:lnTo>
                  <a:lnTo>
                    <a:pt x="394" y="875"/>
                  </a:lnTo>
                  <a:lnTo>
                    <a:pt x="373" y="853"/>
                  </a:lnTo>
                  <a:cubicBezTo>
                    <a:pt x="306" y="787"/>
                    <a:pt x="273" y="700"/>
                    <a:pt x="273" y="613"/>
                  </a:cubicBezTo>
                  <a:cubicBezTo>
                    <a:pt x="273" y="526"/>
                    <a:pt x="306" y="439"/>
                    <a:pt x="373" y="373"/>
                  </a:cubicBezTo>
                  <a:cubicBezTo>
                    <a:pt x="439" y="307"/>
                    <a:pt x="526" y="274"/>
                    <a:pt x="613" y="274"/>
                  </a:cubicBezTo>
                  <a:cubicBezTo>
                    <a:pt x="700" y="274"/>
                    <a:pt x="786" y="307"/>
                    <a:pt x="853" y="373"/>
                  </a:cubicBezTo>
                  <a:lnTo>
                    <a:pt x="1449" y="970"/>
                  </a:lnTo>
                  <a:lnTo>
                    <a:pt x="1639" y="780"/>
                  </a:lnTo>
                  <a:lnTo>
                    <a:pt x="1643" y="776"/>
                  </a:lnTo>
                  <a:lnTo>
                    <a:pt x="1639" y="772"/>
                  </a:lnTo>
                  <a:lnTo>
                    <a:pt x="1048" y="180"/>
                  </a:lnTo>
                  <a:cubicBezTo>
                    <a:pt x="989" y="122"/>
                    <a:pt x="921" y="77"/>
                    <a:pt x="845" y="46"/>
                  </a:cubicBezTo>
                  <a:cubicBezTo>
                    <a:pt x="771" y="16"/>
                    <a:pt x="693" y="1"/>
                    <a:pt x="614" y="1"/>
                  </a:cubicBezTo>
                  <a:cubicBezTo>
                    <a:pt x="452" y="0"/>
                    <a:pt x="294" y="66"/>
                    <a:pt x="180" y="180"/>
                  </a:cubicBezTo>
                  <a:cubicBezTo>
                    <a:pt x="121" y="239"/>
                    <a:pt x="76" y="307"/>
                    <a:pt x="45" y="383"/>
                  </a:cubicBezTo>
                  <a:cubicBezTo>
                    <a:pt x="15" y="457"/>
                    <a:pt x="0" y="534"/>
                    <a:pt x="0" y="614"/>
                  </a:cubicBezTo>
                  <a:lnTo>
                    <a:pt x="0" y="614"/>
                  </a:lnTo>
                  <a:lnTo>
                    <a:pt x="0" y="615"/>
                  </a:lnTo>
                  <a:cubicBezTo>
                    <a:pt x="0" y="694"/>
                    <a:pt x="15" y="772"/>
                    <a:pt x="45" y="846"/>
                  </a:cubicBezTo>
                  <a:cubicBezTo>
                    <a:pt x="76" y="922"/>
                    <a:pt x="121" y="990"/>
                    <a:pt x="180" y="1048"/>
                  </a:cubicBez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6" name="Freeform 10"/>
            <p:cNvSpPr>
              <a:spLocks noEditPoints="1"/>
            </p:cNvSpPr>
            <p:nvPr/>
          </p:nvSpPr>
          <p:spPr bwMode="auto">
            <a:xfrm>
              <a:off x="1801339" y="4020756"/>
              <a:ext cx="1670050" cy="214313"/>
            </a:xfrm>
            <a:custGeom>
              <a:avLst/>
              <a:gdLst>
                <a:gd name="T0" fmla="*/ 216 w 4568"/>
                <a:gd name="T1" fmla="*/ 344 h 589"/>
                <a:gd name="T2" fmla="*/ 544 w 4568"/>
                <a:gd name="T3" fmla="*/ 20 h 589"/>
                <a:gd name="T4" fmla="*/ 126 w 4568"/>
                <a:gd name="T5" fmla="*/ 15 h 589"/>
                <a:gd name="T6" fmla="*/ 612 w 4568"/>
                <a:gd name="T7" fmla="*/ 132 h 589"/>
                <a:gd name="T8" fmla="*/ 611 w 4568"/>
                <a:gd name="T9" fmla="*/ 465 h 589"/>
                <a:gd name="T10" fmla="*/ 959 w 4568"/>
                <a:gd name="T11" fmla="*/ 572 h 589"/>
                <a:gd name="T12" fmla="*/ 1141 w 4568"/>
                <a:gd name="T13" fmla="*/ 299 h 589"/>
                <a:gd name="T14" fmla="*/ 958 w 4568"/>
                <a:gd name="T15" fmla="*/ 21 h 589"/>
                <a:gd name="T16" fmla="*/ 976 w 4568"/>
                <a:gd name="T17" fmla="*/ 144 h 589"/>
                <a:gd name="T18" fmla="*/ 1030 w 4568"/>
                <a:gd name="T19" fmla="*/ 356 h 589"/>
                <a:gd name="T20" fmla="*/ 854 w 4568"/>
                <a:gd name="T21" fmla="*/ 492 h 589"/>
                <a:gd name="T22" fmla="*/ 677 w 4568"/>
                <a:gd name="T23" fmla="*/ 356 h 589"/>
                <a:gd name="T24" fmla="*/ 732 w 4568"/>
                <a:gd name="T25" fmla="*/ 144 h 589"/>
                <a:gd name="T26" fmla="*/ 1606 w 4568"/>
                <a:gd name="T27" fmla="*/ 337 h 589"/>
                <a:gd name="T28" fmla="*/ 1392 w 4568"/>
                <a:gd name="T29" fmla="*/ 474 h 589"/>
                <a:gd name="T30" fmla="*/ 1219 w 4568"/>
                <a:gd name="T31" fmla="*/ 16 h 589"/>
                <a:gd name="T32" fmla="*/ 1322 w 4568"/>
                <a:gd name="T33" fmla="*/ 548 h 589"/>
                <a:gd name="T34" fmla="*/ 1642 w 4568"/>
                <a:gd name="T35" fmla="*/ 525 h 589"/>
                <a:gd name="T36" fmla="*/ 1606 w 4568"/>
                <a:gd name="T37" fmla="*/ 16 h 589"/>
                <a:gd name="T38" fmla="*/ 2252 w 4568"/>
                <a:gd name="T39" fmla="*/ 310 h 589"/>
                <a:gd name="T40" fmla="*/ 2231 w 4568"/>
                <a:gd name="T41" fmla="*/ 72 h 589"/>
                <a:gd name="T42" fmla="*/ 1814 w 4568"/>
                <a:gd name="T43" fmla="*/ 15 h 589"/>
                <a:gd name="T44" fmla="*/ 2022 w 4568"/>
                <a:gd name="T45" fmla="*/ 389 h 589"/>
                <a:gd name="T46" fmla="*/ 2081 w 4568"/>
                <a:gd name="T47" fmla="*/ 113 h 589"/>
                <a:gd name="T48" fmla="*/ 2177 w 4568"/>
                <a:gd name="T49" fmla="*/ 203 h 589"/>
                <a:gd name="T50" fmla="*/ 2081 w 4568"/>
                <a:gd name="T51" fmla="*/ 293 h 589"/>
                <a:gd name="T52" fmla="*/ 2354 w 4568"/>
                <a:gd name="T53" fmla="*/ 15 h 589"/>
                <a:gd name="T54" fmla="*/ 2459 w 4568"/>
                <a:gd name="T55" fmla="*/ 478 h 589"/>
                <a:gd name="T56" fmla="*/ 2964 w 4568"/>
                <a:gd name="T57" fmla="*/ 21 h 589"/>
                <a:gd name="T58" fmla="*/ 2780 w 4568"/>
                <a:gd name="T59" fmla="*/ 300 h 589"/>
                <a:gd name="T60" fmla="*/ 2963 w 4568"/>
                <a:gd name="T61" fmla="*/ 573 h 589"/>
                <a:gd name="T62" fmla="*/ 3311 w 4568"/>
                <a:gd name="T63" fmla="*/ 463 h 589"/>
                <a:gd name="T64" fmla="*/ 3311 w 4568"/>
                <a:gd name="T65" fmla="*/ 132 h 589"/>
                <a:gd name="T66" fmla="*/ 3068 w 4568"/>
                <a:gd name="T67" fmla="*/ 100 h 589"/>
                <a:gd name="T68" fmla="*/ 3246 w 4568"/>
                <a:gd name="T69" fmla="*/ 243 h 589"/>
                <a:gd name="T70" fmla="*/ 3190 w 4568"/>
                <a:gd name="T71" fmla="*/ 451 h 589"/>
                <a:gd name="T72" fmla="*/ 2947 w 4568"/>
                <a:gd name="T73" fmla="*/ 451 h 589"/>
                <a:gd name="T74" fmla="*/ 2890 w 4568"/>
                <a:gd name="T75" fmla="*/ 244 h 589"/>
                <a:gd name="T76" fmla="*/ 3068 w 4568"/>
                <a:gd name="T77" fmla="*/ 100 h 589"/>
                <a:gd name="T78" fmla="*/ 3707 w 4568"/>
                <a:gd name="T79" fmla="*/ 0 h 589"/>
                <a:gd name="T80" fmla="*/ 3423 w 4568"/>
                <a:gd name="T81" fmla="*/ 211 h 589"/>
                <a:gd name="T82" fmla="*/ 3512 w 4568"/>
                <a:gd name="T83" fmla="*/ 530 h 589"/>
                <a:gd name="T84" fmla="*/ 3870 w 4568"/>
                <a:gd name="T85" fmla="*/ 542 h 589"/>
                <a:gd name="T86" fmla="*/ 3690 w 4568"/>
                <a:gd name="T87" fmla="*/ 346 h 589"/>
                <a:gd name="T88" fmla="*/ 3750 w 4568"/>
                <a:gd name="T89" fmla="*/ 486 h 589"/>
                <a:gd name="T90" fmla="*/ 3542 w 4568"/>
                <a:gd name="T91" fmla="*/ 409 h 589"/>
                <a:gd name="T92" fmla="*/ 3566 w 4568"/>
                <a:gd name="T93" fmla="*/ 156 h 589"/>
                <a:gd name="T94" fmla="*/ 3807 w 4568"/>
                <a:gd name="T95" fmla="*/ 122 h 589"/>
                <a:gd name="T96" fmla="*/ 4176 w 4568"/>
                <a:gd name="T97" fmla="*/ 21 h 589"/>
                <a:gd name="T98" fmla="*/ 3992 w 4568"/>
                <a:gd name="T99" fmla="*/ 300 h 589"/>
                <a:gd name="T100" fmla="*/ 4175 w 4568"/>
                <a:gd name="T101" fmla="*/ 573 h 589"/>
                <a:gd name="T102" fmla="*/ 4522 w 4568"/>
                <a:gd name="T103" fmla="*/ 463 h 589"/>
                <a:gd name="T104" fmla="*/ 4523 w 4568"/>
                <a:gd name="T105" fmla="*/ 132 h 589"/>
                <a:gd name="T106" fmla="*/ 4280 w 4568"/>
                <a:gd name="T107" fmla="*/ 100 h 589"/>
                <a:gd name="T108" fmla="*/ 4458 w 4568"/>
                <a:gd name="T109" fmla="*/ 243 h 589"/>
                <a:gd name="T110" fmla="*/ 4401 w 4568"/>
                <a:gd name="T111" fmla="*/ 451 h 589"/>
                <a:gd name="T112" fmla="*/ 4159 w 4568"/>
                <a:gd name="T113" fmla="*/ 451 h 589"/>
                <a:gd name="T114" fmla="*/ 4102 w 4568"/>
                <a:gd name="T115" fmla="*/ 244 h 589"/>
                <a:gd name="T116" fmla="*/ 4280 w 4568"/>
                <a:gd name="T117" fmla="*/ 100 h 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68" h="589">
                  <a:moveTo>
                    <a:pt x="126" y="15"/>
                  </a:moveTo>
                  <a:lnTo>
                    <a:pt x="0" y="15"/>
                  </a:lnTo>
                  <a:lnTo>
                    <a:pt x="0" y="20"/>
                  </a:lnTo>
                  <a:lnTo>
                    <a:pt x="216" y="344"/>
                  </a:lnTo>
                  <a:lnTo>
                    <a:pt x="216" y="576"/>
                  </a:lnTo>
                  <a:lnTo>
                    <a:pt x="321" y="576"/>
                  </a:lnTo>
                  <a:lnTo>
                    <a:pt x="321" y="344"/>
                  </a:lnTo>
                  <a:lnTo>
                    <a:pt x="544" y="20"/>
                  </a:lnTo>
                  <a:lnTo>
                    <a:pt x="544" y="15"/>
                  </a:lnTo>
                  <a:lnTo>
                    <a:pt x="417" y="15"/>
                  </a:lnTo>
                  <a:lnTo>
                    <a:pt x="268" y="246"/>
                  </a:lnTo>
                  <a:lnTo>
                    <a:pt x="126" y="15"/>
                  </a:lnTo>
                  <a:close/>
                  <a:moveTo>
                    <a:pt x="854" y="4"/>
                  </a:moveTo>
                  <a:cubicBezTo>
                    <a:pt x="815" y="5"/>
                    <a:pt x="781" y="10"/>
                    <a:pt x="750" y="21"/>
                  </a:cubicBezTo>
                  <a:cubicBezTo>
                    <a:pt x="719" y="32"/>
                    <a:pt x="692" y="47"/>
                    <a:pt x="669" y="66"/>
                  </a:cubicBezTo>
                  <a:cubicBezTo>
                    <a:pt x="646" y="85"/>
                    <a:pt x="627" y="107"/>
                    <a:pt x="612" y="132"/>
                  </a:cubicBezTo>
                  <a:cubicBezTo>
                    <a:pt x="596" y="157"/>
                    <a:pt x="585" y="184"/>
                    <a:pt x="577" y="212"/>
                  </a:cubicBezTo>
                  <a:cubicBezTo>
                    <a:pt x="570" y="241"/>
                    <a:pt x="566" y="270"/>
                    <a:pt x="566" y="300"/>
                  </a:cubicBezTo>
                  <a:cubicBezTo>
                    <a:pt x="566" y="329"/>
                    <a:pt x="570" y="358"/>
                    <a:pt x="577" y="386"/>
                  </a:cubicBezTo>
                  <a:cubicBezTo>
                    <a:pt x="584" y="414"/>
                    <a:pt x="596" y="441"/>
                    <a:pt x="611" y="465"/>
                  </a:cubicBezTo>
                  <a:cubicBezTo>
                    <a:pt x="626" y="489"/>
                    <a:pt x="645" y="511"/>
                    <a:pt x="668" y="529"/>
                  </a:cubicBezTo>
                  <a:cubicBezTo>
                    <a:pt x="691" y="548"/>
                    <a:pt x="718" y="562"/>
                    <a:pt x="749" y="573"/>
                  </a:cubicBezTo>
                  <a:cubicBezTo>
                    <a:pt x="780" y="583"/>
                    <a:pt x="815" y="588"/>
                    <a:pt x="854" y="589"/>
                  </a:cubicBezTo>
                  <a:cubicBezTo>
                    <a:pt x="893" y="588"/>
                    <a:pt x="929" y="583"/>
                    <a:pt x="959" y="572"/>
                  </a:cubicBezTo>
                  <a:cubicBezTo>
                    <a:pt x="990" y="562"/>
                    <a:pt x="1017" y="547"/>
                    <a:pt x="1040" y="528"/>
                  </a:cubicBezTo>
                  <a:cubicBezTo>
                    <a:pt x="1063" y="510"/>
                    <a:pt x="1081" y="488"/>
                    <a:pt x="1096" y="463"/>
                  </a:cubicBezTo>
                  <a:cubicBezTo>
                    <a:pt x="1111" y="439"/>
                    <a:pt x="1122" y="413"/>
                    <a:pt x="1130" y="385"/>
                  </a:cubicBezTo>
                  <a:cubicBezTo>
                    <a:pt x="1137" y="357"/>
                    <a:pt x="1141" y="328"/>
                    <a:pt x="1141" y="299"/>
                  </a:cubicBezTo>
                  <a:cubicBezTo>
                    <a:pt x="1142" y="269"/>
                    <a:pt x="1138" y="240"/>
                    <a:pt x="1131" y="212"/>
                  </a:cubicBezTo>
                  <a:cubicBezTo>
                    <a:pt x="1123" y="184"/>
                    <a:pt x="1112" y="157"/>
                    <a:pt x="1097" y="132"/>
                  </a:cubicBezTo>
                  <a:cubicBezTo>
                    <a:pt x="1081" y="107"/>
                    <a:pt x="1062" y="85"/>
                    <a:pt x="1039" y="66"/>
                  </a:cubicBezTo>
                  <a:cubicBezTo>
                    <a:pt x="1016" y="47"/>
                    <a:pt x="989" y="32"/>
                    <a:pt x="958" y="21"/>
                  </a:cubicBezTo>
                  <a:cubicBezTo>
                    <a:pt x="927" y="10"/>
                    <a:pt x="893" y="5"/>
                    <a:pt x="854" y="4"/>
                  </a:cubicBezTo>
                  <a:close/>
                  <a:moveTo>
                    <a:pt x="854" y="100"/>
                  </a:moveTo>
                  <a:cubicBezTo>
                    <a:pt x="881" y="101"/>
                    <a:pt x="904" y="104"/>
                    <a:pt x="924" y="112"/>
                  </a:cubicBezTo>
                  <a:cubicBezTo>
                    <a:pt x="944" y="120"/>
                    <a:pt x="962" y="130"/>
                    <a:pt x="976" y="144"/>
                  </a:cubicBezTo>
                  <a:cubicBezTo>
                    <a:pt x="991" y="157"/>
                    <a:pt x="1002" y="172"/>
                    <a:pt x="1012" y="189"/>
                  </a:cubicBezTo>
                  <a:cubicBezTo>
                    <a:pt x="1021" y="206"/>
                    <a:pt x="1027" y="224"/>
                    <a:pt x="1032" y="243"/>
                  </a:cubicBezTo>
                  <a:cubicBezTo>
                    <a:pt x="1036" y="262"/>
                    <a:pt x="1038" y="281"/>
                    <a:pt x="1037" y="300"/>
                  </a:cubicBezTo>
                  <a:cubicBezTo>
                    <a:pt x="1037" y="319"/>
                    <a:pt x="1035" y="337"/>
                    <a:pt x="1030" y="356"/>
                  </a:cubicBezTo>
                  <a:cubicBezTo>
                    <a:pt x="1026" y="374"/>
                    <a:pt x="1019" y="391"/>
                    <a:pt x="1010" y="408"/>
                  </a:cubicBezTo>
                  <a:cubicBezTo>
                    <a:pt x="1001" y="424"/>
                    <a:pt x="989" y="438"/>
                    <a:pt x="975" y="451"/>
                  </a:cubicBezTo>
                  <a:cubicBezTo>
                    <a:pt x="961" y="464"/>
                    <a:pt x="944" y="473"/>
                    <a:pt x="924" y="481"/>
                  </a:cubicBezTo>
                  <a:cubicBezTo>
                    <a:pt x="904" y="488"/>
                    <a:pt x="881" y="492"/>
                    <a:pt x="854" y="492"/>
                  </a:cubicBezTo>
                  <a:cubicBezTo>
                    <a:pt x="828" y="492"/>
                    <a:pt x="804" y="488"/>
                    <a:pt x="784" y="481"/>
                  </a:cubicBezTo>
                  <a:cubicBezTo>
                    <a:pt x="764" y="474"/>
                    <a:pt x="747" y="464"/>
                    <a:pt x="733" y="451"/>
                  </a:cubicBezTo>
                  <a:cubicBezTo>
                    <a:pt x="719" y="439"/>
                    <a:pt x="707" y="424"/>
                    <a:pt x="698" y="408"/>
                  </a:cubicBezTo>
                  <a:cubicBezTo>
                    <a:pt x="689" y="392"/>
                    <a:pt x="682" y="375"/>
                    <a:pt x="677" y="356"/>
                  </a:cubicBezTo>
                  <a:cubicBezTo>
                    <a:pt x="673" y="338"/>
                    <a:pt x="670" y="320"/>
                    <a:pt x="670" y="301"/>
                  </a:cubicBezTo>
                  <a:cubicBezTo>
                    <a:pt x="670" y="282"/>
                    <a:pt x="671" y="263"/>
                    <a:pt x="676" y="244"/>
                  </a:cubicBezTo>
                  <a:cubicBezTo>
                    <a:pt x="680" y="225"/>
                    <a:pt x="686" y="207"/>
                    <a:pt x="696" y="190"/>
                  </a:cubicBezTo>
                  <a:cubicBezTo>
                    <a:pt x="705" y="173"/>
                    <a:pt x="717" y="157"/>
                    <a:pt x="732" y="144"/>
                  </a:cubicBezTo>
                  <a:cubicBezTo>
                    <a:pt x="746" y="131"/>
                    <a:pt x="764" y="120"/>
                    <a:pt x="784" y="112"/>
                  </a:cubicBezTo>
                  <a:cubicBezTo>
                    <a:pt x="804" y="105"/>
                    <a:pt x="828" y="101"/>
                    <a:pt x="854" y="100"/>
                  </a:cubicBezTo>
                  <a:close/>
                  <a:moveTo>
                    <a:pt x="1606" y="16"/>
                  </a:moveTo>
                  <a:lnTo>
                    <a:pt x="1606" y="337"/>
                  </a:lnTo>
                  <a:cubicBezTo>
                    <a:pt x="1606" y="369"/>
                    <a:pt x="1600" y="397"/>
                    <a:pt x="1589" y="420"/>
                  </a:cubicBezTo>
                  <a:cubicBezTo>
                    <a:pt x="1579" y="443"/>
                    <a:pt x="1563" y="461"/>
                    <a:pt x="1543" y="473"/>
                  </a:cubicBezTo>
                  <a:cubicBezTo>
                    <a:pt x="1523" y="485"/>
                    <a:pt x="1498" y="492"/>
                    <a:pt x="1469" y="492"/>
                  </a:cubicBezTo>
                  <a:cubicBezTo>
                    <a:pt x="1440" y="492"/>
                    <a:pt x="1414" y="486"/>
                    <a:pt x="1392" y="474"/>
                  </a:cubicBezTo>
                  <a:cubicBezTo>
                    <a:pt x="1371" y="462"/>
                    <a:pt x="1354" y="445"/>
                    <a:pt x="1342" y="422"/>
                  </a:cubicBezTo>
                  <a:cubicBezTo>
                    <a:pt x="1330" y="399"/>
                    <a:pt x="1324" y="371"/>
                    <a:pt x="1324" y="337"/>
                  </a:cubicBezTo>
                  <a:lnTo>
                    <a:pt x="1324" y="16"/>
                  </a:lnTo>
                  <a:lnTo>
                    <a:pt x="1219" y="16"/>
                  </a:lnTo>
                  <a:lnTo>
                    <a:pt x="1219" y="337"/>
                  </a:lnTo>
                  <a:cubicBezTo>
                    <a:pt x="1219" y="371"/>
                    <a:pt x="1223" y="401"/>
                    <a:pt x="1232" y="428"/>
                  </a:cubicBezTo>
                  <a:cubicBezTo>
                    <a:pt x="1241" y="455"/>
                    <a:pt x="1253" y="478"/>
                    <a:pt x="1268" y="498"/>
                  </a:cubicBezTo>
                  <a:cubicBezTo>
                    <a:pt x="1283" y="518"/>
                    <a:pt x="1301" y="535"/>
                    <a:pt x="1322" y="548"/>
                  </a:cubicBezTo>
                  <a:cubicBezTo>
                    <a:pt x="1343" y="562"/>
                    <a:pt x="1366" y="571"/>
                    <a:pt x="1390" y="578"/>
                  </a:cubicBezTo>
                  <a:cubicBezTo>
                    <a:pt x="1415" y="584"/>
                    <a:pt x="1441" y="588"/>
                    <a:pt x="1468" y="588"/>
                  </a:cubicBezTo>
                  <a:cubicBezTo>
                    <a:pt x="1503" y="588"/>
                    <a:pt x="1536" y="582"/>
                    <a:pt x="1565" y="572"/>
                  </a:cubicBezTo>
                  <a:cubicBezTo>
                    <a:pt x="1595" y="561"/>
                    <a:pt x="1620" y="546"/>
                    <a:pt x="1642" y="525"/>
                  </a:cubicBezTo>
                  <a:cubicBezTo>
                    <a:pt x="1664" y="504"/>
                    <a:pt x="1680" y="478"/>
                    <a:pt x="1692" y="446"/>
                  </a:cubicBezTo>
                  <a:cubicBezTo>
                    <a:pt x="1704" y="415"/>
                    <a:pt x="1710" y="379"/>
                    <a:pt x="1710" y="337"/>
                  </a:cubicBezTo>
                  <a:lnTo>
                    <a:pt x="1710" y="16"/>
                  </a:lnTo>
                  <a:lnTo>
                    <a:pt x="1606" y="16"/>
                  </a:lnTo>
                  <a:close/>
                  <a:moveTo>
                    <a:pt x="2311" y="569"/>
                  </a:moveTo>
                  <a:lnTo>
                    <a:pt x="2141" y="377"/>
                  </a:lnTo>
                  <a:cubicBezTo>
                    <a:pt x="2167" y="372"/>
                    <a:pt x="2190" y="363"/>
                    <a:pt x="2208" y="351"/>
                  </a:cubicBezTo>
                  <a:cubicBezTo>
                    <a:pt x="2226" y="340"/>
                    <a:pt x="2241" y="326"/>
                    <a:pt x="2252" y="310"/>
                  </a:cubicBezTo>
                  <a:cubicBezTo>
                    <a:pt x="2263" y="294"/>
                    <a:pt x="2271" y="277"/>
                    <a:pt x="2275" y="258"/>
                  </a:cubicBezTo>
                  <a:cubicBezTo>
                    <a:pt x="2280" y="239"/>
                    <a:pt x="2283" y="220"/>
                    <a:pt x="2283" y="201"/>
                  </a:cubicBezTo>
                  <a:cubicBezTo>
                    <a:pt x="2283" y="176"/>
                    <a:pt x="2278" y="153"/>
                    <a:pt x="2270" y="131"/>
                  </a:cubicBezTo>
                  <a:cubicBezTo>
                    <a:pt x="2261" y="109"/>
                    <a:pt x="2248" y="89"/>
                    <a:pt x="2231" y="72"/>
                  </a:cubicBezTo>
                  <a:cubicBezTo>
                    <a:pt x="2214" y="54"/>
                    <a:pt x="2193" y="41"/>
                    <a:pt x="2168" y="31"/>
                  </a:cubicBezTo>
                  <a:cubicBezTo>
                    <a:pt x="2143" y="20"/>
                    <a:pt x="2114" y="15"/>
                    <a:pt x="2081" y="15"/>
                  </a:cubicBezTo>
                  <a:cubicBezTo>
                    <a:pt x="2037" y="15"/>
                    <a:pt x="1992" y="15"/>
                    <a:pt x="1948" y="15"/>
                  </a:cubicBezTo>
                  <a:cubicBezTo>
                    <a:pt x="1903" y="15"/>
                    <a:pt x="1859" y="15"/>
                    <a:pt x="1814" y="15"/>
                  </a:cubicBezTo>
                  <a:lnTo>
                    <a:pt x="1814" y="576"/>
                  </a:lnTo>
                  <a:lnTo>
                    <a:pt x="1920" y="576"/>
                  </a:lnTo>
                  <a:lnTo>
                    <a:pt x="1920" y="389"/>
                  </a:lnTo>
                  <a:lnTo>
                    <a:pt x="2022" y="389"/>
                  </a:lnTo>
                  <a:lnTo>
                    <a:pt x="2185" y="576"/>
                  </a:lnTo>
                  <a:lnTo>
                    <a:pt x="2311" y="576"/>
                  </a:lnTo>
                  <a:lnTo>
                    <a:pt x="2311" y="569"/>
                  </a:lnTo>
                  <a:close/>
                  <a:moveTo>
                    <a:pt x="2081" y="113"/>
                  </a:moveTo>
                  <a:cubicBezTo>
                    <a:pt x="2097" y="113"/>
                    <a:pt x="2112" y="116"/>
                    <a:pt x="2124" y="121"/>
                  </a:cubicBezTo>
                  <a:cubicBezTo>
                    <a:pt x="2136" y="126"/>
                    <a:pt x="2146" y="133"/>
                    <a:pt x="2154" y="141"/>
                  </a:cubicBezTo>
                  <a:cubicBezTo>
                    <a:pt x="2162" y="150"/>
                    <a:pt x="2167" y="160"/>
                    <a:pt x="2171" y="170"/>
                  </a:cubicBezTo>
                  <a:cubicBezTo>
                    <a:pt x="2175" y="181"/>
                    <a:pt x="2177" y="192"/>
                    <a:pt x="2177" y="203"/>
                  </a:cubicBezTo>
                  <a:cubicBezTo>
                    <a:pt x="2177" y="215"/>
                    <a:pt x="2175" y="226"/>
                    <a:pt x="2171" y="236"/>
                  </a:cubicBezTo>
                  <a:cubicBezTo>
                    <a:pt x="2168" y="247"/>
                    <a:pt x="2162" y="257"/>
                    <a:pt x="2154" y="265"/>
                  </a:cubicBezTo>
                  <a:cubicBezTo>
                    <a:pt x="2146" y="274"/>
                    <a:pt x="2136" y="280"/>
                    <a:pt x="2124" y="286"/>
                  </a:cubicBezTo>
                  <a:cubicBezTo>
                    <a:pt x="2112" y="291"/>
                    <a:pt x="2098" y="293"/>
                    <a:pt x="2081" y="293"/>
                  </a:cubicBezTo>
                  <a:lnTo>
                    <a:pt x="1920" y="293"/>
                  </a:lnTo>
                  <a:lnTo>
                    <a:pt x="1920" y="113"/>
                  </a:lnTo>
                  <a:lnTo>
                    <a:pt x="2081" y="113"/>
                  </a:lnTo>
                  <a:close/>
                  <a:moveTo>
                    <a:pt x="2354" y="15"/>
                  </a:moveTo>
                  <a:lnTo>
                    <a:pt x="2354" y="576"/>
                  </a:lnTo>
                  <a:lnTo>
                    <a:pt x="2748" y="576"/>
                  </a:lnTo>
                  <a:lnTo>
                    <a:pt x="2748" y="478"/>
                  </a:lnTo>
                  <a:lnTo>
                    <a:pt x="2459" y="478"/>
                  </a:lnTo>
                  <a:lnTo>
                    <a:pt x="2459" y="15"/>
                  </a:lnTo>
                  <a:lnTo>
                    <a:pt x="2354" y="15"/>
                  </a:lnTo>
                  <a:close/>
                  <a:moveTo>
                    <a:pt x="3068" y="4"/>
                  </a:moveTo>
                  <a:cubicBezTo>
                    <a:pt x="3030" y="5"/>
                    <a:pt x="2995" y="10"/>
                    <a:pt x="2964" y="21"/>
                  </a:cubicBezTo>
                  <a:cubicBezTo>
                    <a:pt x="2933" y="32"/>
                    <a:pt x="2906" y="47"/>
                    <a:pt x="2883" y="66"/>
                  </a:cubicBezTo>
                  <a:cubicBezTo>
                    <a:pt x="2860" y="85"/>
                    <a:pt x="2841" y="107"/>
                    <a:pt x="2826" y="132"/>
                  </a:cubicBezTo>
                  <a:cubicBezTo>
                    <a:pt x="2811" y="157"/>
                    <a:pt x="2799" y="184"/>
                    <a:pt x="2792" y="212"/>
                  </a:cubicBezTo>
                  <a:cubicBezTo>
                    <a:pt x="2784" y="241"/>
                    <a:pt x="2780" y="270"/>
                    <a:pt x="2780" y="300"/>
                  </a:cubicBezTo>
                  <a:cubicBezTo>
                    <a:pt x="2780" y="329"/>
                    <a:pt x="2784" y="358"/>
                    <a:pt x="2791" y="386"/>
                  </a:cubicBezTo>
                  <a:cubicBezTo>
                    <a:pt x="2799" y="414"/>
                    <a:pt x="2810" y="441"/>
                    <a:pt x="2825" y="465"/>
                  </a:cubicBezTo>
                  <a:cubicBezTo>
                    <a:pt x="2840" y="489"/>
                    <a:pt x="2859" y="511"/>
                    <a:pt x="2882" y="529"/>
                  </a:cubicBezTo>
                  <a:cubicBezTo>
                    <a:pt x="2905" y="548"/>
                    <a:pt x="2932" y="562"/>
                    <a:pt x="2963" y="573"/>
                  </a:cubicBezTo>
                  <a:cubicBezTo>
                    <a:pt x="2994" y="583"/>
                    <a:pt x="3029" y="588"/>
                    <a:pt x="3068" y="589"/>
                  </a:cubicBezTo>
                  <a:cubicBezTo>
                    <a:pt x="3108" y="588"/>
                    <a:pt x="3143" y="583"/>
                    <a:pt x="3174" y="572"/>
                  </a:cubicBezTo>
                  <a:cubicBezTo>
                    <a:pt x="3205" y="562"/>
                    <a:pt x="3231" y="547"/>
                    <a:pt x="3254" y="528"/>
                  </a:cubicBezTo>
                  <a:cubicBezTo>
                    <a:pt x="3277" y="510"/>
                    <a:pt x="3296" y="488"/>
                    <a:pt x="3311" y="463"/>
                  </a:cubicBezTo>
                  <a:cubicBezTo>
                    <a:pt x="3326" y="439"/>
                    <a:pt x="3337" y="413"/>
                    <a:pt x="3344" y="385"/>
                  </a:cubicBezTo>
                  <a:cubicBezTo>
                    <a:pt x="3352" y="357"/>
                    <a:pt x="3355" y="328"/>
                    <a:pt x="3356" y="299"/>
                  </a:cubicBezTo>
                  <a:cubicBezTo>
                    <a:pt x="3356" y="269"/>
                    <a:pt x="3353" y="240"/>
                    <a:pt x="3345" y="212"/>
                  </a:cubicBezTo>
                  <a:cubicBezTo>
                    <a:pt x="3337" y="184"/>
                    <a:pt x="3326" y="157"/>
                    <a:pt x="3311" y="132"/>
                  </a:cubicBezTo>
                  <a:cubicBezTo>
                    <a:pt x="3296" y="107"/>
                    <a:pt x="3276" y="85"/>
                    <a:pt x="3253" y="66"/>
                  </a:cubicBezTo>
                  <a:cubicBezTo>
                    <a:pt x="3230" y="47"/>
                    <a:pt x="3203" y="32"/>
                    <a:pt x="3173" y="21"/>
                  </a:cubicBezTo>
                  <a:cubicBezTo>
                    <a:pt x="3142" y="10"/>
                    <a:pt x="3107" y="5"/>
                    <a:pt x="3068" y="4"/>
                  </a:cubicBezTo>
                  <a:close/>
                  <a:moveTo>
                    <a:pt x="3068" y="100"/>
                  </a:moveTo>
                  <a:cubicBezTo>
                    <a:pt x="3095" y="101"/>
                    <a:pt x="3118" y="104"/>
                    <a:pt x="3138" y="112"/>
                  </a:cubicBezTo>
                  <a:cubicBezTo>
                    <a:pt x="3159" y="120"/>
                    <a:pt x="3176" y="130"/>
                    <a:pt x="3190" y="144"/>
                  </a:cubicBezTo>
                  <a:cubicBezTo>
                    <a:pt x="3205" y="157"/>
                    <a:pt x="3217" y="172"/>
                    <a:pt x="3226" y="189"/>
                  </a:cubicBezTo>
                  <a:cubicBezTo>
                    <a:pt x="3235" y="206"/>
                    <a:pt x="3242" y="224"/>
                    <a:pt x="3246" y="243"/>
                  </a:cubicBezTo>
                  <a:cubicBezTo>
                    <a:pt x="3250" y="262"/>
                    <a:pt x="3252" y="281"/>
                    <a:pt x="3252" y="300"/>
                  </a:cubicBezTo>
                  <a:cubicBezTo>
                    <a:pt x="3251" y="319"/>
                    <a:pt x="3249" y="337"/>
                    <a:pt x="3245" y="356"/>
                  </a:cubicBezTo>
                  <a:cubicBezTo>
                    <a:pt x="3240" y="374"/>
                    <a:pt x="3234" y="391"/>
                    <a:pt x="3225" y="408"/>
                  </a:cubicBezTo>
                  <a:cubicBezTo>
                    <a:pt x="3216" y="424"/>
                    <a:pt x="3204" y="438"/>
                    <a:pt x="3190" y="451"/>
                  </a:cubicBezTo>
                  <a:cubicBezTo>
                    <a:pt x="3175" y="464"/>
                    <a:pt x="3158" y="473"/>
                    <a:pt x="3138" y="481"/>
                  </a:cubicBezTo>
                  <a:cubicBezTo>
                    <a:pt x="3118" y="488"/>
                    <a:pt x="3095" y="492"/>
                    <a:pt x="3068" y="492"/>
                  </a:cubicBezTo>
                  <a:cubicBezTo>
                    <a:pt x="3042" y="492"/>
                    <a:pt x="3019" y="488"/>
                    <a:pt x="2999" y="481"/>
                  </a:cubicBezTo>
                  <a:cubicBezTo>
                    <a:pt x="2979" y="474"/>
                    <a:pt x="2962" y="464"/>
                    <a:pt x="2947" y="451"/>
                  </a:cubicBezTo>
                  <a:cubicBezTo>
                    <a:pt x="2933" y="439"/>
                    <a:pt x="2921" y="424"/>
                    <a:pt x="2912" y="408"/>
                  </a:cubicBezTo>
                  <a:cubicBezTo>
                    <a:pt x="2903" y="392"/>
                    <a:pt x="2896" y="375"/>
                    <a:pt x="2892" y="356"/>
                  </a:cubicBezTo>
                  <a:cubicBezTo>
                    <a:pt x="2887" y="338"/>
                    <a:pt x="2885" y="320"/>
                    <a:pt x="2884" y="301"/>
                  </a:cubicBezTo>
                  <a:cubicBezTo>
                    <a:pt x="2884" y="282"/>
                    <a:pt x="2886" y="263"/>
                    <a:pt x="2890" y="244"/>
                  </a:cubicBezTo>
                  <a:cubicBezTo>
                    <a:pt x="2894" y="225"/>
                    <a:pt x="2901" y="207"/>
                    <a:pt x="2910" y="190"/>
                  </a:cubicBezTo>
                  <a:cubicBezTo>
                    <a:pt x="2919" y="173"/>
                    <a:pt x="2931" y="157"/>
                    <a:pt x="2946" y="144"/>
                  </a:cubicBezTo>
                  <a:cubicBezTo>
                    <a:pt x="2961" y="131"/>
                    <a:pt x="2978" y="120"/>
                    <a:pt x="2998" y="112"/>
                  </a:cubicBezTo>
                  <a:cubicBezTo>
                    <a:pt x="3019" y="105"/>
                    <a:pt x="3042" y="101"/>
                    <a:pt x="3068" y="100"/>
                  </a:cubicBezTo>
                  <a:close/>
                  <a:moveTo>
                    <a:pt x="3915" y="85"/>
                  </a:moveTo>
                  <a:cubicBezTo>
                    <a:pt x="3896" y="66"/>
                    <a:pt x="3875" y="50"/>
                    <a:pt x="3852" y="38"/>
                  </a:cubicBezTo>
                  <a:cubicBezTo>
                    <a:pt x="3830" y="25"/>
                    <a:pt x="3806" y="16"/>
                    <a:pt x="3782" y="9"/>
                  </a:cubicBezTo>
                  <a:cubicBezTo>
                    <a:pt x="3757" y="3"/>
                    <a:pt x="3732" y="0"/>
                    <a:pt x="3707" y="0"/>
                  </a:cubicBezTo>
                  <a:cubicBezTo>
                    <a:pt x="3668" y="0"/>
                    <a:pt x="3632" y="5"/>
                    <a:pt x="3600" y="16"/>
                  </a:cubicBezTo>
                  <a:cubicBezTo>
                    <a:pt x="3569" y="27"/>
                    <a:pt x="3541" y="42"/>
                    <a:pt x="3517" y="61"/>
                  </a:cubicBezTo>
                  <a:cubicBezTo>
                    <a:pt x="3494" y="80"/>
                    <a:pt x="3474" y="103"/>
                    <a:pt x="3458" y="128"/>
                  </a:cubicBezTo>
                  <a:cubicBezTo>
                    <a:pt x="3442" y="154"/>
                    <a:pt x="3431" y="181"/>
                    <a:pt x="3423" y="211"/>
                  </a:cubicBezTo>
                  <a:cubicBezTo>
                    <a:pt x="3415" y="240"/>
                    <a:pt x="3411" y="271"/>
                    <a:pt x="3411" y="303"/>
                  </a:cubicBezTo>
                  <a:cubicBezTo>
                    <a:pt x="3411" y="332"/>
                    <a:pt x="3414" y="361"/>
                    <a:pt x="3422" y="389"/>
                  </a:cubicBezTo>
                  <a:cubicBezTo>
                    <a:pt x="3429" y="417"/>
                    <a:pt x="3440" y="443"/>
                    <a:pt x="3455" y="467"/>
                  </a:cubicBezTo>
                  <a:cubicBezTo>
                    <a:pt x="3470" y="491"/>
                    <a:pt x="3489" y="512"/>
                    <a:pt x="3512" y="530"/>
                  </a:cubicBezTo>
                  <a:cubicBezTo>
                    <a:pt x="3535" y="549"/>
                    <a:pt x="3563" y="563"/>
                    <a:pt x="3595" y="573"/>
                  </a:cubicBezTo>
                  <a:cubicBezTo>
                    <a:pt x="3628" y="583"/>
                    <a:pt x="3665" y="588"/>
                    <a:pt x="3707" y="589"/>
                  </a:cubicBezTo>
                  <a:cubicBezTo>
                    <a:pt x="3740" y="588"/>
                    <a:pt x="3770" y="584"/>
                    <a:pt x="3796" y="576"/>
                  </a:cubicBezTo>
                  <a:cubicBezTo>
                    <a:pt x="3823" y="568"/>
                    <a:pt x="3848" y="557"/>
                    <a:pt x="3870" y="542"/>
                  </a:cubicBezTo>
                  <a:cubicBezTo>
                    <a:pt x="3892" y="527"/>
                    <a:pt x="3912" y="509"/>
                    <a:pt x="3930" y="488"/>
                  </a:cubicBezTo>
                  <a:lnTo>
                    <a:pt x="3930" y="252"/>
                  </a:lnTo>
                  <a:lnTo>
                    <a:pt x="3690" y="252"/>
                  </a:lnTo>
                  <a:lnTo>
                    <a:pt x="3690" y="346"/>
                  </a:lnTo>
                  <a:lnTo>
                    <a:pt x="3834" y="346"/>
                  </a:lnTo>
                  <a:lnTo>
                    <a:pt x="3834" y="445"/>
                  </a:lnTo>
                  <a:cubicBezTo>
                    <a:pt x="3819" y="457"/>
                    <a:pt x="3805" y="466"/>
                    <a:pt x="3791" y="473"/>
                  </a:cubicBezTo>
                  <a:cubicBezTo>
                    <a:pt x="3777" y="479"/>
                    <a:pt x="3763" y="484"/>
                    <a:pt x="3750" y="486"/>
                  </a:cubicBezTo>
                  <a:cubicBezTo>
                    <a:pt x="3736" y="489"/>
                    <a:pt x="3722" y="490"/>
                    <a:pt x="3707" y="490"/>
                  </a:cubicBezTo>
                  <a:cubicBezTo>
                    <a:pt x="3679" y="490"/>
                    <a:pt x="3655" y="486"/>
                    <a:pt x="3634" y="479"/>
                  </a:cubicBezTo>
                  <a:cubicBezTo>
                    <a:pt x="3612" y="473"/>
                    <a:pt x="3594" y="463"/>
                    <a:pt x="3579" y="451"/>
                  </a:cubicBezTo>
                  <a:cubicBezTo>
                    <a:pt x="3564" y="439"/>
                    <a:pt x="3552" y="424"/>
                    <a:pt x="3542" y="409"/>
                  </a:cubicBezTo>
                  <a:cubicBezTo>
                    <a:pt x="3532" y="393"/>
                    <a:pt x="3525" y="376"/>
                    <a:pt x="3521" y="358"/>
                  </a:cubicBezTo>
                  <a:cubicBezTo>
                    <a:pt x="3516" y="340"/>
                    <a:pt x="3514" y="321"/>
                    <a:pt x="3514" y="303"/>
                  </a:cubicBezTo>
                  <a:cubicBezTo>
                    <a:pt x="3514" y="274"/>
                    <a:pt x="3519" y="247"/>
                    <a:pt x="3527" y="222"/>
                  </a:cubicBezTo>
                  <a:cubicBezTo>
                    <a:pt x="3536" y="197"/>
                    <a:pt x="3549" y="175"/>
                    <a:pt x="3566" y="156"/>
                  </a:cubicBezTo>
                  <a:cubicBezTo>
                    <a:pt x="3582" y="138"/>
                    <a:pt x="3602" y="123"/>
                    <a:pt x="3626" y="112"/>
                  </a:cubicBezTo>
                  <a:cubicBezTo>
                    <a:pt x="3650" y="102"/>
                    <a:pt x="3677" y="97"/>
                    <a:pt x="3707" y="96"/>
                  </a:cubicBezTo>
                  <a:cubicBezTo>
                    <a:pt x="3723" y="96"/>
                    <a:pt x="3740" y="99"/>
                    <a:pt x="3757" y="103"/>
                  </a:cubicBezTo>
                  <a:cubicBezTo>
                    <a:pt x="3774" y="107"/>
                    <a:pt x="3791" y="114"/>
                    <a:pt x="3807" y="122"/>
                  </a:cubicBezTo>
                  <a:cubicBezTo>
                    <a:pt x="3823" y="130"/>
                    <a:pt x="3837" y="140"/>
                    <a:pt x="3850" y="152"/>
                  </a:cubicBezTo>
                  <a:lnTo>
                    <a:pt x="3915" y="85"/>
                  </a:lnTo>
                  <a:close/>
                  <a:moveTo>
                    <a:pt x="4280" y="4"/>
                  </a:moveTo>
                  <a:cubicBezTo>
                    <a:pt x="4241" y="5"/>
                    <a:pt x="4207" y="10"/>
                    <a:pt x="4176" y="21"/>
                  </a:cubicBezTo>
                  <a:cubicBezTo>
                    <a:pt x="4145" y="32"/>
                    <a:pt x="4118" y="47"/>
                    <a:pt x="4095" y="66"/>
                  </a:cubicBezTo>
                  <a:cubicBezTo>
                    <a:pt x="4072" y="85"/>
                    <a:pt x="4053" y="107"/>
                    <a:pt x="4038" y="132"/>
                  </a:cubicBezTo>
                  <a:cubicBezTo>
                    <a:pt x="4022" y="157"/>
                    <a:pt x="4011" y="184"/>
                    <a:pt x="4003" y="212"/>
                  </a:cubicBezTo>
                  <a:cubicBezTo>
                    <a:pt x="3996" y="241"/>
                    <a:pt x="3992" y="270"/>
                    <a:pt x="3992" y="300"/>
                  </a:cubicBezTo>
                  <a:cubicBezTo>
                    <a:pt x="3992" y="329"/>
                    <a:pt x="3996" y="358"/>
                    <a:pt x="4003" y="386"/>
                  </a:cubicBezTo>
                  <a:cubicBezTo>
                    <a:pt x="4010" y="414"/>
                    <a:pt x="4022" y="441"/>
                    <a:pt x="4037" y="465"/>
                  </a:cubicBezTo>
                  <a:cubicBezTo>
                    <a:pt x="4052" y="489"/>
                    <a:pt x="4071" y="511"/>
                    <a:pt x="4094" y="529"/>
                  </a:cubicBezTo>
                  <a:cubicBezTo>
                    <a:pt x="4117" y="548"/>
                    <a:pt x="4143" y="562"/>
                    <a:pt x="4175" y="573"/>
                  </a:cubicBezTo>
                  <a:cubicBezTo>
                    <a:pt x="4206" y="583"/>
                    <a:pt x="4241" y="588"/>
                    <a:pt x="4280" y="589"/>
                  </a:cubicBezTo>
                  <a:cubicBezTo>
                    <a:pt x="4319" y="588"/>
                    <a:pt x="4354" y="583"/>
                    <a:pt x="4385" y="572"/>
                  </a:cubicBezTo>
                  <a:cubicBezTo>
                    <a:pt x="4416" y="562"/>
                    <a:pt x="4443" y="547"/>
                    <a:pt x="4466" y="528"/>
                  </a:cubicBezTo>
                  <a:cubicBezTo>
                    <a:pt x="4489" y="510"/>
                    <a:pt x="4507" y="488"/>
                    <a:pt x="4522" y="463"/>
                  </a:cubicBezTo>
                  <a:cubicBezTo>
                    <a:pt x="4537" y="439"/>
                    <a:pt x="4548" y="413"/>
                    <a:pt x="4556" y="385"/>
                  </a:cubicBezTo>
                  <a:cubicBezTo>
                    <a:pt x="4563" y="357"/>
                    <a:pt x="4567" y="328"/>
                    <a:pt x="4567" y="299"/>
                  </a:cubicBezTo>
                  <a:cubicBezTo>
                    <a:pt x="4568" y="269"/>
                    <a:pt x="4564" y="240"/>
                    <a:pt x="4557" y="212"/>
                  </a:cubicBezTo>
                  <a:cubicBezTo>
                    <a:pt x="4549" y="184"/>
                    <a:pt x="4538" y="157"/>
                    <a:pt x="4523" y="132"/>
                  </a:cubicBezTo>
                  <a:cubicBezTo>
                    <a:pt x="4507" y="107"/>
                    <a:pt x="4488" y="85"/>
                    <a:pt x="4465" y="66"/>
                  </a:cubicBezTo>
                  <a:cubicBezTo>
                    <a:pt x="4442" y="47"/>
                    <a:pt x="4415" y="32"/>
                    <a:pt x="4384" y="21"/>
                  </a:cubicBezTo>
                  <a:cubicBezTo>
                    <a:pt x="4353" y="10"/>
                    <a:pt x="4319" y="5"/>
                    <a:pt x="4280" y="4"/>
                  </a:cubicBezTo>
                  <a:close/>
                  <a:moveTo>
                    <a:pt x="4280" y="100"/>
                  </a:moveTo>
                  <a:cubicBezTo>
                    <a:pt x="4306" y="101"/>
                    <a:pt x="4330" y="104"/>
                    <a:pt x="4350" y="112"/>
                  </a:cubicBezTo>
                  <a:cubicBezTo>
                    <a:pt x="4370" y="120"/>
                    <a:pt x="4388" y="130"/>
                    <a:pt x="4402" y="144"/>
                  </a:cubicBezTo>
                  <a:cubicBezTo>
                    <a:pt x="4417" y="157"/>
                    <a:pt x="4428" y="172"/>
                    <a:pt x="4438" y="189"/>
                  </a:cubicBezTo>
                  <a:cubicBezTo>
                    <a:pt x="4447" y="206"/>
                    <a:pt x="4453" y="224"/>
                    <a:pt x="4458" y="243"/>
                  </a:cubicBezTo>
                  <a:cubicBezTo>
                    <a:pt x="4462" y="262"/>
                    <a:pt x="4464" y="281"/>
                    <a:pt x="4463" y="300"/>
                  </a:cubicBezTo>
                  <a:cubicBezTo>
                    <a:pt x="4463" y="319"/>
                    <a:pt x="4461" y="337"/>
                    <a:pt x="4456" y="356"/>
                  </a:cubicBezTo>
                  <a:cubicBezTo>
                    <a:pt x="4452" y="374"/>
                    <a:pt x="4445" y="391"/>
                    <a:pt x="4436" y="408"/>
                  </a:cubicBezTo>
                  <a:cubicBezTo>
                    <a:pt x="4427" y="424"/>
                    <a:pt x="4415" y="438"/>
                    <a:pt x="4401" y="451"/>
                  </a:cubicBezTo>
                  <a:cubicBezTo>
                    <a:pt x="4387" y="464"/>
                    <a:pt x="4370" y="473"/>
                    <a:pt x="4350" y="481"/>
                  </a:cubicBezTo>
                  <a:cubicBezTo>
                    <a:pt x="4330" y="488"/>
                    <a:pt x="4306" y="492"/>
                    <a:pt x="4280" y="492"/>
                  </a:cubicBezTo>
                  <a:cubicBezTo>
                    <a:pt x="4254" y="492"/>
                    <a:pt x="4230" y="488"/>
                    <a:pt x="4210" y="481"/>
                  </a:cubicBezTo>
                  <a:cubicBezTo>
                    <a:pt x="4190" y="474"/>
                    <a:pt x="4173" y="464"/>
                    <a:pt x="4159" y="451"/>
                  </a:cubicBezTo>
                  <a:cubicBezTo>
                    <a:pt x="4145" y="439"/>
                    <a:pt x="4133" y="424"/>
                    <a:pt x="4124" y="408"/>
                  </a:cubicBezTo>
                  <a:cubicBezTo>
                    <a:pt x="4115" y="392"/>
                    <a:pt x="4108" y="375"/>
                    <a:pt x="4103" y="356"/>
                  </a:cubicBezTo>
                  <a:cubicBezTo>
                    <a:pt x="4099" y="338"/>
                    <a:pt x="4096" y="320"/>
                    <a:pt x="4096" y="301"/>
                  </a:cubicBezTo>
                  <a:cubicBezTo>
                    <a:pt x="4095" y="282"/>
                    <a:pt x="4097" y="263"/>
                    <a:pt x="4102" y="244"/>
                  </a:cubicBezTo>
                  <a:cubicBezTo>
                    <a:pt x="4106" y="225"/>
                    <a:pt x="4112" y="207"/>
                    <a:pt x="4122" y="190"/>
                  </a:cubicBezTo>
                  <a:cubicBezTo>
                    <a:pt x="4131" y="173"/>
                    <a:pt x="4143" y="157"/>
                    <a:pt x="4157" y="144"/>
                  </a:cubicBezTo>
                  <a:cubicBezTo>
                    <a:pt x="4172" y="131"/>
                    <a:pt x="4190" y="120"/>
                    <a:pt x="4210" y="112"/>
                  </a:cubicBezTo>
                  <a:cubicBezTo>
                    <a:pt x="4230" y="105"/>
                    <a:pt x="4254" y="101"/>
                    <a:pt x="4280" y="100"/>
                  </a:cubicBezTo>
                  <a:close/>
                </a:path>
              </a:pathLst>
            </a:custGeom>
            <a:solidFill>
              <a:srgbClr val="2421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sp>
        <p:nvSpPr>
          <p:cNvPr id="37" name="文本框 36"/>
          <p:cNvSpPr txBox="1"/>
          <p:nvPr/>
        </p:nvSpPr>
        <p:spPr>
          <a:xfrm>
            <a:off x="4159319" y="3014110"/>
            <a:ext cx="5036956" cy="584775"/>
          </a:xfrm>
          <a:prstGeom prst="rect">
            <a:avLst/>
          </a:prstGeom>
          <a:noFill/>
          <a:effectLst/>
        </p:spPr>
        <p:txBody>
          <a:bodyPr wrap="none" rtlCol="0">
            <a:spAutoFit/>
          </a:bodyPr>
          <a:lstStyle/>
          <a:p>
            <a:r>
              <a:rPr lang="en-US" altLang="zh-CN" sz="3200" dirty="0">
                <a:solidFill>
                  <a:srgbClr val="17406D"/>
                </a:solidFill>
                <a:latin typeface="微软雅黑" panose="020B0503020204020204" pitchFamily="34" charset="-122"/>
                <a:ea typeface="微软雅黑" panose="020B0503020204020204" pitchFamily="34" charset="-122"/>
              </a:rPr>
              <a:t>BUSINESS POWERPOINT</a:t>
            </a:r>
            <a:endParaRPr lang="zh-CN" altLang="en-US" sz="3200" dirty="0">
              <a:solidFill>
                <a:srgbClr val="17406D"/>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4137931" y="3462758"/>
            <a:ext cx="6955750" cy="830997"/>
          </a:xfrm>
          <a:prstGeom prst="rect">
            <a:avLst/>
          </a:prstGeom>
          <a:noFill/>
        </p:spPr>
        <p:txBody>
          <a:bodyPr wrap="none" rtlCol="0">
            <a:spAutoFit/>
          </a:bodyPr>
          <a:lstStyle>
            <a:defPPr>
              <a:defRPr lang="zh-CN"/>
            </a:defPPr>
            <a:lvl1pPr algn="ctr">
              <a:defRPr sz="6600" b="1">
                <a:ln w="12700">
                  <a:noFill/>
                </a:ln>
                <a:gradFill>
                  <a:gsLst>
                    <a:gs pos="50000">
                      <a:srgbClr val="005674"/>
                    </a:gs>
                    <a:gs pos="70000">
                      <a:srgbClr val="00B0F0"/>
                    </a:gs>
                    <a:gs pos="49000">
                      <a:srgbClr val="0070C0"/>
                    </a:gs>
                    <a:gs pos="30000">
                      <a:srgbClr val="00B0F0"/>
                    </a:gs>
                  </a:gsLst>
                  <a:lin ang="5400000" scaled="1"/>
                </a:gradFill>
                <a:effectLst>
                  <a:outerShdw blurRad="254000" dist="152400" dir="2700000" algn="tl" rotWithShape="0">
                    <a:prstClr val="black"/>
                  </a:outerShdw>
                </a:effectLst>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4800" b="1" i="0" u="none" strike="noStrike" kern="0" cap="none" spc="0" normalizeH="0" baseline="0" noProof="0" dirty="0">
                <a:ln w="12700">
                  <a:noFill/>
                </a:ln>
                <a:solidFill>
                  <a:srgbClr val="17406D"/>
                </a:solidFill>
                <a:effectLst/>
                <a:uLnTx/>
                <a:uFillTx/>
                <a:latin typeface="微软雅黑" panose="020B0503020204020204" pitchFamily="34" charset="-122"/>
                <a:ea typeface="微软雅黑" panose="020B0503020204020204" pitchFamily="34" charset="-122"/>
              </a:rPr>
              <a:t>工作总结暨新年工作计划</a:t>
            </a:r>
          </a:p>
        </p:txBody>
      </p:sp>
      <p:sp>
        <p:nvSpPr>
          <p:cNvPr id="39" name="文本框 38"/>
          <p:cNvSpPr txBox="1"/>
          <p:nvPr/>
        </p:nvSpPr>
        <p:spPr>
          <a:xfrm>
            <a:off x="4137931" y="1067539"/>
            <a:ext cx="4394392" cy="2185214"/>
          </a:xfrm>
          <a:prstGeom prst="rect">
            <a:avLst/>
          </a:prstGeom>
          <a:effectLst/>
        </p:spPr>
        <p:txBody>
          <a:bodyPr wrap="square" anchor="ctr">
            <a:spAutoFit/>
          </a:bodyPr>
          <a:lstStyle>
            <a:defPPr>
              <a:defRPr lang="zh-CN"/>
            </a:defPPr>
            <a:lvl1pPr algn="ctr">
              <a:defRPr sz="9600" b="1" spc="300">
                <a:solidFill>
                  <a:schemeClr val="accent2"/>
                </a:solidFill>
                <a:effectLst>
                  <a:innerShdw blurRad="76200" dist="76200" dir="13500000">
                    <a:prstClr val="black">
                      <a:alpha val="50000"/>
                    </a:prstClr>
                  </a:innerShdw>
                </a:effectLst>
                <a:ea typeface="微软雅黑" panose="020B0503020204020204" pitchFamily="34" charset="-122"/>
              </a:defRPr>
            </a:lvl1pPr>
          </a:lstStyle>
          <a:p>
            <a:pPr algn="ctr"/>
            <a:r>
              <a:rPr lang="en-US" altLang="zh-CN" sz="9600" dirty="0">
                <a:solidFill>
                  <a:srgbClr val="C00000"/>
                </a:solidFill>
                <a:effectLst/>
                <a:latin typeface="Bernard MT Condensed" panose="02050806060905020404" pitchFamily="18" charset="0"/>
              </a:rPr>
              <a:t>2026</a:t>
            </a:r>
            <a:endParaRPr lang="zh-CN" altLang="en-US" sz="13600" dirty="0">
              <a:solidFill>
                <a:srgbClr val="C00000"/>
              </a:solidFill>
              <a:effectLst/>
              <a:latin typeface="Bernard MT Condensed" panose="02050806060905020404" pitchFamily="18" charset="0"/>
            </a:endParaRPr>
          </a:p>
        </p:txBody>
      </p:sp>
      <p:grpSp>
        <p:nvGrpSpPr>
          <p:cNvPr id="40" name="组合 39"/>
          <p:cNvGrpSpPr/>
          <p:nvPr/>
        </p:nvGrpSpPr>
        <p:grpSpPr>
          <a:xfrm>
            <a:off x="9951672" y="1040905"/>
            <a:ext cx="720000" cy="720000"/>
            <a:chOff x="10193722" y="1212058"/>
            <a:chExt cx="720000" cy="720000"/>
          </a:xfrm>
        </p:grpSpPr>
        <p:sp>
          <p:nvSpPr>
            <p:cNvPr id="41" name="椭圆 40"/>
            <p:cNvSpPr>
              <a:spLocks noChangeAspect="1"/>
            </p:cNvSpPr>
            <p:nvPr/>
          </p:nvSpPr>
          <p:spPr>
            <a:xfrm>
              <a:off x="10193722" y="1212058"/>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2" name="Freeform 5"/>
            <p:cNvSpPr>
              <a:spLocks noChangeAspect="1"/>
            </p:cNvSpPr>
            <p:nvPr/>
          </p:nvSpPr>
          <p:spPr bwMode="auto">
            <a:xfrm>
              <a:off x="10351580" y="1371195"/>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grpSp>
        <p:nvGrpSpPr>
          <p:cNvPr id="43" name="组合 42"/>
          <p:cNvGrpSpPr/>
          <p:nvPr/>
        </p:nvGrpSpPr>
        <p:grpSpPr>
          <a:xfrm>
            <a:off x="9939907" y="1804726"/>
            <a:ext cx="432000" cy="432000"/>
            <a:chOff x="10181957" y="1975879"/>
            <a:chExt cx="432000" cy="432000"/>
          </a:xfrm>
        </p:grpSpPr>
        <p:sp>
          <p:nvSpPr>
            <p:cNvPr id="44" name="椭圆 43"/>
            <p:cNvSpPr>
              <a:spLocks noChangeAspect="1"/>
            </p:cNvSpPr>
            <p:nvPr/>
          </p:nvSpPr>
          <p:spPr>
            <a:xfrm>
              <a:off x="10181957" y="1975879"/>
              <a:ext cx="432000" cy="432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5" name="Freeform 5"/>
            <p:cNvSpPr>
              <a:spLocks noChangeAspect="1"/>
            </p:cNvSpPr>
            <p:nvPr/>
          </p:nvSpPr>
          <p:spPr bwMode="auto">
            <a:xfrm>
              <a:off x="10285083" y="2079720"/>
              <a:ext cx="225748" cy="224318"/>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grpSp>
        <p:nvGrpSpPr>
          <p:cNvPr id="46" name="组合 45"/>
          <p:cNvGrpSpPr/>
          <p:nvPr/>
        </p:nvGrpSpPr>
        <p:grpSpPr>
          <a:xfrm>
            <a:off x="9165771" y="1359575"/>
            <a:ext cx="540000" cy="540000"/>
            <a:chOff x="9407821" y="1530728"/>
            <a:chExt cx="540000" cy="540000"/>
          </a:xfrm>
        </p:grpSpPr>
        <p:sp>
          <p:nvSpPr>
            <p:cNvPr id="47" name="椭圆 46"/>
            <p:cNvSpPr>
              <a:spLocks noChangeAspect="1"/>
            </p:cNvSpPr>
            <p:nvPr/>
          </p:nvSpPr>
          <p:spPr>
            <a:xfrm>
              <a:off x="9407821" y="1530728"/>
              <a:ext cx="540000" cy="54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8" name="Freeform 5"/>
            <p:cNvSpPr>
              <a:spLocks noChangeAspect="1"/>
            </p:cNvSpPr>
            <p:nvPr/>
          </p:nvSpPr>
          <p:spPr bwMode="auto">
            <a:xfrm>
              <a:off x="9537029" y="1660827"/>
              <a:ext cx="281585" cy="279803"/>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grpSp>
        <p:nvGrpSpPr>
          <p:cNvPr id="49" name="组合 48"/>
          <p:cNvGrpSpPr/>
          <p:nvPr/>
        </p:nvGrpSpPr>
        <p:grpSpPr>
          <a:xfrm>
            <a:off x="9639780" y="2458733"/>
            <a:ext cx="332871" cy="332871"/>
            <a:chOff x="9881830" y="2629886"/>
            <a:chExt cx="332871" cy="332871"/>
          </a:xfrm>
        </p:grpSpPr>
        <p:sp>
          <p:nvSpPr>
            <p:cNvPr id="50" name="椭圆 49"/>
            <p:cNvSpPr>
              <a:spLocks noChangeAspect="1"/>
            </p:cNvSpPr>
            <p:nvPr/>
          </p:nvSpPr>
          <p:spPr>
            <a:xfrm>
              <a:off x="9881830" y="2629886"/>
              <a:ext cx="332871" cy="332871"/>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1" name="Freeform 5"/>
            <p:cNvSpPr>
              <a:spLocks noChangeAspect="1"/>
            </p:cNvSpPr>
            <p:nvPr/>
          </p:nvSpPr>
          <p:spPr bwMode="auto">
            <a:xfrm>
              <a:off x="9966815" y="2715386"/>
              <a:ext cx="162901" cy="161870"/>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52" name="Freeform 9"/>
          <p:cNvSpPr>
            <a:spLocks/>
          </p:cNvSpPr>
          <p:nvPr/>
        </p:nvSpPr>
        <p:spPr bwMode="auto">
          <a:xfrm>
            <a:off x="2898697" y="1436426"/>
            <a:ext cx="1004888" cy="998538"/>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53" name="Freeform 10"/>
          <p:cNvSpPr>
            <a:spLocks/>
          </p:cNvSpPr>
          <p:nvPr/>
        </p:nvSpPr>
        <p:spPr bwMode="auto">
          <a:xfrm>
            <a:off x="1403272" y="1436426"/>
            <a:ext cx="2500313" cy="3462338"/>
          </a:xfrm>
          <a:custGeom>
            <a:avLst/>
            <a:gdLst>
              <a:gd name="T0" fmla="*/ 200 w 6832"/>
              <a:gd name="T1" fmla="*/ 0 h 9515"/>
              <a:gd name="T2" fmla="*/ 3879 w 6832"/>
              <a:gd name="T3" fmla="*/ 0 h 9515"/>
              <a:gd name="T4" fmla="*/ 3879 w 6832"/>
              <a:gd name="T5" fmla="*/ 400 h 9515"/>
              <a:gd name="T6" fmla="*/ 400 w 6832"/>
              <a:gd name="T7" fmla="*/ 400 h 9515"/>
              <a:gd name="T8" fmla="*/ 400 w 6832"/>
              <a:gd name="T9" fmla="*/ 9115 h 9515"/>
              <a:gd name="T10" fmla="*/ 6432 w 6832"/>
              <a:gd name="T11" fmla="*/ 9115 h 9515"/>
              <a:gd name="T12" fmla="*/ 6432 w 6832"/>
              <a:gd name="T13" fmla="*/ 2952 h 9515"/>
              <a:gd name="T14" fmla="*/ 6832 w 6832"/>
              <a:gd name="T15" fmla="*/ 2952 h 9515"/>
              <a:gd name="T16" fmla="*/ 6832 w 6832"/>
              <a:gd name="T17" fmla="*/ 9315 h 9515"/>
              <a:gd name="T18" fmla="*/ 6832 w 6832"/>
              <a:gd name="T19" fmla="*/ 9515 h 9515"/>
              <a:gd name="T20" fmla="*/ 6632 w 6832"/>
              <a:gd name="T21" fmla="*/ 9515 h 9515"/>
              <a:gd name="T22" fmla="*/ 200 w 6832"/>
              <a:gd name="T23" fmla="*/ 9515 h 9515"/>
              <a:gd name="T24" fmla="*/ 0 w 6832"/>
              <a:gd name="T25" fmla="*/ 9515 h 9515"/>
              <a:gd name="T26" fmla="*/ 0 w 6832"/>
              <a:gd name="T27" fmla="*/ 9315 h 9515"/>
              <a:gd name="T28" fmla="*/ 0 w 6832"/>
              <a:gd name="T29" fmla="*/ 200 h 9515"/>
              <a:gd name="T30" fmla="*/ 0 w 6832"/>
              <a:gd name="T31" fmla="*/ 0 h 9515"/>
              <a:gd name="T32" fmla="*/ 200 w 6832"/>
              <a:gd name="T33" fmla="*/ 0 h 95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832" h="9515">
                <a:moveTo>
                  <a:pt x="200" y="0"/>
                </a:moveTo>
                <a:lnTo>
                  <a:pt x="3879" y="0"/>
                </a:lnTo>
                <a:lnTo>
                  <a:pt x="3879" y="400"/>
                </a:lnTo>
                <a:lnTo>
                  <a:pt x="400" y="400"/>
                </a:lnTo>
                <a:lnTo>
                  <a:pt x="400" y="9115"/>
                </a:lnTo>
                <a:lnTo>
                  <a:pt x="6432" y="9115"/>
                </a:lnTo>
                <a:lnTo>
                  <a:pt x="6432" y="2952"/>
                </a:lnTo>
                <a:lnTo>
                  <a:pt x="6832" y="2952"/>
                </a:lnTo>
                <a:lnTo>
                  <a:pt x="6832" y="9315"/>
                </a:lnTo>
                <a:lnTo>
                  <a:pt x="6832" y="9515"/>
                </a:lnTo>
                <a:lnTo>
                  <a:pt x="6632" y="9515"/>
                </a:lnTo>
                <a:lnTo>
                  <a:pt x="200" y="9515"/>
                </a:lnTo>
                <a:lnTo>
                  <a:pt x="0" y="9515"/>
                </a:lnTo>
                <a:lnTo>
                  <a:pt x="0" y="9315"/>
                </a:lnTo>
                <a:lnTo>
                  <a:pt x="0" y="200"/>
                </a:lnTo>
                <a:lnTo>
                  <a:pt x="0" y="0"/>
                </a:lnTo>
                <a:lnTo>
                  <a:pt x="200" y="0"/>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nvGrpSpPr>
          <p:cNvPr id="54" name="组合 53"/>
          <p:cNvGrpSpPr/>
          <p:nvPr/>
        </p:nvGrpSpPr>
        <p:grpSpPr>
          <a:xfrm>
            <a:off x="8969578" y="2546109"/>
            <a:ext cx="261828" cy="261828"/>
            <a:chOff x="9881830" y="2629886"/>
            <a:chExt cx="332871" cy="332871"/>
          </a:xfrm>
        </p:grpSpPr>
        <p:sp>
          <p:nvSpPr>
            <p:cNvPr id="55" name="椭圆 54"/>
            <p:cNvSpPr>
              <a:spLocks noChangeAspect="1"/>
            </p:cNvSpPr>
            <p:nvPr/>
          </p:nvSpPr>
          <p:spPr>
            <a:xfrm>
              <a:off x="9881830" y="2629886"/>
              <a:ext cx="332871" cy="332871"/>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6" name="Freeform 5"/>
            <p:cNvSpPr>
              <a:spLocks noChangeAspect="1"/>
            </p:cNvSpPr>
            <p:nvPr/>
          </p:nvSpPr>
          <p:spPr bwMode="auto">
            <a:xfrm>
              <a:off x="9966815" y="2715386"/>
              <a:ext cx="162901" cy="161870"/>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57" name="矩形 56"/>
          <p:cNvSpPr/>
          <p:nvPr/>
        </p:nvSpPr>
        <p:spPr>
          <a:xfrm>
            <a:off x="3936000" y="6066409"/>
            <a:ext cx="1319096" cy="54000"/>
          </a:xfrm>
          <a:prstGeom prst="rect">
            <a:avLst/>
          </a:pr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8" name="矩形 57"/>
          <p:cNvSpPr/>
          <p:nvPr/>
        </p:nvSpPr>
        <p:spPr>
          <a:xfrm>
            <a:off x="5436453" y="6066409"/>
            <a:ext cx="1319096" cy="54000"/>
          </a:xfrm>
          <a:prstGeom prst="rect">
            <a:avLst/>
          </a:pr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9" name="矩形 58"/>
          <p:cNvSpPr/>
          <p:nvPr/>
        </p:nvSpPr>
        <p:spPr>
          <a:xfrm>
            <a:off x="6936904" y="6066409"/>
            <a:ext cx="1319096" cy="54000"/>
          </a:xfrm>
          <a:prstGeom prst="rect">
            <a:avLst/>
          </a:pr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3790668535"/>
      </p:ext>
    </p:extLst>
  </p:cSld>
  <p:clrMapOvr>
    <a:masterClrMapping/>
  </p:clrMapOvr>
  <p:transition spd="slow"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strips(upRight)">
                                      <p:cBhvr>
                                        <p:cTn id="7" dur="750"/>
                                        <p:tgtEl>
                                          <p:spTgt spid="53"/>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52"/>
                                        </p:tgtEl>
                                        <p:attrNameLst>
                                          <p:attrName>style.visibility</p:attrName>
                                        </p:attrNameLst>
                                      </p:cBhvr>
                                      <p:to>
                                        <p:strVal val="visible"/>
                                      </p:to>
                                    </p:set>
                                    <p:anim calcmode="lin" valueType="num">
                                      <p:cBhvr>
                                        <p:cTn id="10" dur="500" fill="hold"/>
                                        <p:tgtEl>
                                          <p:spTgt spid="52"/>
                                        </p:tgtEl>
                                        <p:attrNameLst>
                                          <p:attrName>ppt_w</p:attrName>
                                        </p:attrNameLst>
                                      </p:cBhvr>
                                      <p:tavLst>
                                        <p:tav tm="0">
                                          <p:val>
                                            <p:fltVal val="0"/>
                                          </p:val>
                                        </p:tav>
                                        <p:tav tm="100000">
                                          <p:val>
                                            <p:strVal val="#ppt_w"/>
                                          </p:val>
                                        </p:tav>
                                      </p:tavLst>
                                    </p:anim>
                                    <p:anim calcmode="lin" valueType="num">
                                      <p:cBhvr>
                                        <p:cTn id="11" dur="500" fill="hold"/>
                                        <p:tgtEl>
                                          <p:spTgt spid="52"/>
                                        </p:tgtEl>
                                        <p:attrNameLst>
                                          <p:attrName>ppt_h</p:attrName>
                                        </p:attrNameLst>
                                      </p:cBhvr>
                                      <p:tavLst>
                                        <p:tav tm="0">
                                          <p:val>
                                            <p:fltVal val="0"/>
                                          </p:val>
                                        </p:tav>
                                        <p:tav tm="100000">
                                          <p:val>
                                            <p:strVal val="#ppt_h"/>
                                          </p:val>
                                        </p:tav>
                                      </p:tavLst>
                                    </p:anim>
                                    <p:animEffect transition="in" filter="fade">
                                      <p:cBhvr>
                                        <p:cTn id="12" dur="500"/>
                                        <p:tgtEl>
                                          <p:spTgt spid="52"/>
                                        </p:tgtEl>
                                      </p:cBhvr>
                                    </p:animEffect>
                                  </p:childTnLst>
                                </p:cTn>
                              </p:par>
                              <p:par>
                                <p:cTn id="13" presetID="56" presetClass="path" presetSubtype="0" accel="50000" decel="50000" fill="hold" grpId="1" nodeType="withEffect">
                                  <p:stCondLst>
                                    <p:cond delay="250"/>
                                  </p:stCondLst>
                                  <p:childTnLst>
                                    <p:animMotion origin="layout" path="M -0.09792 0.1743 L 3.75E-6 4.07407E-6 " pathEditMode="relative" rAng="0" ptsTypes="AA">
                                      <p:cBhvr>
                                        <p:cTn id="14" dur="1000" fill="hold"/>
                                        <p:tgtEl>
                                          <p:spTgt spid="52"/>
                                        </p:tgtEl>
                                        <p:attrNameLst>
                                          <p:attrName>ppt_x</p:attrName>
                                          <p:attrName>ppt_y</p:attrName>
                                        </p:attrNameLst>
                                      </p:cBhvr>
                                      <p:rCtr x="4896" y="-8727"/>
                                    </p:animMotion>
                                  </p:childTnLst>
                                </p:cTn>
                              </p:par>
                              <p:par>
                                <p:cTn id="15" presetID="10" presetClass="entr" presetSubtype="0" fill="hold" nodeType="withEffect">
                                  <p:stCondLst>
                                    <p:cond delay="75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750"/>
                                        <p:tgtEl>
                                          <p:spTgt spid="32"/>
                                        </p:tgtEl>
                                      </p:cBhvr>
                                    </p:animEffect>
                                  </p:childTnLst>
                                </p:cTn>
                              </p:par>
                            </p:childTnLst>
                          </p:cTn>
                        </p:par>
                        <p:par>
                          <p:cTn id="18" fill="hold">
                            <p:stCondLst>
                              <p:cond delay="1500"/>
                            </p:stCondLst>
                            <p:childTnLst>
                              <p:par>
                                <p:cTn id="19" presetID="53" presetClass="entr" presetSubtype="16" fill="hold" grpId="0" nodeType="afterEffect">
                                  <p:stCondLst>
                                    <p:cond delay="0"/>
                                  </p:stCondLst>
                                  <p:childTnLst>
                                    <p:set>
                                      <p:cBhvr>
                                        <p:cTn id="20" dur="1" fill="hold">
                                          <p:stCondLst>
                                            <p:cond delay="0"/>
                                          </p:stCondLst>
                                        </p:cTn>
                                        <p:tgtEl>
                                          <p:spTgt spid="39"/>
                                        </p:tgtEl>
                                        <p:attrNameLst>
                                          <p:attrName>style.visibility</p:attrName>
                                        </p:attrNameLst>
                                      </p:cBhvr>
                                      <p:to>
                                        <p:strVal val="visible"/>
                                      </p:to>
                                    </p:set>
                                    <p:anim calcmode="lin" valueType="num">
                                      <p:cBhvr>
                                        <p:cTn id="21" dur="500" fill="hold"/>
                                        <p:tgtEl>
                                          <p:spTgt spid="39"/>
                                        </p:tgtEl>
                                        <p:attrNameLst>
                                          <p:attrName>ppt_w</p:attrName>
                                        </p:attrNameLst>
                                      </p:cBhvr>
                                      <p:tavLst>
                                        <p:tav tm="0">
                                          <p:val>
                                            <p:fltVal val="0"/>
                                          </p:val>
                                        </p:tav>
                                        <p:tav tm="100000">
                                          <p:val>
                                            <p:strVal val="#ppt_w"/>
                                          </p:val>
                                        </p:tav>
                                      </p:tavLst>
                                    </p:anim>
                                    <p:anim calcmode="lin" valueType="num">
                                      <p:cBhvr>
                                        <p:cTn id="22" dur="500" fill="hold"/>
                                        <p:tgtEl>
                                          <p:spTgt spid="39"/>
                                        </p:tgtEl>
                                        <p:attrNameLst>
                                          <p:attrName>ppt_h</p:attrName>
                                        </p:attrNameLst>
                                      </p:cBhvr>
                                      <p:tavLst>
                                        <p:tav tm="0">
                                          <p:val>
                                            <p:fltVal val="0"/>
                                          </p:val>
                                        </p:tav>
                                        <p:tav tm="100000">
                                          <p:val>
                                            <p:strVal val="#ppt_h"/>
                                          </p:val>
                                        </p:tav>
                                      </p:tavLst>
                                    </p:anim>
                                    <p:animEffect transition="in" filter="fade">
                                      <p:cBhvr>
                                        <p:cTn id="23" dur="500"/>
                                        <p:tgtEl>
                                          <p:spTgt spid="39"/>
                                        </p:tgtEl>
                                      </p:cBhvr>
                                    </p:animEffect>
                                  </p:childTnLst>
                                </p:cTn>
                              </p:par>
                              <p:par>
                                <p:cTn id="24" presetID="63" presetClass="path" presetSubtype="0" accel="50000" decel="50000" fill="hold" grpId="1" nodeType="withEffect">
                                  <p:stCondLst>
                                    <p:cond delay="0"/>
                                  </p:stCondLst>
                                  <p:childTnLst>
                                    <p:animMotion origin="layout" path="M -1.45833E-6 -3.7037E-6 L 0.25 -3.7037E-6 " pathEditMode="relative" rAng="0" ptsTypes="AA">
                                      <p:cBhvr>
                                        <p:cTn id="25" dur="1000" spd="-100000" fill="hold"/>
                                        <p:tgtEl>
                                          <p:spTgt spid="39"/>
                                        </p:tgtEl>
                                        <p:attrNameLst>
                                          <p:attrName>ppt_x</p:attrName>
                                          <p:attrName>ppt_y</p:attrName>
                                        </p:attrNameLst>
                                      </p:cBhvr>
                                      <p:rCtr x="12500" y="0"/>
                                    </p:animMotion>
                                  </p:childTnLst>
                                </p:cTn>
                              </p:par>
                              <p:par>
                                <p:cTn id="26" presetID="53" presetClass="entr" presetSubtype="16" fill="hold" grpId="0" nodeType="withEffect">
                                  <p:stCondLst>
                                    <p:cond delay="250"/>
                                  </p:stCondLst>
                                  <p:childTnLst>
                                    <p:set>
                                      <p:cBhvr>
                                        <p:cTn id="27" dur="1" fill="hold">
                                          <p:stCondLst>
                                            <p:cond delay="0"/>
                                          </p:stCondLst>
                                        </p:cTn>
                                        <p:tgtEl>
                                          <p:spTgt spid="37"/>
                                        </p:tgtEl>
                                        <p:attrNameLst>
                                          <p:attrName>style.visibility</p:attrName>
                                        </p:attrNameLst>
                                      </p:cBhvr>
                                      <p:to>
                                        <p:strVal val="visible"/>
                                      </p:to>
                                    </p:set>
                                    <p:anim calcmode="lin" valueType="num">
                                      <p:cBhvr>
                                        <p:cTn id="28" dur="500" fill="hold"/>
                                        <p:tgtEl>
                                          <p:spTgt spid="37"/>
                                        </p:tgtEl>
                                        <p:attrNameLst>
                                          <p:attrName>ppt_w</p:attrName>
                                        </p:attrNameLst>
                                      </p:cBhvr>
                                      <p:tavLst>
                                        <p:tav tm="0">
                                          <p:val>
                                            <p:fltVal val="0"/>
                                          </p:val>
                                        </p:tav>
                                        <p:tav tm="100000">
                                          <p:val>
                                            <p:strVal val="#ppt_w"/>
                                          </p:val>
                                        </p:tav>
                                      </p:tavLst>
                                    </p:anim>
                                    <p:anim calcmode="lin" valueType="num">
                                      <p:cBhvr>
                                        <p:cTn id="29" dur="500" fill="hold"/>
                                        <p:tgtEl>
                                          <p:spTgt spid="37"/>
                                        </p:tgtEl>
                                        <p:attrNameLst>
                                          <p:attrName>ppt_h</p:attrName>
                                        </p:attrNameLst>
                                      </p:cBhvr>
                                      <p:tavLst>
                                        <p:tav tm="0">
                                          <p:val>
                                            <p:fltVal val="0"/>
                                          </p:val>
                                        </p:tav>
                                        <p:tav tm="100000">
                                          <p:val>
                                            <p:strVal val="#ppt_h"/>
                                          </p:val>
                                        </p:tav>
                                      </p:tavLst>
                                    </p:anim>
                                    <p:animEffect transition="in" filter="fade">
                                      <p:cBhvr>
                                        <p:cTn id="30" dur="500"/>
                                        <p:tgtEl>
                                          <p:spTgt spid="37"/>
                                        </p:tgtEl>
                                      </p:cBhvr>
                                    </p:animEffect>
                                  </p:childTnLst>
                                </p:cTn>
                              </p:par>
                              <p:par>
                                <p:cTn id="31" presetID="63" presetClass="path" presetSubtype="0" accel="50000" decel="50000" fill="hold" grpId="1" nodeType="withEffect">
                                  <p:stCondLst>
                                    <p:cond delay="250"/>
                                  </p:stCondLst>
                                  <p:childTnLst>
                                    <p:animMotion origin="layout" path="M 3.75E-6 4.07407E-6 L 0.25 4.07407E-6 " pathEditMode="relative" rAng="0" ptsTypes="AA">
                                      <p:cBhvr>
                                        <p:cTn id="32" dur="1000" spd="-100000" fill="hold"/>
                                        <p:tgtEl>
                                          <p:spTgt spid="37"/>
                                        </p:tgtEl>
                                        <p:attrNameLst>
                                          <p:attrName>ppt_x</p:attrName>
                                          <p:attrName>ppt_y</p:attrName>
                                        </p:attrNameLst>
                                      </p:cBhvr>
                                      <p:rCtr x="12500" y="0"/>
                                    </p:animMotion>
                                  </p:childTnLst>
                                </p:cTn>
                              </p:par>
                              <p:par>
                                <p:cTn id="33" presetID="53" presetClass="entr" presetSubtype="16" fill="hold" grpId="0" nodeType="withEffect">
                                  <p:stCondLst>
                                    <p:cond delay="500"/>
                                  </p:stCondLst>
                                  <p:childTnLst>
                                    <p:set>
                                      <p:cBhvr>
                                        <p:cTn id="34" dur="1" fill="hold">
                                          <p:stCondLst>
                                            <p:cond delay="0"/>
                                          </p:stCondLst>
                                        </p:cTn>
                                        <p:tgtEl>
                                          <p:spTgt spid="38"/>
                                        </p:tgtEl>
                                        <p:attrNameLst>
                                          <p:attrName>style.visibility</p:attrName>
                                        </p:attrNameLst>
                                      </p:cBhvr>
                                      <p:to>
                                        <p:strVal val="visible"/>
                                      </p:to>
                                    </p:set>
                                    <p:anim calcmode="lin" valueType="num">
                                      <p:cBhvr>
                                        <p:cTn id="35" dur="500" fill="hold"/>
                                        <p:tgtEl>
                                          <p:spTgt spid="38"/>
                                        </p:tgtEl>
                                        <p:attrNameLst>
                                          <p:attrName>ppt_w</p:attrName>
                                        </p:attrNameLst>
                                      </p:cBhvr>
                                      <p:tavLst>
                                        <p:tav tm="0">
                                          <p:val>
                                            <p:fltVal val="0"/>
                                          </p:val>
                                        </p:tav>
                                        <p:tav tm="100000">
                                          <p:val>
                                            <p:strVal val="#ppt_w"/>
                                          </p:val>
                                        </p:tav>
                                      </p:tavLst>
                                    </p:anim>
                                    <p:anim calcmode="lin" valueType="num">
                                      <p:cBhvr>
                                        <p:cTn id="36" dur="500" fill="hold"/>
                                        <p:tgtEl>
                                          <p:spTgt spid="38"/>
                                        </p:tgtEl>
                                        <p:attrNameLst>
                                          <p:attrName>ppt_h</p:attrName>
                                        </p:attrNameLst>
                                      </p:cBhvr>
                                      <p:tavLst>
                                        <p:tav tm="0">
                                          <p:val>
                                            <p:fltVal val="0"/>
                                          </p:val>
                                        </p:tav>
                                        <p:tav tm="100000">
                                          <p:val>
                                            <p:strVal val="#ppt_h"/>
                                          </p:val>
                                        </p:tav>
                                      </p:tavLst>
                                    </p:anim>
                                    <p:animEffect transition="in" filter="fade">
                                      <p:cBhvr>
                                        <p:cTn id="37" dur="500"/>
                                        <p:tgtEl>
                                          <p:spTgt spid="38"/>
                                        </p:tgtEl>
                                      </p:cBhvr>
                                    </p:animEffect>
                                  </p:childTnLst>
                                </p:cTn>
                              </p:par>
                              <p:par>
                                <p:cTn id="38" presetID="63" presetClass="path" presetSubtype="0" accel="50000" decel="50000" fill="hold" grpId="1" nodeType="withEffect">
                                  <p:stCondLst>
                                    <p:cond delay="500"/>
                                  </p:stCondLst>
                                  <p:childTnLst>
                                    <p:animMotion origin="layout" path="M 6.25E-7 7.40741E-7 L 0.25 7.40741E-7 " pathEditMode="relative" rAng="0" ptsTypes="AA">
                                      <p:cBhvr>
                                        <p:cTn id="39" dur="1000" spd="-100000" fill="hold"/>
                                        <p:tgtEl>
                                          <p:spTgt spid="38"/>
                                        </p:tgtEl>
                                        <p:attrNameLst>
                                          <p:attrName>ppt_x</p:attrName>
                                          <p:attrName>ppt_y</p:attrName>
                                        </p:attrNameLst>
                                      </p:cBhvr>
                                      <p:rCtr x="12500" y="0"/>
                                    </p:animMotion>
                                  </p:childTnLst>
                                </p:cTn>
                              </p:par>
                              <p:par>
                                <p:cTn id="40" presetID="53" presetClass="entr" presetSubtype="16" fill="hold" grpId="0" nodeType="withEffect">
                                  <p:stCondLst>
                                    <p:cond delay="750"/>
                                  </p:stCondLst>
                                  <p:childTnLst>
                                    <p:set>
                                      <p:cBhvr>
                                        <p:cTn id="41" dur="1" fill="hold">
                                          <p:stCondLst>
                                            <p:cond delay="0"/>
                                          </p:stCondLst>
                                        </p:cTn>
                                        <p:tgtEl>
                                          <p:spTgt spid="31"/>
                                        </p:tgtEl>
                                        <p:attrNameLst>
                                          <p:attrName>style.visibility</p:attrName>
                                        </p:attrNameLst>
                                      </p:cBhvr>
                                      <p:to>
                                        <p:strVal val="visible"/>
                                      </p:to>
                                    </p:set>
                                    <p:anim calcmode="lin" valueType="num">
                                      <p:cBhvr>
                                        <p:cTn id="42" dur="500" fill="hold"/>
                                        <p:tgtEl>
                                          <p:spTgt spid="31"/>
                                        </p:tgtEl>
                                        <p:attrNameLst>
                                          <p:attrName>ppt_w</p:attrName>
                                        </p:attrNameLst>
                                      </p:cBhvr>
                                      <p:tavLst>
                                        <p:tav tm="0">
                                          <p:val>
                                            <p:fltVal val="0"/>
                                          </p:val>
                                        </p:tav>
                                        <p:tav tm="100000">
                                          <p:val>
                                            <p:strVal val="#ppt_w"/>
                                          </p:val>
                                        </p:tav>
                                      </p:tavLst>
                                    </p:anim>
                                    <p:anim calcmode="lin" valueType="num">
                                      <p:cBhvr>
                                        <p:cTn id="43" dur="500" fill="hold"/>
                                        <p:tgtEl>
                                          <p:spTgt spid="31"/>
                                        </p:tgtEl>
                                        <p:attrNameLst>
                                          <p:attrName>ppt_h</p:attrName>
                                        </p:attrNameLst>
                                      </p:cBhvr>
                                      <p:tavLst>
                                        <p:tav tm="0">
                                          <p:val>
                                            <p:fltVal val="0"/>
                                          </p:val>
                                        </p:tav>
                                        <p:tav tm="100000">
                                          <p:val>
                                            <p:strVal val="#ppt_h"/>
                                          </p:val>
                                        </p:tav>
                                      </p:tavLst>
                                    </p:anim>
                                    <p:animEffect transition="in" filter="fade">
                                      <p:cBhvr>
                                        <p:cTn id="44" dur="500"/>
                                        <p:tgtEl>
                                          <p:spTgt spid="31"/>
                                        </p:tgtEl>
                                      </p:cBhvr>
                                    </p:animEffect>
                                  </p:childTnLst>
                                </p:cTn>
                              </p:par>
                              <p:par>
                                <p:cTn id="45" presetID="63" presetClass="path" presetSubtype="0" accel="50000" decel="50000" fill="hold" grpId="1" nodeType="withEffect">
                                  <p:stCondLst>
                                    <p:cond delay="750"/>
                                  </p:stCondLst>
                                  <p:childTnLst>
                                    <p:animMotion origin="layout" path="M -2.91667E-6 2.22222E-6 L 0.25 2.22222E-6 " pathEditMode="relative" rAng="0" ptsTypes="AA">
                                      <p:cBhvr>
                                        <p:cTn id="46" dur="1000" spd="-100000" fill="hold"/>
                                        <p:tgtEl>
                                          <p:spTgt spid="31"/>
                                        </p:tgtEl>
                                        <p:attrNameLst>
                                          <p:attrName>ppt_x</p:attrName>
                                          <p:attrName>ppt_y</p:attrName>
                                        </p:attrNameLst>
                                      </p:cBhvr>
                                      <p:rCtr x="12500" y="0"/>
                                    </p:animMotion>
                                  </p:childTnLst>
                                </p:cTn>
                              </p:par>
                              <p:par>
                                <p:cTn id="47" presetID="53" presetClass="entr" presetSubtype="16" fill="hold" nodeType="withEffect">
                                  <p:stCondLst>
                                    <p:cond delay="1000"/>
                                  </p:stCondLst>
                                  <p:childTnLst>
                                    <p:set>
                                      <p:cBhvr>
                                        <p:cTn id="48" dur="1" fill="hold">
                                          <p:stCondLst>
                                            <p:cond delay="0"/>
                                          </p:stCondLst>
                                        </p:cTn>
                                        <p:tgtEl>
                                          <p:spTgt spid="40"/>
                                        </p:tgtEl>
                                        <p:attrNameLst>
                                          <p:attrName>style.visibility</p:attrName>
                                        </p:attrNameLst>
                                      </p:cBhvr>
                                      <p:to>
                                        <p:strVal val="visible"/>
                                      </p:to>
                                    </p:set>
                                    <p:anim calcmode="lin" valueType="num">
                                      <p:cBhvr>
                                        <p:cTn id="49" dur="500" fill="hold"/>
                                        <p:tgtEl>
                                          <p:spTgt spid="40"/>
                                        </p:tgtEl>
                                        <p:attrNameLst>
                                          <p:attrName>ppt_w</p:attrName>
                                        </p:attrNameLst>
                                      </p:cBhvr>
                                      <p:tavLst>
                                        <p:tav tm="0">
                                          <p:val>
                                            <p:fltVal val="0"/>
                                          </p:val>
                                        </p:tav>
                                        <p:tav tm="100000">
                                          <p:val>
                                            <p:strVal val="#ppt_w"/>
                                          </p:val>
                                        </p:tav>
                                      </p:tavLst>
                                    </p:anim>
                                    <p:anim calcmode="lin" valueType="num">
                                      <p:cBhvr>
                                        <p:cTn id="50" dur="500" fill="hold"/>
                                        <p:tgtEl>
                                          <p:spTgt spid="40"/>
                                        </p:tgtEl>
                                        <p:attrNameLst>
                                          <p:attrName>ppt_h</p:attrName>
                                        </p:attrNameLst>
                                      </p:cBhvr>
                                      <p:tavLst>
                                        <p:tav tm="0">
                                          <p:val>
                                            <p:fltVal val="0"/>
                                          </p:val>
                                        </p:tav>
                                        <p:tav tm="100000">
                                          <p:val>
                                            <p:strVal val="#ppt_h"/>
                                          </p:val>
                                        </p:tav>
                                      </p:tavLst>
                                    </p:anim>
                                    <p:animEffect transition="in" filter="fade">
                                      <p:cBhvr>
                                        <p:cTn id="51" dur="500"/>
                                        <p:tgtEl>
                                          <p:spTgt spid="40"/>
                                        </p:tgtEl>
                                      </p:cBhvr>
                                    </p:animEffect>
                                  </p:childTnLst>
                                </p:cTn>
                              </p:par>
                              <p:par>
                                <p:cTn id="52" presetID="56" presetClass="path" presetSubtype="0" accel="50000" decel="50000" fill="hold" nodeType="withEffect">
                                  <p:stCondLst>
                                    <p:cond delay="1000"/>
                                  </p:stCondLst>
                                  <p:childTnLst>
                                    <p:animMotion origin="layout" path="M -0.09791 0.1743 L -3.125E-6 3.33333E-6 " pathEditMode="relative" rAng="0" ptsTypes="AA">
                                      <p:cBhvr>
                                        <p:cTn id="53" dur="1000" fill="hold"/>
                                        <p:tgtEl>
                                          <p:spTgt spid="40"/>
                                        </p:tgtEl>
                                        <p:attrNameLst>
                                          <p:attrName>ppt_x</p:attrName>
                                          <p:attrName>ppt_y</p:attrName>
                                        </p:attrNameLst>
                                      </p:cBhvr>
                                      <p:rCtr x="4896" y="-8727"/>
                                    </p:animMotion>
                                  </p:childTnLst>
                                </p:cTn>
                              </p:par>
                              <p:par>
                                <p:cTn id="54" presetID="53" presetClass="entr" presetSubtype="16" fill="hold" nodeType="withEffect">
                                  <p:stCondLst>
                                    <p:cond delay="1250"/>
                                  </p:stCondLst>
                                  <p:childTnLst>
                                    <p:set>
                                      <p:cBhvr>
                                        <p:cTn id="55" dur="1" fill="hold">
                                          <p:stCondLst>
                                            <p:cond delay="0"/>
                                          </p:stCondLst>
                                        </p:cTn>
                                        <p:tgtEl>
                                          <p:spTgt spid="46"/>
                                        </p:tgtEl>
                                        <p:attrNameLst>
                                          <p:attrName>style.visibility</p:attrName>
                                        </p:attrNameLst>
                                      </p:cBhvr>
                                      <p:to>
                                        <p:strVal val="visible"/>
                                      </p:to>
                                    </p:set>
                                    <p:anim calcmode="lin" valueType="num">
                                      <p:cBhvr>
                                        <p:cTn id="56" dur="500" fill="hold"/>
                                        <p:tgtEl>
                                          <p:spTgt spid="46"/>
                                        </p:tgtEl>
                                        <p:attrNameLst>
                                          <p:attrName>ppt_w</p:attrName>
                                        </p:attrNameLst>
                                      </p:cBhvr>
                                      <p:tavLst>
                                        <p:tav tm="0">
                                          <p:val>
                                            <p:fltVal val="0"/>
                                          </p:val>
                                        </p:tav>
                                        <p:tav tm="100000">
                                          <p:val>
                                            <p:strVal val="#ppt_w"/>
                                          </p:val>
                                        </p:tav>
                                      </p:tavLst>
                                    </p:anim>
                                    <p:anim calcmode="lin" valueType="num">
                                      <p:cBhvr>
                                        <p:cTn id="57" dur="500" fill="hold"/>
                                        <p:tgtEl>
                                          <p:spTgt spid="46"/>
                                        </p:tgtEl>
                                        <p:attrNameLst>
                                          <p:attrName>ppt_h</p:attrName>
                                        </p:attrNameLst>
                                      </p:cBhvr>
                                      <p:tavLst>
                                        <p:tav tm="0">
                                          <p:val>
                                            <p:fltVal val="0"/>
                                          </p:val>
                                        </p:tav>
                                        <p:tav tm="100000">
                                          <p:val>
                                            <p:strVal val="#ppt_h"/>
                                          </p:val>
                                        </p:tav>
                                      </p:tavLst>
                                    </p:anim>
                                    <p:animEffect transition="in" filter="fade">
                                      <p:cBhvr>
                                        <p:cTn id="58" dur="500"/>
                                        <p:tgtEl>
                                          <p:spTgt spid="46"/>
                                        </p:tgtEl>
                                      </p:cBhvr>
                                    </p:animEffect>
                                  </p:childTnLst>
                                </p:cTn>
                              </p:par>
                              <p:par>
                                <p:cTn id="59" presetID="56" presetClass="path" presetSubtype="0" accel="50000" decel="50000" fill="hold" nodeType="withEffect">
                                  <p:stCondLst>
                                    <p:cond delay="1250"/>
                                  </p:stCondLst>
                                  <p:childTnLst>
                                    <p:animMotion origin="layout" path="M -0.09792 0.17431 L 1.66667E-6 0 " pathEditMode="relative" rAng="0" ptsTypes="AA">
                                      <p:cBhvr>
                                        <p:cTn id="60" dur="1000" fill="hold"/>
                                        <p:tgtEl>
                                          <p:spTgt spid="46"/>
                                        </p:tgtEl>
                                        <p:attrNameLst>
                                          <p:attrName>ppt_x</p:attrName>
                                          <p:attrName>ppt_y</p:attrName>
                                        </p:attrNameLst>
                                      </p:cBhvr>
                                      <p:rCtr x="4896" y="-8727"/>
                                    </p:animMotion>
                                  </p:childTnLst>
                                </p:cTn>
                              </p:par>
                              <p:par>
                                <p:cTn id="61" presetID="53" presetClass="entr" presetSubtype="16" fill="hold" nodeType="withEffect">
                                  <p:stCondLst>
                                    <p:cond delay="1500"/>
                                  </p:stCondLst>
                                  <p:childTnLst>
                                    <p:set>
                                      <p:cBhvr>
                                        <p:cTn id="62" dur="1" fill="hold">
                                          <p:stCondLst>
                                            <p:cond delay="0"/>
                                          </p:stCondLst>
                                        </p:cTn>
                                        <p:tgtEl>
                                          <p:spTgt spid="43"/>
                                        </p:tgtEl>
                                        <p:attrNameLst>
                                          <p:attrName>style.visibility</p:attrName>
                                        </p:attrNameLst>
                                      </p:cBhvr>
                                      <p:to>
                                        <p:strVal val="visible"/>
                                      </p:to>
                                    </p:set>
                                    <p:anim calcmode="lin" valueType="num">
                                      <p:cBhvr>
                                        <p:cTn id="63" dur="500" fill="hold"/>
                                        <p:tgtEl>
                                          <p:spTgt spid="43"/>
                                        </p:tgtEl>
                                        <p:attrNameLst>
                                          <p:attrName>ppt_w</p:attrName>
                                        </p:attrNameLst>
                                      </p:cBhvr>
                                      <p:tavLst>
                                        <p:tav tm="0">
                                          <p:val>
                                            <p:fltVal val="0"/>
                                          </p:val>
                                        </p:tav>
                                        <p:tav tm="100000">
                                          <p:val>
                                            <p:strVal val="#ppt_w"/>
                                          </p:val>
                                        </p:tav>
                                      </p:tavLst>
                                    </p:anim>
                                    <p:anim calcmode="lin" valueType="num">
                                      <p:cBhvr>
                                        <p:cTn id="64" dur="500" fill="hold"/>
                                        <p:tgtEl>
                                          <p:spTgt spid="43"/>
                                        </p:tgtEl>
                                        <p:attrNameLst>
                                          <p:attrName>ppt_h</p:attrName>
                                        </p:attrNameLst>
                                      </p:cBhvr>
                                      <p:tavLst>
                                        <p:tav tm="0">
                                          <p:val>
                                            <p:fltVal val="0"/>
                                          </p:val>
                                        </p:tav>
                                        <p:tav tm="100000">
                                          <p:val>
                                            <p:strVal val="#ppt_h"/>
                                          </p:val>
                                        </p:tav>
                                      </p:tavLst>
                                    </p:anim>
                                    <p:animEffect transition="in" filter="fade">
                                      <p:cBhvr>
                                        <p:cTn id="65" dur="500"/>
                                        <p:tgtEl>
                                          <p:spTgt spid="43"/>
                                        </p:tgtEl>
                                      </p:cBhvr>
                                    </p:animEffect>
                                  </p:childTnLst>
                                </p:cTn>
                              </p:par>
                              <p:par>
                                <p:cTn id="66" presetID="56" presetClass="path" presetSubtype="0" accel="50000" decel="50000" fill="hold" nodeType="withEffect">
                                  <p:stCondLst>
                                    <p:cond delay="1500"/>
                                  </p:stCondLst>
                                  <p:childTnLst>
                                    <p:animMotion origin="layout" path="M -0.09791 0.1743 L -2.70833E-6 4.07407E-6 " pathEditMode="relative" rAng="0" ptsTypes="AA">
                                      <p:cBhvr>
                                        <p:cTn id="67" dur="1000" fill="hold"/>
                                        <p:tgtEl>
                                          <p:spTgt spid="43"/>
                                        </p:tgtEl>
                                        <p:attrNameLst>
                                          <p:attrName>ppt_x</p:attrName>
                                          <p:attrName>ppt_y</p:attrName>
                                        </p:attrNameLst>
                                      </p:cBhvr>
                                      <p:rCtr x="4896" y="-8727"/>
                                    </p:animMotion>
                                  </p:childTnLst>
                                </p:cTn>
                              </p:par>
                              <p:par>
                                <p:cTn id="68" presetID="53" presetClass="entr" presetSubtype="16" fill="hold" nodeType="withEffect">
                                  <p:stCondLst>
                                    <p:cond delay="1750"/>
                                  </p:stCondLst>
                                  <p:childTnLst>
                                    <p:set>
                                      <p:cBhvr>
                                        <p:cTn id="69" dur="1" fill="hold">
                                          <p:stCondLst>
                                            <p:cond delay="0"/>
                                          </p:stCondLst>
                                        </p:cTn>
                                        <p:tgtEl>
                                          <p:spTgt spid="49"/>
                                        </p:tgtEl>
                                        <p:attrNameLst>
                                          <p:attrName>style.visibility</p:attrName>
                                        </p:attrNameLst>
                                      </p:cBhvr>
                                      <p:to>
                                        <p:strVal val="visible"/>
                                      </p:to>
                                    </p:set>
                                    <p:anim calcmode="lin" valueType="num">
                                      <p:cBhvr>
                                        <p:cTn id="70" dur="500" fill="hold"/>
                                        <p:tgtEl>
                                          <p:spTgt spid="49"/>
                                        </p:tgtEl>
                                        <p:attrNameLst>
                                          <p:attrName>ppt_w</p:attrName>
                                        </p:attrNameLst>
                                      </p:cBhvr>
                                      <p:tavLst>
                                        <p:tav tm="0">
                                          <p:val>
                                            <p:fltVal val="0"/>
                                          </p:val>
                                        </p:tav>
                                        <p:tav tm="100000">
                                          <p:val>
                                            <p:strVal val="#ppt_w"/>
                                          </p:val>
                                        </p:tav>
                                      </p:tavLst>
                                    </p:anim>
                                    <p:anim calcmode="lin" valueType="num">
                                      <p:cBhvr>
                                        <p:cTn id="71" dur="500" fill="hold"/>
                                        <p:tgtEl>
                                          <p:spTgt spid="49"/>
                                        </p:tgtEl>
                                        <p:attrNameLst>
                                          <p:attrName>ppt_h</p:attrName>
                                        </p:attrNameLst>
                                      </p:cBhvr>
                                      <p:tavLst>
                                        <p:tav tm="0">
                                          <p:val>
                                            <p:fltVal val="0"/>
                                          </p:val>
                                        </p:tav>
                                        <p:tav tm="100000">
                                          <p:val>
                                            <p:strVal val="#ppt_h"/>
                                          </p:val>
                                        </p:tav>
                                      </p:tavLst>
                                    </p:anim>
                                    <p:animEffect transition="in" filter="fade">
                                      <p:cBhvr>
                                        <p:cTn id="72" dur="500"/>
                                        <p:tgtEl>
                                          <p:spTgt spid="49"/>
                                        </p:tgtEl>
                                      </p:cBhvr>
                                    </p:animEffect>
                                  </p:childTnLst>
                                </p:cTn>
                              </p:par>
                              <p:par>
                                <p:cTn id="73" presetID="56" presetClass="path" presetSubtype="0" accel="50000" decel="50000" fill="hold" nodeType="withEffect">
                                  <p:stCondLst>
                                    <p:cond delay="1750"/>
                                  </p:stCondLst>
                                  <p:childTnLst>
                                    <p:animMotion origin="layout" path="M -0.09792 0.1743 L 3.125E-6 1.11111E-6 " pathEditMode="relative" rAng="0" ptsTypes="AA">
                                      <p:cBhvr>
                                        <p:cTn id="74" dur="1000" fill="hold"/>
                                        <p:tgtEl>
                                          <p:spTgt spid="49"/>
                                        </p:tgtEl>
                                        <p:attrNameLst>
                                          <p:attrName>ppt_x</p:attrName>
                                          <p:attrName>ppt_y</p:attrName>
                                        </p:attrNameLst>
                                      </p:cBhvr>
                                      <p:rCtr x="4896" y="-8727"/>
                                    </p:animMotion>
                                  </p:childTnLst>
                                </p:cTn>
                              </p:par>
                              <p:par>
                                <p:cTn id="75" presetID="53" presetClass="entr" presetSubtype="16" fill="hold" nodeType="withEffect">
                                  <p:stCondLst>
                                    <p:cond delay="2000"/>
                                  </p:stCondLst>
                                  <p:childTnLst>
                                    <p:set>
                                      <p:cBhvr>
                                        <p:cTn id="76" dur="1" fill="hold">
                                          <p:stCondLst>
                                            <p:cond delay="0"/>
                                          </p:stCondLst>
                                        </p:cTn>
                                        <p:tgtEl>
                                          <p:spTgt spid="54"/>
                                        </p:tgtEl>
                                        <p:attrNameLst>
                                          <p:attrName>style.visibility</p:attrName>
                                        </p:attrNameLst>
                                      </p:cBhvr>
                                      <p:to>
                                        <p:strVal val="visible"/>
                                      </p:to>
                                    </p:set>
                                    <p:anim calcmode="lin" valueType="num">
                                      <p:cBhvr>
                                        <p:cTn id="77" dur="500" fill="hold"/>
                                        <p:tgtEl>
                                          <p:spTgt spid="54"/>
                                        </p:tgtEl>
                                        <p:attrNameLst>
                                          <p:attrName>ppt_w</p:attrName>
                                        </p:attrNameLst>
                                      </p:cBhvr>
                                      <p:tavLst>
                                        <p:tav tm="0">
                                          <p:val>
                                            <p:fltVal val="0"/>
                                          </p:val>
                                        </p:tav>
                                        <p:tav tm="100000">
                                          <p:val>
                                            <p:strVal val="#ppt_w"/>
                                          </p:val>
                                        </p:tav>
                                      </p:tavLst>
                                    </p:anim>
                                    <p:anim calcmode="lin" valueType="num">
                                      <p:cBhvr>
                                        <p:cTn id="78" dur="500" fill="hold"/>
                                        <p:tgtEl>
                                          <p:spTgt spid="54"/>
                                        </p:tgtEl>
                                        <p:attrNameLst>
                                          <p:attrName>ppt_h</p:attrName>
                                        </p:attrNameLst>
                                      </p:cBhvr>
                                      <p:tavLst>
                                        <p:tav tm="0">
                                          <p:val>
                                            <p:fltVal val="0"/>
                                          </p:val>
                                        </p:tav>
                                        <p:tav tm="100000">
                                          <p:val>
                                            <p:strVal val="#ppt_h"/>
                                          </p:val>
                                        </p:tav>
                                      </p:tavLst>
                                    </p:anim>
                                    <p:animEffect transition="in" filter="fade">
                                      <p:cBhvr>
                                        <p:cTn id="79" dur="500"/>
                                        <p:tgtEl>
                                          <p:spTgt spid="54"/>
                                        </p:tgtEl>
                                      </p:cBhvr>
                                    </p:animEffect>
                                  </p:childTnLst>
                                </p:cTn>
                              </p:par>
                              <p:par>
                                <p:cTn id="80" presetID="56" presetClass="path" presetSubtype="0" accel="50000" decel="50000" fill="hold" nodeType="withEffect">
                                  <p:stCondLst>
                                    <p:cond delay="2000"/>
                                  </p:stCondLst>
                                  <p:childTnLst>
                                    <p:animMotion origin="layout" path="M -0.09791 0.1743 L -4.16667E-6 2.22222E-6 " pathEditMode="relative" rAng="0" ptsTypes="AA">
                                      <p:cBhvr>
                                        <p:cTn id="81" dur="1000" fill="hold"/>
                                        <p:tgtEl>
                                          <p:spTgt spid="54"/>
                                        </p:tgtEl>
                                        <p:attrNameLst>
                                          <p:attrName>ppt_x</p:attrName>
                                          <p:attrName>ppt_y</p:attrName>
                                        </p:attrNameLst>
                                      </p:cBhvr>
                                      <p:rCtr x="4896" y="-8727"/>
                                    </p:animMotion>
                                  </p:childTnLst>
                                </p:cTn>
                              </p:par>
                              <p:par>
                                <p:cTn id="82" presetID="53" presetClass="entr" presetSubtype="16" fill="hold" grpId="0" nodeType="withEffect">
                                  <p:stCondLst>
                                    <p:cond delay="2250"/>
                                  </p:stCondLst>
                                  <p:childTnLst>
                                    <p:set>
                                      <p:cBhvr>
                                        <p:cTn id="83" dur="1" fill="hold">
                                          <p:stCondLst>
                                            <p:cond delay="0"/>
                                          </p:stCondLst>
                                        </p:cTn>
                                        <p:tgtEl>
                                          <p:spTgt spid="59"/>
                                        </p:tgtEl>
                                        <p:attrNameLst>
                                          <p:attrName>style.visibility</p:attrName>
                                        </p:attrNameLst>
                                      </p:cBhvr>
                                      <p:to>
                                        <p:strVal val="visible"/>
                                      </p:to>
                                    </p:set>
                                    <p:anim calcmode="lin" valueType="num">
                                      <p:cBhvr>
                                        <p:cTn id="84" dur="500" fill="hold"/>
                                        <p:tgtEl>
                                          <p:spTgt spid="59"/>
                                        </p:tgtEl>
                                        <p:attrNameLst>
                                          <p:attrName>ppt_w</p:attrName>
                                        </p:attrNameLst>
                                      </p:cBhvr>
                                      <p:tavLst>
                                        <p:tav tm="0">
                                          <p:val>
                                            <p:fltVal val="0"/>
                                          </p:val>
                                        </p:tav>
                                        <p:tav tm="100000">
                                          <p:val>
                                            <p:strVal val="#ppt_w"/>
                                          </p:val>
                                        </p:tav>
                                      </p:tavLst>
                                    </p:anim>
                                    <p:anim calcmode="lin" valueType="num">
                                      <p:cBhvr>
                                        <p:cTn id="85" dur="500" fill="hold"/>
                                        <p:tgtEl>
                                          <p:spTgt spid="59"/>
                                        </p:tgtEl>
                                        <p:attrNameLst>
                                          <p:attrName>ppt_h</p:attrName>
                                        </p:attrNameLst>
                                      </p:cBhvr>
                                      <p:tavLst>
                                        <p:tav tm="0">
                                          <p:val>
                                            <p:fltVal val="0"/>
                                          </p:val>
                                        </p:tav>
                                        <p:tav tm="100000">
                                          <p:val>
                                            <p:strVal val="#ppt_h"/>
                                          </p:val>
                                        </p:tav>
                                      </p:tavLst>
                                    </p:anim>
                                    <p:animEffect transition="in" filter="fade">
                                      <p:cBhvr>
                                        <p:cTn id="86" dur="500"/>
                                        <p:tgtEl>
                                          <p:spTgt spid="59"/>
                                        </p:tgtEl>
                                      </p:cBhvr>
                                    </p:animEffect>
                                  </p:childTnLst>
                                </p:cTn>
                              </p:par>
                              <p:par>
                                <p:cTn id="87" presetID="35" presetClass="path" presetSubtype="0" accel="50000" decel="50000" fill="hold" grpId="1" nodeType="withEffect">
                                  <p:stCondLst>
                                    <p:cond delay="2250"/>
                                  </p:stCondLst>
                                  <p:childTnLst>
                                    <p:animMotion origin="layout" path="M -2.08333E-6 4.07407E-6 L -0.08841 4.07407E-6 " pathEditMode="relative" rAng="0" ptsTypes="AA">
                                      <p:cBhvr>
                                        <p:cTn id="88" dur="1000" spd="-100000" fill="hold"/>
                                        <p:tgtEl>
                                          <p:spTgt spid="59"/>
                                        </p:tgtEl>
                                        <p:attrNameLst>
                                          <p:attrName>ppt_x</p:attrName>
                                          <p:attrName>ppt_y</p:attrName>
                                        </p:attrNameLst>
                                      </p:cBhvr>
                                      <p:rCtr x="-4427" y="0"/>
                                    </p:animMotion>
                                  </p:childTnLst>
                                </p:cTn>
                              </p:par>
                              <p:par>
                                <p:cTn id="89" presetID="53" presetClass="entr" presetSubtype="16" fill="hold" grpId="0" nodeType="withEffect">
                                  <p:stCondLst>
                                    <p:cond delay="2500"/>
                                  </p:stCondLst>
                                  <p:childTnLst>
                                    <p:set>
                                      <p:cBhvr>
                                        <p:cTn id="90" dur="1" fill="hold">
                                          <p:stCondLst>
                                            <p:cond delay="0"/>
                                          </p:stCondLst>
                                        </p:cTn>
                                        <p:tgtEl>
                                          <p:spTgt spid="58"/>
                                        </p:tgtEl>
                                        <p:attrNameLst>
                                          <p:attrName>style.visibility</p:attrName>
                                        </p:attrNameLst>
                                      </p:cBhvr>
                                      <p:to>
                                        <p:strVal val="visible"/>
                                      </p:to>
                                    </p:set>
                                    <p:anim calcmode="lin" valueType="num">
                                      <p:cBhvr>
                                        <p:cTn id="91" dur="500" fill="hold"/>
                                        <p:tgtEl>
                                          <p:spTgt spid="58"/>
                                        </p:tgtEl>
                                        <p:attrNameLst>
                                          <p:attrName>ppt_w</p:attrName>
                                        </p:attrNameLst>
                                      </p:cBhvr>
                                      <p:tavLst>
                                        <p:tav tm="0">
                                          <p:val>
                                            <p:fltVal val="0"/>
                                          </p:val>
                                        </p:tav>
                                        <p:tav tm="100000">
                                          <p:val>
                                            <p:strVal val="#ppt_w"/>
                                          </p:val>
                                        </p:tav>
                                      </p:tavLst>
                                    </p:anim>
                                    <p:anim calcmode="lin" valueType="num">
                                      <p:cBhvr>
                                        <p:cTn id="92" dur="500" fill="hold"/>
                                        <p:tgtEl>
                                          <p:spTgt spid="58"/>
                                        </p:tgtEl>
                                        <p:attrNameLst>
                                          <p:attrName>ppt_h</p:attrName>
                                        </p:attrNameLst>
                                      </p:cBhvr>
                                      <p:tavLst>
                                        <p:tav tm="0">
                                          <p:val>
                                            <p:fltVal val="0"/>
                                          </p:val>
                                        </p:tav>
                                        <p:tav tm="100000">
                                          <p:val>
                                            <p:strVal val="#ppt_h"/>
                                          </p:val>
                                        </p:tav>
                                      </p:tavLst>
                                    </p:anim>
                                    <p:animEffect transition="in" filter="fade">
                                      <p:cBhvr>
                                        <p:cTn id="93" dur="500"/>
                                        <p:tgtEl>
                                          <p:spTgt spid="58"/>
                                        </p:tgtEl>
                                      </p:cBhvr>
                                    </p:animEffect>
                                  </p:childTnLst>
                                </p:cTn>
                              </p:par>
                              <p:par>
                                <p:cTn id="94" presetID="35" presetClass="path" presetSubtype="0" accel="50000" decel="50000" fill="hold" grpId="1" nodeType="withEffect">
                                  <p:stCondLst>
                                    <p:cond delay="2500"/>
                                  </p:stCondLst>
                                  <p:childTnLst>
                                    <p:animMotion origin="layout" path="M -2.08333E-6 4.07407E-6 L -0.08841 4.07407E-6 " pathEditMode="relative" rAng="0" ptsTypes="AA">
                                      <p:cBhvr>
                                        <p:cTn id="95" dur="1000" spd="-100000" fill="hold"/>
                                        <p:tgtEl>
                                          <p:spTgt spid="58"/>
                                        </p:tgtEl>
                                        <p:attrNameLst>
                                          <p:attrName>ppt_x</p:attrName>
                                          <p:attrName>ppt_y</p:attrName>
                                        </p:attrNameLst>
                                      </p:cBhvr>
                                      <p:rCtr x="-4427" y="0"/>
                                    </p:animMotion>
                                  </p:childTnLst>
                                </p:cTn>
                              </p:par>
                              <p:par>
                                <p:cTn id="96" presetID="53" presetClass="entr" presetSubtype="16" fill="hold" grpId="0" nodeType="withEffect">
                                  <p:stCondLst>
                                    <p:cond delay="2750"/>
                                  </p:stCondLst>
                                  <p:childTnLst>
                                    <p:set>
                                      <p:cBhvr>
                                        <p:cTn id="97" dur="1" fill="hold">
                                          <p:stCondLst>
                                            <p:cond delay="0"/>
                                          </p:stCondLst>
                                        </p:cTn>
                                        <p:tgtEl>
                                          <p:spTgt spid="57"/>
                                        </p:tgtEl>
                                        <p:attrNameLst>
                                          <p:attrName>style.visibility</p:attrName>
                                        </p:attrNameLst>
                                      </p:cBhvr>
                                      <p:to>
                                        <p:strVal val="visible"/>
                                      </p:to>
                                    </p:set>
                                    <p:anim calcmode="lin" valueType="num">
                                      <p:cBhvr>
                                        <p:cTn id="98" dur="500" fill="hold"/>
                                        <p:tgtEl>
                                          <p:spTgt spid="57"/>
                                        </p:tgtEl>
                                        <p:attrNameLst>
                                          <p:attrName>ppt_w</p:attrName>
                                        </p:attrNameLst>
                                      </p:cBhvr>
                                      <p:tavLst>
                                        <p:tav tm="0">
                                          <p:val>
                                            <p:fltVal val="0"/>
                                          </p:val>
                                        </p:tav>
                                        <p:tav tm="100000">
                                          <p:val>
                                            <p:strVal val="#ppt_w"/>
                                          </p:val>
                                        </p:tav>
                                      </p:tavLst>
                                    </p:anim>
                                    <p:anim calcmode="lin" valueType="num">
                                      <p:cBhvr>
                                        <p:cTn id="99" dur="500" fill="hold"/>
                                        <p:tgtEl>
                                          <p:spTgt spid="57"/>
                                        </p:tgtEl>
                                        <p:attrNameLst>
                                          <p:attrName>ppt_h</p:attrName>
                                        </p:attrNameLst>
                                      </p:cBhvr>
                                      <p:tavLst>
                                        <p:tav tm="0">
                                          <p:val>
                                            <p:fltVal val="0"/>
                                          </p:val>
                                        </p:tav>
                                        <p:tav tm="100000">
                                          <p:val>
                                            <p:strVal val="#ppt_h"/>
                                          </p:val>
                                        </p:tav>
                                      </p:tavLst>
                                    </p:anim>
                                    <p:animEffect transition="in" filter="fade">
                                      <p:cBhvr>
                                        <p:cTn id="100" dur="500"/>
                                        <p:tgtEl>
                                          <p:spTgt spid="57"/>
                                        </p:tgtEl>
                                      </p:cBhvr>
                                    </p:animEffect>
                                  </p:childTnLst>
                                </p:cTn>
                              </p:par>
                              <p:par>
                                <p:cTn id="101" presetID="35" presetClass="path" presetSubtype="0" accel="50000" decel="50000" fill="hold" grpId="1" nodeType="withEffect">
                                  <p:stCondLst>
                                    <p:cond delay="2750"/>
                                  </p:stCondLst>
                                  <p:childTnLst>
                                    <p:animMotion origin="layout" path="M -2.08333E-6 4.07407E-6 L -0.08841 4.07407E-6 " pathEditMode="relative" rAng="0" ptsTypes="AA">
                                      <p:cBhvr>
                                        <p:cTn id="102" dur="1000" spd="-100000" fill="hold"/>
                                        <p:tgtEl>
                                          <p:spTgt spid="57"/>
                                        </p:tgtEl>
                                        <p:attrNameLst>
                                          <p:attrName>ppt_x</p:attrName>
                                          <p:attrName>ppt_y</p:attrName>
                                        </p:attrNameLst>
                                      </p:cBhvr>
                                      <p:rCtr x="-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1" grpId="1"/>
      <p:bldP spid="37" grpId="0"/>
      <p:bldP spid="37" grpId="1"/>
      <p:bldP spid="38" grpId="0"/>
      <p:bldP spid="38" grpId="1"/>
      <p:bldP spid="39" grpId="0"/>
      <p:bldP spid="39" grpId="1"/>
      <p:bldP spid="52" grpId="0" animBg="1"/>
      <p:bldP spid="52" grpId="1" animBg="1"/>
      <p:bldP spid="53" grpId="0" animBg="1"/>
      <p:bldP spid="57" grpId="0" animBg="1"/>
      <p:bldP spid="57" grpId="1" animBg="1"/>
      <p:bldP spid="58" grpId="0" animBg="1"/>
      <p:bldP spid="58" grpId="1" animBg="1"/>
      <p:bldP spid="59" grpId="0" animBg="1"/>
      <p:bldP spid="59"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a:spLocks/>
          </p:cNvSpPr>
          <p:nvPr/>
        </p:nvSpPr>
        <p:spPr bwMode="auto">
          <a:xfrm>
            <a:off x="2193131" y="1391662"/>
            <a:ext cx="7805738" cy="3935413"/>
          </a:xfrm>
          <a:custGeom>
            <a:avLst/>
            <a:gdLst>
              <a:gd name="T0" fmla="*/ 21469 w 21469"/>
              <a:gd name="T1" fmla="*/ 2752 h 10808"/>
              <a:gd name="T2" fmla="*/ 21469 w 21469"/>
              <a:gd name="T3" fmla="*/ 10808 h 10808"/>
              <a:gd name="T4" fmla="*/ 0 w 21469"/>
              <a:gd name="T5" fmla="*/ 10808 h 10808"/>
              <a:gd name="T6" fmla="*/ 0 w 21469"/>
              <a:gd name="T7" fmla="*/ 0 h 10808"/>
              <a:gd name="T8" fmla="*/ 18717 w 21469"/>
              <a:gd name="T9" fmla="*/ 0 h 10808"/>
            </a:gdLst>
            <a:ahLst/>
            <a:cxnLst>
              <a:cxn ang="0">
                <a:pos x="T0" y="T1"/>
              </a:cxn>
              <a:cxn ang="0">
                <a:pos x="T2" y="T3"/>
              </a:cxn>
              <a:cxn ang="0">
                <a:pos x="T4" y="T5"/>
              </a:cxn>
              <a:cxn ang="0">
                <a:pos x="T6" y="T7"/>
              </a:cxn>
              <a:cxn ang="0">
                <a:pos x="T8" y="T9"/>
              </a:cxn>
            </a:cxnLst>
            <a:rect l="0" t="0" r="r" b="b"/>
            <a:pathLst>
              <a:path w="21469" h="10808">
                <a:moveTo>
                  <a:pt x="21469" y="2752"/>
                </a:moveTo>
                <a:lnTo>
                  <a:pt x="21469" y="10808"/>
                </a:lnTo>
                <a:lnTo>
                  <a:pt x="0" y="10808"/>
                </a:lnTo>
                <a:lnTo>
                  <a:pt x="0" y="0"/>
                </a:lnTo>
                <a:lnTo>
                  <a:pt x="18717" y="0"/>
                </a:lnTo>
              </a:path>
            </a:pathLst>
          </a:custGeom>
          <a:noFill/>
          <a:ln w="76200" cap="flat">
            <a:solidFill>
              <a:srgbClr val="17406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12" name="Freeform 6"/>
          <p:cNvSpPr>
            <a:spLocks noEditPoints="1"/>
          </p:cNvSpPr>
          <p:nvPr/>
        </p:nvSpPr>
        <p:spPr bwMode="auto">
          <a:xfrm>
            <a:off x="9135268" y="1391662"/>
            <a:ext cx="863600" cy="865188"/>
          </a:xfrm>
          <a:custGeom>
            <a:avLst/>
            <a:gdLst>
              <a:gd name="T0" fmla="*/ 118 w 2377"/>
              <a:gd name="T1" fmla="*/ 0 h 2377"/>
              <a:gd name="T2" fmla="*/ 2377 w 2377"/>
              <a:gd name="T3" fmla="*/ 0 h 2377"/>
              <a:gd name="T4" fmla="*/ 2377 w 2377"/>
              <a:gd name="T5" fmla="*/ 2259 h 2377"/>
              <a:gd name="T6" fmla="*/ 2377 w 2377"/>
              <a:gd name="T7" fmla="*/ 0 h 2377"/>
              <a:gd name="T8" fmla="*/ 0 w 2377"/>
              <a:gd name="T9" fmla="*/ 2377 h 2377"/>
            </a:gdLst>
            <a:ahLst/>
            <a:cxnLst>
              <a:cxn ang="0">
                <a:pos x="T0" y="T1"/>
              </a:cxn>
              <a:cxn ang="0">
                <a:pos x="T2" y="T3"/>
              </a:cxn>
              <a:cxn ang="0">
                <a:pos x="T4" y="T5"/>
              </a:cxn>
              <a:cxn ang="0">
                <a:pos x="T6" y="T7"/>
              </a:cxn>
              <a:cxn ang="0">
                <a:pos x="T8" y="T9"/>
              </a:cxn>
            </a:cxnLst>
            <a:rect l="0" t="0" r="r" b="b"/>
            <a:pathLst>
              <a:path w="2377" h="2377">
                <a:moveTo>
                  <a:pt x="118" y="0"/>
                </a:moveTo>
                <a:lnTo>
                  <a:pt x="2377" y="0"/>
                </a:lnTo>
                <a:lnTo>
                  <a:pt x="2377" y="2259"/>
                </a:lnTo>
                <a:moveTo>
                  <a:pt x="2377" y="0"/>
                </a:moveTo>
                <a:cubicBezTo>
                  <a:pt x="0" y="2377"/>
                  <a:pt x="0" y="2377"/>
                  <a:pt x="0" y="2377"/>
                </a:cubicBezTo>
              </a:path>
            </a:pathLst>
          </a:custGeom>
          <a:noFill/>
          <a:ln w="7620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13" name="文本框 12"/>
          <p:cNvSpPr txBox="1"/>
          <p:nvPr/>
        </p:nvSpPr>
        <p:spPr>
          <a:xfrm>
            <a:off x="2852991" y="2349628"/>
            <a:ext cx="6486019" cy="2759730"/>
          </a:xfrm>
          <a:prstGeom prst="rect">
            <a:avLst/>
          </a:prstGeom>
          <a:noFill/>
        </p:spPr>
        <p:txBody>
          <a:bodyPr wrap="square" rtlCol="0">
            <a:spAutoFit/>
          </a:bodyPr>
          <a:lstStyle/>
          <a:p>
            <a:pPr algn="just">
              <a:lnSpc>
                <a:spcPts val="2600"/>
              </a:lnSpc>
            </a:pPr>
            <a:r>
              <a:rPr lang="en-US" altLang="zh-CN" sz="1600" dirty="0">
                <a:solidFill>
                  <a:srgbClr val="000000"/>
                </a:solidFill>
                <a:latin typeface="微软雅黑" panose="020B0503020204020204" pitchFamily="34" charset="-122"/>
                <a:ea typeface="微软雅黑" panose="020B0503020204020204" pitchFamily="34" charset="-122"/>
              </a:rPr>
              <a:t>       202X</a:t>
            </a:r>
            <a:r>
              <a:rPr lang="zh-CN" altLang="en-US" sz="1600" dirty="0">
                <a:solidFill>
                  <a:srgbClr val="000000"/>
                </a:solidFill>
                <a:latin typeface="微软雅黑" panose="020B0503020204020204" pitchFamily="34" charset="-122"/>
                <a:ea typeface="微软雅黑" panose="020B0503020204020204" pitchFamily="34" charset="-122"/>
              </a:rPr>
              <a:t>年，在全体同事的共同努力下，在公司领导的全面支持、关心下，本着一切为客户服务的宗旨，围绕优化服务、拓展销售和产品优化三个方面，我们激流勇进，圆满地完成了工作任务，同时也提高了企业的知名度，实现了公司利益最大化。</a:t>
            </a:r>
          </a:p>
          <a:p>
            <a:pPr algn="just">
              <a:lnSpc>
                <a:spcPts val="2600"/>
              </a:lnSpc>
            </a:pPr>
            <a:r>
              <a:rPr lang="zh-CN" altLang="en-US" sz="1600" dirty="0">
                <a:solidFill>
                  <a:srgbClr val="000000"/>
                </a:solidFill>
                <a:latin typeface="微软雅黑" panose="020B0503020204020204" pitchFamily="34" charset="-122"/>
                <a:ea typeface="微软雅黑" panose="020B0503020204020204" pitchFamily="34" charset="-122"/>
              </a:rPr>
              <a:t>       在不断前行的路上，我们也查找到工作中的不足和问题，主要反映于产品的风格、定型还有待进一步探索，尤其是线上销售的产品，还有很大的改进和完善空间。展望新的一年，我们将继续努力，力争各项工作更上一个新台阶。</a:t>
            </a:r>
          </a:p>
        </p:txBody>
      </p:sp>
      <p:sp>
        <p:nvSpPr>
          <p:cNvPr id="14" name="Freeform 5"/>
          <p:cNvSpPr>
            <a:spLocks noChangeAspect="1"/>
          </p:cNvSpPr>
          <p:nvPr/>
        </p:nvSpPr>
        <p:spPr bwMode="auto">
          <a:xfrm>
            <a:off x="10273984" y="650938"/>
            <a:ext cx="466242" cy="463292"/>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15" name="Freeform 5"/>
          <p:cNvSpPr>
            <a:spLocks noChangeAspect="1"/>
          </p:cNvSpPr>
          <p:nvPr/>
        </p:nvSpPr>
        <p:spPr bwMode="auto">
          <a:xfrm>
            <a:off x="10258261" y="1265722"/>
            <a:ext cx="248844" cy="247268"/>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16" name="Freeform 5"/>
          <p:cNvSpPr>
            <a:spLocks noChangeAspect="1"/>
          </p:cNvSpPr>
          <p:nvPr/>
        </p:nvSpPr>
        <p:spPr bwMode="auto">
          <a:xfrm>
            <a:off x="9510902" y="956631"/>
            <a:ext cx="311060" cy="309092"/>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17" name="Freeform 5"/>
          <p:cNvSpPr>
            <a:spLocks noChangeAspect="1"/>
          </p:cNvSpPr>
          <p:nvPr/>
        </p:nvSpPr>
        <p:spPr bwMode="auto">
          <a:xfrm>
            <a:off x="10093726" y="1767731"/>
            <a:ext cx="180258" cy="179117"/>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18" name="文本框 17"/>
          <p:cNvSpPr txBox="1"/>
          <p:nvPr/>
        </p:nvSpPr>
        <p:spPr>
          <a:xfrm>
            <a:off x="4560876" y="1623683"/>
            <a:ext cx="1245854" cy="646331"/>
          </a:xfrm>
          <a:prstGeom prst="rect">
            <a:avLst/>
          </a:prstGeom>
          <a:noFill/>
          <a:effectLst/>
        </p:spPr>
        <p:txBody>
          <a:bodyPr wrap="none" rtlCol="0">
            <a:spAutoFit/>
          </a:bodyPr>
          <a:lstStyle/>
          <a:p>
            <a:pPr algn="ctr"/>
            <a:r>
              <a:rPr lang="zh-CN" altLang="en-US" sz="3600" b="1" dirty="0">
                <a:solidFill>
                  <a:srgbClr val="000000">
                    <a:lumMod val="75000"/>
                    <a:lumOff val="25000"/>
                  </a:srgbClr>
                </a:solidFill>
                <a:latin typeface="微软雅黑" panose="020B0503020204020204" pitchFamily="34" charset="-122"/>
                <a:ea typeface="微软雅黑" panose="020B0503020204020204" pitchFamily="34" charset="-122"/>
              </a:rPr>
              <a:t>前 言</a:t>
            </a:r>
          </a:p>
        </p:txBody>
      </p:sp>
      <p:sp>
        <p:nvSpPr>
          <p:cNvPr id="19" name="文本框 18"/>
          <p:cNvSpPr txBox="1"/>
          <p:nvPr/>
        </p:nvSpPr>
        <p:spPr>
          <a:xfrm>
            <a:off x="5729065" y="1696026"/>
            <a:ext cx="1902059" cy="584775"/>
          </a:xfrm>
          <a:prstGeom prst="rect">
            <a:avLst/>
          </a:prstGeom>
          <a:noFill/>
          <a:effectLst/>
        </p:spPr>
        <p:txBody>
          <a:bodyPr wrap="none" rtlCol="0">
            <a:spAutoFit/>
          </a:bodyPr>
          <a:lstStyle/>
          <a:p>
            <a:pPr algn="ctr"/>
            <a:r>
              <a:rPr lang="en-US" altLang="zh-CN" sz="3200" dirty="0">
                <a:solidFill>
                  <a:srgbClr val="FFFFFF">
                    <a:lumMod val="65000"/>
                  </a:srgbClr>
                </a:solidFill>
                <a:latin typeface="微软雅黑" panose="020B0503020204020204" pitchFamily="34" charset="-122"/>
                <a:ea typeface="微软雅黑" panose="020B0503020204020204" pitchFamily="34" charset="-122"/>
              </a:rPr>
              <a:t>PREFACE</a:t>
            </a:r>
            <a:endParaRPr lang="zh-CN" altLang="en-US" sz="3200" dirty="0">
              <a:solidFill>
                <a:srgbClr val="FFFFFF">
                  <a:lumMod val="65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9502949"/>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upRight)">
                                      <p:cBhvr>
                                        <p:cTn id="7" dur="1000"/>
                                        <p:tgtEl>
                                          <p:spTgt spid="11"/>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2"/>
                                        </p:tgtEl>
                                        <p:attrNameLst>
                                          <p:attrName>style.visibility</p:attrName>
                                        </p:attrNameLst>
                                      </p:cBhvr>
                                      <p:to>
                                        <p:strVal val="visible"/>
                                      </p:to>
                                    </p:set>
                                    <p:anim calcmode="lin" valueType="num">
                                      <p:cBhvr>
                                        <p:cTn id="10" dur="500" fill="hold"/>
                                        <p:tgtEl>
                                          <p:spTgt spid="12"/>
                                        </p:tgtEl>
                                        <p:attrNameLst>
                                          <p:attrName>ppt_w</p:attrName>
                                        </p:attrNameLst>
                                      </p:cBhvr>
                                      <p:tavLst>
                                        <p:tav tm="0">
                                          <p:val>
                                            <p:fltVal val="0"/>
                                          </p:val>
                                        </p:tav>
                                        <p:tav tm="100000">
                                          <p:val>
                                            <p:strVal val="#ppt_w"/>
                                          </p:val>
                                        </p:tav>
                                      </p:tavLst>
                                    </p:anim>
                                    <p:anim calcmode="lin" valueType="num">
                                      <p:cBhvr>
                                        <p:cTn id="11" dur="500" fill="hold"/>
                                        <p:tgtEl>
                                          <p:spTgt spid="12"/>
                                        </p:tgtEl>
                                        <p:attrNameLst>
                                          <p:attrName>ppt_h</p:attrName>
                                        </p:attrNameLst>
                                      </p:cBhvr>
                                      <p:tavLst>
                                        <p:tav tm="0">
                                          <p:val>
                                            <p:fltVal val="0"/>
                                          </p:val>
                                        </p:tav>
                                        <p:tav tm="100000">
                                          <p:val>
                                            <p:strVal val="#ppt_h"/>
                                          </p:val>
                                        </p:tav>
                                      </p:tavLst>
                                    </p:anim>
                                    <p:animEffect transition="in" filter="fade">
                                      <p:cBhvr>
                                        <p:cTn id="12" dur="500"/>
                                        <p:tgtEl>
                                          <p:spTgt spid="12"/>
                                        </p:tgtEl>
                                      </p:cBhvr>
                                    </p:animEffect>
                                  </p:childTnLst>
                                </p:cTn>
                              </p:par>
                              <p:par>
                                <p:cTn id="13" presetID="56" presetClass="path" presetSubtype="0" accel="50000" decel="50000" fill="hold" grpId="1" nodeType="withEffect">
                                  <p:stCondLst>
                                    <p:cond delay="250"/>
                                  </p:stCondLst>
                                  <p:childTnLst>
                                    <p:animMotion origin="layout" path="M -0.09792 0.17431 L 2.08333E-7 -2.22222E-6 " pathEditMode="relative" rAng="0" ptsTypes="AA">
                                      <p:cBhvr>
                                        <p:cTn id="14" dur="1000" fill="hold"/>
                                        <p:tgtEl>
                                          <p:spTgt spid="12"/>
                                        </p:tgtEl>
                                        <p:attrNameLst>
                                          <p:attrName>ppt_x</p:attrName>
                                          <p:attrName>ppt_y</p:attrName>
                                        </p:attrNameLst>
                                      </p:cBhvr>
                                      <p:rCtr x="4896" y="-8727"/>
                                    </p:animMotion>
                                  </p:childTnLst>
                                </p:cTn>
                              </p:par>
                              <p:par>
                                <p:cTn id="15" presetID="53" presetClass="entr" presetSubtype="16" fill="hold" grpId="0" nodeType="withEffect">
                                  <p:stCondLst>
                                    <p:cond delay="50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par>
                                <p:cTn id="20" presetID="56" presetClass="path" presetSubtype="0" accel="50000" decel="50000" fill="hold" grpId="1" nodeType="withEffect">
                                  <p:stCondLst>
                                    <p:cond delay="500"/>
                                  </p:stCondLst>
                                  <p:childTnLst>
                                    <p:animMotion origin="layout" path="M -0.09792 0.17431 L 2.08333E-7 -2.22222E-6 " pathEditMode="relative" rAng="0" ptsTypes="AA">
                                      <p:cBhvr>
                                        <p:cTn id="21" dur="1000" fill="hold"/>
                                        <p:tgtEl>
                                          <p:spTgt spid="14"/>
                                        </p:tgtEl>
                                        <p:attrNameLst>
                                          <p:attrName>ppt_x</p:attrName>
                                          <p:attrName>ppt_y</p:attrName>
                                        </p:attrNameLst>
                                      </p:cBhvr>
                                      <p:rCtr x="4896" y="-8727"/>
                                    </p:animMotion>
                                  </p:childTnLst>
                                </p:cTn>
                              </p:par>
                              <p:par>
                                <p:cTn id="22" presetID="53" presetClass="entr" presetSubtype="16" fill="hold" grpId="0" nodeType="withEffect">
                                  <p:stCondLst>
                                    <p:cond delay="75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par>
                                <p:cTn id="27" presetID="56" presetClass="path" presetSubtype="0" accel="50000" decel="50000" fill="hold" grpId="1" nodeType="withEffect">
                                  <p:stCondLst>
                                    <p:cond delay="750"/>
                                  </p:stCondLst>
                                  <p:childTnLst>
                                    <p:animMotion origin="layout" path="M -0.09792 0.17431 L 2.08333E-7 -2.22222E-6 " pathEditMode="relative" rAng="0" ptsTypes="AA">
                                      <p:cBhvr>
                                        <p:cTn id="28" dur="1000" fill="hold"/>
                                        <p:tgtEl>
                                          <p:spTgt spid="16"/>
                                        </p:tgtEl>
                                        <p:attrNameLst>
                                          <p:attrName>ppt_x</p:attrName>
                                          <p:attrName>ppt_y</p:attrName>
                                        </p:attrNameLst>
                                      </p:cBhvr>
                                      <p:rCtr x="4896" y="-8727"/>
                                    </p:animMotion>
                                  </p:childTnLst>
                                </p:cTn>
                              </p:par>
                              <p:par>
                                <p:cTn id="29" presetID="53" presetClass="entr" presetSubtype="16" fill="hold" grpId="0" nodeType="withEffect">
                                  <p:stCondLst>
                                    <p:cond delay="100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ppt_w</p:attrName>
                                        </p:attrNameLst>
                                      </p:cBhvr>
                                      <p:tavLst>
                                        <p:tav tm="0">
                                          <p:val>
                                            <p:fltVal val="0"/>
                                          </p:val>
                                        </p:tav>
                                        <p:tav tm="100000">
                                          <p:val>
                                            <p:strVal val="#ppt_w"/>
                                          </p:val>
                                        </p:tav>
                                      </p:tavLst>
                                    </p:anim>
                                    <p:anim calcmode="lin" valueType="num">
                                      <p:cBhvr>
                                        <p:cTn id="32" dur="500" fill="hold"/>
                                        <p:tgtEl>
                                          <p:spTgt spid="15"/>
                                        </p:tgtEl>
                                        <p:attrNameLst>
                                          <p:attrName>ppt_h</p:attrName>
                                        </p:attrNameLst>
                                      </p:cBhvr>
                                      <p:tavLst>
                                        <p:tav tm="0">
                                          <p:val>
                                            <p:fltVal val="0"/>
                                          </p:val>
                                        </p:tav>
                                        <p:tav tm="100000">
                                          <p:val>
                                            <p:strVal val="#ppt_h"/>
                                          </p:val>
                                        </p:tav>
                                      </p:tavLst>
                                    </p:anim>
                                    <p:animEffect transition="in" filter="fade">
                                      <p:cBhvr>
                                        <p:cTn id="33" dur="500"/>
                                        <p:tgtEl>
                                          <p:spTgt spid="15"/>
                                        </p:tgtEl>
                                      </p:cBhvr>
                                    </p:animEffect>
                                  </p:childTnLst>
                                </p:cTn>
                              </p:par>
                              <p:par>
                                <p:cTn id="34" presetID="56" presetClass="path" presetSubtype="0" accel="50000" decel="50000" fill="hold" grpId="1" nodeType="withEffect">
                                  <p:stCondLst>
                                    <p:cond delay="1000"/>
                                  </p:stCondLst>
                                  <p:childTnLst>
                                    <p:animMotion origin="layout" path="M -0.09792 0.17431 L 2.08333E-7 -2.22222E-6 " pathEditMode="relative" rAng="0" ptsTypes="AA">
                                      <p:cBhvr>
                                        <p:cTn id="35" dur="1000" fill="hold"/>
                                        <p:tgtEl>
                                          <p:spTgt spid="15"/>
                                        </p:tgtEl>
                                        <p:attrNameLst>
                                          <p:attrName>ppt_x</p:attrName>
                                          <p:attrName>ppt_y</p:attrName>
                                        </p:attrNameLst>
                                      </p:cBhvr>
                                      <p:rCtr x="4896" y="-8727"/>
                                    </p:animMotion>
                                  </p:childTnLst>
                                </p:cTn>
                              </p:par>
                              <p:par>
                                <p:cTn id="36" presetID="53" presetClass="entr" presetSubtype="16" fill="hold" grpId="0" nodeType="withEffect">
                                  <p:stCondLst>
                                    <p:cond delay="1250"/>
                                  </p:stCondLst>
                                  <p:childTnLst>
                                    <p:set>
                                      <p:cBhvr>
                                        <p:cTn id="37" dur="1" fill="hold">
                                          <p:stCondLst>
                                            <p:cond delay="0"/>
                                          </p:stCondLst>
                                        </p:cTn>
                                        <p:tgtEl>
                                          <p:spTgt spid="17"/>
                                        </p:tgtEl>
                                        <p:attrNameLst>
                                          <p:attrName>style.visibility</p:attrName>
                                        </p:attrNameLst>
                                      </p:cBhvr>
                                      <p:to>
                                        <p:strVal val="visible"/>
                                      </p:to>
                                    </p:set>
                                    <p:anim calcmode="lin" valueType="num">
                                      <p:cBhvr>
                                        <p:cTn id="38" dur="500" fill="hold"/>
                                        <p:tgtEl>
                                          <p:spTgt spid="17"/>
                                        </p:tgtEl>
                                        <p:attrNameLst>
                                          <p:attrName>ppt_w</p:attrName>
                                        </p:attrNameLst>
                                      </p:cBhvr>
                                      <p:tavLst>
                                        <p:tav tm="0">
                                          <p:val>
                                            <p:fltVal val="0"/>
                                          </p:val>
                                        </p:tav>
                                        <p:tav tm="100000">
                                          <p:val>
                                            <p:strVal val="#ppt_w"/>
                                          </p:val>
                                        </p:tav>
                                      </p:tavLst>
                                    </p:anim>
                                    <p:anim calcmode="lin" valueType="num">
                                      <p:cBhvr>
                                        <p:cTn id="39" dur="500" fill="hold"/>
                                        <p:tgtEl>
                                          <p:spTgt spid="17"/>
                                        </p:tgtEl>
                                        <p:attrNameLst>
                                          <p:attrName>ppt_h</p:attrName>
                                        </p:attrNameLst>
                                      </p:cBhvr>
                                      <p:tavLst>
                                        <p:tav tm="0">
                                          <p:val>
                                            <p:fltVal val="0"/>
                                          </p:val>
                                        </p:tav>
                                        <p:tav tm="100000">
                                          <p:val>
                                            <p:strVal val="#ppt_h"/>
                                          </p:val>
                                        </p:tav>
                                      </p:tavLst>
                                    </p:anim>
                                    <p:animEffect transition="in" filter="fade">
                                      <p:cBhvr>
                                        <p:cTn id="40" dur="500"/>
                                        <p:tgtEl>
                                          <p:spTgt spid="17"/>
                                        </p:tgtEl>
                                      </p:cBhvr>
                                    </p:animEffect>
                                  </p:childTnLst>
                                </p:cTn>
                              </p:par>
                              <p:par>
                                <p:cTn id="41" presetID="56" presetClass="path" presetSubtype="0" accel="50000" decel="50000" fill="hold" grpId="1" nodeType="withEffect">
                                  <p:stCondLst>
                                    <p:cond delay="1250"/>
                                  </p:stCondLst>
                                  <p:childTnLst>
                                    <p:animMotion origin="layout" path="M -0.09792 0.17431 L 2.08333E-7 -2.22222E-6 " pathEditMode="relative" rAng="0" ptsTypes="AA">
                                      <p:cBhvr>
                                        <p:cTn id="42" dur="1000" fill="hold"/>
                                        <p:tgtEl>
                                          <p:spTgt spid="17"/>
                                        </p:tgtEl>
                                        <p:attrNameLst>
                                          <p:attrName>ppt_x</p:attrName>
                                          <p:attrName>ppt_y</p:attrName>
                                        </p:attrNameLst>
                                      </p:cBhvr>
                                      <p:rCtr x="4896" y="-8727"/>
                                    </p:animMotion>
                                  </p:childTnLst>
                                </p:cTn>
                              </p:par>
                              <p:par>
                                <p:cTn id="43" presetID="53" presetClass="entr" presetSubtype="16" fill="hold" grpId="0" nodeType="withEffect">
                                  <p:stCondLst>
                                    <p:cond delay="1500"/>
                                  </p:stCondLst>
                                  <p:childTnLst>
                                    <p:set>
                                      <p:cBhvr>
                                        <p:cTn id="44" dur="1" fill="hold">
                                          <p:stCondLst>
                                            <p:cond delay="0"/>
                                          </p:stCondLst>
                                        </p:cTn>
                                        <p:tgtEl>
                                          <p:spTgt spid="18"/>
                                        </p:tgtEl>
                                        <p:attrNameLst>
                                          <p:attrName>style.visibility</p:attrName>
                                        </p:attrNameLst>
                                      </p:cBhvr>
                                      <p:to>
                                        <p:strVal val="visible"/>
                                      </p:to>
                                    </p:set>
                                    <p:anim calcmode="lin" valueType="num">
                                      <p:cBhvr>
                                        <p:cTn id="45" dur="500" fill="hold"/>
                                        <p:tgtEl>
                                          <p:spTgt spid="18"/>
                                        </p:tgtEl>
                                        <p:attrNameLst>
                                          <p:attrName>ppt_w</p:attrName>
                                        </p:attrNameLst>
                                      </p:cBhvr>
                                      <p:tavLst>
                                        <p:tav tm="0">
                                          <p:val>
                                            <p:fltVal val="0"/>
                                          </p:val>
                                        </p:tav>
                                        <p:tav tm="100000">
                                          <p:val>
                                            <p:strVal val="#ppt_w"/>
                                          </p:val>
                                        </p:tav>
                                      </p:tavLst>
                                    </p:anim>
                                    <p:anim calcmode="lin" valueType="num">
                                      <p:cBhvr>
                                        <p:cTn id="46" dur="500" fill="hold"/>
                                        <p:tgtEl>
                                          <p:spTgt spid="18"/>
                                        </p:tgtEl>
                                        <p:attrNameLst>
                                          <p:attrName>ppt_h</p:attrName>
                                        </p:attrNameLst>
                                      </p:cBhvr>
                                      <p:tavLst>
                                        <p:tav tm="0">
                                          <p:val>
                                            <p:fltVal val="0"/>
                                          </p:val>
                                        </p:tav>
                                        <p:tav tm="100000">
                                          <p:val>
                                            <p:strVal val="#ppt_h"/>
                                          </p:val>
                                        </p:tav>
                                      </p:tavLst>
                                    </p:anim>
                                    <p:animEffect transition="in" filter="fade">
                                      <p:cBhvr>
                                        <p:cTn id="47" dur="500"/>
                                        <p:tgtEl>
                                          <p:spTgt spid="18"/>
                                        </p:tgtEl>
                                      </p:cBhvr>
                                    </p:animEffect>
                                  </p:childTnLst>
                                </p:cTn>
                              </p:par>
                              <p:par>
                                <p:cTn id="48" presetID="35" presetClass="path" presetSubtype="0" accel="50000" decel="50000" fill="hold" grpId="1" nodeType="withEffect">
                                  <p:stCondLst>
                                    <p:cond delay="1500"/>
                                  </p:stCondLst>
                                  <p:childTnLst>
                                    <p:animMotion origin="layout" path="M 0 0 L -0.25 0 E" pathEditMode="relative" ptsTypes="">
                                      <p:cBhvr>
                                        <p:cTn id="49" dur="1000" spd="-100000" fill="hold"/>
                                        <p:tgtEl>
                                          <p:spTgt spid="18"/>
                                        </p:tgtEl>
                                        <p:attrNameLst>
                                          <p:attrName>ppt_x</p:attrName>
                                          <p:attrName>ppt_y</p:attrName>
                                        </p:attrNameLst>
                                      </p:cBhvr>
                                    </p:animMotion>
                                  </p:childTnLst>
                                </p:cTn>
                              </p:par>
                              <p:par>
                                <p:cTn id="50" presetID="53" presetClass="entr" presetSubtype="16" fill="hold" grpId="0" nodeType="withEffect">
                                  <p:stCondLst>
                                    <p:cond delay="150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fltVal val="0"/>
                                          </p:val>
                                        </p:tav>
                                        <p:tav tm="100000">
                                          <p:val>
                                            <p:strVal val="#ppt_h"/>
                                          </p:val>
                                        </p:tav>
                                      </p:tavLst>
                                    </p:anim>
                                    <p:animEffect transition="in" filter="fade">
                                      <p:cBhvr>
                                        <p:cTn id="54" dur="500"/>
                                        <p:tgtEl>
                                          <p:spTgt spid="19"/>
                                        </p:tgtEl>
                                      </p:cBhvr>
                                    </p:animEffect>
                                  </p:childTnLst>
                                </p:cTn>
                              </p:par>
                              <p:par>
                                <p:cTn id="55" presetID="63" presetClass="path" presetSubtype="0" accel="50000" decel="50000" fill="hold" grpId="1" nodeType="withEffect">
                                  <p:stCondLst>
                                    <p:cond delay="1500"/>
                                  </p:stCondLst>
                                  <p:childTnLst>
                                    <p:animMotion origin="layout" path="M 0 0 L 0.25 0 E" pathEditMode="relative" ptsTypes="">
                                      <p:cBhvr>
                                        <p:cTn id="56" dur="1000" spd="-100000" fill="hold"/>
                                        <p:tgtEl>
                                          <p:spTgt spid="19"/>
                                        </p:tgtEl>
                                        <p:attrNameLst>
                                          <p:attrName>ppt_x</p:attrName>
                                          <p:attrName>ppt_y</p:attrName>
                                        </p:attrNameLst>
                                      </p:cBhvr>
                                    </p:animMotion>
                                  </p:childTnLst>
                                </p:cTn>
                              </p:par>
                            </p:childTnLst>
                          </p:cTn>
                        </p:par>
                        <p:par>
                          <p:cTn id="57" fill="hold">
                            <p:stCondLst>
                              <p:cond delay="2500"/>
                            </p:stCondLst>
                            <p:childTnLst>
                              <p:par>
                                <p:cTn id="58" presetID="53" presetClass="entr" presetSubtype="16" fill="hold" grpId="0" nodeType="afterEffect">
                                  <p:stCondLst>
                                    <p:cond delay="0"/>
                                  </p:stCondLst>
                                  <p:iterate type="lt">
                                    <p:tmPct val="10000"/>
                                  </p:iterate>
                                  <p:childTnLst>
                                    <p:set>
                                      <p:cBhvr>
                                        <p:cTn id="59" dur="1" fill="hold">
                                          <p:stCondLst>
                                            <p:cond delay="0"/>
                                          </p:stCondLst>
                                        </p:cTn>
                                        <p:tgtEl>
                                          <p:spTgt spid="13"/>
                                        </p:tgtEl>
                                        <p:attrNameLst>
                                          <p:attrName>style.visibility</p:attrName>
                                        </p:attrNameLst>
                                      </p:cBhvr>
                                      <p:to>
                                        <p:strVal val="visible"/>
                                      </p:to>
                                    </p:set>
                                    <p:anim calcmode="lin" valueType="num">
                                      <p:cBhvr>
                                        <p:cTn id="60" dur="250" fill="hold"/>
                                        <p:tgtEl>
                                          <p:spTgt spid="13"/>
                                        </p:tgtEl>
                                        <p:attrNameLst>
                                          <p:attrName>ppt_w</p:attrName>
                                        </p:attrNameLst>
                                      </p:cBhvr>
                                      <p:tavLst>
                                        <p:tav tm="0">
                                          <p:val>
                                            <p:fltVal val="0"/>
                                          </p:val>
                                        </p:tav>
                                        <p:tav tm="100000">
                                          <p:val>
                                            <p:strVal val="#ppt_w"/>
                                          </p:val>
                                        </p:tav>
                                      </p:tavLst>
                                    </p:anim>
                                    <p:anim calcmode="lin" valueType="num">
                                      <p:cBhvr>
                                        <p:cTn id="61" dur="250" fill="hold"/>
                                        <p:tgtEl>
                                          <p:spTgt spid="13"/>
                                        </p:tgtEl>
                                        <p:attrNameLst>
                                          <p:attrName>ppt_h</p:attrName>
                                        </p:attrNameLst>
                                      </p:cBhvr>
                                      <p:tavLst>
                                        <p:tav tm="0">
                                          <p:val>
                                            <p:fltVal val="0"/>
                                          </p:val>
                                        </p:tav>
                                        <p:tav tm="100000">
                                          <p:val>
                                            <p:strVal val="#ppt_h"/>
                                          </p:val>
                                        </p:tav>
                                      </p:tavLst>
                                    </p:anim>
                                    <p:animEffect transition="in" filter="fade">
                                      <p:cBhvr>
                                        <p:cTn id="62"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2" grpId="1" animBg="1"/>
      <p:bldP spid="13" grpId="0"/>
      <p:bldP spid="14" grpId="0" animBg="1"/>
      <p:bldP spid="14" grpId="1" animBg="1"/>
      <p:bldP spid="15" grpId="0" animBg="1"/>
      <p:bldP spid="15" grpId="1" animBg="1"/>
      <p:bldP spid="16" grpId="0" animBg="1"/>
      <p:bldP spid="16" grpId="1" animBg="1"/>
      <p:bldP spid="17" grpId="0" animBg="1"/>
      <p:bldP spid="17" grpId="1" animBg="1"/>
      <p:bldP spid="18" grpId="0"/>
      <p:bldP spid="18" grpId="1"/>
      <p:bldP spid="19" grpId="0"/>
      <p:bldP spid="19"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1550054" y="3485875"/>
            <a:ext cx="1359449" cy="1359449"/>
            <a:chOff x="1376630" y="3485875"/>
            <a:chExt cx="1359449" cy="1359449"/>
          </a:xfrm>
        </p:grpSpPr>
        <p:sp>
          <p:nvSpPr>
            <p:cNvPr id="41" name="椭圆 40"/>
            <p:cNvSpPr>
              <a:spLocks noChangeAspect="1"/>
            </p:cNvSpPr>
            <p:nvPr/>
          </p:nvSpPr>
          <p:spPr>
            <a:xfrm>
              <a:off x="1376630" y="3485875"/>
              <a:ext cx="1359449" cy="1359449"/>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2" name="Freeform 5"/>
            <p:cNvSpPr>
              <a:spLocks noChangeAspect="1"/>
            </p:cNvSpPr>
            <p:nvPr/>
          </p:nvSpPr>
          <p:spPr bwMode="auto">
            <a:xfrm>
              <a:off x="1674685" y="3786345"/>
              <a:ext cx="763338" cy="758509"/>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grpSp>
        <p:nvGrpSpPr>
          <p:cNvPr id="43" name="组合 42"/>
          <p:cNvGrpSpPr/>
          <p:nvPr/>
        </p:nvGrpSpPr>
        <p:grpSpPr>
          <a:xfrm>
            <a:off x="3994668" y="4402764"/>
            <a:ext cx="815670" cy="815670"/>
            <a:chOff x="3821244" y="4402764"/>
            <a:chExt cx="815670" cy="815670"/>
          </a:xfrm>
        </p:grpSpPr>
        <p:sp>
          <p:nvSpPr>
            <p:cNvPr id="44" name="椭圆 43"/>
            <p:cNvSpPr>
              <a:spLocks noChangeAspect="1"/>
            </p:cNvSpPr>
            <p:nvPr/>
          </p:nvSpPr>
          <p:spPr>
            <a:xfrm>
              <a:off x="3821244" y="4402764"/>
              <a:ext cx="815670" cy="81567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5" name="Freeform 5"/>
            <p:cNvSpPr>
              <a:spLocks noChangeAspect="1"/>
            </p:cNvSpPr>
            <p:nvPr/>
          </p:nvSpPr>
          <p:spPr bwMode="auto">
            <a:xfrm>
              <a:off x="4015959" y="4598829"/>
              <a:ext cx="426240" cy="423540"/>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grpSp>
        <p:nvGrpSpPr>
          <p:cNvPr id="46" name="组合 45"/>
          <p:cNvGrpSpPr/>
          <p:nvPr/>
        </p:nvGrpSpPr>
        <p:grpSpPr>
          <a:xfrm>
            <a:off x="4088252" y="1120020"/>
            <a:ext cx="628502" cy="628502"/>
            <a:chOff x="3914828" y="1120020"/>
            <a:chExt cx="628502" cy="628502"/>
          </a:xfrm>
        </p:grpSpPr>
        <p:sp>
          <p:nvSpPr>
            <p:cNvPr id="47" name="椭圆 46"/>
            <p:cNvSpPr>
              <a:spLocks noChangeAspect="1"/>
            </p:cNvSpPr>
            <p:nvPr/>
          </p:nvSpPr>
          <p:spPr>
            <a:xfrm>
              <a:off x="3914828" y="1120020"/>
              <a:ext cx="628502" cy="628502"/>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8" name="Freeform 5"/>
            <p:cNvSpPr>
              <a:spLocks noChangeAspect="1"/>
            </p:cNvSpPr>
            <p:nvPr/>
          </p:nvSpPr>
          <p:spPr bwMode="auto">
            <a:xfrm>
              <a:off x="4075291" y="1281455"/>
              <a:ext cx="307577" cy="305631"/>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49" name="Oval 15"/>
          <p:cNvSpPr>
            <a:spLocks noChangeArrowheads="1"/>
          </p:cNvSpPr>
          <p:nvPr/>
        </p:nvSpPr>
        <p:spPr bwMode="auto">
          <a:xfrm>
            <a:off x="2429981" y="1893018"/>
            <a:ext cx="2776208" cy="2765917"/>
          </a:xfrm>
          <a:prstGeom prst="ellipse">
            <a:avLst/>
          </a:prstGeom>
          <a:gradFill flip="none" rotWithShape="1">
            <a:gsLst>
              <a:gs pos="0">
                <a:srgbClr val="FFFFFF"/>
              </a:gs>
              <a:gs pos="100000">
                <a:srgbClr val="FFFFFF">
                  <a:lumMod val="75000"/>
                </a:srgbClr>
              </a:gs>
            </a:gsLst>
            <a:lin ang="13500000" scaled="1"/>
            <a:tileRect/>
          </a:gradFill>
          <a:ln w="381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0" name="Oval 31"/>
          <p:cNvSpPr>
            <a:spLocks noChangeArrowheads="1"/>
          </p:cNvSpPr>
          <p:nvPr/>
        </p:nvSpPr>
        <p:spPr bwMode="auto">
          <a:xfrm>
            <a:off x="2669265" y="2129729"/>
            <a:ext cx="2298927" cy="2291208"/>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1" name="文本框 50"/>
          <p:cNvSpPr txBox="1"/>
          <p:nvPr/>
        </p:nvSpPr>
        <p:spPr>
          <a:xfrm>
            <a:off x="2880006" y="2601222"/>
            <a:ext cx="1876159" cy="735611"/>
          </a:xfrm>
          <a:prstGeom prst="rect">
            <a:avLst/>
          </a:prstGeom>
          <a:effectLst/>
        </p:spPr>
        <p:txBody>
          <a:bodyPr wrap="square">
            <a:spAutoFit/>
          </a:bodyPr>
          <a:lstStyle>
            <a:defPPr>
              <a:defRPr lang="zh-CN"/>
            </a:defPPr>
            <a:lvl1pPr algn="ctr">
              <a:defRPr sz="9600" b="1" spc="300">
                <a:solidFill>
                  <a:schemeClr val="accent2"/>
                </a:solidFill>
                <a:effectLst>
                  <a:innerShdw blurRad="76200" dist="76200" dir="13500000">
                    <a:prstClr val="black">
                      <a:alpha val="50000"/>
                    </a:prstClr>
                  </a:innerShdw>
                </a:effectLst>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4800" b="1" i="0" u="none" strike="noStrike" kern="0" cap="none" spc="0" normalizeH="0" baseline="0" noProof="0" dirty="0">
                <a:ln>
                  <a:noFill/>
                </a:ln>
                <a:solidFill>
                  <a:srgbClr val="FFFFFF"/>
                </a:solidFill>
                <a:effectLst>
                  <a:innerShdw blurRad="76200" dist="76200" dir="13500000">
                    <a:prstClr val="black">
                      <a:alpha val="50000"/>
                    </a:prstClr>
                  </a:innerShdw>
                </a:effectLst>
                <a:uLnTx/>
                <a:uFillTx/>
                <a:ea typeface="微软雅黑" panose="020B0503020204020204" pitchFamily="34" charset="-122"/>
              </a:rPr>
              <a:t>目 录</a:t>
            </a:r>
            <a:endParaRPr kumimoji="0" lang="en-US" altLang="zh-CN" sz="4800" b="1" i="0" u="none" strike="noStrike" kern="0" cap="none" spc="0" normalizeH="0" baseline="0" noProof="0" dirty="0">
              <a:ln>
                <a:noFill/>
              </a:ln>
              <a:solidFill>
                <a:srgbClr val="FFFFFF"/>
              </a:solidFill>
              <a:effectLst>
                <a:innerShdw blurRad="76200" dist="76200" dir="13500000">
                  <a:prstClr val="black">
                    <a:alpha val="50000"/>
                  </a:prstClr>
                </a:innerShdw>
              </a:effectLst>
              <a:uLnTx/>
              <a:uFillTx/>
              <a:ea typeface="微软雅黑" panose="020B0503020204020204" pitchFamily="34" charset="-122"/>
            </a:endParaRPr>
          </a:p>
        </p:txBody>
      </p:sp>
      <p:sp>
        <p:nvSpPr>
          <p:cNvPr id="52" name="文本框 51"/>
          <p:cNvSpPr txBox="1"/>
          <p:nvPr/>
        </p:nvSpPr>
        <p:spPr>
          <a:xfrm>
            <a:off x="2554282" y="3299117"/>
            <a:ext cx="2527607" cy="553998"/>
          </a:xfrm>
          <a:prstGeom prst="rect">
            <a:avLst/>
          </a:prstGeom>
          <a:effectLst/>
        </p:spPr>
        <p:txBody>
          <a:bodyPr wrap="square">
            <a:spAutoFit/>
          </a:bodyPr>
          <a:lstStyle>
            <a:defPPr>
              <a:defRPr lang="zh-CN"/>
            </a:defPPr>
            <a:lvl1pPr algn="ctr">
              <a:defRPr sz="9600" b="1" spc="300">
                <a:solidFill>
                  <a:schemeClr val="accent2"/>
                </a:solidFill>
                <a:effectLst>
                  <a:innerShdw blurRad="76200" dist="76200" dir="13500000">
                    <a:prstClr val="black">
                      <a:alpha val="50000"/>
                    </a:prstClr>
                  </a:innerShdw>
                </a:effectLst>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000" b="1" i="0" u="none" strike="noStrike" kern="0" cap="none" spc="0" normalizeH="0" baseline="0" noProof="0" dirty="0">
                <a:ln>
                  <a:noFill/>
                </a:ln>
                <a:solidFill>
                  <a:srgbClr val="FFFFFF"/>
                </a:solidFill>
                <a:effectLst>
                  <a:innerShdw blurRad="76200" dist="76200" dir="13500000">
                    <a:prstClr val="black">
                      <a:alpha val="50000"/>
                    </a:prstClr>
                  </a:innerShdw>
                </a:effectLst>
                <a:uLnTx/>
                <a:uFillTx/>
                <a:ea typeface="微软雅黑" panose="020B0503020204020204" pitchFamily="34" charset="-122"/>
              </a:rPr>
              <a:t>CONTENTS</a:t>
            </a:r>
          </a:p>
        </p:txBody>
      </p:sp>
      <p:grpSp>
        <p:nvGrpSpPr>
          <p:cNvPr id="53" name="组合 52"/>
          <p:cNvGrpSpPr/>
          <p:nvPr/>
        </p:nvGrpSpPr>
        <p:grpSpPr>
          <a:xfrm>
            <a:off x="5886742" y="1485416"/>
            <a:ext cx="4620715" cy="590540"/>
            <a:chOff x="4318782" y="1624909"/>
            <a:chExt cx="4620715" cy="590540"/>
          </a:xfrm>
        </p:grpSpPr>
        <p:sp>
          <p:nvSpPr>
            <p:cNvPr id="54" name="圆角矩形 53"/>
            <p:cNvSpPr/>
            <p:nvPr/>
          </p:nvSpPr>
          <p:spPr>
            <a:xfrm>
              <a:off x="4318782" y="1624909"/>
              <a:ext cx="4620715" cy="573458"/>
            </a:xfrm>
            <a:prstGeom prst="roundRect">
              <a:avLst>
                <a:gd name="adj" fmla="val 50000"/>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5" name="文本框 54"/>
            <p:cNvSpPr txBox="1"/>
            <p:nvPr/>
          </p:nvSpPr>
          <p:spPr>
            <a:xfrm>
              <a:off x="5316805" y="1680805"/>
              <a:ext cx="2477652"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17406D"/>
                  </a:solidFill>
                  <a:effectLst/>
                  <a:uLnTx/>
                  <a:uFillTx/>
                  <a:latin typeface="微软雅黑" panose="020B0503020204020204" pitchFamily="34" charset="-122"/>
                  <a:ea typeface="微软雅黑" panose="020B0503020204020204" pitchFamily="34" charset="-122"/>
                  <a:cs typeface="Aharoni" panose="02010803020104030203" pitchFamily="2" charset="-79"/>
                </a:rPr>
                <a:t>年度工作概述</a:t>
              </a:r>
            </a:p>
          </p:txBody>
        </p:sp>
        <p:sp>
          <p:nvSpPr>
            <p:cNvPr id="56" name="Freeform 12"/>
            <p:cNvSpPr>
              <a:spLocks noChangeAspect="1" noEditPoints="1"/>
            </p:cNvSpPr>
            <p:nvPr/>
          </p:nvSpPr>
          <p:spPr bwMode="auto">
            <a:xfrm>
              <a:off x="8153409" y="1772816"/>
              <a:ext cx="372493" cy="277641"/>
            </a:xfrm>
            <a:custGeom>
              <a:avLst/>
              <a:gdLst>
                <a:gd name="T0" fmla="*/ 122376 w 983"/>
                <a:gd name="T1" fmla="*/ 235554 h 731"/>
                <a:gd name="T2" fmla="*/ 218573 w 983"/>
                <a:gd name="T3" fmla="*/ 67127 h 731"/>
                <a:gd name="T4" fmla="*/ 242318 w 983"/>
                <a:gd name="T5" fmla="*/ 39056 h 731"/>
                <a:gd name="T6" fmla="*/ 462108 w 983"/>
                <a:gd name="T7" fmla="*/ 56753 h 731"/>
                <a:gd name="T8" fmla="*/ 449323 w 983"/>
                <a:gd name="T9" fmla="*/ 29902 h 731"/>
                <a:gd name="T10" fmla="*/ 499856 w 983"/>
                <a:gd name="T11" fmla="*/ 14646 h 731"/>
                <a:gd name="T12" fmla="*/ 533951 w 983"/>
                <a:gd name="T13" fmla="*/ 16477 h 731"/>
                <a:gd name="T14" fmla="*/ 522992 w 983"/>
                <a:gd name="T15" fmla="*/ 66517 h 731"/>
                <a:gd name="T16" fmla="*/ 505336 w 983"/>
                <a:gd name="T17" fmla="*/ 93977 h 731"/>
                <a:gd name="T18" fmla="*/ 379306 w 983"/>
                <a:gd name="T19" fmla="*/ 209924 h 731"/>
                <a:gd name="T20" fmla="*/ 378697 w 983"/>
                <a:gd name="T21" fmla="*/ 210534 h 731"/>
                <a:gd name="T22" fmla="*/ 579614 w 983"/>
                <a:gd name="T23" fmla="*/ 408863 h 731"/>
                <a:gd name="T24" fmla="*/ 579614 w 983"/>
                <a:gd name="T25" fmla="*/ 446088 h 731"/>
                <a:gd name="T26" fmla="*/ 464544 w 983"/>
                <a:gd name="T27" fmla="*/ 446088 h 731"/>
                <a:gd name="T28" fmla="*/ 339732 w 983"/>
                <a:gd name="T29" fmla="*/ 446088 h 731"/>
                <a:gd name="T30" fmla="*/ 214920 w 983"/>
                <a:gd name="T31" fmla="*/ 446088 h 731"/>
                <a:gd name="T32" fmla="*/ 90108 w 983"/>
                <a:gd name="T33" fmla="*/ 446088 h 731"/>
                <a:gd name="T34" fmla="*/ 0 w 983"/>
                <a:gd name="T35" fmla="*/ 427781 h 731"/>
                <a:gd name="T36" fmla="*/ 18874 w 983"/>
                <a:gd name="T37" fmla="*/ 0 h 731"/>
                <a:gd name="T38" fmla="*/ 37748 w 983"/>
                <a:gd name="T39" fmla="*/ 408863 h 731"/>
                <a:gd name="T40" fmla="*/ 90108 w 983"/>
                <a:gd name="T41" fmla="*/ 323429 h 731"/>
                <a:gd name="T42" fmla="*/ 143686 w 983"/>
                <a:gd name="T43" fmla="*/ 304512 h 731"/>
                <a:gd name="T44" fmla="*/ 162560 w 983"/>
                <a:gd name="T45" fmla="*/ 408863 h 731"/>
                <a:gd name="T46" fmla="*/ 214920 w 983"/>
                <a:gd name="T47" fmla="*/ 192837 h 731"/>
                <a:gd name="T48" fmla="*/ 268498 w 983"/>
                <a:gd name="T49" fmla="*/ 174530 h 731"/>
                <a:gd name="T50" fmla="*/ 287372 w 983"/>
                <a:gd name="T51" fmla="*/ 408863 h 731"/>
                <a:gd name="T52" fmla="*/ 339732 w 983"/>
                <a:gd name="T53" fmla="*/ 256913 h 731"/>
                <a:gd name="T54" fmla="*/ 393310 w 983"/>
                <a:gd name="T55" fmla="*/ 237995 h 731"/>
                <a:gd name="T56" fmla="*/ 412183 w 983"/>
                <a:gd name="T57" fmla="*/ 408863 h 731"/>
                <a:gd name="T58" fmla="*/ 464544 w 983"/>
                <a:gd name="T59" fmla="*/ 149510 h 731"/>
                <a:gd name="T60" fmla="*/ 518121 w 983"/>
                <a:gd name="T61" fmla="*/ 130592 h 731"/>
                <a:gd name="T62" fmla="*/ 536386 w 983"/>
                <a:gd name="T63" fmla="*/ 408863 h 73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83" h="731">
                  <a:moveTo>
                    <a:pt x="404" y="154"/>
                  </a:moveTo>
                  <a:lnTo>
                    <a:pt x="201" y="386"/>
                  </a:lnTo>
                  <a:lnTo>
                    <a:pt x="153" y="345"/>
                  </a:lnTo>
                  <a:lnTo>
                    <a:pt x="359" y="110"/>
                  </a:lnTo>
                  <a:lnTo>
                    <a:pt x="398" y="64"/>
                  </a:lnTo>
                  <a:lnTo>
                    <a:pt x="616" y="255"/>
                  </a:lnTo>
                  <a:lnTo>
                    <a:pt x="759" y="93"/>
                  </a:lnTo>
                  <a:lnTo>
                    <a:pt x="734" y="71"/>
                  </a:lnTo>
                  <a:cubicBezTo>
                    <a:pt x="724" y="63"/>
                    <a:pt x="726" y="53"/>
                    <a:pt x="738" y="49"/>
                  </a:cubicBezTo>
                  <a:lnTo>
                    <a:pt x="777" y="37"/>
                  </a:lnTo>
                  <a:cubicBezTo>
                    <a:pt x="789" y="34"/>
                    <a:pt x="809" y="27"/>
                    <a:pt x="821" y="24"/>
                  </a:cubicBezTo>
                  <a:lnTo>
                    <a:pt x="860" y="12"/>
                  </a:lnTo>
                  <a:cubicBezTo>
                    <a:pt x="872" y="8"/>
                    <a:pt x="880" y="15"/>
                    <a:pt x="877" y="27"/>
                  </a:cubicBezTo>
                  <a:lnTo>
                    <a:pt x="869" y="65"/>
                  </a:lnTo>
                  <a:cubicBezTo>
                    <a:pt x="866" y="77"/>
                    <a:pt x="862" y="97"/>
                    <a:pt x="859" y="109"/>
                  </a:cubicBezTo>
                  <a:lnTo>
                    <a:pt x="851" y="147"/>
                  </a:lnTo>
                  <a:cubicBezTo>
                    <a:pt x="849" y="159"/>
                    <a:pt x="839" y="162"/>
                    <a:pt x="830" y="154"/>
                  </a:cubicBezTo>
                  <a:lnTo>
                    <a:pt x="807" y="134"/>
                  </a:lnTo>
                  <a:lnTo>
                    <a:pt x="623" y="344"/>
                  </a:lnTo>
                  <a:lnTo>
                    <a:pt x="622" y="345"/>
                  </a:lnTo>
                  <a:lnTo>
                    <a:pt x="404" y="154"/>
                  </a:lnTo>
                  <a:close/>
                  <a:moveTo>
                    <a:pt x="952" y="670"/>
                  </a:moveTo>
                  <a:cubicBezTo>
                    <a:pt x="969" y="670"/>
                    <a:pt x="983" y="684"/>
                    <a:pt x="983" y="701"/>
                  </a:cubicBezTo>
                  <a:cubicBezTo>
                    <a:pt x="983" y="718"/>
                    <a:pt x="969" y="731"/>
                    <a:pt x="952" y="731"/>
                  </a:cubicBezTo>
                  <a:lnTo>
                    <a:pt x="881" y="731"/>
                  </a:lnTo>
                  <a:lnTo>
                    <a:pt x="763" y="731"/>
                  </a:lnTo>
                  <a:lnTo>
                    <a:pt x="677" y="731"/>
                  </a:lnTo>
                  <a:lnTo>
                    <a:pt x="558" y="731"/>
                  </a:lnTo>
                  <a:lnTo>
                    <a:pt x="472" y="731"/>
                  </a:lnTo>
                  <a:lnTo>
                    <a:pt x="353" y="731"/>
                  </a:lnTo>
                  <a:lnTo>
                    <a:pt x="267" y="731"/>
                  </a:lnTo>
                  <a:lnTo>
                    <a:pt x="148" y="731"/>
                  </a:lnTo>
                  <a:lnTo>
                    <a:pt x="32" y="731"/>
                  </a:lnTo>
                  <a:cubicBezTo>
                    <a:pt x="14" y="731"/>
                    <a:pt x="0" y="718"/>
                    <a:pt x="0" y="701"/>
                  </a:cubicBezTo>
                  <a:lnTo>
                    <a:pt x="0" y="31"/>
                  </a:lnTo>
                  <a:cubicBezTo>
                    <a:pt x="0" y="14"/>
                    <a:pt x="14" y="0"/>
                    <a:pt x="31" y="0"/>
                  </a:cubicBezTo>
                  <a:cubicBezTo>
                    <a:pt x="48" y="0"/>
                    <a:pt x="62" y="14"/>
                    <a:pt x="62" y="31"/>
                  </a:cubicBezTo>
                  <a:lnTo>
                    <a:pt x="62" y="670"/>
                  </a:lnTo>
                  <a:lnTo>
                    <a:pt x="148" y="670"/>
                  </a:lnTo>
                  <a:lnTo>
                    <a:pt x="148" y="530"/>
                  </a:lnTo>
                  <a:cubicBezTo>
                    <a:pt x="148" y="513"/>
                    <a:pt x="162" y="499"/>
                    <a:pt x="179" y="499"/>
                  </a:cubicBezTo>
                  <a:lnTo>
                    <a:pt x="236" y="499"/>
                  </a:lnTo>
                  <a:cubicBezTo>
                    <a:pt x="253" y="499"/>
                    <a:pt x="267" y="513"/>
                    <a:pt x="267" y="530"/>
                  </a:cubicBezTo>
                  <a:lnTo>
                    <a:pt x="267" y="670"/>
                  </a:lnTo>
                  <a:lnTo>
                    <a:pt x="353" y="670"/>
                  </a:lnTo>
                  <a:lnTo>
                    <a:pt x="353" y="316"/>
                  </a:lnTo>
                  <a:cubicBezTo>
                    <a:pt x="353" y="299"/>
                    <a:pt x="367" y="286"/>
                    <a:pt x="384" y="286"/>
                  </a:cubicBezTo>
                  <a:lnTo>
                    <a:pt x="441" y="286"/>
                  </a:lnTo>
                  <a:cubicBezTo>
                    <a:pt x="458" y="286"/>
                    <a:pt x="472" y="299"/>
                    <a:pt x="472" y="316"/>
                  </a:cubicBezTo>
                  <a:lnTo>
                    <a:pt x="472" y="670"/>
                  </a:lnTo>
                  <a:lnTo>
                    <a:pt x="558" y="670"/>
                  </a:lnTo>
                  <a:lnTo>
                    <a:pt x="558" y="421"/>
                  </a:lnTo>
                  <a:cubicBezTo>
                    <a:pt x="558" y="404"/>
                    <a:pt x="572" y="390"/>
                    <a:pt x="589" y="390"/>
                  </a:cubicBezTo>
                  <a:lnTo>
                    <a:pt x="646" y="390"/>
                  </a:lnTo>
                  <a:cubicBezTo>
                    <a:pt x="663" y="390"/>
                    <a:pt x="677" y="404"/>
                    <a:pt x="677" y="421"/>
                  </a:cubicBezTo>
                  <a:lnTo>
                    <a:pt x="677" y="670"/>
                  </a:lnTo>
                  <a:lnTo>
                    <a:pt x="763" y="670"/>
                  </a:lnTo>
                  <a:lnTo>
                    <a:pt x="763" y="245"/>
                  </a:lnTo>
                  <a:cubicBezTo>
                    <a:pt x="763" y="228"/>
                    <a:pt x="776" y="214"/>
                    <a:pt x="793" y="214"/>
                  </a:cubicBezTo>
                  <a:lnTo>
                    <a:pt x="851" y="214"/>
                  </a:lnTo>
                  <a:cubicBezTo>
                    <a:pt x="868" y="214"/>
                    <a:pt x="881" y="228"/>
                    <a:pt x="881" y="245"/>
                  </a:cubicBezTo>
                  <a:lnTo>
                    <a:pt x="881" y="670"/>
                  </a:lnTo>
                  <a:lnTo>
                    <a:pt x="952" y="670"/>
                  </a:lnTo>
                  <a:close/>
                </a:path>
              </a:pathLst>
            </a:custGeom>
            <a:solidFill>
              <a:srgbClr val="FFFFFF">
                <a:lumMod val="6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7" name="文本框 56"/>
            <p:cNvSpPr txBox="1"/>
            <p:nvPr/>
          </p:nvSpPr>
          <p:spPr>
            <a:xfrm>
              <a:off x="4604826" y="1630674"/>
              <a:ext cx="601447" cy="584775"/>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17406D"/>
                  </a:solidFill>
                  <a:effectLst/>
                  <a:uLnTx/>
                  <a:uFillTx/>
                </a:rPr>
                <a:t>01</a:t>
              </a:r>
              <a:endParaRPr kumimoji="0" lang="zh-CN" altLang="en-US" sz="3200" b="0" i="0" u="none" strike="noStrike" kern="0" cap="none" spc="0" normalizeH="0" baseline="0" noProof="0" dirty="0">
                <a:ln>
                  <a:noFill/>
                </a:ln>
                <a:solidFill>
                  <a:srgbClr val="17406D"/>
                </a:solidFill>
                <a:effectLst/>
                <a:uLnTx/>
                <a:uFillTx/>
              </a:endParaRPr>
            </a:p>
          </p:txBody>
        </p:sp>
      </p:grpSp>
      <p:grpSp>
        <p:nvGrpSpPr>
          <p:cNvPr id="58" name="组合 57"/>
          <p:cNvGrpSpPr/>
          <p:nvPr/>
        </p:nvGrpSpPr>
        <p:grpSpPr>
          <a:xfrm>
            <a:off x="5886742" y="2242441"/>
            <a:ext cx="4620715" cy="584775"/>
            <a:chOff x="4318782" y="2381934"/>
            <a:chExt cx="4620715" cy="584775"/>
          </a:xfrm>
        </p:grpSpPr>
        <p:sp>
          <p:nvSpPr>
            <p:cNvPr id="59" name="圆角矩形 58"/>
            <p:cNvSpPr/>
            <p:nvPr/>
          </p:nvSpPr>
          <p:spPr>
            <a:xfrm>
              <a:off x="4318782" y="2383590"/>
              <a:ext cx="4620715" cy="573458"/>
            </a:xfrm>
            <a:prstGeom prst="roundRect">
              <a:avLst>
                <a:gd name="adj" fmla="val 50000"/>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0" name="文本框 59"/>
            <p:cNvSpPr txBox="1"/>
            <p:nvPr/>
          </p:nvSpPr>
          <p:spPr>
            <a:xfrm>
              <a:off x="5316805" y="2439487"/>
              <a:ext cx="2477652"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17406D"/>
                  </a:solidFill>
                  <a:effectLst/>
                  <a:uLnTx/>
                  <a:uFillTx/>
                  <a:latin typeface="微软雅黑" panose="020B0503020204020204" pitchFamily="34" charset="-122"/>
                  <a:ea typeface="微软雅黑" panose="020B0503020204020204" pitchFamily="34" charset="-122"/>
                  <a:cs typeface="Aharoni" panose="02010803020104030203" pitchFamily="2" charset="-79"/>
                </a:rPr>
                <a:t>工作完成情况</a:t>
              </a:r>
            </a:p>
          </p:txBody>
        </p:sp>
        <p:sp>
          <p:nvSpPr>
            <p:cNvPr id="61" name="Freeform 124"/>
            <p:cNvSpPr>
              <a:spLocks noChangeAspect="1" noEditPoints="1"/>
            </p:cNvSpPr>
            <p:nvPr/>
          </p:nvSpPr>
          <p:spPr bwMode="auto">
            <a:xfrm>
              <a:off x="8125562" y="2511569"/>
              <a:ext cx="400050" cy="317500"/>
            </a:xfrm>
            <a:custGeom>
              <a:avLst/>
              <a:gdLst>
                <a:gd name="T0" fmla="*/ 377 w 1101"/>
                <a:gd name="T1" fmla="*/ 858 h 877"/>
                <a:gd name="T2" fmla="*/ 397 w 1101"/>
                <a:gd name="T3" fmla="*/ 866 h 877"/>
                <a:gd name="T4" fmla="*/ 566 w 1101"/>
                <a:gd name="T5" fmla="*/ 716 h 877"/>
                <a:gd name="T6" fmla="*/ 377 w 1101"/>
                <a:gd name="T7" fmla="*/ 620 h 877"/>
                <a:gd name="T8" fmla="*/ 377 w 1101"/>
                <a:gd name="T9" fmla="*/ 858 h 877"/>
                <a:gd name="T10" fmla="*/ 1066 w 1101"/>
                <a:gd name="T11" fmla="*/ 8 h 877"/>
                <a:gd name="T12" fmla="*/ 21 w 1101"/>
                <a:gd name="T13" fmla="*/ 371 h 877"/>
                <a:gd name="T14" fmla="*/ 20 w 1101"/>
                <a:gd name="T15" fmla="*/ 400 h 877"/>
                <a:gd name="T16" fmla="*/ 245 w 1101"/>
                <a:gd name="T17" fmla="*/ 489 h 877"/>
                <a:gd name="T18" fmla="*/ 245 w 1101"/>
                <a:gd name="T19" fmla="*/ 489 h 877"/>
                <a:gd name="T20" fmla="*/ 379 w 1101"/>
                <a:gd name="T21" fmla="*/ 542 h 877"/>
                <a:gd name="T22" fmla="*/ 1029 w 1101"/>
                <a:gd name="T23" fmla="*/ 70 h 877"/>
                <a:gd name="T24" fmla="*/ 1042 w 1101"/>
                <a:gd name="T25" fmla="*/ 81 h 877"/>
                <a:gd name="T26" fmla="*/ 575 w 1101"/>
                <a:gd name="T27" fmla="*/ 581 h 877"/>
                <a:gd name="T28" fmla="*/ 575 w 1101"/>
                <a:gd name="T29" fmla="*/ 581 h 877"/>
                <a:gd name="T30" fmla="*/ 549 w 1101"/>
                <a:gd name="T31" fmla="*/ 610 h 877"/>
                <a:gd name="T32" fmla="*/ 584 w 1101"/>
                <a:gd name="T33" fmla="*/ 629 h 877"/>
                <a:gd name="T34" fmla="*/ 879 w 1101"/>
                <a:gd name="T35" fmla="*/ 785 h 877"/>
                <a:gd name="T36" fmla="*/ 924 w 1101"/>
                <a:gd name="T37" fmla="*/ 766 h 877"/>
                <a:gd name="T38" fmla="*/ 1095 w 1101"/>
                <a:gd name="T39" fmla="*/ 33 h 877"/>
                <a:gd name="T40" fmla="*/ 1066 w 1101"/>
                <a:gd name="T41" fmla="*/ 8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01" h="877">
                  <a:moveTo>
                    <a:pt x="377" y="858"/>
                  </a:moveTo>
                  <a:cubicBezTo>
                    <a:pt x="377" y="872"/>
                    <a:pt x="385" y="877"/>
                    <a:pt x="397" y="866"/>
                  </a:cubicBezTo>
                  <a:cubicBezTo>
                    <a:pt x="412" y="852"/>
                    <a:pt x="566" y="716"/>
                    <a:pt x="566" y="716"/>
                  </a:cubicBezTo>
                  <a:lnTo>
                    <a:pt x="377" y="620"/>
                  </a:lnTo>
                  <a:lnTo>
                    <a:pt x="377" y="858"/>
                  </a:lnTo>
                  <a:close/>
                  <a:moveTo>
                    <a:pt x="1066" y="8"/>
                  </a:moveTo>
                  <a:cubicBezTo>
                    <a:pt x="1046" y="15"/>
                    <a:pt x="41" y="365"/>
                    <a:pt x="21" y="371"/>
                  </a:cubicBezTo>
                  <a:cubicBezTo>
                    <a:pt x="4" y="378"/>
                    <a:pt x="0" y="392"/>
                    <a:pt x="20" y="400"/>
                  </a:cubicBezTo>
                  <a:cubicBezTo>
                    <a:pt x="44" y="409"/>
                    <a:pt x="245" y="489"/>
                    <a:pt x="245" y="489"/>
                  </a:cubicBezTo>
                  <a:lnTo>
                    <a:pt x="245" y="489"/>
                  </a:lnTo>
                  <a:lnTo>
                    <a:pt x="379" y="542"/>
                  </a:lnTo>
                  <a:cubicBezTo>
                    <a:pt x="379" y="542"/>
                    <a:pt x="1020" y="76"/>
                    <a:pt x="1029" y="70"/>
                  </a:cubicBezTo>
                  <a:cubicBezTo>
                    <a:pt x="1038" y="63"/>
                    <a:pt x="1048" y="75"/>
                    <a:pt x="1042" y="81"/>
                  </a:cubicBezTo>
                  <a:cubicBezTo>
                    <a:pt x="1035" y="89"/>
                    <a:pt x="575" y="581"/>
                    <a:pt x="575" y="581"/>
                  </a:cubicBezTo>
                  <a:cubicBezTo>
                    <a:pt x="575" y="581"/>
                    <a:pt x="575" y="581"/>
                    <a:pt x="575" y="581"/>
                  </a:cubicBezTo>
                  <a:lnTo>
                    <a:pt x="549" y="610"/>
                  </a:lnTo>
                  <a:lnTo>
                    <a:pt x="584" y="629"/>
                  </a:lnTo>
                  <a:cubicBezTo>
                    <a:pt x="584" y="629"/>
                    <a:pt x="859" y="775"/>
                    <a:pt x="879" y="785"/>
                  </a:cubicBezTo>
                  <a:cubicBezTo>
                    <a:pt x="896" y="795"/>
                    <a:pt x="918" y="787"/>
                    <a:pt x="924" y="766"/>
                  </a:cubicBezTo>
                  <a:cubicBezTo>
                    <a:pt x="929" y="741"/>
                    <a:pt x="1092" y="48"/>
                    <a:pt x="1095" y="33"/>
                  </a:cubicBezTo>
                  <a:cubicBezTo>
                    <a:pt x="1101" y="12"/>
                    <a:pt x="1087" y="0"/>
                    <a:pt x="1066" y="8"/>
                  </a:cubicBezTo>
                  <a:close/>
                </a:path>
              </a:pathLst>
            </a:custGeom>
            <a:solidFill>
              <a:srgbClr val="FFFFFF">
                <a:lumMod val="6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2" name="文本框 61"/>
            <p:cNvSpPr txBox="1"/>
            <p:nvPr/>
          </p:nvSpPr>
          <p:spPr>
            <a:xfrm>
              <a:off x="4604826" y="2381934"/>
              <a:ext cx="601447" cy="584775"/>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17406D"/>
                  </a:solidFill>
                  <a:effectLst/>
                  <a:uLnTx/>
                  <a:uFillTx/>
                </a:rPr>
                <a:t>02</a:t>
              </a:r>
              <a:endParaRPr kumimoji="0" lang="zh-CN" altLang="en-US" sz="3200" b="0" i="0" u="none" strike="noStrike" kern="0" cap="none" spc="0" normalizeH="0" baseline="0" noProof="0" dirty="0">
                <a:ln>
                  <a:noFill/>
                </a:ln>
                <a:solidFill>
                  <a:srgbClr val="17406D"/>
                </a:solidFill>
                <a:effectLst/>
                <a:uLnTx/>
                <a:uFillTx/>
              </a:endParaRPr>
            </a:p>
          </p:txBody>
        </p:sp>
      </p:grpSp>
      <p:grpSp>
        <p:nvGrpSpPr>
          <p:cNvPr id="63" name="组合 62"/>
          <p:cNvGrpSpPr/>
          <p:nvPr/>
        </p:nvGrpSpPr>
        <p:grpSpPr>
          <a:xfrm>
            <a:off x="5886742" y="3002778"/>
            <a:ext cx="4620715" cy="593309"/>
            <a:chOff x="4318782" y="3142271"/>
            <a:chExt cx="4620715" cy="593309"/>
          </a:xfrm>
        </p:grpSpPr>
        <p:sp>
          <p:nvSpPr>
            <p:cNvPr id="64" name="圆角矩形 63"/>
            <p:cNvSpPr/>
            <p:nvPr/>
          </p:nvSpPr>
          <p:spPr>
            <a:xfrm>
              <a:off x="4318782" y="3142271"/>
              <a:ext cx="4620715" cy="573458"/>
            </a:xfrm>
            <a:prstGeom prst="roundRect">
              <a:avLst>
                <a:gd name="adj" fmla="val 50000"/>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5" name="文本框 64"/>
            <p:cNvSpPr txBox="1"/>
            <p:nvPr/>
          </p:nvSpPr>
          <p:spPr>
            <a:xfrm>
              <a:off x="5316805" y="3198168"/>
              <a:ext cx="2477652"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17406D"/>
                  </a:solidFill>
                  <a:effectLst/>
                  <a:uLnTx/>
                  <a:uFillTx/>
                  <a:latin typeface="微软雅黑" panose="020B0503020204020204" pitchFamily="34" charset="-122"/>
                  <a:ea typeface="微软雅黑" panose="020B0503020204020204" pitchFamily="34" charset="-122"/>
                  <a:cs typeface="Aharoni" panose="02010803020104030203" pitchFamily="2" charset="-79"/>
                </a:rPr>
                <a:t>项目成果展示</a:t>
              </a:r>
            </a:p>
          </p:txBody>
        </p:sp>
        <p:sp>
          <p:nvSpPr>
            <p:cNvPr id="66" name="Freeform 52"/>
            <p:cNvSpPr>
              <a:spLocks noChangeAspect="1" noEditPoints="1"/>
            </p:cNvSpPr>
            <p:nvPr/>
          </p:nvSpPr>
          <p:spPr bwMode="auto">
            <a:xfrm>
              <a:off x="8139630" y="3296295"/>
              <a:ext cx="400050" cy="363538"/>
            </a:xfrm>
            <a:custGeom>
              <a:avLst/>
              <a:gdLst>
                <a:gd name="T0" fmla="*/ 339 w 1101"/>
                <a:gd name="T1" fmla="*/ 79 h 1003"/>
                <a:gd name="T2" fmla="*/ 356 w 1101"/>
                <a:gd name="T3" fmla="*/ 295 h 1003"/>
                <a:gd name="T4" fmla="*/ 440 w 1101"/>
                <a:gd name="T5" fmla="*/ 494 h 1003"/>
                <a:gd name="T6" fmla="*/ 471 w 1101"/>
                <a:gd name="T7" fmla="*/ 499 h 1003"/>
                <a:gd name="T8" fmla="*/ 477 w 1101"/>
                <a:gd name="T9" fmla="*/ 467 h 1003"/>
                <a:gd name="T10" fmla="*/ 400 w 1101"/>
                <a:gd name="T11" fmla="*/ 286 h 1003"/>
                <a:gd name="T12" fmla="*/ 385 w 1101"/>
                <a:gd name="T13" fmla="*/ 79 h 1003"/>
                <a:gd name="T14" fmla="*/ 362 w 1101"/>
                <a:gd name="T15" fmla="*/ 56 h 1003"/>
                <a:gd name="T16" fmla="*/ 339 w 1101"/>
                <a:gd name="T17" fmla="*/ 79 h 1003"/>
                <a:gd name="T18" fmla="*/ 363 w 1101"/>
                <a:gd name="T19" fmla="*/ 495 h 1003"/>
                <a:gd name="T20" fmla="*/ 279 w 1101"/>
                <a:gd name="T21" fmla="*/ 113 h 1003"/>
                <a:gd name="T22" fmla="*/ 254 w 1101"/>
                <a:gd name="T23" fmla="*/ 169 h 1003"/>
                <a:gd name="T24" fmla="*/ 219 w 1101"/>
                <a:gd name="T25" fmla="*/ 109 h 1003"/>
                <a:gd name="T26" fmla="*/ 61 w 1101"/>
                <a:gd name="T27" fmla="*/ 73 h 1003"/>
                <a:gd name="T28" fmla="*/ 170 w 1101"/>
                <a:gd name="T29" fmla="*/ 346 h 1003"/>
                <a:gd name="T30" fmla="*/ 363 w 1101"/>
                <a:gd name="T31" fmla="*/ 495 h 1003"/>
                <a:gd name="T32" fmla="*/ 826 w 1101"/>
                <a:gd name="T33" fmla="*/ 122 h 1003"/>
                <a:gd name="T34" fmla="*/ 745 w 1101"/>
                <a:gd name="T35" fmla="*/ 492 h 1003"/>
                <a:gd name="T36" fmla="*/ 931 w 1101"/>
                <a:gd name="T37" fmla="*/ 346 h 1003"/>
                <a:gd name="T38" fmla="*/ 1039 w 1101"/>
                <a:gd name="T39" fmla="*/ 73 h 1003"/>
                <a:gd name="T40" fmla="*/ 883 w 1101"/>
                <a:gd name="T41" fmla="*/ 109 h 1003"/>
                <a:gd name="T42" fmla="*/ 848 w 1101"/>
                <a:gd name="T43" fmla="*/ 169 h 1003"/>
                <a:gd name="T44" fmla="*/ 826 w 1101"/>
                <a:gd name="T45" fmla="*/ 122 h 1003"/>
                <a:gd name="T46" fmla="*/ 331 w 1101"/>
                <a:gd name="T47" fmla="*/ 947 h 1003"/>
                <a:gd name="T48" fmla="*/ 399 w 1101"/>
                <a:gd name="T49" fmla="*/ 947 h 1003"/>
                <a:gd name="T50" fmla="*/ 485 w 1101"/>
                <a:gd name="T51" fmla="*/ 739 h 1003"/>
                <a:gd name="T52" fmla="*/ 473 w 1101"/>
                <a:gd name="T53" fmla="*/ 739 h 1003"/>
                <a:gd name="T54" fmla="*/ 434 w 1101"/>
                <a:gd name="T55" fmla="*/ 701 h 1003"/>
                <a:gd name="T56" fmla="*/ 434 w 1101"/>
                <a:gd name="T57" fmla="*/ 701 h 1003"/>
                <a:gd name="T58" fmla="*/ 473 w 1101"/>
                <a:gd name="T59" fmla="*/ 663 h 1003"/>
                <a:gd name="T60" fmla="*/ 493 w 1101"/>
                <a:gd name="T61" fmla="*/ 663 h 1003"/>
                <a:gd name="T62" fmla="*/ 390 w 1101"/>
                <a:gd name="T63" fmla="*/ 542 h 1003"/>
                <a:gd name="T64" fmla="*/ 375 w 1101"/>
                <a:gd name="T65" fmla="*/ 568 h 1003"/>
                <a:gd name="T66" fmla="*/ 127 w 1101"/>
                <a:gd name="T67" fmla="*/ 383 h 1003"/>
                <a:gd name="T68" fmla="*/ 2 w 1101"/>
                <a:gd name="T69" fmla="*/ 38 h 1003"/>
                <a:gd name="T70" fmla="*/ 0 w 1101"/>
                <a:gd name="T71" fmla="*/ 0 h 1003"/>
                <a:gd name="T72" fmla="*/ 37 w 1101"/>
                <a:gd name="T73" fmla="*/ 10 h 1003"/>
                <a:gd name="T74" fmla="*/ 265 w 1101"/>
                <a:gd name="T75" fmla="*/ 61 h 1003"/>
                <a:gd name="T76" fmla="*/ 281 w 1101"/>
                <a:gd name="T77" fmla="*/ 65 h 1003"/>
                <a:gd name="T78" fmla="*/ 284 w 1101"/>
                <a:gd name="T79" fmla="*/ 26 h 1003"/>
                <a:gd name="T80" fmla="*/ 527 w 1101"/>
                <a:gd name="T81" fmla="*/ 26 h 1003"/>
                <a:gd name="T82" fmla="*/ 579 w 1101"/>
                <a:gd name="T83" fmla="*/ 26 h 1003"/>
                <a:gd name="T84" fmla="*/ 822 w 1101"/>
                <a:gd name="T85" fmla="*/ 26 h 1003"/>
                <a:gd name="T86" fmla="*/ 824 w 1101"/>
                <a:gd name="T87" fmla="*/ 64 h 1003"/>
                <a:gd name="T88" fmla="*/ 836 w 1101"/>
                <a:gd name="T89" fmla="*/ 61 h 1003"/>
                <a:gd name="T90" fmla="*/ 1064 w 1101"/>
                <a:gd name="T91" fmla="*/ 10 h 1003"/>
                <a:gd name="T92" fmla="*/ 1101 w 1101"/>
                <a:gd name="T93" fmla="*/ 0 h 1003"/>
                <a:gd name="T94" fmla="*/ 1099 w 1101"/>
                <a:gd name="T95" fmla="*/ 38 h 1003"/>
                <a:gd name="T96" fmla="*/ 974 w 1101"/>
                <a:gd name="T97" fmla="*/ 383 h 1003"/>
                <a:gd name="T98" fmla="*/ 727 w 1101"/>
                <a:gd name="T99" fmla="*/ 568 h 1003"/>
                <a:gd name="T100" fmla="*/ 713 w 1101"/>
                <a:gd name="T101" fmla="*/ 545 h 1003"/>
                <a:gd name="T102" fmla="*/ 613 w 1101"/>
                <a:gd name="T103" fmla="*/ 663 h 1003"/>
                <a:gd name="T104" fmla="*/ 631 w 1101"/>
                <a:gd name="T105" fmla="*/ 663 h 1003"/>
                <a:gd name="T106" fmla="*/ 669 w 1101"/>
                <a:gd name="T107" fmla="*/ 701 h 1003"/>
                <a:gd name="T108" fmla="*/ 669 w 1101"/>
                <a:gd name="T109" fmla="*/ 701 h 1003"/>
                <a:gd name="T110" fmla="*/ 631 w 1101"/>
                <a:gd name="T111" fmla="*/ 739 h 1003"/>
                <a:gd name="T112" fmla="*/ 620 w 1101"/>
                <a:gd name="T113" fmla="*/ 739 h 1003"/>
                <a:gd name="T114" fmla="*/ 707 w 1101"/>
                <a:gd name="T115" fmla="*/ 947 h 1003"/>
                <a:gd name="T116" fmla="*/ 776 w 1101"/>
                <a:gd name="T117" fmla="*/ 947 h 1003"/>
                <a:gd name="T118" fmla="*/ 794 w 1101"/>
                <a:gd name="T119" fmla="*/ 1003 h 1003"/>
                <a:gd name="T120" fmla="*/ 314 w 1101"/>
                <a:gd name="T121" fmla="*/ 1003 h 1003"/>
                <a:gd name="T122" fmla="*/ 331 w 1101"/>
                <a:gd name="T123" fmla="*/ 947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01" h="1003">
                  <a:moveTo>
                    <a:pt x="339" y="79"/>
                  </a:moveTo>
                  <a:cubicBezTo>
                    <a:pt x="338" y="153"/>
                    <a:pt x="342" y="225"/>
                    <a:pt x="356" y="295"/>
                  </a:cubicBezTo>
                  <a:cubicBezTo>
                    <a:pt x="371" y="365"/>
                    <a:pt x="397" y="432"/>
                    <a:pt x="440" y="494"/>
                  </a:cubicBezTo>
                  <a:cubicBezTo>
                    <a:pt x="446" y="504"/>
                    <a:pt x="461" y="506"/>
                    <a:pt x="471" y="499"/>
                  </a:cubicBezTo>
                  <a:cubicBezTo>
                    <a:pt x="482" y="492"/>
                    <a:pt x="485" y="478"/>
                    <a:pt x="477" y="467"/>
                  </a:cubicBezTo>
                  <a:cubicBezTo>
                    <a:pt x="438" y="410"/>
                    <a:pt x="414" y="350"/>
                    <a:pt x="400" y="286"/>
                  </a:cubicBezTo>
                  <a:cubicBezTo>
                    <a:pt x="386" y="220"/>
                    <a:pt x="384" y="151"/>
                    <a:pt x="385" y="79"/>
                  </a:cubicBezTo>
                  <a:cubicBezTo>
                    <a:pt x="385" y="66"/>
                    <a:pt x="375" y="56"/>
                    <a:pt x="362" y="56"/>
                  </a:cubicBezTo>
                  <a:cubicBezTo>
                    <a:pt x="349" y="56"/>
                    <a:pt x="339" y="66"/>
                    <a:pt x="339" y="79"/>
                  </a:cubicBezTo>
                  <a:close/>
                  <a:moveTo>
                    <a:pt x="363" y="495"/>
                  </a:moveTo>
                  <a:cubicBezTo>
                    <a:pt x="306" y="389"/>
                    <a:pt x="279" y="261"/>
                    <a:pt x="279" y="113"/>
                  </a:cubicBezTo>
                  <a:lnTo>
                    <a:pt x="254" y="169"/>
                  </a:lnTo>
                  <a:lnTo>
                    <a:pt x="219" y="109"/>
                  </a:lnTo>
                  <a:lnTo>
                    <a:pt x="61" y="73"/>
                  </a:lnTo>
                  <a:cubicBezTo>
                    <a:pt x="73" y="195"/>
                    <a:pt x="113" y="280"/>
                    <a:pt x="170" y="346"/>
                  </a:cubicBezTo>
                  <a:cubicBezTo>
                    <a:pt x="224" y="407"/>
                    <a:pt x="292" y="452"/>
                    <a:pt x="363" y="495"/>
                  </a:cubicBezTo>
                  <a:close/>
                  <a:moveTo>
                    <a:pt x="826" y="122"/>
                  </a:moveTo>
                  <a:cubicBezTo>
                    <a:pt x="827" y="264"/>
                    <a:pt x="799" y="388"/>
                    <a:pt x="745" y="492"/>
                  </a:cubicBezTo>
                  <a:cubicBezTo>
                    <a:pt x="813" y="450"/>
                    <a:pt x="879" y="405"/>
                    <a:pt x="931" y="346"/>
                  </a:cubicBezTo>
                  <a:cubicBezTo>
                    <a:pt x="988" y="280"/>
                    <a:pt x="1029" y="195"/>
                    <a:pt x="1039" y="73"/>
                  </a:cubicBezTo>
                  <a:lnTo>
                    <a:pt x="883" y="109"/>
                  </a:lnTo>
                  <a:lnTo>
                    <a:pt x="848" y="169"/>
                  </a:lnTo>
                  <a:lnTo>
                    <a:pt x="826" y="122"/>
                  </a:lnTo>
                  <a:close/>
                  <a:moveTo>
                    <a:pt x="331" y="947"/>
                  </a:moveTo>
                  <a:lnTo>
                    <a:pt x="399" y="947"/>
                  </a:lnTo>
                  <a:cubicBezTo>
                    <a:pt x="449" y="900"/>
                    <a:pt x="479" y="832"/>
                    <a:pt x="485" y="739"/>
                  </a:cubicBezTo>
                  <a:lnTo>
                    <a:pt x="473" y="739"/>
                  </a:lnTo>
                  <a:cubicBezTo>
                    <a:pt x="452" y="739"/>
                    <a:pt x="434" y="723"/>
                    <a:pt x="434" y="701"/>
                  </a:cubicBezTo>
                  <a:lnTo>
                    <a:pt x="434" y="701"/>
                  </a:lnTo>
                  <a:cubicBezTo>
                    <a:pt x="434" y="680"/>
                    <a:pt x="452" y="663"/>
                    <a:pt x="473" y="663"/>
                  </a:cubicBezTo>
                  <a:lnTo>
                    <a:pt x="493" y="663"/>
                  </a:lnTo>
                  <a:cubicBezTo>
                    <a:pt x="454" y="627"/>
                    <a:pt x="419" y="587"/>
                    <a:pt x="390" y="542"/>
                  </a:cubicBezTo>
                  <a:lnTo>
                    <a:pt x="375" y="568"/>
                  </a:lnTo>
                  <a:cubicBezTo>
                    <a:pt x="286" y="516"/>
                    <a:pt x="197" y="462"/>
                    <a:pt x="127" y="383"/>
                  </a:cubicBezTo>
                  <a:cubicBezTo>
                    <a:pt x="56" y="302"/>
                    <a:pt x="8" y="195"/>
                    <a:pt x="2" y="38"/>
                  </a:cubicBezTo>
                  <a:lnTo>
                    <a:pt x="0" y="0"/>
                  </a:lnTo>
                  <a:lnTo>
                    <a:pt x="37" y="10"/>
                  </a:lnTo>
                  <a:lnTo>
                    <a:pt x="265" y="61"/>
                  </a:lnTo>
                  <a:lnTo>
                    <a:pt x="281" y="65"/>
                  </a:lnTo>
                  <a:cubicBezTo>
                    <a:pt x="282" y="52"/>
                    <a:pt x="283" y="40"/>
                    <a:pt x="284" y="26"/>
                  </a:cubicBezTo>
                  <a:lnTo>
                    <a:pt x="527" y="26"/>
                  </a:lnTo>
                  <a:lnTo>
                    <a:pt x="579" y="26"/>
                  </a:lnTo>
                  <a:lnTo>
                    <a:pt x="822" y="26"/>
                  </a:lnTo>
                  <a:cubicBezTo>
                    <a:pt x="823" y="40"/>
                    <a:pt x="824" y="51"/>
                    <a:pt x="824" y="64"/>
                  </a:cubicBezTo>
                  <a:lnTo>
                    <a:pt x="836" y="61"/>
                  </a:lnTo>
                  <a:lnTo>
                    <a:pt x="1064" y="10"/>
                  </a:lnTo>
                  <a:lnTo>
                    <a:pt x="1101" y="0"/>
                  </a:lnTo>
                  <a:lnTo>
                    <a:pt x="1099" y="38"/>
                  </a:lnTo>
                  <a:cubicBezTo>
                    <a:pt x="1094" y="195"/>
                    <a:pt x="1045" y="302"/>
                    <a:pt x="974" y="383"/>
                  </a:cubicBezTo>
                  <a:cubicBezTo>
                    <a:pt x="905" y="462"/>
                    <a:pt x="816" y="516"/>
                    <a:pt x="727" y="568"/>
                  </a:cubicBezTo>
                  <a:lnTo>
                    <a:pt x="713" y="545"/>
                  </a:lnTo>
                  <a:cubicBezTo>
                    <a:pt x="685" y="588"/>
                    <a:pt x="652" y="627"/>
                    <a:pt x="613" y="663"/>
                  </a:cubicBezTo>
                  <a:lnTo>
                    <a:pt x="631" y="663"/>
                  </a:lnTo>
                  <a:cubicBezTo>
                    <a:pt x="653" y="663"/>
                    <a:pt x="669" y="680"/>
                    <a:pt x="669" y="701"/>
                  </a:cubicBezTo>
                  <a:lnTo>
                    <a:pt x="669" y="701"/>
                  </a:lnTo>
                  <a:cubicBezTo>
                    <a:pt x="669" y="723"/>
                    <a:pt x="653" y="739"/>
                    <a:pt x="631" y="739"/>
                  </a:cubicBezTo>
                  <a:lnTo>
                    <a:pt x="620" y="739"/>
                  </a:lnTo>
                  <a:cubicBezTo>
                    <a:pt x="627" y="832"/>
                    <a:pt x="657" y="900"/>
                    <a:pt x="707" y="947"/>
                  </a:cubicBezTo>
                  <a:lnTo>
                    <a:pt x="776" y="947"/>
                  </a:lnTo>
                  <a:lnTo>
                    <a:pt x="794" y="1003"/>
                  </a:lnTo>
                  <a:lnTo>
                    <a:pt x="314" y="1003"/>
                  </a:lnTo>
                  <a:lnTo>
                    <a:pt x="331" y="947"/>
                  </a:lnTo>
                  <a:close/>
                </a:path>
              </a:pathLst>
            </a:custGeom>
            <a:solidFill>
              <a:srgbClr val="FFFFFF">
                <a:lumMod val="6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7" name="文本框 66"/>
            <p:cNvSpPr txBox="1"/>
            <p:nvPr/>
          </p:nvSpPr>
          <p:spPr>
            <a:xfrm>
              <a:off x="4604826" y="3150805"/>
              <a:ext cx="601447" cy="584775"/>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17406D"/>
                  </a:solidFill>
                  <a:effectLst/>
                  <a:uLnTx/>
                  <a:uFillTx/>
                </a:rPr>
                <a:t>03</a:t>
              </a:r>
              <a:endParaRPr kumimoji="0" lang="zh-CN" altLang="en-US" sz="3200" b="0" i="0" u="none" strike="noStrike" kern="0" cap="none" spc="0" normalizeH="0" baseline="0" noProof="0" dirty="0">
                <a:ln>
                  <a:noFill/>
                </a:ln>
                <a:solidFill>
                  <a:srgbClr val="17406D"/>
                </a:solidFill>
                <a:effectLst/>
                <a:uLnTx/>
                <a:uFillTx/>
              </a:endParaRPr>
            </a:p>
          </p:txBody>
        </p:sp>
      </p:grpSp>
      <p:grpSp>
        <p:nvGrpSpPr>
          <p:cNvPr id="68" name="组合 67"/>
          <p:cNvGrpSpPr/>
          <p:nvPr/>
        </p:nvGrpSpPr>
        <p:grpSpPr>
          <a:xfrm>
            <a:off x="5886742" y="3761459"/>
            <a:ext cx="4620715" cy="594447"/>
            <a:chOff x="4318782" y="3900952"/>
            <a:chExt cx="4620715" cy="594447"/>
          </a:xfrm>
        </p:grpSpPr>
        <p:sp>
          <p:nvSpPr>
            <p:cNvPr id="69" name="圆角矩形 68"/>
            <p:cNvSpPr/>
            <p:nvPr/>
          </p:nvSpPr>
          <p:spPr>
            <a:xfrm>
              <a:off x="4318782" y="3900952"/>
              <a:ext cx="4620715" cy="573458"/>
            </a:xfrm>
            <a:prstGeom prst="roundRect">
              <a:avLst>
                <a:gd name="adj" fmla="val 50000"/>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70" name="文本框 69"/>
            <p:cNvSpPr txBox="1"/>
            <p:nvPr/>
          </p:nvSpPr>
          <p:spPr>
            <a:xfrm>
              <a:off x="5316805" y="3956849"/>
              <a:ext cx="2477652"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17406D"/>
                  </a:solidFill>
                  <a:effectLst/>
                  <a:uLnTx/>
                  <a:uFillTx/>
                  <a:latin typeface="微软雅黑" panose="020B0503020204020204" pitchFamily="34" charset="-122"/>
                  <a:ea typeface="微软雅黑" panose="020B0503020204020204" pitchFamily="34" charset="-122"/>
                  <a:cs typeface="Aharoni" panose="02010803020104030203" pitchFamily="2" charset="-79"/>
                </a:rPr>
                <a:t>工作不足之处</a:t>
              </a:r>
            </a:p>
          </p:txBody>
        </p:sp>
        <p:sp>
          <p:nvSpPr>
            <p:cNvPr id="71" name="Freeform 97"/>
            <p:cNvSpPr>
              <a:spLocks noChangeAspect="1" noEditPoints="1"/>
            </p:cNvSpPr>
            <p:nvPr/>
          </p:nvSpPr>
          <p:spPr bwMode="auto">
            <a:xfrm>
              <a:off x="8158680" y="4020930"/>
              <a:ext cx="361950" cy="360363"/>
            </a:xfrm>
            <a:custGeom>
              <a:avLst/>
              <a:gdLst>
                <a:gd name="T0" fmla="*/ 881 w 999"/>
                <a:gd name="T1" fmla="*/ 830 h 990"/>
                <a:gd name="T2" fmla="*/ 845 w 999"/>
                <a:gd name="T3" fmla="*/ 830 h 990"/>
                <a:gd name="T4" fmla="*/ 660 w 999"/>
                <a:gd name="T5" fmla="*/ 646 h 990"/>
                <a:gd name="T6" fmla="*/ 660 w 999"/>
                <a:gd name="T7" fmla="*/ 611 h 990"/>
                <a:gd name="T8" fmla="*/ 697 w 999"/>
                <a:gd name="T9" fmla="*/ 611 h 990"/>
                <a:gd name="T10" fmla="*/ 881 w 999"/>
                <a:gd name="T11" fmla="*/ 794 h 990"/>
                <a:gd name="T12" fmla="*/ 881 w 999"/>
                <a:gd name="T13" fmla="*/ 830 h 990"/>
                <a:gd name="T14" fmla="*/ 799 w 999"/>
                <a:gd name="T15" fmla="*/ 911 h 990"/>
                <a:gd name="T16" fmla="*/ 764 w 999"/>
                <a:gd name="T17" fmla="*/ 911 h 990"/>
                <a:gd name="T18" fmla="*/ 580 w 999"/>
                <a:gd name="T19" fmla="*/ 727 h 990"/>
                <a:gd name="T20" fmla="*/ 580 w 999"/>
                <a:gd name="T21" fmla="*/ 691 h 990"/>
                <a:gd name="T22" fmla="*/ 615 w 999"/>
                <a:gd name="T23" fmla="*/ 691 h 990"/>
                <a:gd name="T24" fmla="*/ 799 w 999"/>
                <a:gd name="T25" fmla="*/ 875 h 990"/>
                <a:gd name="T26" fmla="*/ 799 w 999"/>
                <a:gd name="T27" fmla="*/ 911 h 990"/>
                <a:gd name="T28" fmla="*/ 701 w 999"/>
                <a:gd name="T29" fmla="*/ 540 h 990"/>
                <a:gd name="T30" fmla="*/ 494 w 999"/>
                <a:gd name="T31" fmla="*/ 720 h 990"/>
                <a:gd name="T32" fmla="*/ 720 w 999"/>
                <a:gd name="T33" fmla="*/ 951 h 990"/>
                <a:gd name="T34" fmla="*/ 862 w 999"/>
                <a:gd name="T35" fmla="*/ 951 h 990"/>
                <a:gd name="T36" fmla="*/ 920 w 999"/>
                <a:gd name="T37" fmla="*/ 894 h 990"/>
                <a:gd name="T38" fmla="*/ 920 w 999"/>
                <a:gd name="T39" fmla="*/ 750 h 990"/>
                <a:gd name="T40" fmla="*/ 701 w 999"/>
                <a:gd name="T41" fmla="*/ 540 h 990"/>
                <a:gd name="T42" fmla="*/ 237 w 999"/>
                <a:gd name="T43" fmla="*/ 308 h 990"/>
                <a:gd name="T44" fmla="*/ 386 w 999"/>
                <a:gd name="T45" fmla="*/ 461 h 990"/>
                <a:gd name="T46" fmla="*/ 457 w 999"/>
                <a:gd name="T47" fmla="*/ 389 h 990"/>
                <a:gd name="T48" fmla="*/ 309 w 999"/>
                <a:gd name="T49" fmla="*/ 237 h 990"/>
                <a:gd name="T50" fmla="*/ 344 w 999"/>
                <a:gd name="T51" fmla="*/ 201 h 990"/>
                <a:gd name="T52" fmla="*/ 144 w 999"/>
                <a:gd name="T53" fmla="*/ 0 h 990"/>
                <a:gd name="T54" fmla="*/ 0 w 999"/>
                <a:gd name="T55" fmla="*/ 143 h 990"/>
                <a:gd name="T56" fmla="*/ 201 w 999"/>
                <a:gd name="T57" fmla="*/ 344 h 990"/>
                <a:gd name="T58" fmla="*/ 237 w 999"/>
                <a:gd name="T59" fmla="*/ 308 h 990"/>
                <a:gd name="T60" fmla="*/ 222 w 999"/>
                <a:gd name="T61" fmla="*/ 904 h 990"/>
                <a:gd name="T62" fmla="*/ 138 w 999"/>
                <a:gd name="T63" fmla="*/ 820 h 990"/>
                <a:gd name="T64" fmla="*/ 222 w 999"/>
                <a:gd name="T65" fmla="*/ 736 h 990"/>
                <a:gd name="T66" fmla="*/ 305 w 999"/>
                <a:gd name="T67" fmla="*/ 820 h 990"/>
                <a:gd name="T68" fmla="*/ 222 w 999"/>
                <a:gd name="T69" fmla="*/ 904 h 990"/>
                <a:gd name="T70" fmla="*/ 647 w 999"/>
                <a:gd name="T71" fmla="*/ 505 h 990"/>
                <a:gd name="T72" fmla="*/ 743 w 999"/>
                <a:gd name="T73" fmla="*/ 524 h 990"/>
                <a:gd name="T74" fmla="*/ 999 w 999"/>
                <a:gd name="T75" fmla="*/ 270 h 990"/>
                <a:gd name="T76" fmla="*/ 995 w 999"/>
                <a:gd name="T77" fmla="*/ 226 h 990"/>
                <a:gd name="T78" fmla="*/ 814 w 999"/>
                <a:gd name="T79" fmla="*/ 421 h 990"/>
                <a:gd name="T80" fmla="*/ 644 w 999"/>
                <a:gd name="T81" fmla="*/ 389 h 990"/>
                <a:gd name="T82" fmla="*/ 585 w 999"/>
                <a:gd name="T83" fmla="*/ 225 h 990"/>
                <a:gd name="T84" fmla="*/ 779 w 999"/>
                <a:gd name="T85" fmla="*/ 16 h 990"/>
                <a:gd name="T86" fmla="*/ 743 w 999"/>
                <a:gd name="T87" fmla="*/ 14 h 990"/>
                <a:gd name="T88" fmla="*/ 489 w 999"/>
                <a:gd name="T89" fmla="*/ 270 h 990"/>
                <a:gd name="T90" fmla="*/ 510 w 999"/>
                <a:gd name="T91" fmla="*/ 371 h 990"/>
                <a:gd name="T92" fmla="*/ 267 w 999"/>
                <a:gd name="T93" fmla="*/ 669 h 990"/>
                <a:gd name="T94" fmla="*/ 221 w 999"/>
                <a:gd name="T95" fmla="*/ 662 h 990"/>
                <a:gd name="T96" fmla="*/ 64 w 999"/>
                <a:gd name="T97" fmla="*/ 820 h 990"/>
                <a:gd name="T98" fmla="*/ 221 w 999"/>
                <a:gd name="T99" fmla="*/ 978 h 990"/>
                <a:gd name="T100" fmla="*/ 379 w 999"/>
                <a:gd name="T101" fmla="*/ 820 h 990"/>
                <a:gd name="T102" fmla="*/ 367 w 999"/>
                <a:gd name="T103" fmla="*/ 760 h 990"/>
                <a:gd name="T104" fmla="*/ 647 w 999"/>
                <a:gd name="T105" fmla="*/ 505 h 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99" h="990">
                  <a:moveTo>
                    <a:pt x="881" y="830"/>
                  </a:moveTo>
                  <a:cubicBezTo>
                    <a:pt x="871" y="840"/>
                    <a:pt x="855" y="840"/>
                    <a:pt x="845" y="830"/>
                  </a:cubicBezTo>
                  <a:lnTo>
                    <a:pt x="660" y="646"/>
                  </a:lnTo>
                  <a:cubicBezTo>
                    <a:pt x="651" y="636"/>
                    <a:pt x="651" y="620"/>
                    <a:pt x="660" y="611"/>
                  </a:cubicBezTo>
                  <a:cubicBezTo>
                    <a:pt x="670" y="600"/>
                    <a:pt x="687" y="600"/>
                    <a:pt x="697" y="611"/>
                  </a:cubicBezTo>
                  <a:lnTo>
                    <a:pt x="881" y="794"/>
                  </a:lnTo>
                  <a:cubicBezTo>
                    <a:pt x="891" y="804"/>
                    <a:pt x="891" y="820"/>
                    <a:pt x="881" y="830"/>
                  </a:cubicBezTo>
                  <a:close/>
                  <a:moveTo>
                    <a:pt x="799" y="911"/>
                  </a:moveTo>
                  <a:cubicBezTo>
                    <a:pt x="791" y="921"/>
                    <a:pt x="774" y="921"/>
                    <a:pt x="764" y="911"/>
                  </a:cubicBezTo>
                  <a:lnTo>
                    <a:pt x="580" y="727"/>
                  </a:lnTo>
                  <a:cubicBezTo>
                    <a:pt x="570" y="717"/>
                    <a:pt x="570" y="701"/>
                    <a:pt x="580" y="691"/>
                  </a:cubicBezTo>
                  <a:cubicBezTo>
                    <a:pt x="589" y="681"/>
                    <a:pt x="605" y="681"/>
                    <a:pt x="615" y="691"/>
                  </a:cubicBezTo>
                  <a:lnTo>
                    <a:pt x="799" y="875"/>
                  </a:lnTo>
                  <a:cubicBezTo>
                    <a:pt x="810" y="885"/>
                    <a:pt x="810" y="901"/>
                    <a:pt x="799" y="911"/>
                  </a:cubicBezTo>
                  <a:close/>
                  <a:moveTo>
                    <a:pt x="701" y="540"/>
                  </a:moveTo>
                  <a:cubicBezTo>
                    <a:pt x="701" y="540"/>
                    <a:pt x="578" y="573"/>
                    <a:pt x="494" y="720"/>
                  </a:cubicBezTo>
                  <a:cubicBezTo>
                    <a:pt x="491" y="711"/>
                    <a:pt x="720" y="951"/>
                    <a:pt x="720" y="951"/>
                  </a:cubicBezTo>
                  <a:cubicBezTo>
                    <a:pt x="759" y="990"/>
                    <a:pt x="823" y="990"/>
                    <a:pt x="862" y="951"/>
                  </a:cubicBezTo>
                  <a:lnTo>
                    <a:pt x="920" y="894"/>
                  </a:lnTo>
                  <a:cubicBezTo>
                    <a:pt x="960" y="853"/>
                    <a:pt x="960" y="789"/>
                    <a:pt x="920" y="750"/>
                  </a:cubicBezTo>
                  <a:lnTo>
                    <a:pt x="701" y="540"/>
                  </a:lnTo>
                  <a:close/>
                  <a:moveTo>
                    <a:pt x="237" y="308"/>
                  </a:moveTo>
                  <a:lnTo>
                    <a:pt x="386" y="461"/>
                  </a:lnTo>
                  <a:lnTo>
                    <a:pt x="457" y="389"/>
                  </a:lnTo>
                  <a:lnTo>
                    <a:pt x="309" y="237"/>
                  </a:lnTo>
                  <a:lnTo>
                    <a:pt x="344" y="201"/>
                  </a:lnTo>
                  <a:lnTo>
                    <a:pt x="144" y="0"/>
                  </a:lnTo>
                  <a:lnTo>
                    <a:pt x="0" y="143"/>
                  </a:lnTo>
                  <a:lnTo>
                    <a:pt x="201" y="344"/>
                  </a:lnTo>
                  <a:lnTo>
                    <a:pt x="237" y="308"/>
                  </a:lnTo>
                  <a:close/>
                  <a:moveTo>
                    <a:pt x="222" y="904"/>
                  </a:moveTo>
                  <a:cubicBezTo>
                    <a:pt x="175" y="904"/>
                    <a:pt x="138" y="866"/>
                    <a:pt x="138" y="820"/>
                  </a:cubicBezTo>
                  <a:cubicBezTo>
                    <a:pt x="138" y="773"/>
                    <a:pt x="175" y="736"/>
                    <a:pt x="222" y="736"/>
                  </a:cubicBezTo>
                  <a:cubicBezTo>
                    <a:pt x="268" y="736"/>
                    <a:pt x="305" y="773"/>
                    <a:pt x="305" y="820"/>
                  </a:cubicBezTo>
                  <a:cubicBezTo>
                    <a:pt x="305" y="866"/>
                    <a:pt x="268" y="904"/>
                    <a:pt x="222" y="904"/>
                  </a:cubicBezTo>
                  <a:close/>
                  <a:moveTo>
                    <a:pt x="647" y="505"/>
                  </a:moveTo>
                  <a:cubicBezTo>
                    <a:pt x="677" y="518"/>
                    <a:pt x="710" y="524"/>
                    <a:pt x="743" y="524"/>
                  </a:cubicBezTo>
                  <a:cubicBezTo>
                    <a:pt x="885" y="524"/>
                    <a:pt x="999" y="411"/>
                    <a:pt x="999" y="270"/>
                  </a:cubicBezTo>
                  <a:cubicBezTo>
                    <a:pt x="999" y="255"/>
                    <a:pt x="997" y="240"/>
                    <a:pt x="995" y="226"/>
                  </a:cubicBezTo>
                  <a:lnTo>
                    <a:pt x="814" y="421"/>
                  </a:lnTo>
                  <a:lnTo>
                    <a:pt x="644" y="389"/>
                  </a:lnTo>
                  <a:lnTo>
                    <a:pt x="585" y="225"/>
                  </a:lnTo>
                  <a:lnTo>
                    <a:pt x="779" y="16"/>
                  </a:lnTo>
                  <a:cubicBezTo>
                    <a:pt x="768" y="15"/>
                    <a:pt x="756" y="14"/>
                    <a:pt x="743" y="14"/>
                  </a:cubicBezTo>
                  <a:cubicBezTo>
                    <a:pt x="603" y="14"/>
                    <a:pt x="489" y="128"/>
                    <a:pt x="489" y="270"/>
                  </a:cubicBezTo>
                  <a:cubicBezTo>
                    <a:pt x="489" y="305"/>
                    <a:pt x="496" y="340"/>
                    <a:pt x="510" y="371"/>
                  </a:cubicBezTo>
                  <a:cubicBezTo>
                    <a:pt x="431" y="511"/>
                    <a:pt x="313" y="626"/>
                    <a:pt x="267" y="669"/>
                  </a:cubicBezTo>
                  <a:cubicBezTo>
                    <a:pt x="253" y="665"/>
                    <a:pt x="237" y="662"/>
                    <a:pt x="221" y="662"/>
                  </a:cubicBezTo>
                  <a:cubicBezTo>
                    <a:pt x="135" y="662"/>
                    <a:pt x="64" y="733"/>
                    <a:pt x="64" y="820"/>
                  </a:cubicBezTo>
                  <a:cubicBezTo>
                    <a:pt x="64" y="907"/>
                    <a:pt x="135" y="978"/>
                    <a:pt x="221" y="978"/>
                  </a:cubicBezTo>
                  <a:cubicBezTo>
                    <a:pt x="309" y="978"/>
                    <a:pt x="379" y="907"/>
                    <a:pt x="379" y="820"/>
                  </a:cubicBezTo>
                  <a:cubicBezTo>
                    <a:pt x="379" y="798"/>
                    <a:pt x="375" y="779"/>
                    <a:pt x="367" y="760"/>
                  </a:cubicBezTo>
                  <a:cubicBezTo>
                    <a:pt x="402" y="714"/>
                    <a:pt x="497" y="599"/>
                    <a:pt x="647" y="505"/>
                  </a:cubicBezTo>
                  <a:close/>
                </a:path>
              </a:pathLst>
            </a:custGeom>
            <a:solidFill>
              <a:srgbClr val="FFFFFF">
                <a:lumMod val="6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72" name="文本框 71"/>
            <p:cNvSpPr txBox="1"/>
            <p:nvPr/>
          </p:nvSpPr>
          <p:spPr>
            <a:xfrm>
              <a:off x="4604826" y="3910624"/>
              <a:ext cx="601447" cy="584775"/>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17406D"/>
                  </a:solidFill>
                  <a:effectLst/>
                  <a:uLnTx/>
                  <a:uFillTx/>
                </a:rPr>
                <a:t>04</a:t>
              </a:r>
              <a:endParaRPr kumimoji="0" lang="zh-CN" altLang="en-US" sz="3200" b="0" i="0" u="none" strike="noStrike" kern="0" cap="none" spc="0" normalizeH="0" baseline="0" noProof="0" dirty="0">
                <a:ln>
                  <a:noFill/>
                </a:ln>
                <a:solidFill>
                  <a:srgbClr val="17406D"/>
                </a:solidFill>
                <a:effectLst/>
                <a:uLnTx/>
                <a:uFillTx/>
              </a:endParaRPr>
            </a:p>
          </p:txBody>
        </p:sp>
      </p:grpSp>
      <p:grpSp>
        <p:nvGrpSpPr>
          <p:cNvPr id="73" name="组合 72"/>
          <p:cNvGrpSpPr/>
          <p:nvPr/>
        </p:nvGrpSpPr>
        <p:grpSpPr>
          <a:xfrm>
            <a:off x="5886742" y="4510708"/>
            <a:ext cx="4620715" cy="584775"/>
            <a:chOff x="4318782" y="4650201"/>
            <a:chExt cx="4620715" cy="584775"/>
          </a:xfrm>
        </p:grpSpPr>
        <p:sp>
          <p:nvSpPr>
            <p:cNvPr id="74" name="圆角矩形 73"/>
            <p:cNvSpPr/>
            <p:nvPr/>
          </p:nvSpPr>
          <p:spPr>
            <a:xfrm>
              <a:off x="4318782" y="4659633"/>
              <a:ext cx="4620715" cy="573458"/>
            </a:xfrm>
            <a:prstGeom prst="roundRect">
              <a:avLst>
                <a:gd name="adj" fmla="val 50000"/>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75" name="文本框 74"/>
            <p:cNvSpPr txBox="1"/>
            <p:nvPr/>
          </p:nvSpPr>
          <p:spPr>
            <a:xfrm>
              <a:off x="5316805" y="4715530"/>
              <a:ext cx="2477652"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17406D"/>
                  </a:solidFill>
                  <a:effectLst/>
                  <a:uLnTx/>
                  <a:uFillTx/>
                  <a:latin typeface="微软雅黑" panose="020B0503020204020204" pitchFamily="34" charset="-122"/>
                  <a:ea typeface="微软雅黑" panose="020B0503020204020204" pitchFamily="34" charset="-122"/>
                  <a:cs typeface="Aharoni" panose="02010803020104030203" pitchFamily="2" charset="-79"/>
                </a:rPr>
                <a:t>新年工作计划</a:t>
              </a:r>
            </a:p>
          </p:txBody>
        </p:sp>
        <p:sp>
          <p:nvSpPr>
            <p:cNvPr id="76" name="文本框 75"/>
            <p:cNvSpPr txBox="1"/>
            <p:nvPr/>
          </p:nvSpPr>
          <p:spPr>
            <a:xfrm>
              <a:off x="4604826" y="4650201"/>
              <a:ext cx="601447" cy="584775"/>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17406D"/>
                  </a:solidFill>
                  <a:effectLst/>
                  <a:uLnTx/>
                  <a:uFillTx/>
                </a:rPr>
                <a:t>05</a:t>
              </a:r>
              <a:endParaRPr kumimoji="0" lang="zh-CN" altLang="en-US" sz="3200" b="0" i="0" u="none" strike="noStrike" kern="0" cap="none" spc="0" normalizeH="0" baseline="0" noProof="0" dirty="0">
                <a:ln>
                  <a:noFill/>
                </a:ln>
                <a:solidFill>
                  <a:srgbClr val="17406D"/>
                </a:solidFill>
                <a:effectLst/>
                <a:uLnTx/>
                <a:uFillTx/>
              </a:endParaRPr>
            </a:p>
          </p:txBody>
        </p:sp>
        <p:sp>
          <p:nvSpPr>
            <p:cNvPr id="77" name="Freeform 17"/>
            <p:cNvSpPr>
              <a:spLocks noChangeAspect="1" noEditPoints="1"/>
            </p:cNvSpPr>
            <p:nvPr/>
          </p:nvSpPr>
          <p:spPr bwMode="auto">
            <a:xfrm>
              <a:off x="8139084" y="4745271"/>
              <a:ext cx="401142" cy="402182"/>
            </a:xfrm>
            <a:custGeom>
              <a:avLst/>
              <a:gdLst>
                <a:gd name="T0" fmla="*/ 306388 w 1008"/>
                <a:gd name="T1" fmla="*/ 614363 h 1009"/>
                <a:gd name="T2" fmla="*/ 0 w 1008"/>
                <a:gd name="T3" fmla="*/ 306877 h 1009"/>
                <a:gd name="T4" fmla="*/ 306388 w 1008"/>
                <a:gd name="T5" fmla="*/ 0 h 1009"/>
                <a:gd name="T6" fmla="*/ 612775 w 1008"/>
                <a:gd name="T7" fmla="*/ 306877 h 1009"/>
                <a:gd name="T8" fmla="*/ 306388 w 1008"/>
                <a:gd name="T9" fmla="*/ 614363 h 1009"/>
                <a:gd name="T10" fmla="*/ 440736 w 1008"/>
                <a:gd name="T11" fmla="*/ 468231 h 1009"/>
                <a:gd name="T12" fmla="*/ 440736 w 1008"/>
                <a:gd name="T13" fmla="*/ 468231 h 1009"/>
                <a:gd name="T14" fmla="*/ 327056 w 1008"/>
                <a:gd name="T15" fmla="*/ 356805 h 1009"/>
                <a:gd name="T16" fmla="*/ 306388 w 1008"/>
                <a:gd name="T17" fmla="*/ 360459 h 1009"/>
                <a:gd name="T18" fmla="*/ 252891 w 1008"/>
                <a:gd name="T19" fmla="*/ 306877 h 1009"/>
                <a:gd name="T20" fmla="*/ 277208 w 1008"/>
                <a:gd name="T21" fmla="*/ 262429 h 1009"/>
                <a:gd name="T22" fmla="*/ 277208 w 1008"/>
                <a:gd name="T23" fmla="*/ 108990 h 1009"/>
                <a:gd name="T24" fmla="*/ 336175 w 1008"/>
                <a:gd name="T25" fmla="*/ 108990 h 1009"/>
                <a:gd name="T26" fmla="*/ 336175 w 1008"/>
                <a:gd name="T27" fmla="*/ 262429 h 1009"/>
                <a:gd name="T28" fmla="*/ 359884 w 1008"/>
                <a:gd name="T29" fmla="*/ 306877 h 1009"/>
                <a:gd name="T30" fmla="*/ 356236 w 1008"/>
                <a:gd name="T31" fmla="*/ 326361 h 1009"/>
                <a:gd name="T32" fmla="*/ 470524 w 1008"/>
                <a:gd name="T33" fmla="*/ 437787 h 1009"/>
                <a:gd name="T34" fmla="*/ 440736 w 1008"/>
                <a:gd name="T35" fmla="*/ 468231 h 1009"/>
                <a:gd name="T36" fmla="*/ 102129 w 1008"/>
                <a:gd name="T37" fmla="*/ 286784 h 1009"/>
                <a:gd name="T38" fmla="*/ 102129 w 1008"/>
                <a:gd name="T39" fmla="*/ 286784 h 1009"/>
                <a:gd name="T40" fmla="*/ 142251 w 1008"/>
                <a:gd name="T41" fmla="*/ 286784 h 1009"/>
                <a:gd name="T42" fmla="*/ 142251 w 1008"/>
                <a:gd name="T43" fmla="*/ 327579 h 1009"/>
                <a:gd name="T44" fmla="*/ 102129 w 1008"/>
                <a:gd name="T45" fmla="*/ 327579 h 1009"/>
                <a:gd name="T46" fmla="*/ 102129 w 1008"/>
                <a:gd name="T47" fmla="*/ 286784 h 1009"/>
                <a:gd name="T48" fmla="*/ 470524 w 1008"/>
                <a:gd name="T49" fmla="*/ 286784 h 1009"/>
                <a:gd name="T50" fmla="*/ 470524 w 1008"/>
                <a:gd name="T51" fmla="*/ 286784 h 1009"/>
                <a:gd name="T52" fmla="*/ 510646 w 1008"/>
                <a:gd name="T53" fmla="*/ 286784 h 1009"/>
                <a:gd name="T54" fmla="*/ 510646 w 1008"/>
                <a:gd name="T55" fmla="*/ 327579 h 1009"/>
                <a:gd name="T56" fmla="*/ 470524 w 1008"/>
                <a:gd name="T57" fmla="*/ 327579 h 1009"/>
                <a:gd name="T58" fmla="*/ 470524 w 1008"/>
                <a:gd name="T59" fmla="*/ 286784 h 1009"/>
                <a:gd name="T60" fmla="*/ 285719 w 1008"/>
                <a:gd name="T61" fmla="*/ 511462 h 1009"/>
                <a:gd name="T62" fmla="*/ 285719 w 1008"/>
                <a:gd name="T63" fmla="*/ 511462 h 1009"/>
                <a:gd name="T64" fmla="*/ 285719 w 1008"/>
                <a:gd name="T65" fmla="*/ 471884 h 1009"/>
                <a:gd name="T66" fmla="*/ 327056 w 1008"/>
                <a:gd name="T67" fmla="*/ 471884 h 1009"/>
                <a:gd name="T68" fmla="*/ 327056 w 1008"/>
                <a:gd name="T69" fmla="*/ 511462 h 1009"/>
                <a:gd name="T70" fmla="*/ 285719 w 1008"/>
                <a:gd name="T71" fmla="*/ 511462 h 1009"/>
                <a:gd name="T72" fmla="*/ 306388 w 1008"/>
                <a:gd name="T73" fmla="*/ 555301 h 1009"/>
                <a:gd name="T74" fmla="*/ 306388 w 1008"/>
                <a:gd name="T75" fmla="*/ 555301 h 1009"/>
                <a:gd name="T76" fmla="*/ 554415 w 1008"/>
                <a:gd name="T77" fmla="*/ 306877 h 1009"/>
                <a:gd name="T78" fmla="*/ 306388 w 1008"/>
                <a:gd name="T79" fmla="*/ 59062 h 1009"/>
                <a:gd name="T80" fmla="*/ 58360 w 1008"/>
                <a:gd name="T81" fmla="*/ 306877 h 1009"/>
                <a:gd name="T82" fmla="*/ 306388 w 1008"/>
                <a:gd name="T83" fmla="*/ 555301 h 100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008"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rgbClr val="FFFFFF">
                <a:lumMod val="6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138800260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250" fill="hold"/>
                                        <p:tgtEl>
                                          <p:spTgt spid="49"/>
                                        </p:tgtEl>
                                        <p:attrNameLst>
                                          <p:attrName>ppt_w</p:attrName>
                                        </p:attrNameLst>
                                      </p:cBhvr>
                                      <p:tavLst>
                                        <p:tav tm="0">
                                          <p:val>
                                            <p:fltVal val="0"/>
                                          </p:val>
                                        </p:tav>
                                        <p:tav tm="100000">
                                          <p:val>
                                            <p:strVal val="#ppt_w"/>
                                          </p:val>
                                        </p:tav>
                                      </p:tavLst>
                                    </p:anim>
                                    <p:anim calcmode="lin" valueType="num">
                                      <p:cBhvr>
                                        <p:cTn id="8" dur="250" fill="hold"/>
                                        <p:tgtEl>
                                          <p:spTgt spid="49"/>
                                        </p:tgtEl>
                                        <p:attrNameLst>
                                          <p:attrName>ppt_h</p:attrName>
                                        </p:attrNameLst>
                                      </p:cBhvr>
                                      <p:tavLst>
                                        <p:tav tm="0">
                                          <p:val>
                                            <p:fltVal val="0"/>
                                          </p:val>
                                        </p:tav>
                                        <p:tav tm="100000">
                                          <p:val>
                                            <p:strVal val="#ppt_h"/>
                                          </p:val>
                                        </p:tav>
                                      </p:tavLst>
                                    </p:anim>
                                    <p:animEffect transition="in" filter="fade">
                                      <p:cBhvr>
                                        <p:cTn id="9" dur="250"/>
                                        <p:tgtEl>
                                          <p:spTgt spid="49"/>
                                        </p:tgtEl>
                                      </p:cBhvr>
                                    </p:animEffect>
                                  </p:childTnLst>
                                </p:cTn>
                              </p:par>
                              <p:par>
                                <p:cTn id="10" presetID="6" presetClass="emph" presetSubtype="0" decel="100000" fill="hold" grpId="1" nodeType="withEffect">
                                  <p:stCondLst>
                                    <p:cond delay="200"/>
                                  </p:stCondLst>
                                  <p:childTnLst>
                                    <p:animScale>
                                      <p:cBhvr>
                                        <p:cTn id="11" dur="250" fill="hold"/>
                                        <p:tgtEl>
                                          <p:spTgt spid="49"/>
                                        </p:tgtEl>
                                      </p:cBhvr>
                                      <p:by x="120000" y="120000"/>
                                    </p:animScale>
                                  </p:childTnLst>
                                </p:cTn>
                              </p:par>
                              <p:par>
                                <p:cTn id="12" presetID="6" presetClass="emph" presetSubtype="0" decel="100000" fill="hold" grpId="2" nodeType="withEffect">
                                  <p:stCondLst>
                                    <p:cond delay="400"/>
                                  </p:stCondLst>
                                  <p:childTnLst>
                                    <p:animScale>
                                      <p:cBhvr>
                                        <p:cTn id="13" dur="250" fill="hold"/>
                                        <p:tgtEl>
                                          <p:spTgt spid="49"/>
                                        </p:tgtEl>
                                      </p:cBhvr>
                                      <p:by x="83000" y="83000"/>
                                    </p:animScale>
                                  </p:childTnLst>
                                </p:cTn>
                              </p:par>
                              <p:par>
                                <p:cTn id="14" presetID="53" presetClass="entr" presetSubtype="16" fill="hold" grpId="0" nodeType="withEffect">
                                  <p:stCondLst>
                                    <p:cond delay="400"/>
                                  </p:stCondLst>
                                  <p:childTnLst>
                                    <p:set>
                                      <p:cBhvr>
                                        <p:cTn id="15" dur="1" fill="hold">
                                          <p:stCondLst>
                                            <p:cond delay="0"/>
                                          </p:stCondLst>
                                        </p:cTn>
                                        <p:tgtEl>
                                          <p:spTgt spid="50"/>
                                        </p:tgtEl>
                                        <p:attrNameLst>
                                          <p:attrName>style.visibility</p:attrName>
                                        </p:attrNameLst>
                                      </p:cBhvr>
                                      <p:to>
                                        <p:strVal val="visible"/>
                                      </p:to>
                                    </p:set>
                                    <p:anim calcmode="lin" valueType="num">
                                      <p:cBhvr>
                                        <p:cTn id="16" dur="250" fill="hold"/>
                                        <p:tgtEl>
                                          <p:spTgt spid="50"/>
                                        </p:tgtEl>
                                        <p:attrNameLst>
                                          <p:attrName>ppt_w</p:attrName>
                                        </p:attrNameLst>
                                      </p:cBhvr>
                                      <p:tavLst>
                                        <p:tav tm="0">
                                          <p:val>
                                            <p:fltVal val="0"/>
                                          </p:val>
                                        </p:tav>
                                        <p:tav tm="100000">
                                          <p:val>
                                            <p:strVal val="#ppt_w"/>
                                          </p:val>
                                        </p:tav>
                                      </p:tavLst>
                                    </p:anim>
                                    <p:anim calcmode="lin" valueType="num">
                                      <p:cBhvr>
                                        <p:cTn id="17" dur="250" fill="hold"/>
                                        <p:tgtEl>
                                          <p:spTgt spid="50"/>
                                        </p:tgtEl>
                                        <p:attrNameLst>
                                          <p:attrName>ppt_h</p:attrName>
                                        </p:attrNameLst>
                                      </p:cBhvr>
                                      <p:tavLst>
                                        <p:tav tm="0">
                                          <p:val>
                                            <p:fltVal val="0"/>
                                          </p:val>
                                        </p:tav>
                                        <p:tav tm="100000">
                                          <p:val>
                                            <p:strVal val="#ppt_h"/>
                                          </p:val>
                                        </p:tav>
                                      </p:tavLst>
                                    </p:anim>
                                    <p:animEffect transition="in" filter="fade">
                                      <p:cBhvr>
                                        <p:cTn id="18" dur="250"/>
                                        <p:tgtEl>
                                          <p:spTgt spid="50"/>
                                        </p:tgtEl>
                                      </p:cBhvr>
                                    </p:animEffect>
                                  </p:childTnLst>
                                </p:cTn>
                              </p:par>
                              <p:par>
                                <p:cTn id="19" presetID="6" presetClass="emph" presetSubtype="0" decel="100000" fill="hold" grpId="1" nodeType="withEffect">
                                  <p:stCondLst>
                                    <p:cond delay="600"/>
                                  </p:stCondLst>
                                  <p:childTnLst>
                                    <p:animScale>
                                      <p:cBhvr>
                                        <p:cTn id="20" dur="250" fill="hold"/>
                                        <p:tgtEl>
                                          <p:spTgt spid="50"/>
                                        </p:tgtEl>
                                      </p:cBhvr>
                                      <p:by x="120000" y="120000"/>
                                    </p:animScale>
                                  </p:childTnLst>
                                </p:cTn>
                              </p:par>
                              <p:par>
                                <p:cTn id="21" presetID="6" presetClass="emph" presetSubtype="0" decel="100000" fill="hold" grpId="2" nodeType="withEffect">
                                  <p:stCondLst>
                                    <p:cond delay="800"/>
                                  </p:stCondLst>
                                  <p:childTnLst>
                                    <p:animScale>
                                      <p:cBhvr>
                                        <p:cTn id="22" dur="250" fill="hold"/>
                                        <p:tgtEl>
                                          <p:spTgt spid="50"/>
                                        </p:tgtEl>
                                      </p:cBhvr>
                                      <p:by x="83000" y="83000"/>
                                    </p:animScale>
                                  </p:childTnLst>
                                </p:cTn>
                              </p:par>
                              <p:par>
                                <p:cTn id="23" presetID="53" presetClass="entr" presetSubtype="16" fill="hold" grpId="0" nodeType="withEffect">
                                  <p:stCondLst>
                                    <p:cond delay="600"/>
                                  </p:stCondLst>
                                  <p:childTnLst>
                                    <p:set>
                                      <p:cBhvr>
                                        <p:cTn id="24" dur="1" fill="hold">
                                          <p:stCondLst>
                                            <p:cond delay="0"/>
                                          </p:stCondLst>
                                        </p:cTn>
                                        <p:tgtEl>
                                          <p:spTgt spid="51"/>
                                        </p:tgtEl>
                                        <p:attrNameLst>
                                          <p:attrName>style.visibility</p:attrName>
                                        </p:attrNameLst>
                                      </p:cBhvr>
                                      <p:to>
                                        <p:strVal val="visible"/>
                                      </p:to>
                                    </p:set>
                                    <p:anim calcmode="lin" valueType="num">
                                      <p:cBhvr>
                                        <p:cTn id="25" dur="250" fill="hold"/>
                                        <p:tgtEl>
                                          <p:spTgt spid="51"/>
                                        </p:tgtEl>
                                        <p:attrNameLst>
                                          <p:attrName>ppt_w</p:attrName>
                                        </p:attrNameLst>
                                      </p:cBhvr>
                                      <p:tavLst>
                                        <p:tav tm="0">
                                          <p:val>
                                            <p:fltVal val="0"/>
                                          </p:val>
                                        </p:tav>
                                        <p:tav tm="100000">
                                          <p:val>
                                            <p:strVal val="#ppt_w"/>
                                          </p:val>
                                        </p:tav>
                                      </p:tavLst>
                                    </p:anim>
                                    <p:anim calcmode="lin" valueType="num">
                                      <p:cBhvr>
                                        <p:cTn id="26" dur="250" fill="hold"/>
                                        <p:tgtEl>
                                          <p:spTgt spid="51"/>
                                        </p:tgtEl>
                                        <p:attrNameLst>
                                          <p:attrName>ppt_h</p:attrName>
                                        </p:attrNameLst>
                                      </p:cBhvr>
                                      <p:tavLst>
                                        <p:tav tm="0">
                                          <p:val>
                                            <p:fltVal val="0"/>
                                          </p:val>
                                        </p:tav>
                                        <p:tav tm="100000">
                                          <p:val>
                                            <p:strVal val="#ppt_h"/>
                                          </p:val>
                                        </p:tav>
                                      </p:tavLst>
                                    </p:anim>
                                    <p:animEffect transition="in" filter="fade">
                                      <p:cBhvr>
                                        <p:cTn id="27" dur="250"/>
                                        <p:tgtEl>
                                          <p:spTgt spid="51"/>
                                        </p:tgtEl>
                                      </p:cBhvr>
                                    </p:animEffect>
                                  </p:childTnLst>
                                </p:cTn>
                              </p:par>
                              <p:par>
                                <p:cTn id="28" presetID="6" presetClass="emph" presetSubtype="0" decel="100000" fill="hold" grpId="1" nodeType="withEffect">
                                  <p:stCondLst>
                                    <p:cond delay="800"/>
                                  </p:stCondLst>
                                  <p:childTnLst>
                                    <p:animScale>
                                      <p:cBhvr>
                                        <p:cTn id="29" dur="250" fill="hold"/>
                                        <p:tgtEl>
                                          <p:spTgt spid="51"/>
                                        </p:tgtEl>
                                      </p:cBhvr>
                                      <p:by x="120000" y="120000"/>
                                    </p:animScale>
                                  </p:childTnLst>
                                </p:cTn>
                              </p:par>
                              <p:par>
                                <p:cTn id="30" presetID="6" presetClass="emph" presetSubtype="0" decel="100000" fill="hold" grpId="2" nodeType="withEffect">
                                  <p:stCondLst>
                                    <p:cond delay="1000"/>
                                  </p:stCondLst>
                                  <p:childTnLst>
                                    <p:animScale>
                                      <p:cBhvr>
                                        <p:cTn id="31" dur="250" fill="hold"/>
                                        <p:tgtEl>
                                          <p:spTgt spid="51"/>
                                        </p:tgtEl>
                                      </p:cBhvr>
                                      <p:by x="83000" y="83000"/>
                                    </p:animScale>
                                  </p:childTnLst>
                                </p:cTn>
                              </p:par>
                              <p:par>
                                <p:cTn id="32" presetID="53" presetClass="entr" presetSubtype="16" fill="hold" grpId="0" nodeType="withEffect">
                                  <p:stCondLst>
                                    <p:cond delay="800"/>
                                  </p:stCondLst>
                                  <p:childTnLst>
                                    <p:set>
                                      <p:cBhvr>
                                        <p:cTn id="33" dur="1" fill="hold">
                                          <p:stCondLst>
                                            <p:cond delay="0"/>
                                          </p:stCondLst>
                                        </p:cTn>
                                        <p:tgtEl>
                                          <p:spTgt spid="52"/>
                                        </p:tgtEl>
                                        <p:attrNameLst>
                                          <p:attrName>style.visibility</p:attrName>
                                        </p:attrNameLst>
                                      </p:cBhvr>
                                      <p:to>
                                        <p:strVal val="visible"/>
                                      </p:to>
                                    </p:set>
                                    <p:anim calcmode="lin" valueType="num">
                                      <p:cBhvr>
                                        <p:cTn id="34" dur="250" fill="hold"/>
                                        <p:tgtEl>
                                          <p:spTgt spid="52"/>
                                        </p:tgtEl>
                                        <p:attrNameLst>
                                          <p:attrName>ppt_w</p:attrName>
                                        </p:attrNameLst>
                                      </p:cBhvr>
                                      <p:tavLst>
                                        <p:tav tm="0">
                                          <p:val>
                                            <p:fltVal val="0"/>
                                          </p:val>
                                        </p:tav>
                                        <p:tav tm="100000">
                                          <p:val>
                                            <p:strVal val="#ppt_w"/>
                                          </p:val>
                                        </p:tav>
                                      </p:tavLst>
                                    </p:anim>
                                    <p:anim calcmode="lin" valueType="num">
                                      <p:cBhvr>
                                        <p:cTn id="35" dur="250" fill="hold"/>
                                        <p:tgtEl>
                                          <p:spTgt spid="52"/>
                                        </p:tgtEl>
                                        <p:attrNameLst>
                                          <p:attrName>ppt_h</p:attrName>
                                        </p:attrNameLst>
                                      </p:cBhvr>
                                      <p:tavLst>
                                        <p:tav tm="0">
                                          <p:val>
                                            <p:fltVal val="0"/>
                                          </p:val>
                                        </p:tav>
                                        <p:tav tm="100000">
                                          <p:val>
                                            <p:strVal val="#ppt_h"/>
                                          </p:val>
                                        </p:tav>
                                      </p:tavLst>
                                    </p:anim>
                                    <p:animEffect transition="in" filter="fade">
                                      <p:cBhvr>
                                        <p:cTn id="36" dur="250"/>
                                        <p:tgtEl>
                                          <p:spTgt spid="52"/>
                                        </p:tgtEl>
                                      </p:cBhvr>
                                    </p:animEffect>
                                  </p:childTnLst>
                                </p:cTn>
                              </p:par>
                              <p:par>
                                <p:cTn id="37" presetID="6" presetClass="emph" presetSubtype="0" decel="100000" fill="hold" grpId="1" nodeType="withEffect">
                                  <p:stCondLst>
                                    <p:cond delay="1000"/>
                                  </p:stCondLst>
                                  <p:childTnLst>
                                    <p:animScale>
                                      <p:cBhvr>
                                        <p:cTn id="38" dur="250" fill="hold"/>
                                        <p:tgtEl>
                                          <p:spTgt spid="52"/>
                                        </p:tgtEl>
                                      </p:cBhvr>
                                      <p:by x="120000" y="120000"/>
                                    </p:animScale>
                                  </p:childTnLst>
                                </p:cTn>
                              </p:par>
                              <p:par>
                                <p:cTn id="39" presetID="6" presetClass="emph" presetSubtype="0" decel="100000" fill="hold" grpId="2" nodeType="withEffect">
                                  <p:stCondLst>
                                    <p:cond delay="1200"/>
                                  </p:stCondLst>
                                  <p:childTnLst>
                                    <p:animScale>
                                      <p:cBhvr>
                                        <p:cTn id="40" dur="250" fill="hold"/>
                                        <p:tgtEl>
                                          <p:spTgt spid="52"/>
                                        </p:tgtEl>
                                      </p:cBhvr>
                                      <p:by x="83000" y="83000"/>
                                    </p:animScale>
                                  </p:childTnLst>
                                </p:cTn>
                              </p:par>
                              <p:par>
                                <p:cTn id="41" presetID="53" presetClass="entr" presetSubtype="16" fill="hold" nodeType="withEffect">
                                  <p:stCondLst>
                                    <p:cond delay="750"/>
                                  </p:stCondLst>
                                  <p:childTnLst>
                                    <p:set>
                                      <p:cBhvr>
                                        <p:cTn id="42" dur="1" fill="hold">
                                          <p:stCondLst>
                                            <p:cond delay="0"/>
                                          </p:stCondLst>
                                        </p:cTn>
                                        <p:tgtEl>
                                          <p:spTgt spid="40"/>
                                        </p:tgtEl>
                                        <p:attrNameLst>
                                          <p:attrName>style.visibility</p:attrName>
                                        </p:attrNameLst>
                                      </p:cBhvr>
                                      <p:to>
                                        <p:strVal val="visible"/>
                                      </p:to>
                                    </p:set>
                                    <p:anim calcmode="lin" valueType="num">
                                      <p:cBhvr>
                                        <p:cTn id="43" dur="500" fill="hold"/>
                                        <p:tgtEl>
                                          <p:spTgt spid="40"/>
                                        </p:tgtEl>
                                        <p:attrNameLst>
                                          <p:attrName>ppt_w</p:attrName>
                                        </p:attrNameLst>
                                      </p:cBhvr>
                                      <p:tavLst>
                                        <p:tav tm="0">
                                          <p:val>
                                            <p:fltVal val="0"/>
                                          </p:val>
                                        </p:tav>
                                        <p:tav tm="100000">
                                          <p:val>
                                            <p:strVal val="#ppt_w"/>
                                          </p:val>
                                        </p:tav>
                                      </p:tavLst>
                                    </p:anim>
                                    <p:anim calcmode="lin" valueType="num">
                                      <p:cBhvr>
                                        <p:cTn id="44" dur="500" fill="hold"/>
                                        <p:tgtEl>
                                          <p:spTgt spid="40"/>
                                        </p:tgtEl>
                                        <p:attrNameLst>
                                          <p:attrName>ppt_h</p:attrName>
                                        </p:attrNameLst>
                                      </p:cBhvr>
                                      <p:tavLst>
                                        <p:tav tm="0">
                                          <p:val>
                                            <p:fltVal val="0"/>
                                          </p:val>
                                        </p:tav>
                                        <p:tav tm="100000">
                                          <p:val>
                                            <p:strVal val="#ppt_h"/>
                                          </p:val>
                                        </p:tav>
                                      </p:tavLst>
                                    </p:anim>
                                    <p:animEffect transition="in" filter="fade">
                                      <p:cBhvr>
                                        <p:cTn id="45" dur="500"/>
                                        <p:tgtEl>
                                          <p:spTgt spid="40"/>
                                        </p:tgtEl>
                                      </p:cBhvr>
                                    </p:animEffect>
                                  </p:childTnLst>
                                </p:cTn>
                              </p:par>
                              <p:par>
                                <p:cTn id="46" presetID="56" presetClass="path" presetSubtype="0" accel="50000" decel="50000" fill="hold" nodeType="withEffect">
                                  <p:stCondLst>
                                    <p:cond delay="750"/>
                                  </p:stCondLst>
                                  <p:childTnLst>
                                    <p:animMotion origin="layout" path="M -0.09791 0.1743 L -2.5E-6 2.59259E-6 " pathEditMode="relative" rAng="0" ptsTypes="AA">
                                      <p:cBhvr>
                                        <p:cTn id="47" dur="1000" fill="hold"/>
                                        <p:tgtEl>
                                          <p:spTgt spid="40"/>
                                        </p:tgtEl>
                                        <p:attrNameLst>
                                          <p:attrName>ppt_x</p:attrName>
                                          <p:attrName>ppt_y</p:attrName>
                                        </p:attrNameLst>
                                      </p:cBhvr>
                                      <p:rCtr x="4896" y="-8727"/>
                                    </p:animMotion>
                                  </p:childTnLst>
                                </p:cTn>
                              </p:par>
                              <p:par>
                                <p:cTn id="48" presetID="53" presetClass="entr" presetSubtype="16" fill="hold" nodeType="withEffect">
                                  <p:stCondLst>
                                    <p:cond delay="1000"/>
                                  </p:stCondLst>
                                  <p:childTnLst>
                                    <p:set>
                                      <p:cBhvr>
                                        <p:cTn id="49" dur="1" fill="hold">
                                          <p:stCondLst>
                                            <p:cond delay="0"/>
                                          </p:stCondLst>
                                        </p:cTn>
                                        <p:tgtEl>
                                          <p:spTgt spid="43"/>
                                        </p:tgtEl>
                                        <p:attrNameLst>
                                          <p:attrName>style.visibility</p:attrName>
                                        </p:attrNameLst>
                                      </p:cBhvr>
                                      <p:to>
                                        <p:strVal val="visible"/>
                                      </p:to>
                                    </p:set>
                                    <p:anim calcmode="lin" valueType="num">
                                      <p:cBhvr>
                                        <p:cTn id="50" dur="500" fill="hold"/>
                                        <p:tgtEl>
                                          <p:spTgt spid="43"/>
                                        </p:tgtEl>
                                        <p:attrNameLst>
                                          <p:attrName>ppt_w</p:attrName>
                                        </p:attrNameLst>
                                      </p:cBhvr>
                                      <p:tavLst>
                                        <p:tav tm="0">
                                          <p:val>
                                            <p:fltVal val="0"/>
                                          </p:val>
                                        </p:tav>
                                        <p:tav tm="100000">
                                          <p:val>
                                            <p:strVal val="#ppt_w"/>
                                          </p:val>
                                        </p:tav>
                                      </p:tavLst>
                                    </p:anim>
                                    <p:anim calcmode="lin" valueType="num">
                                      <p:cBhvr>
                                        <p:cTn id="51" dur="500" fill="hold"/>
                                        <p:tgtEl>
                                          <p:spTgt spid="43"/>
                                        </p:tgtEl>
                                        <p:attrNameLst>
                                          <p:attrName>ppt_h</p:attrName>
                                        </p:attrNameLst>
                                      </p:cBhvr>
                                      <p:tavLst>
                                        <p:tav tm="0">
                                          <p:val>
                                            <p:fltVal val="0"/>
                                          </p:val>
                                        </p:tav>
                                        <p:tav tm="100000">
                                          <p:val>
                                            <p:strVal val="#ppt_h"/>
                                          </p:val>
                                        </p:tav>
                                      </p:tavLst>
                                    </p:anim>
                                    <p:animEffect transition="in" filter="fade">
                                      <p:cBhvr>
                                        <p:cTn id="52" dur="500"/>
                                        <p:tgtEl>
                                          <p:spTgt spid="43"/>
                                        </p:tgtEl>
                                      </p:cBhvr>
                                    </p:animEffect>
                                  </p:childTnLst>
                                </p:cTn>
                              </p:par>
                              <p:par>
                                <p:cTn id="53" presetID="56" presetClass="path" presetSubtype="0" accel="50000" decel="50000" fill="hold" nodeType="withEffect">
                                  <p:stCondLst>
                                    <p:cond delay="1000"/>
                                  </p:stCondLst>
                                  <p:childTnLst>
                                    <p:animMotion origin="layout" path="M -0.09792 0.1743 L 2.29167E-6 1.11111E-6 " pathEditMode="relative" rAng="0" ptsTypes="AA">
                                      <p:cBhvr>
                                        <p:cTn id="54" dur="1000" fill="hold"/>
                                        <p:tgtEl>
                                          <p:spTgt spid="43"/>
                                        </p:tgtEl>
                                        <p:attrNameLst>
                                          <p:attrName>ppt_x</p:attrName>
                                          <p:attrName>ppt_y</p:attrName>
                                        </p:attrNameLst>
                                      </p:cBhvr>
                                      <p:rCtr x="4896" y="-8727"/>
                                    </p:animMotion>
                                  </p:childTnLst>
                                </p:cTn>
                              </p:par>
                              <p:par>
                                <p:cTn id="55" presetID="53" presetClass="entr" presetSubtype="16" fill="hold" nodeType="withEffect">
                                  <p:stCondLst>
                                    <p:cond delay="1250"/>
                                  </p:stCondLst>
                                  <p:childTnLst>
                                    <p:set>
                                      <p:cBhvr>
                                        <p:cTn id="56" dur="1" fill="hold">
                                          <p:stCondLst>
                                            <p:cond delay="0"/>
                                          </p:stCondLst>
                                        </p:cTn>
                                        <p:tgtEl>
                                          <p:spTgt spid="46"/>
                                        </p:tgtEl>
                                        <p:attrNameLst>
                                          <p:attrName>style.visibility</p:attrName>
                                        </p:attrNameLst>
                                      </p:cBhvr>
                                      <p:to>
                                        <p:strVal val="visible"/>
                                      </p:to>
                                    </p:set>
                                    <p:anim calcmode="lin" valueType="num">
                                      <p:cBhvr>
                                        <p:cTn id="57" dur="500" fill="hold"/>
                                        <p:tgtEl>
                                          <p:spTgt spid="46"/>
                                        </p:tgtEl>
                                        <p:attrNameLst>
                                          <p:attrName>ppt_w</p:attrName>
                                        </p:attrNameLst>
                                      </p:cBhvr>
                                      <p:tavLst>
                                        <p:tav tm="0">
                                          <p:val>
                                            <p:fltVal val="0"/>
                                          </p:val>
                                        </p:tav>
                                        <p:tav tm="100000">
                                          <p:val>
                                            <p:strVal val="#ppt_w"/>
                                          </p:val>
                                        </p:tav>
                                      </p:tavLst>
                                    </p:anim>
                                    <p:anim calcmode="lin" valueType="num">
                                      <p:cBhvr>
                                        <p:cTn id="58" dur="500" fill="hold"/>
                                        <p:tgtEl>
                                          <p:spTgt spid="46"/>
                                        </p:tgtEl>
                                        <p:attrNameLst>
                                          <p:attrName>ppt_h</p:attrName>
                                        </p:attrNameLst>
                                      </p:cBhvr>
                                      <p:tavLst>
                                        <p:tav tm="0">
                                          <p:val>
                                            <p:fltVal val="0"/>
                                          </p:val>
                                        </p:tav>
                                        <p:tav tm="100000">
                                          <p:val>
                                            <p:strVal val="#ppt_h"/>
                                          </p:val>
                                        </p:tav>
                                      </p:tavLst>
                                    </p:anim>
                                    <p:animEffect transition="in" filter="fade">
                                      <p:cBhvr>
                                        <p:cTn id="59" dur="500"/>
                                        <p:tgtEl>
                                          <p:spTgt spid="46"/>
                                        </p:tgtEl>
                                      </p:cBhvr>
                                    </p:animEffect>
                                  </p:childTnLst>
                                </p:cTn>
                              </p:par>
                              <p:par>
                                <p:cTn id="60" presetID="56" presetClass="path" presetSubtype="0" accel="50000" decel="50000" fill="hold" nodeType="withEffect">
                                  <p:stCondLst>
                                    <p:cond delay="1250"/>
                                  </p:stCondLst>
                                  <p:childTnLst>
                                    <p:animMotion origin="layout" path="M -0.09792 0.1743 L 2.29167E-6 2.22222E-6 " pathEditMode="relative" rAng="0" ptsTypes="AA">
                                      <p:cBhvr>
                                        <p:cTn id="61" dur="1000" fill="hold"/>
                                        <p:tgtEl>
                                          <p:spTgt spid="46"/>
                                        </p:tgtEl>
                                        <p:attrNameLst>
                                          <p:attrName>ppt_x</p:attrName>
                                          <p:attrName>ppt_y</p:attrName>
                                        </p:attrNameLst>
                                      </p:cBhvr>
                                      <p:rCtr x="4896" y="-8727"/>
                                    </p:animMotion>
                                  </p:childTnLst>
                                </p:cTn>
                              </p:par>
                            </p:childTnLst>
                          </p:cTn>
                        </p:par>
                        <p:par>
                          <p:cTn id="62" fill="hold">
                            <p:stCondLst>
                              <p:cond delay="2250"/>
                            </p:stCondLst>
                            <p:childTnLst>
                              <p:par>
                                <p:cTn id="63" presetID="17" presetClass="entr" presetSubtype="2" fill="hold" nodeType="afterEffect">
                                  <p:stCondLst>
                                    <p:cond delay="0"/>
                                  </p:stCondLst>
                                  <p:childTnLst>
                                    <p:set>
                                      <p:cBhvr>
                                        <p:cTn id="64" dur="1" fill="hold">
                                          <p:stCondLst>
                                            <p:cond delay="0"/>
                                          </p:stCondLst>
                                        </p:cTn>
                                        <p:tgtEl>
                                          <p:spTgt spid="53"/>
                                        </p:tgtEl>
                                        <p:attrNameLst>
                                          <p:attrName>style.visibility</p:attrName>
                                        </p:attrNameLst>
                                      </p:cBhvr>
                                      <p:to>
                                        <p:strVal val="visible"/>
                                      </p:to>
                                    </p:set>
                                    <p:anim calcmode="lin" valueType="num">
                                      <p:cBhvr>
                                        <p:cTn id="65" dur="500" fill="hold"/>
                                        <p:tgtEl>
                                          <p:spTgt spid="53"/>
                                        </p:tgtEl>
                                        <p:attrNameLst>
                                          <p:attrName>ppt_x</p:attrName>
                                        </p:attrNameLst>
                                      </p:cBhvr>
                                      <p:tavLst>
                                        <p:tav tm="0">
                                          <p:val>
                                            <p:strVal val="#ppt_x+#ppt_w/2"/>
                                          </p:val>
                                        </p:tav>
                                        <p:tav tm="100000">
                                          <p:val>
                                            <p:strVal val="#ppt_x"/>
                                          </p:val>
                                        </p:tav>
                                      </p:tavLst>
                                    </p:anim>
                                    <p:anim calcmode="lin" valueType="num">
                                      <p:cBhvr>
                                        <p:cTn id="66" dur="500" fill="hold"/>
                                        <p:tgtEl>
                                          <p:spTgt spid="53"/>
                                        </p:tgtEl>
                                        <p:attrNameLst>
                                          <p:attrName>ppt_y</p:attrName>
                                        </p:attrNameLst>
                                      </p:cBhvr>
                                      <p:tavLst>
                                        <p:tav tm="0">
                                          <p:val>
                                            <p:strVal val="#ppt_y"/>
                                          </p:val>
                                        </p:tav>
                                        <p:tav tm="100000">
                                          <p:val>
                                            <p:strVal val="#ppt_y"/>
                                          </p:val>
                                        </p:tav>
                                      </p:tavLst>
                                    </p:anim>
                                    <p:anim calcmode="lin" valueType="num">
                                      <p:cBhvr>
                                        <p:cTn id="67" dur="500" fill="hold"/>
                                        <p:tgtEl>
                                          <p:spTgt spid="53"/>
                                        </p:tgtEl>
                                        <p:attrNameLst>
                                          <p:attrName>ppt_w</p:attrName>
                                        </p:attrNameLst>
                                      </p:cBhvr>
                                      <p:tavLst>
                                        <p:tav tm="0">
                                          <p:val>
                                            <p:fltVal val="0"/>
                                          </p:val>
                                        </p:tav>
                                        <p:tav tm="100000">
                                          <p:val>
                                            <p:strVal val="#ppt_w"/>
                                          </p:val>
                                        </p:tav>
                                      </p:tavLst>
                                    </p:anim>
                                    <p:anim calcmode="lin" valueType="num">
                                      <p:cBhvr>
                                        <p:cTn id="68" dur="500" fill="hold"/>
                                        <p:tgtEl>
                                          <p:spTgt spid="53"/>
                                        </p:tgtEl>
                                        <p:attrNameLst>
                                          <p:attrName>ppt_h</p:attrName>
                                        </p:attrNameLst>
                                      </p:cBhvr>
                                      <p:tavLst>
                                        <p:tav tm="0">
                                          <p:val>
                                            <p:strVal val="#ppt_h"/>
                                          </p:val>
                                        </p:tav>
                                        <p:tav tm="100000">
                                          <p:val>
                                            <p:strVal val="#ppt_h"/>
                                          </p:val>
                                        </p:tav>
                                      </p:tavLst>
                                    </p:anim>
                                  </p:childTnLst>
                                </p:cTn>
                              </p:par>
                              <p:par>
                                <p:cTn id="69" presetID="63" presetClass="path" presetSubtype="0" accel="50000" decel="50000" fill="hold" nodeType="withEffect">
                                  <p:stCondLst>
                                    <p:cond delay="0"/>
                                  </p:stCondLst>
                                  <p:childTnLst>
                                    <p:animMotion origin="layout" path="M 4.375E-6 -2.22222E-6 L 0.25 -2.22222E-6 " pathEditMode="relative" rAng="0" ptsTypes="AA">
                                      <p:cBhvr>
                                        <p:cTn id="70" dur="1000" spd="-100000" fill="hold"/>
                                        <p:tgtEl>
                                          <p:spTgt spid="53"/>
                                        </p:tgtEl>
                                        <p:attrNameLst>
                                          <p:attrName>ppt_x</p:attrName>
                                          <p:attrName>ppt_y</p:attrName>
                                        </p:attrNameLst>
                                      </p:cBhvr>
                                      <p:rCtr x="12500" y="0"/>
                                    </p:animMotion>
                                  </p:childTnLst>
                                </p:cTn>
                              </p:par>
                              <p:par>
                                <p:cTn id="71" presetID="17" presetClass="entr" presetSubtype="2" fill="hold" nodeType="withEffect">
                                  <p:stCondLst>
                                    <p:cond delay="250"/>
                                  </p:stCondLst>
                                  <p:childTnLst>
                                    <p:set>
                                      <p:cBhvr>
                                        <p:cTn id="72" dur="1" fill="hold">
                                          <p:stCondLst>
                                            <p:cond delay="0"/>
                                          </p:stCondLst>
                                        </p:cTn>
                                        <p:tgtEl>
                                          <p:spTgt spid="58"/>
                                        </p:tgtEl>
                                        <p:attrNameLst>
                                          <p:attrName>style.visibility</p:attrName>
                                        </p:attrNameLst>
                                      </p:cBhvr>
                                      <p:to>
                                        <p:strVal val="visible"/>
                                      </p:to>
                                    </p:set>
                                    <p:anim calcmode="lin" valueType="num">
                                      <p:cBhvr>
                                        <p:cTn id="73" dur="500" fill="hold"/>
                                        <p:tgtEl>
                                          <p:spTgt spid="58"/>
                                        </p:tgtEl>
                                        <p:attrNameLst>
                                          <p:attrName>ppt_x</p:attrName>
                                        </p:attrNameLst>
                                      </p:cBhvr>
                                      <p:tavLst>
                                        <p:tav tm="0">
                                          <p:val>
                                            <p:strVal val="#ppt_x+#ppt_w/2"/>
                                          </p:val>
                                        </p:tav>
                                        <p:tav tm="100000">
                                          <p:val>
                                            <p:strVal val="#ppt_x"/>
                                          </p:val>
                                        </p:tav>
                                      </p:tavLst>
                                    </p:anim>
                                    <p:anim calcmode="lin" valueType="num">
                                      <p:cBhvr>
                                        <p:cTn id="74" dur="500" fill="hold"/>
                                        <p:tgtEl>
                                          <p:spTgt spid="58"/>
                                        </p:tgtEl>
                                        <p:attrNameLst>
                                          <p:attrName>ppt_y</p:attrName>
                                        </p:attrNameLst>
                                      </p:cBhvr>
                                      <p:tavLst>
                                        <p:tav tm="0">
                                          <p:val>
                                            <p:strVal val="#ppt_y"/>
                                          </p:val>
                                        </p:tav>
                                        <p:tav tm="100000">
                                          <p:val>
                                            <p:strVal val="#ppt_y"/>
                                          </p:val>
                                        </p:tav>
                                      </p:tavLst>
                                    </p:anim>
                                    <p:anim calcmode="lin" valueType="num">
                                      <p:cBhvr>
                                        <p:cTn id="75" dur="500" fill="hold"/>
                                        <p:tgtEl>
                                          <p:spTgt spid="58"/>
                                        </p:tgtEl>
                                        <p:attrNameLst>
                                          <p:attrName>ppt_w</p:attrName>
                                        </p:attrNameLst>
                                      </p:cBhvr>
                                      <p:tavLst>
                                        <p:tav tm="0">
                                          <p:val>
                                            <p:fltVal val="0"/>
                                          </p:val>
                                        </p:tav>
                                        <p:tav tm="100000">
                                          <p:val>
                                            <p:strVal val="#ppt_w"/>
                                          </p:val>
                                        </p:tav>
                                      </p:tavLst>
                                    </p:anim>
                                    <p:anim calcmode="lin" valueType="num">
                                      <p:cBhvr>
                                        <p:cTn id="76" dur="500" fill="hold"/>
                                        <p:tgtEl>
                                          <p:spTgt spid="58"/>
                                        </p:tgtEl>
                                        <p:attrNameLst>
                                          <p:attrName>ppt_h</p:attrName>
                                        </p:attrNameLst>
                                      </p:cBhvr>
                                      <p:tavLst>
                                        <p:tav tm="0">
                                          <p:val>
                                            <p:strVal val="#ppt_h"/>
                                          </p:val>
                                        </p:tav>
                                        <p:tav tm="100000">
                                          <p:val>
                                            <p:strVal val="#ppt_h"/>
                                          </p:val>
                                        </p:tav>
                                      </p:tavLst>
                                    </p:anim>
                                  </p:childTnLst>
                                </p:cTn>
                              </p:par>
                              <p:par>
                                <p:cTn id="77" presetID="63" presetClass="path" presetSubtype="0" accel="50000" decel="50000" fill="hold" nodeType="withEffect">
                                  <p:stCondLst>
                                    <p:cond delay="250"/>
                                  </p:stCondLst>
                                  <p:childTnLst>
                                    <p:animMotion origin="layout" path="M 4.375E-6 4.07407E-6 L 0.25 4.07407E-6 " pathEditMode="relative" rAng="0" ptsTypes="AA">
                                      <p:cBhvr>
                                        <p:cTn id="78" dur="1000" spd="-100000" fill="hold"/>
                                        <p:tgtEl>
                                          <p:spTgt spid="58"/>
                                        </p:tgtEl>
                                        <p:attrNameLst>
                                          <p:attrName>ppt_x</p:attrName>
                                          <p:attrName>ppt_y</p:attrName>
                                        </p:attrNameLst>
                                      </p:cBhvr>
                                      <p:rCtr x="12500" y="0"/>
                                    </p:animMotion>
                                  </p:childTnLst>
                                </p:cTn>
                              </p:par>
                              <p:par>
                                <p:cTn id="79" presetID="17" presetClass="entr" presetSubtype="2" fill="hold" nodeType="withEffect">
                                  <p:stCondLst>
                                    <p:cond delay="500"/>
                                  </p:stCondLst>
                                  <p:childTnLst>
                                    <p:set>
                                      <p:cBhvr>
                                        <p:cTn id="80" dur="1" fill="hold">
                                          <p:stCondLst>
                                            <p:cond delay="0"/>
                                          </p:stCondLst>
                                        </p:cTn>
                                        <p:tgtEl>
                                          <p:spTgt spid="63"/>
                                        </p:tgtEl>
                                        <p:attrNameLst>
                                          <p:attrName>style.visibility</p:attrName>
                                        </p:attrNameLst>
                                      </p:cBhvr>
                                      <p:to>
                                        <p:strVal val="visible"/>
                                      </p:to>
                                    </p:set>
                                    <p:anim calcmode="lin" valueType="num">
                                      <p:cBhvr>
                                        <p:cTn id="81" dur="500" fill="hold"/>
                                        <p:tgtEl>
                                          <p:spTgt spid="63"/>
                                        </p:tgtEl>
                                        <p:attrNameLst>
                                          <p:attrName>ppt_x</p:attrName>
                                        </p:attrNameLst>
                                      </p:cBhvr>
                                      <p:tavLst>
                                        <p:tav tm="0">
                                          <p:val>
                                            <p:strVal val="#ppt_x+#ppt_w/2"/>
                                          </p:val>
                                        </p:tav>
                                        <p:tav tm="100000">
                                          <p:val>
                                            <p:strVal val="#ppt_x"/>
                                          </p:val>
                                        </p:tav>
                                      </p:tavLst>
                                    </p:anim>
                                    <p:anim calcmode="lin" valueType="num">
                                      <p:cBhvr>
                                        <p:cTn id="82" dur="500" fill="hold"/>
                                        <p:tgtEl>
                                          <p:spTgt spid="63"/>
                                        </p:tgtEl>
                                        <p:attrNameLst>
                                          <p:attrName>ppt_y</p:attrName>
                                        </p:attrNameLst>
                                      </p:cBhvr>
                                      <p:tavLst>
                                        <p:tav tm="0">
                                          <p:val>
                                            <p:strVal val="#ppt_y"/>
                                          </p:val>
                                        </p:tav>
                                        <p:tav tm="100000">
                                          <p:val>
                                            <p:strVal val="#ppt_y"/>
                                          </p:val>
                                        </p:tav>
                                      </p:tavLst>
                                    </p:anim>
                                    <p:anim calcmode="lin" valueType="num">
                                      <p:cBhvr>
                                        <p:cTn id="83" dur="500" fill="hold"/>
                                        <p:tgtEl>
                                          <p:spTgt spid="63"/>
                                        </p:tgtEl>
                                        <p:attrNameLst>
                                          <p:attrName>ppt_w</p:attrName>
                                        </p:attrNameLst>
                                      </p:cBhvr>
                                      <p:tavLst>
                                        <p:tav tm="0">
                                          <p:val>
                                            <p:fltVal val="0"/>
                                          </p:val>
                                        </p:tav>
                                        <p:tav tm="100000">
                                          <p:val>
                                            <p:strVal val="#ppt_w"/>
                                          </p:val>
                                        </p:tav>
                                      </p:tavLst>
                                    </p:anim>
                                    <p:anim calcmode="lin" valueType="num">
                                      <p:cBhvr>
                                        <p:cTn id="84" dur="500" fill="hold"/>
                                        <p:tgtEl>
                                          <p:spTgt spid="63"/>
                                        </p:tgtEl>
                                        <p:attrNameLst>
                                          <p:attrName>ppt_h</p:attrName>
                                        </p:attrNameLst>
                                      </p:cBhvr>
                                      <p:tavLst>
                                        <p:tav tm="0">
                                          <p:val>
                                            <p:strVal val="#ppt_h"/>
                                          </p:val>
                                        </p:tav>
                                        <p:tav tm="100000">
                                          <p:val>
                                            <p:strVal val="#ppt_h"/>
                                          </p:val>
                                        </p:tav>
                                      </p:tavLst>
                                    </p:anim>
                                  </p:childTnLst>
                                </p:cTn>
                              </p:par>
                              <p:par>
                                <p:cTn id="85" presetID="63" presetClass="path" presetSubtype="0" accel="50000" decel="50000" fill="hold" nodeType="withEffect">
                                  <p:stCondLst>
                                    <p:cond delay="500"/>
                                  </p:stCondLst>
                                  <p:childTnLst>
                                    <p:animMotion origin="layout" path="M 4.375E-6 1.48148E-6 L 0.25 1.48148E-6 " pathEditMode="relative" rAng="0" ptsTypes="AA">
                                      <p:cBhvr>
                                        <p:cTn id="86" dur="1000" spd="-100000" fill="hold"/>
                                        <p:tgtEl>
                                          <p:spTgt spid="63"/>
                                        </p:tgtEl>
                                        <p:attrNameLst>
                                          <p:attrName>ppt_x</p:attrName>
                                          <p:attrName>ppt_y</p:attrName>
                                        </p:attrNameLst>
                                      </p:cBhvr>
                                      <p:rCtr x="12500" y="0"/>
                                    </p:animMotion>
                                  </p:childTnLst>
                                </p:cTn>
                              </p:par>
                              <p:par>
                                <p:cTn id="87" presetID="17" presetClass="entr" presetSubtype="2" fill="hold" nodeType="withEffect">
                                  <p:stCondLst>
                                    <p:cond delay="750"/>
                                  </p:stCondLst>
                                  <p:childTnLst>
                                    <p:set>
                                      <p:cBhvr>
                                        <p:cTn id="88" dur="1" fill="hold">
                                          <p:stCondLst>
                                            <p:cond delay="0"/>
                                          </p:stCondLst>
                                        </p:cTn>
                                        <p:tgtEl>
                                          <p:spTgt spid="68"/>
                                        </p:tgtEl>
                                        <p:attrNameLst>
                                          <p:attrName>style.visibility</p:attrName>
                                        </p:attrNameLst>
                                      </p:cBhvr>
                                      <p:to>
                                        <p:strVal val="visible"/>
                                      </p:to>
                                    </p:set>
                                    <p:anim calcmode="lin" valueType="num">
                                      <p:cBhvr>
                                        <p:cTn id="89" dur="500" fill="hold"/>
                                        <p:tgtEl>
                                          <p:spTgt spid="68"/>
                                        </p:tgtEl>
                                        <p:attrNameLst>
                                          <p:attrName>ppt_x</p:attrName>
                                        </p:attrNameLst>
                                      </p:cBhvr>
                                      <p:tavLst>
                                        <p:tav tm="0">
                                          <p:val>
                                            <p:strVal val="#ppt_x+#ppt_w/2"/>
                                          </p:val>
                                        </p:tav>
                                        <p:tav tm="100000">
                                          <p:val>
                                            <p:strVal val="#ppt_x"/>
                                          </p:val>
                                        </p:tav>
                                      </p:tavLst>
                                    </p:anim>
                                    <p:anim calcmode="lin" valueType="num">
                                      <p:cBhvr>
                                        <p:cTn id="90" dur="500" fill="hold"/>
                                        <p:tgtEl>
                                          <p:spTgt spid="68"/>
                                        </p:tgtEl>
                                        <p:attrNameLst>
                                          <p:attrName>ppt_y</p:attrName>
                                        </p:attrNameLst>
                                      </p:cBhvr>
                                      <p:tavLst>
                                        <p:tav tm="0">
                                          <p:val>
                                            <p:strVal val="#ppt_y"/>
                                          </p:val>
                                        </p:tav>
                                        <p:tav tm="100000">
                                          <p:val>
                                            <p:strVal val="#ppt_y"/>
                                          </p:val>
                                        </p:tav>
                                      </p:tavLst>
                                    </p:anim>
                                    <p:anim calcmode="lin" valueType="num">
                                      <p:cBhvr>
                                        <p:cTn id="91" dur="500" fill="hold"/>
                                        <p:tgtEl>
                                          <p:spTgt spid="68"/>
                                        </p:tgtEl>
                                        <p:attrNameLst>
                                          <p:attrName>ppt_w</p:attrName>
                                        </p:attrNameLst>
                                      </p:cBhvr>
                                      <p:tavLst>
                                        <p:tav tm="0">
                                          <p:val>
                                            <p:fltVal val="0"/>
                                          </p:val>
                                        </p:tav>
                                        <p:tav tm="100000">
                                          <p:val>
                                            <p:strVal val="#ppt_w"/>
                                          </p:val>
                                        </p:tav>
                                      </p:tavLst>
                                    </p:anim>
                                    <p:anim calcmode="lin" valueType="num">
                                      <p:cBhvr>
                                        <p:cTn id="92" dur="500" fill="hold"/>
                                        <p:tgtEl>
                                          <p:spTgt spid="68"/>
                                        </p:tgtEl>
                                        <p:attrNameLst>
                                          <p:attrName>ppt_h</p:attrName>
                                        </p:attrNameLst>
                                      </p:cBhvr>
                                      <p:tavLst>
                                        <p:tav tm="0">
                                          <p:val>
                                            <p:strVal val="#ppt_h"/>
                                          </p:val>
                                        </p:tav>
                                        <p:tav tm="100000">
                                          <p:val>
                                            <p:strVal val="#ppt_h"/>
                                          </p:val>
                                        </p:tav>
                                      </p:tavLst>
                                    </p:anim>
                                  </p:childTnLst>
                                </p:cTn>
                              </p:par>
                              <p:par>
                                <p:cTn id="93" presetID="63" presetClass="path" presetSubtype="0" accel="50000" decel="50000" fill="hold" nodeType="withEffect">
                                  <p:stCondLst>
                                    <p:cond delay="750"/>
                                  </p:stCondLst>
                                  <p:childTnLst>
                                    <p:animMotion origin="layout" path="M 4.375E-6 3.33333E-6 L 0.25 3.33333E-6 " pathEditMode="relative" rAng="0" ptsTypes="AA">
                                      <p:cBhvr>
                                        <p:cTn id="94" dur="1000" spd="-100000" fill="hold"/>
                                        <p:tgtEl>
                                          <p:spTgt spid="68"/>
                                        </p:tgtEl>
                                        <p:attrNameLst>
                                          <p:attrName>ppt_x</p:attrName>
                                          <p:attrName>ppt_y</p:attrName>
                                        </p:attrNameLst>
                                      </p:cBhvr>
                                      <p:rCtr x="12500" y="0"/>
                                    </p:animMotion>
                                  </p:childTnLst>
                                </p:cTn>
                              </p:par>
                              <p:par>
                                <p:cTn id="95" presetID="17" presetClass="entr" presetSubtype="2" fill="hold" nodeType="withEffect">
                                  <p:stCondLst>
                                    <p:cond delay="1000"/>
                                  </p:stCondLst>
                                  <p:childTnLst>
                                    <p:set>
                                      <p:cBhvr>
                                        <p:cTn id="96" dur="1" fill="hold">
                                          <p:stCondLst>
                                            <p:cond delay="0"/>
                                          </p:stCondLst>
                                        </p:cTn>
                                        <p:tgtEl>
                                          <p:spTgt spid="73"/>
                                        </p:tgtEl>
                                        <p:attrNameLst>
                                          <p:attrName>style.visibility</p:attrName>
                                        </p:attrNameLst>
                                      </p:cBhvr>
                                      <p:to>
                                        <p:strVal val="visible"/>
                                      </p:to>
                                    </p:set>
                                    <p:anim calcmode="lin" valueType="num">
                                      <p:cBhvr>
                                        <p:cTn id="97" dur="500" fill="hold"/>
                                        <p:tgtEl>
                                          <p:spTgt spid="73"/>
                                        </p:tgtEl>
                                        <p:attrNameLst>
                                          <p:attrName>ppt_x</p:attrName>
                                        </p:attrNameLst>
                                      </p:cBhvr>
                                      <p:tavLst>
                                        <p:tav tm="0">
                                          <p:val>
                                            <p:strVal val="#ppt_x+#ppt_w/2"/>
                                          </p:val>
                                        </p:tav>
                                        <p:tav tm="100000">
                                          <p:val>
                                            <p:strVal val="#ppt_x"/>
                                          </p:val>
                                        </p:tav>
                                      </p:tavLst>
                                    </p:anim>
                                    <p:anim calcmode="lin" valueType="num">
                                      <p:cBhvr>
                                        <p:cTn id="98" dur="500" fill="hold"/>
                                        <p:tgtEl>
                                          <p:spTgt spid="73"/>
                                        </p:tgtEl>
                                        <p:attrNameLst>
                                          <p:attrName>ppt_y</p:attrName>
                                        </p:attrNameLst>
                                      </p:cBhvr>
                                      <p:tavLst>
                                        <p:tav tm="0">
                                          <p:val>
                                            <p:strVal val="#ppt_y"/>
                                          </p:val>
                                        </p:tav>
                                        <p:tav tm="100000">
                                          <p:val>
                                            <p:strVal val="#ppt_y"/>
                                          </p:val>
                                        </p:tav>
                                      </p:tavLst>
                                    </p:anim>
                                    <p:anim calcmode="lin" valueType="num">
                                      <p:cBhvr>
                                        <p:cTn id="99" dur="500" fill="hold"/>
                                        <p:tgtEl>
                                          <p:spTgt spid="73"/>
                                        </p:tgtEl>
                                        <p:attrNameLst>
                                          <p:attrName>ppt_w</p:attrName>
                                        </p:attrNameLst>
                                      </p:cBhvr>
                                      <p:tavLst>
                                        <p:tav tm="0">
                                          <p:val>
                                            <p:fltVal val="0"/>
                                          </p:val>
                                        </p:tav>
                                        <p:tav tm="100000">
                                          <p:val>
                                            <p:strVal val="#ppt_w"/>
                                          </p:val>
                                        </p:tav>
                                      </p:tavLst>
                                    </p:anim>
                                    <p:anim calcmode="lin" valueType="num">
                                      <p:cBhvr>
                                        <p:cTn id="100" dur="500" fill="hold"/>
                                        <p:tgtEl>
                                          <p:spTgt spid="73"/>
                                        </p:tgtEl>
                                        <p:attrNameLst>
                                          <p:attrName>ppt_h</p:attrName>
                                        </p:attrNameLst>
                                      </p:cBhvr>
                                      <p:tavLst>
                                        <p:tav tm="0">
                                          <p:val>
                                            <p:strVal val="#ppt_h"/>
                                          </p:val>
                                        </p:tav>
                                        <p:tav tm="100000">
                                          <p:val>
                                            <p:strVal val="#ppt_h"/>
                                          </p:val>
                                        </p:tav>
                                      </p:tavLst>
                                    </p:anim>
                                  </p:childTnLst>
                                </p:cTn>
                              </p:par>
                              <p:par>
                                <p:cTn id="101" presetID="63" presetClass="path" presetSubtype="0" accel="50000" decel="50000" fill="hold" nodeType="withEffect">
                                  <p:stCondLst>
                                    <p:cond delay="1000"/>
                                  </p:stCondLst>
                                  <p:childTnLst>
                                    <p:animMotion origin="layout" path="M 4.375E-6 -1.48148E-6 L 0.25 -1.48148E-6 " pathEditMode="relative" rAng="0" ptsTypes="AA">
                                      <p:cBhvr>
                                        <p:cTn id="102" dur="1000" spd="-100000" fill="hold"/>
                                        <p:tgtEl>
                                          <p:spTgt spid="73"/>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9" grpId="1" animBg="1"/>
      <p:bldP spid="49" grpId="2" animBg="1"/>
      <p:bldP spid="50" grpId="0" animBg="1"/>
      <p:bldP spid="50" grpId="1" animBg="1"/>
      <p:bldP spid="50" grpId="2" animBg="1"/>
      <p:bldP spid="51" grpId="0"/>
      <p:bldP spid="51" grpId="1"/>
      <p:bldP spid="51" grpId="2"/>
      <p:bldP spid="52" grpId="0"/>
      <p:bldP spid="52" grpId="1"/>
      <p:bldP spid="52" grpId="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942612" y="1754708"/>
            <a:ext cx="2306777" cy="1938992"/>
          </a:xfrm>
          <a:prstGeom prst="rect">
            <a:avLst/>
          </a:prstGeom>
          <a:effectLst/>
        </p:spPr>
        <p:txBody>
          <a:bodyPr wrap="square" anchor="ctr">
            <a:spAutoFit/>
          </a:bodyPr>
          <a:lstStyle>
            <a:defPPr>
              <a:defRPr lang="zh-CN"/>
            </a:defPPr>
            <a:lvl1pPr algn="ctr">
              <a:defRPr sz="9600" b="1" spc="300">
                <a:solidFill>
                  <a:schemeClr val="accent2"/>
                </a:solidFill>
                <a:effectLst>
                  <a:innerShdw blurRad="76200" dist="76200" dir="13500000">
                    <a:prstClr val="black">
                      <a:alpha val="50000"/>
                    </a:prstClr>
                  </a:innerShdw>
                </a:effectLst>
                <a:ea typeface="微软雅黑" panose="020B0503020204020204" pitchFamily="34" charset="-122"/>
              </a:defRPr>
            </a:lvl1pPr>
          </a:lstStyle>
          <a:p>
            <a:pPr algn="ctr"/>
            <a:r>
              <a:rPr lang="en-US" altLang="zh-CN" sz="12000" dirty="0">
                <a:solidFill>
                  <a:srgbClr val="17406D"/>
                </a:solidFill>
                <a:effectLst/>
                <a:latin typeface="AgencyFB" panose="02000806040000020003" pitchFamily="2" charset="0"/>
              </a:rPr>
              <a:t>01</a:t>
            </a:r>
            <a:endParaRPr lang="zh-CN" altLang="en-US" sz="12000" dirty="0">
              <a:solidFill>
                <a:srgbClr val="17406D"/>
              </a:solidFill>
              <a:effectLst/>
              <a:latin typeface="AgencyFB" panose="02000806040000020003" pitchFamily="2" charset="0"/>
            </a:endParaRPr>
          </a:p>
        </p:txBody>
      </p:sp>
      <p:sp>
        <p:nvSpPr>
          <p:cNvPr id="8" name="文本框 7"/>
          <p:cNvSpPr txBox="1"/>
          <p:nvPr/>
        </p:nvSpPr>
        <p:spPr>
          <a:xfrm>
            <a:off x="2475943" y="3914196"/>
            <a:ext cx="7240115" cy="1200329"/>
          </a:xfrm>
          <a:prstGeom prst="rect">
            <a:avLst/>
          </a:prstGeom>
          <a:noFill/>
        </p:spPr>
        <p:txBody>
          <a:bodyPr wrap="square" rtlCol="0">
            <a:spAutoFit/>
          </a:bodyPr>
          <a:lstStyle/>
          <a:p>
            <a:pPr algn="ctr"/>
            <a:r>
              <a:rPr lang="zh-CN" altLang="en-US" sz="7200" b="1" dirty="0">
                <a:solidFill>
                  <a:srgbClr val="17406D"/>
                </a:solidFill>
                <a:latin typeface="微软雅黑" panose="020B0503020204020204" pitchFamily="34" charset="-122"/>
                <a:ea typeface="微软雅黑" panose="020B0503020204020204" pitchFamily="34" charset="-122"/>
                <a:cs typeface="Aharoni" panose="02010803020104030203" pitchFamily="2" charset="-79"/>
              </a:rPr>
              <a:t>年度工作概述</a:t>
            </a:r>
          </a:p>
        </p:txBody>
      </p:sp>
      <p:sp>
        <p:nvSpPr>
          <p:cNvPr id="9" name="文本框 8"/>
          <p:cNvSpPr txBox="1"/>
          <p:nvPr/>
        </p:nvSpPr>
        <p:spPr>
          <a:xfrm>
            <a:off x="3838808" y="5053565"/>
            <a:ext cx="4514385" cy="461665"/>
          </a:xfrm>
          <a:prstGeom prst="rect">
            <a:avLst/>
          </a:prstGeom>
          <a:noFill/>
        </p:spPr>
        <p:txBody>
          <a:bodyPr wrap="square" rtlCol="0">
            <a:spAutoFit/>
          </a:bodyPr>
          <a:lstStyle>
            <a:defPPr>
              <a:defRPr lang="zh-CN"/>
            </a:defPPr>
            <a:lvl1pPr>
              <a:defRPr sz="12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17406D"/>
                </a:solidFill>
                <a:effectLst/>
                <a:uLnTx/>
                <a:uFillTx/>
                <a:latin typeface="微软雅黑" panose="020B0503020204020204" pitchFamily="34" charset="-122"/>
                <a:ea typeface="微软雅黑" panose="020B0503020204020204" pitchFamily="34" charset="-122"/>
              </a:rPr>
              <a:t>JOB DESCRIPTION</a:t>
            </a:r>
          </a:p>
        </p:txBody>
      </p:sp>
      <p:sp>
        <p:nvSpPr>
          <p:cNvPr id="10" name="Freeform 5"/>
          <p:cNvSpPr>
            <a:spLocks/>
          </p:cNvSpPr>
          <p:nvPr/>
        </p:nvSpPr>
        <p:spPr bwMode="auto">
          <a:xfrm>
            <a:off x="6289733" y="1127760"/>
            <a:ext cx="789927" cy="784927"/>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11" name="Freeform 6"/>
          <p:cNvSpPr>
            <a:spLocks/>
          </p:cNvSpPr>
          <p:nvPr/>
        </p:nvSpPr>
        <p:spPr bwMode="auto">
          <a:xfrm>
            <a:off x="5112343" y="1127760"/>
            <a:ext cx="1967317" cy="2494768"/>
          </a:xfrm>
          <a:custGeom>
            <a:avLst/>
            <a:gdLst>
              <a:gd name="T0" fmla="*/ 200 w 6832"/>
              <a:gd name="T1" fmla="*/ 0 h 8715"/>
              <a:gd name="T2" fmla="*/ 3879 w 6832"/>
              <a:gd name="T3" fmla="*/ 0 h 8715"/>
              <a:gd name="T4" fmla="*/ 3879 w 6832"/>
              <a:gd name="T5" fmla="*/ 400 h 8715"/>
              <a:gd name="T6" fmla="*/ 400 w 6832"/>
              <a:gd name="T7" fmla="*/ 400 h 8715"/>
              <a:gd name="T8" fmla="*/ 400 w 6832"/>
              <a:gd name="T9" fmla="*/ 8315 h 8715"/>
              <a:gd name="T10" fmla="*/ 6432 w 6832"/>
              <a:gd name="T11" fmla="*/ 8315 h 8715"/>
              <a:gd name="T12" fmla="*/ 6432 w 6832"/>
              <a:gd name="T13" fmla="*/ 2952 h 8715"/>
              <a:gd name="T14" fmla="*/ 6832 w 6832"/>
              <a:gd name="T15" fmla="*/ 2952 h 8715"/>
              <a:gd name="T16" fmla="*/ 6832 w 6832"/>
              <a:gd name="T17" fmla="*/ 8515 h 8715"/>
              <a:gd name="T18" fmla="*/ 6832 w 6832"/>
              <a:gd name="T19" fmla="*/ 8715 h 8715"/>
              <a:gd name="T20" fmla="*/ 6632 w 6832"/>
              <a:gd name="T21" fmla="*/ 8715 h 8715"/>
              <a:gd name="T22" fmla="*/ 200 w 6832"/>
              <a:gd name="T23" fmla="*/ 8715 h 8715"/>
              <a:gd name="T24" fmla="*/ 0 w 6832"/>
              <a:gd name="T25" fmla="*/ 8715 h 8715"/>
              <a:gd name="T26" fmla="*/ 0 w 6832"/>
              <a:gd name="T27" fmla="*/ 8515 h 8715"/>
              <a:gd name="T28" fmla="*/ 0 w 6832"/>
              <a:gd name="T29" fmla="*/ 200 h 8715"/>
              <a:gd name="T30" fmla="*/ 0 w 6832"/>
              <a:gd name="T31" fmla="*/ 0 h 8715"/>
              <a:gd name="T32" fmla="*/ 200 w 6832"/>
              <a:gd name="T33" fmla="*/ 0 h 8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832" h="8715">
                <a:moveTo>
                  <a:pt x="200" y="0"/>
                </a:moveTo>
                <a:lnTo>
                  <a:pt x="3879" y="0"/>
                </a:lnTo>
                <a:lnTo>
                  <a:pt x="3879" y="400"/>
                </a:lnTo>
                <a:lnTo>
                  <a:pt x="400" y="400"/>
                </a:lnTo>
                <a:lnTo>
                  <a:pt x="400" y="8315"/>
                </a:lnTo>
                <a:lnTo>
                  <a:pt x="6432" y="8315"/>
                </a:lnTo>
                <a:lnTo>
                  <a:pt x="6432" y="2952"/>
                </a:lnTo>
                <a:lnTo>
                  <a:pt x="6832" y="2952"/>
                </a:lnTo>
                <a:lnTo>
                  <a:pt x="6832" y="8515"/>
                </a:lnTo>
                <a:lnTo>
                  <a:pt x="6832" y="8715"/>
                </a:lnTo>
                <a:lnTo>
                  <a:pt x="6632" y="8715"/>
                </a:lnTo>
                <a:lnTo>
                  <a:pt x="200" y="8715"/>
                </a:lnTo>
                <a:lnTo>
                  <a:pt x="0" y="8715"/>
                </a:lnTo>
                <a:lnTo>
                  <a:pt x="0" y="8515"/>
                </a:lnTo>
                <a:lnTo>
                  <a:pt x="0" y="200"/>
                </a:lnTo>
                <a:lnTo>
                  <a:pt x="0" y="0"/>
                </a:lnTo>
                <a:lnTo>
                  <a:pt x="200" y="0"/>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cxnSp>
        <p:nvCxnSpPr>
          <p:cNvPr id="18" name="直接连接符 17"/>
          <p:cNvCxnSpPr/>
          <p:nvPr/>
        </p:nvCxnSpPr>
        <p:spPr>
          <a:xfrm flipV="1">
            <a:off x="588582" y="-226165"/>
            <a:ext cx="2743006" cy="2743005"/>
          </a:xfrm>
          <a:prstGeom prst="line">
            <a:avLst/>
          </a:prstGeom>
          <a:noFill/>
          <a:ln w="63500" cap="rnd" cmpd="sng" algn="ctr">
            <a:gradFill>
              <a:gsLst>
                <a:gs pos="0">
                  <a:srgbClr val="17406D">
                    <a:alpha val="0"/>
                  </a:srgbClr>
                </a:gs>
                <a:gs pos="75000">
                  <a:srgbClr val="17406D"/>
                </a:gs>
              </a:gsLst>
              <a:lin ang="5400000" scaled="1"/>
            </a:gradFill>
            <a:prstDash val="solid"/>
            <a:miter lim="800000"/>
          </a:ln>
          <a:effectLst/>
        </p:spPr>
      </p:cxnSp>
      <p:cxnSp>
        <p:nvCxnSpPr>
          <p:cNvPr id="19" name="直接连接符 18"/>
          <p:cNvCxnSpPr/>
          <p:nvPr/>
        </p:nvCxnSpPr>
        <p:spPr>
          <a:xfrm flipV="1">
            <a:off x="-712073" y="543360"/>
            <a:ext cx="2601310" cy="2601310"/>
          </a:xfrm>
          <a:prstGeom prst="line">
            <a:avLst/>
          </a:prstGeom>
          <a:noFill/>
          <a:ln w="50800" cap="rnd" cmpd="sng" algn="ctr">
            <a:gradFill>
              <a:gsLst>
                <a:gs pos="20000">
                  <a:srgbClr val="C00000">
                    <a:alpha val="0"/>
                  </a:srgbClr>
                </a:gs>
                <a:gs pos="100000">
                  <a:srgbClr val="C00000"/>
                </a:gs>
              </a:gsLst>
              <a:lin ang="5400000" scaled="1"/>
            </a:gradFill>
            <a:prstDash val="solid"/>
            <a:miter lim="800000"/>
          </a:ln>
          <a:effectLst/>
        </p:spPr>
      </p:cxnSp>
      <p:cxnSp>
        <p:nvCxnSpPr>
          <p:cNvPr id="20" name="直接连接符 19"/>
          <p:cNvCxnSpPr/>
          <p:nvPr/>
        </p:nvCxnSpPr>
        <p:spPr>
          <a:xfrm flipV="1">
            <a:off x="352289" y="-864305"/>
            <a:ext cx="2601310" cy="2601310"/>
          </a:xfrm>
          <a:prstGeom prst="line">
            <a:avLst/>
          </a:prstGeom>
          <a:noFill/>
          <a:ln w="38100" cap="rnd" cmpd="sng" algn="ctr">
            <a:gradFill>
              <a:gsLst>
                <a:gs pos="0">
                  <a:srgbClr val="17406D">
                    <a:alpha val="0"/>
                  </a:srgbClr>
                </a:gs>
                <a:gs pos="75000">
                  <a:srgbClr val="17406D"/>
                </a:gs>
              </a:gsLst>
              <a:lin ang="5400000" scaled="1"/>
            </a:gradFill>
            <a:prstDash val="solid"/>
            <a:miter lim="800000"/>
          </a:ln>
          <a:effectLst/>
        </p:spPr>
      </p:cxnSp>
      <p:cxnSp>
        <p:nvCxnSpPr>
          <p:cNvPr id="21" name="直接连接符 20"/>
          <p:cNvCxnSpPr/>
          <p:nvPr/>
        </p:nvCxnSpPr>
        <p:spPr>
          <a:xfrm flipV="1">
            <a:off x="9899473" y="4336237"/>
            <a:ext cx="2601310" cy="2601310"/>
          </a:xfrm>
          <a:prstGeom prst="line">
            <a:avLst/>
          </a:prstGeom>
          <a:noFill/>
          <a:ln w="63500" cap="rnd" cmpd="sng" algn="ctr">
            <a:gradFill>
              <a:gsLst>
                <a:gs pos="0">
                  <a:srgbClr val="17406D">
                    <a:alpha val="0"/>
                  </a:srgbClr>
                </a:gs>
                <a:gs pos="50000">
                  <a:srgbClr val="17406D"/>
                </a:gs>
              </a:gsLst>
              <a:lin ang="5400000" scaled="1"/>
            </a:gradFill>
            <a:prstDash val="solid"/>
            <a:miter lim="800000"/>
          </a:ln>
          <a:effectLst/>
        </p:spPr>
      </p:cxnSp>
      <p:cxnSp>
        <p:nvCxnSpPr>
          <p:cNvPr id="22" name="直接连接符 21"/>
          <p:cNvCxnSpPr/>
          <p:nvPr/>
        </p:nvCxnSpPr>
        <p:spPr>
          <a:xfrm flipV="1">
            <a:off x="8583250" y="4587764"/>
            <a:ext cx="2993181" cy="2993181"/>
          </a:xfrm>
          <a:prstGeom prst="line">
            <a:avLst/>
          </a:prstGeom>
          <a:noFill/>
          <a:ln w="50800" cap="rnd" cmpd="sng" algn="ctr">
            <a:gradFill>
              <a:gsLst>
                <a:gs pos="8000">
                  <a:srgbClr val="C00000">
                    <a:alpha val="0"/>
                  </a:srgbClr>
                </a:gs>
                <a:gs pos="100000">
                  <a:srgbClr val="C00000"/>
                </a:gs>
              </a:gsLst>
              <a:lin ang="5400000" scaled="1"/>
            </a:gradFill>
            <a:prstDash val="solid"/>
            <a:miter lim="800000"/>
          </a:ln>
          <a:effectLst/>
        </p:spPr>
      </p:cxnSp>
      <p:cxnSp>
        <p:nvCxnSpPr>
          <p:cNvPr id="23" name="直接连接符 22"/>
          <p:cNvCxnSpPr/>
          <p:nvPr/>
        </p:nvCxnSpPr>
        <p:spPr>
          <a:xfrm flipV="1">
            <a:off x="9899473" y="3524672"/>
            <a:ext cx="2365215" cy="2365215"/>
          </a:xfrm>
          <a:prstGeom prst="line">
            <a:avLst/>
          </a:prstGeom>
          <a:noFill/>
          <a:ln w="38100" cap="rnd" cmpd="sng" algn="ctr">
            <a:gradFill>
              <a:gsLst>
                <a:gs pos="0">
                  <a:srgbClr val="17406D">
                    <a:alpha val="0"/>
                  </a:srgbClr>
                </a:gs>
                <a:gs pos="50000">
                  <a:srgbClr val="17406D"/>
                </a:gs>
              </a:gsLst>
              <a:lin ang="5400000" scaled="1"/>
            </a:gradFill>
            <a:prstDash val="solid"/>
            <a:miter lim="800000"/>
          </a:ln>
          <a:effectLst/>
        </p:spPr>
      </p:cxnSp>
    </p:spTree>
    <p:extLst>
      <p:ext uri="{BB962C8B-B14F-4D97-AF65-F5344CB8AC3E}">
        <p14:creationId xmlns:p14="http://schemas.microsoft.com/office/powerpoint/2010/main" val="2491408827"/>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upRight)">
                                      <p:cBhvr>
                                        <p:cTn id="7" dur="750"/>
                                        <p:tgtEl>
                                          <p:spTgt spid="11"/>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ppt_w</p:attrName>
                                        </p:attrNameLst>
                                      </p:cBhvr>
                                      <p:tavLst>
                                        <p:tav tm="0">
                                          <p:val>
                                            <p:fltVal val="0"/>
                                          </p:val>
                                        </p:tav>
                                        <p:tav tm="100000">
                                          <p:val>
                                            <p:strVal val="#ppt_w"/>
                                          </p:val>
                                        </p:tav>
                                      </p:tavLst>
                                    </p:anim>
                                    <p:anim calcmode="lin" valueType="num">
                                      <p:cBhvr>
                                        <p:cTn id="11" dur="500" fill="hold"/>
                                        <p:tgtEl>
                                          <p:spTgt spid="10"/>
                                        </p:tgtEl>
                                        <p:attrNameLst>
                                          <p:attrName>ppt_h</p:attrName>
                                        </p:attrNameLst>
                                      </p:cBhvr>
                                      <p:tavLst>
                                        <p:tav tm="0">
                                          <p:val>
                                            <p:fltVal val="0"/>
                                          </p:val>
                                        </p:tav>
                                        <p:tav tm="100000">
                                          <p:val>
                                            <p:strVal val="#ppt_h"/>
                                          </p:val>
                                        </p:tav>
                                      </p:tavLst>
                                    </p:anim>
                                    <p:animEffect transition="in" filter="fade">
                                      <p:cBhvr>
                                        <p:cTn id="12" dur="500"/>
                                        <p:tgtEl>
                                          <p:spTgt spid="10"/>
                                        </p:tgtEl>
                                      </p:cBhvr>
                                    </p:animEffect>
                                  </p:childTnLst>
                                </p:cTn>
                              </p:par>
                              <p:par>
                                <p:cTn id="13" presetID="56" presetClass="path" presetSubtype="0" accel="50000" decel="50000" fill="hold" grpId="1" nodeType="withEffect">
                                  <p:stCondLst>
                                    <p:cond delay="250"/>
                                  </p:stCondLst>
                                  <p:childTnLst>
                                    <p:animMotion origin="layout" path="M -0.0556 0.09907 L 2.70833E-6 2.22222E-6 " pathEditMode="relative" rAng="0" ptsTypes="AA">
                                      <p:cBhvr>
                                        <p:cTn id="14" dur="1000" fill="hold"/>
                                        <p:tgtEl>
                                          <p:spTgt spid="10"/>
                                        </p:tgtEl>
                                        <p:attrNameLst>
                                          <p:attrName>ppt_x</p:attrName>
                                          <p:attrName>ppt_y</p:attrName>
                                        </p:attrNameLst>
                                      </p:cBhvr>
                                      <p:rCtr x="2773" y="-4954"/>
                                    </p:animMotion>
                                  </p:childTnLst>
                                </p:cTn>
                              </p:par>
                              <p:par>
                                <p:cTn id="15" presetID="10" presetClass="entr" presetSubtype="0" fill="hold" grpId="0" nodeType="withEffect">
                                  <p:stCondLst>
                                    <p:cond delay="7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50"/>
                                        <p:tgtEl>
                                          <p:spTgt spid="7"/>
                                        </p:tgtEl>
                                      </p:cBhvr>
                                    </p:animEffect>
                                  </p:childTnLst>
                                </p:cTn>
                              </p:par>
                              <p:par>
                                <p:cTn id="18" presetID="53" presetClass="entr" presetSubtype="16" fill="hold" grpId="0" nodeType="withEffect">
                                  <p:stCondLst>
                                    <p:cond delay="100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63" presetClass="path" presetSubtype="0" accel="50000" decel="50000" fill="hold" grpId="1" nodeType="withEffect">
                                  <p:stCondLst>
                                    <p:cond delay="1000"/>
                                  </p:stCondLst>
                                  <p:childTnLst>
                                    <p:animMotion origin="layout" path="M 0 -3.33333E-6 L 0.25 -3.33333E-6 " pathEditMode="relative" rAng="0" ptsTypes="AA">
                                      <p:cBhvr>
                                        <p:cTn id="24" dur="1000" spd="-100000" fill="hold"/>
                                        <p:tgtEl>
                                          <p:spTgt spid="8"/>
                                        </p:tgtEl>
                                        <p:attrNameLst>
                                          <p:attrName>ppt_x</p:attrName>
                                          <p:attrName>ppt_y</p:attrName>
                                        </p:attrNameLst>
                                      </p:cBhvr>
                                      <p:rCtr x="12500" y="0"/>
                                    </p:animMotion>
                                  </p:childTnLst>
                                </p:cTn>
                              </p:par>
                              <p:par>
                                <p:cTn id="25" presetID="53" presetClass="entr" presetSubtype="16" fill="hold" grpId="0" nodeType="withEffect">
                                  <p:stCondLst>
                                    <p:cond delay="1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35" presetClass="path" presetSubtype="0" accel="50000" decel="50000" fill="hold" grpId="1" nodeType="withEffect">
                                  <p:stCondLst>
                                    <p:cond delay="1250"/>
                                  </p:stCondLst>
                                  <p:childTnLst>
                                    <p:animMotion origin="layout" path="M 0 -3.7037E-7 L -0.25 -3.7037E-7 " pathEditMode="relative" rAng="0" ptsTypes="AA">
                                      <p:cBhvr>
                                        <p:cTn id="31" dur="1000" spd="-100000" fill="hold"/>
                                        <p:tgtEl>
                                          <p:spTgt spid="9"/>
                                        </p:tgtEl>
                                        <p:attrNameLst>
                                          <p:attrName>ppt_x</p:attrName>
                                          <p:attrName>ppt_y</p:attrName>
                                        </p:attrNameLst>
                                      </p:cBhvr>
                                      <p:rCtr x="-12500" y="0"/>
                                    </p:animMotion>
                                  </p:childTnLst>
                                </p:cTn>
                              </p:par>
                              <p:par>
                                <p:cTn id="32" presetID="53" presetClass="entr" presetSubtype="16" fill="hold" nodeType="withEffect">
                                  <p:stCondLst>
                                    <p:cond delay="2000"/>
                                  </p:stCondLst>
                                  <p:childTnLst>
                                    <p:set>
                                      <p:cBhvr>
                                        <p:cTn id="33" dur="1" fill="hold">
                                          <p:stCondLst>
                                            <p:cond delay="0"/>
                                          </p:stCondLst>
                                        </p:cTn>
                                        <p:tgtEl>
                                          <p:spTgt spid="21"/>
                                        </p:tgtEl>
                                        <p:attrNameLst>
                                          <p:attrName>style.visibility</p:attrName>
                                        </p:attrNameLst>
                                      </p:cBhvr>
                                      <p:to>
                                        <p:strVal val="visible"/>
                                      </p:to>
                                    </p:set>
                                    <p:anim calcmode="lin" valueType="num">
                                      <p:cBhvr>
                                        <p:cTn id="34" dur="500" fill="hold"/>
                                        <p:tgtEl>
                                          <p:spTgt spid="21"/>
                                        </p:tgtEl>
                                        <p:attrNameLst>
                                          <p:attrName>ppt_w</p:attrName>
                                        </p:attrNameLst>
                                      </p:cBhvr>
                                      <p:tavLst>
                                        <p:tav tm="0">
                                          <p:val>
                                            <p:fltVal val="0"/>
                                          </p:val>
                                        </p:tav>
                                        <p:tav tm="100000">
                                          <p:val>
                                            <p:strVal val="#ppt_w"/>
                                          </p:val>
                                        </p:tav>
                                      </p:tavLst>
                                    </p:anim>
                                    <p:anim calcmode="lin" valueType="num">
                                      <p:cBhvr>
                                        <p:cTn id="35" dur="500" fill="hold"/>
                                        <p:tgtEl>
                                          <p:spTgt spid="21"/>
                                        </p:tgtEl>
                                        <p:attrNameLst>
                                          <p:attrName>ppt_h</p:attrName>
                                        </p:attrNameLst>
                                      </p:cBhvr>
                                      <p:tavLst>
                                        <p:tav tm="0">
                                          <p:val>
                                            <p:fltVal val="0"/>
                                          </p:val>
                                        </p:tav>
                                        <p:tav tm="100000">
                                          <p:val>
                                            <p:strVal val="#ppt_h"/>
                                          </p:val>
                                        </p:tav>
                                      </p:tavLst>
                                    </p:anim>
                                    <p:animEffect transition="in" filter="fade">
                                      <p:cBhvr>
                                        <p:cTn id="36" dur="500"/>
                                        <p:tgtEl>
                                          <p:spTgt spid="21"/>
                                        </p:tgtEl>
                                      </p:cBhvr>
                                    </p:animEffect>
                                  </p:childTnLst>
                                </p:cTn>
                              </p:par>
                              <p:par>
                                <p:cTn id="37" presetID="56" presetClass="path" presetSubtype="0" accel="50000" decel="50000" fill="hold" nodeType="withEffect">
                                  <p:stCondLst>
                                    <p:cond delay="2000"/>
                                  </p:stCondLst>
                                  <p:childTnLst>
                                    <p:animMotion origin="layout" path="M -0.09792 0.1743 L 2.08333E-7 7.40741E-7 " pathEditMode="relative" rAng="0" ptsTypes="AA">
                                      <p:cBhvr>
                                        <p:cTn id="38" dur="1000" fill="hold"/>
                                        <p:tgtEl>
                                          <p:spTgt spid="21"/>
                                        </p:tgtEl>
                                        <p:attrNameLst>
                                          <p:attrName>ppt_x</p:attrName>
                                          <p:attrName>ppt_y</p:attrName>
                                        </p:attrNameLst>
                                      </p:cBhvr>
                                      <p:rCtr x="4896" y="-8727"/>
                                    </p:animMotion>
                                  </p:childTnLst>
                                </p:cTn>
                              </p:par>
                              <p:par>
                                <p:cTn id="39" presetID="53" presetClass="entr" presetSubtype="16" fill="hold" nodeType="withEffect">
                                  <p:stCondLst>
                                    <p:cond delay="2250"/>
                                  </p:stCondLst>
                                  <p:childTnLst>
                                    <p:set>
                                      <p:cBhvr>
                                        <p:cTn id="40" dur="1" fill="hold">
                                          <p:stCondLst>
                                            <p:cond delay="0"/>
                                          </p:stCondLst>
                                        </p:cTn>
                                        <p:tgtEl>
                                          <p:spTgt spid="22"/>
                                        </p:tgtEl>
                                        <p:attrNameLst>
                                          <p:attrName>style.visibility</p:attrName>
                                        </p:attrNameLst>
                                      </p:cBhvr>
                                      <p:to>
                                        <p:strVal val="visible"/>
                                      </p:to>
                                    </p:set>
                                    <p:anim calcmode="lin" valueType="num">
                                      <p:cBhvr>
                                        <p:cTn id="41" dur="500" fill="hold"/>
                                        <p:tgtEl>
                                          <p:spTgt spid="22"/>
                                        </p:tgtEl>
                                        <p:attrNameLst>
                                          <p:attrName>ppt_w</p:attrName>
                                        </p:attrNameLst>
                                      </p:cBhvr>
                                      <p:tavLst>
                                        <p:tav tm="0">
                                          <p:val>
                                            <p:fltVal val="0"/>
                                          </p:val>
                                        </p:tav>
                                        <p:tav tm="100000">
                                          <p:val>
                                            <p:strVal val="#ppt_w"/>
                                          </p:val>
                                        </p:tav>
                                      </p:tavLst>
                                    </p:anim>
                                    <p:anim calcmode="lin" valueType="num">
                                      <p:cBhvr>
                                        <p:cTn id="42" dur="500" fill="hold"/>
                                        <p:tgtEl>
                                          <p:spTgt spid="22"/>
                                        </p:tgtEl>
                                        <p:attrNameLst>
                                          <p:attrName>ppt_h</p:attrName>
                                        </p:attrNameLst>
                                      </p:cBhvr>
                                      <p:tavLst>
                                        <p:tav tm="0">
                                          <p:val>
                                            <p:fltVal val="0"/>
                                          </p:val>
                                        </p:tav>
                                        <p:tav tm="100000">
                                          <p:val>
                                            <p:strVal val="#ppt_h"/>
                                          </p:val>
                                        </p:tav>
                                      </p:tavLst>
                                    </p:anim>
                                    <p:animEffect transition="in" filter="fade">
                                      <p:cBhvr>
                                        <p:cTn id="43" dur="500"/>
                                        <p:tgtEl>
                                          <p:spTgt spid="22"/>
                                        </p:tgtEl>
                                      </p:cBhvr>
                                    </p:animEffect>
                                  </p:childTnLst>
                                </p:cTn>
                              </p:par>
                              <p:par>
                                <p:cTn id="44" presetID="56" presetClass="path" presetSubtype="0" accel="50000" decel="50000" fill="hold" nodeType="withEffect">
                                  <p:stCondLst>
                                    <p:cond delay="2250"/>
                                  </p:stCondLst>
                                  <p:childTnLst>
                                    <p:animMotion origin="layout" path="M -0.09791 0.1743 L -2.70833E-6 2.96296E-6 " pathEditMode="relative" rAng="0" ptsTypes="AA">
                                      <p:cBhvr>
                                        <p:cTn id="45" dur="1000" fill="hold"/>
                                        <p:tgtEl>
                                          <p:spTgt spid="22"/>
                                        </p:tgtEl>
                                        <p:attrNameLst>
                                          <p:attrName>ppt_x</p:attrName>
                                          <p:attrName>ppt_y</p:attrName>
                                        </p:attrNameLst>
                                      </p:cBhvr>
                                      <p:rCtr x="4896" y="-8727"/>
                                    </p:animMotion>
                                  </p:childTnLst>
                                </p:cTn>
                              </p:par>
                              <p:par>
                                <p:cTn id="46" presetID="53" presetClass="entr" presetSubtype="16" fill="hold" nodeType="withEffect">
                                  <p:stCondLst>
                                    <p:cond delay="2500"/>
                                  </p:stCondLst>
                                  <p:childTnLst>
                                    <p:set>
                                      <p:cBhvr>
                                        <p:cTn id="47" dur="1" fill="hold">
                                          <p:stCondLst>
                                            <p:cond delay="0"/>
                                          </p:stCondLst>
                                        </p:cTn>
                                        <p:tgtEl>
                                          <p:spTgt spid="23"/>
                                        </p:tgtEl>
                                        <p:attrNameLst>
                                          <p:attrName>style.visibility</p:attrName>
                                        </p:attrNameLst>
                                      </p:cBhvr>
                                      <p:to>
                                        <p:strVal val="visible"/>
                                      </p:to>
                                    </p:set>
                                    <p:anim calcmode="lin" valueType="num">
                                      <p:cBhvr>
                                        <p:cTn id="48" dur="500" fill="hold"/>
                                        <p:tgtEl>
                                          <p:spTgt spid="23"/>
                                        </p:tgtEl>
                                        <p:attrNameLst>
                                          <p:attrName>ppt_w</p:attrName>
                                        </p:attrNameLst>
                                      </p:cBhvr>
                                      <p:tavLst>
                                        <p:tav tm="0">
                                          <p:val>
                                            <p:fltVal val="0"/>
                                          </p:val>
                                        </p:tav>
                                        <p:tav tm="100000">
                                          <p:val>
                                            <p:strVal val="#ppt_w"/>
                                          </p:val>
                                        </p:tav>
                                      </p:tavLst>
                                    </p:anim>
                                    <p:anim calcmode="lin" valueType="num">
                                      <p:cBhvr>
                                        <p:cTn id="49" dur="500" fill="hold"/>
                                        <p:tgtEl>
                                          <p:spTgt spid="23"/>
                                        </p:tgtEl>
                                        <p:attrNameLst>
                                          <p:attrName>ppt_h</p:attrName>
                                        </p:attrNameLst>
                                      </p:cBhvr>
                                      <p:tavLst>
                                        <p:tav tm="0">
                                          <p:val>
                                            <p:fltVal val="0"/>
                                          </p:val>
                                        </p:tav>
                                        <p:tav tm="100000">
                                          <p:val>
                                            <p:strVal val="#ppt_h"/>
                                          </p:val>
                                        </p:tav>
                                      </p:tavLst>
                                    </p:anim>
                                    <p:animEffect transition="in" filter="fade">
                                      <p:cBhvr>
                                        <p:cTn id="50" dur="500"/>
                                        <p:tgtEl>
                                          <p:spTgt spid="23"/>
                                        </p:tgtEl>
                                      </p:cBhvr>
                                    </p:animEffect>
                                  </p:childTnLst>
                                </p:cTn>
                              </p:par>
                              <p:par>
                                <p:cTn id="51" presetID="56" presetClass="path" presetSubtype="0" accel="50000" decel="50000" fill="hold" nodeType="withEffect">
                                  <p:stCondLst>
                                    <p:cond delay="2500"/>
                                  </p:stCondLst>
                                  <p:childTnLst>
                                    <p:animMotion origin="layout" path="M -0.09791 0.17431 L -4.375E-6 -2.59259E-6 " pathEditMode="relative" rAng="0" ptsTypes="AA">
                                      <p:cBhvr>
                                        <p:cTn id="52" dur="1000" fill="hold"/>
                                        <p:tgtEl>
                                          <p:spTgt spid="23"/>
                                        </p:tgtEl>
                                        <p:attrNameLst>
                                          <p:attrName>ppt_x</p:attrName>
                                          <p:attrName>ppt_y</p:attrName>
                                        </p:attrNameLst>
                                      </p:cBhvr>
                                      <p:rCtr x="4896" y="-8727"/>
                                    </p:animMotion>
                                  </p:childTnLst>
                                </p:cTn>
                              </p:par>
                              <p:par>
                                <p:cTn id="53" presetID="53" presetClass="entr" presetSubtype="16" fill="hold" nodeType="withEffect">
                                  <p:stCondLst>
                                    <p:cond delay="2500"/>
                                  </p:st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par>
                                <p:cTn id="58" presetID="56" presetClass="path" presetSubtype="0" accel="50000" decel="50000" fill="hold" nodeType="withEffect">
                                  <p:stCondLst>
                                    <p:cond delay="2500"/>
                                  </p:stCondLst>
                                  <p:childTnLst>
                                    <p:animMotion origin="layout" path="M -0.09792 0.1743 L 2.70833E-6 1.85185E-6 " pathEditMode="relative" rAng="0" ptsTypes="AA">
                                      <p:cBhvr>
                                        <p:cTn id="59" dur="1000" fill="hold"/>
                                        <p:tgtEl>
                                          <p:spTgt spid="18"/>
                                        </p:tgtEl>
                                        <p:attrNameLst>
                                          <p:attrName>ppt_x</p:attrName>
                                          <p:attrName>ppt_y</p:attrName>
                                        </p:attrNameLst>
                                      </p:cBhvr>
                                      <p:rCtr x="4896" y="-8727"/>
                                    </p:animMotion>
                                  </p:childTnLst>
                                </p:cTn>
                              </p:par>
                              <p:par>
                                <p:cTn id="60" presetID="53" presetClass="entr" presetSubtype="16" fill="hold" nodeType="withEffect">
                                  <p:stCondLst>
                                    <p:cond delay="2750"/>
                                  </p:stCondLst>
                                  <p:childTnLst>
                                    <p:set>
                                      <p:cBhvr>
                                        <p:cTn id="61" dur="1" fill="hold">
                                          <p:stCondLst>
                                            <p:cond delay="0"/>
                                          </p:stCondLst>
                                        </p:cTn>
                                        <p:tgtEl>
                                          <p:spTgt spid="19"/>
                                        </p:tgtEl>
                                        <p:attrNameLst>
                                          <p:attrName>style.visibility</p:attrName>
                                        </p:attrNameLst>
                                      </p:cBhvr>
                                      <p:to>
                                        <p:strVal val="visible"/>
                                      </p:to>
                                    </p:set>
                                    <p:anim calcmode="lin" valueType="num">
                                      <p:cBhvr>
                                        <p:cTn id="62" dur="500" fill="hold"/>
                                        <p:tgtEl>
                                          <p:spTgt spid="19"/>
                                        </p:tgtEl>
                                        <p:attrNameLst>
                                          <p:attrName>ppt_w</p:attrName>
                                        </p:attrNameLst>
                                      </p:cBhvr>
                                      <p:tavLst>
                                        <p:tav tm="0">
                                          <p:val>
                                            <p:fltVal val="0"/>
                                          </p:val>
                                        </p:tav>
                                        <p:tav tm="100000">
                                          <p:val>
                                            <p:strVal val="#ppt_w"/>
                                          </p:val>
                                        </p:tav>
                                      </p:tavLst>
                                    </p:anim>
                                    <p:anim calcmode="lin" valueType="num">
                                      <p:cBhvr>
                                        <p:cTn id="63" dur="500" fill="hold"/>
                                        <p:tgtEl>
                                          <p:spTgt spid="19"/>
                                        </p:tgtEl>
                                        <p:attrNameLst>
                                          <p:attrName>ppt_h</p:attrName>
                                        </p:attrNameLst>
                                      </p:cBhvr>
                                      <p:tavLst>
                                        <p:tav tm="0">
                                          <p:val>
                                            <p:fltVal val="0"/>
                                          </p:val>
                                        </p:tav>
                                        <p:tav tm="100000">
                                          <p:val>
                                            <p:strVal val="#ppt_h"/>
                                          </p:val>
                                        </p:tav>
                                      </p:tavLst>
                                    </p:anim>
                                    <p:animEffect transition="in" filter="fade">
                                      <p:cBhvr>
                                        <p:cTn id="64" dur="500"/>
                                        <p:tgtEl>
                                          <p:spTgt spid="19"/>
                                        </p:tgtEl>
                                      </p:cBhvr>
                                    </p:animEffect>
                                  </p:childTnLst>
                                </p:cTn>
                              </p:par>
                              <p:par>
                                <p:cTn id="65" presetID="56" presetClass="path" presetSubtype="0" accel="50000" decel="50000" fill="hold" nodeType="withEffect">
                                  <p:stCondLst>
                                    <p:cond delay="2750"/>
                                  </p:stCondLst>
                                  <p:childTnLst>
                                    <p:animMotion origin="layout" path="M -0.09792 0.17431 L 2.08333E-7 -2.22222E-6 " pathEditMode="relative" rAng="0" ptsTypes="AA">
                                      <p:cBhvr>
                                        <p:cTn id="66" dur="1000" fill="hold"/>
                                        <p:tgtEl>
                                          <p:spTgt spid="19"/>
                                        </p:tgtEl>
                                        <p:attrNameLst>
                                          <p:attrName>ppt_x</p:attrName>
                                          <p:attrName>ppt_y</p:attrName>
                                        </p:attrNameLst>
                                      </p:cBhvr>
                                      <p:rCtr x="4896" y="-8727"/>
                                    </p:animMotion>
                                  </p:childTnLst>
                                </p:cTn>
                              </p:par>
                              <p:par>
                                <p:cTn id="67" presetID="53" presetClass="entr" presetSubtype="16" fill="hold" nodeType="withEffect">
                                  <p:stCondLst>
                                    <p:cond delay="3000"/>
                                  </p:stCondLst>
                                  <p:childTnLst>
                                    <p:set>
                                      <p:cBhvr>
                                        <p:cTn id="68" dur="1" fill="hold">
                                          <p:stCondLst>
                                            <p:cond delay="0"/>
                                          </p:stCondLst>
                                        </p:cTn>
                                        <p:tgtEl>
                                          <p:spTgt spid="20"/>
                                        </p:tgtEl>
                                        <p:attrNameLst>
                                          <p:attrName>style.visibility</p:attrName>
                                        </p:attrNameLst>
                                      </p:cBhvr>
                                      <p:to>
                                        <p:strVal val="visible"/>
                                      </p:to>
                                    </p:set>
                                    <p:anim calcmode="lin" valueType="num">
                                      <p:cBhvr>
                                        <p:cTn id="69" dur="500" fill="hold"/>
                                        <p:tgtEl>
                                          <p:spTgt spid="20"/>
                                        </p:tgtEl>
                                        <p:attrNameLst>
                                          <p:attrName>ppt_w</p:attrName>
                                        </p:attrNameLst>
                                      </p:cBhvr>
                                      <p:tavLst>
                                        <p:tav tm="0">
                                          <p:val>
                                            <p:fltVal val="0"/>
                                          </p:val>
                                        </p:tav>
                                        <p:tav tm="100000">
                                          <p:val>
                                            <p:strVal val="#ppt_w"/>
                                          </p:val>
                                        </p:tav>
                                      </p:tavLst>
                                    </p:anim>
                                    <p:anim calcmode="lin" valueType="num">
                                      <p:cBhvr>
                                        <p:cTn id="70" dur="500" fill="hold"/>
                                        <p:tgtEl>
                                          <p:spTgt spid="20"/>
                                        </p:tgtEl>
                                        <p:attrNameLst>
                                          <p:attrName>ppt_h</p:attrName>
                                        </p:attrNameLst>
                                      </p:cBhvr>
                                      <p:tavLst>
                                        <p:tav tm="0">
                                          <p:val>
                                            <p:fltVal val="0"/>
                                          </p:val>
                                        </p:tav>
                                        <p:tav tm="100000">
                                          <p:val>
                                            <p:strVal val="#ppt_h"/>
                                          </p:val>
                                        </p:tav>
                                      </p:tavLst>
                                    </p:anim>
                                    <p:animEffect transition="in" filter="fade">
                                      <p:cBhvr>
                                        <p:cTn id="71" dur="500"/>
                                        <p:tgtEl>
                                          <p:spTgt spid="20"/>
                                        </p:tgtEl>
                                      </p:cBhvr>
                                    </p:animEffect>
                                  </p:childTnLst>
                                </p:cTn>
                              </p:par>
                              <p:par>
                                <p:cTn id="72" presetID="56" presetClass="path" presetSubtype="0" accel="50000" decel="50000" fill="hold" nodeType="withEffect">
                                  <p:stCondLst>
                                    <p:cond delay="3000"/>
                                  </p:stCondLst>
                                  <p:childTnLst>
                                    <p:animMotion origin="layout" path="M -0.09792 0.17431 L 2.08333E-7 -2.22222E-6 " pathEditMode="relative" rAng="0" ptsTypes="AA">
                                      <p:cBhvr>
                                        <p:cTn id="73" dur="1000" fill="hold"/>
                                        <p:tgtEl>
                                          <p:spTgt spid="20"/>
                                        </p:tgtEl>
                                        <p:attrNameLst>
                                          <p:attrName>ppt_x</p:attrName>
                                          <p:attrName>ppt_y</p:attrName>
                                        </p:attrNameLst>
                                      </p:cBhvr>
                                      <p:rCtr x="4896" y="-87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9" grpId="1"/>
      <p:bldP spid="10" grpId="0" animBg="1"/>
      <p:bldP spid="10" grpId="1"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450633" y="228814"/>
            <a:ext cx="720000" cy="720000"/>
            <a:chOff x="450633" y="228814"/>
            <a:chExt cx="720000" cy="720000"/>
          </a:xfrm>
        </p:grpSpPr>
        <p:sp>
          <p:nvSpPr>
            <p:cNvPr id="29" name="椭圆 28"/>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0"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1" name="文本框 30"/>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年度工作概况</a:t>
            </a:r>
          </a:p>
        </p:txBody>
      </p:sp>
      <p:cxnSp>
        <p:nvCxnSpPr>
          <p:cNvPr id="32" name="直接连接符 31"/>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33" name="Freeform 24"/>
          <p:cNvSpPr>
            <a:spLocks noChangeAspect="1"/>
          </p:cNvSpPr>
          <p:nvPr/>
        </p:nvSpPr>
        <p:spPr bwMode="auto">
          <a:xfrm>
            <a:off x="3943790" y="3767764"/>
            <a:ext cx="2055963" cy="2055963"/>
          </a:xfrm>
          <a:custGeom>
            <a:avLst/>
            <a:gdLst>
              <a:gd name="T0" fmla="*/ 1947497053 w 3061"/>
              <a:gd name="T1" fmla="*/ 1947497053 h 3061"/>
              <a:gd name="T2" fmla="*/ 0 w 3061"/>
              <a:gd name="T3" fmla="*/ 0 h 3061"/>
              <a:gd name="T4" fmla="*/ 168601083 w 3061"/>
              <a:gd name="T5" fmla="*/ 0 h 3061"/>
              <a:gd name="T6" fmla="*/ 1947497053 w 3061"/>
              <a:gd name="T7" fmla="*/ 1778895970 h 3061"/>
              <a:gd name="T8" fmla="*/ 1947497053 w 3061"/>
              <a:gd name="T9" fmla="*/ 1947497053 h 30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1" h="3061">
                <a:moveTo>
                  <a:pt x="3061" y="3061"/>
                </a:moveTo>
                <a:cubicBezTo>
                  <a:pt x="1404" y="2988"/>
                  <a:pt x="73" y="1657"/>
                  <a:pt x="0" y="0"/>
                </a:cubicBezTo>
                <a:lnTo>
                  <a:pt x="265" y="0"/>
                </a:lnTo>
                <a:cubicBezTo>
                  <a:pt x="337" y="1511"/>
                  <a:pt x="1550" y="2724"/>
                  <a:pt x="3061" y="2796"/>
                </a:cubicBezTo>
                <a:lnTo>
                  <a:pt x="3061" y="3061"/>
                </a:lnTo>
                <a:close/>
              </a:path>
            </a:pathLst>
          </a:custGeom>
          <a:solidFill>
            <a:srgbClr val="C00000"/>
          </a:solidFill>
          <a:ln>
            <a:noFill/>
          </a:ln>
          <a:effectLst>
            <a:outerShdw blurRad="254000" dist="152400" dir="2700000" algn="tl" rotWithShape="0">
              <a:prstClr val="black">
                <a:alpha val="60000"/>
              </a:prstClr>
            </a:outerShdw>
          </a:effec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7DA7"/>
              </a:solidFill>
              <a:effectLst/>
              <a:uLnTx/>
              <a:uFillTx/>
              <a:latin typeface="Arial" panose="020B0604020202020204" pitchFamily="34" charset="0"/>
            </a:endParaRPr>
          </a:p>
        </p:txBody>
      </p:sp>
      <p:sp>
        <p:nvSpPr>
          <p:cNvPr id="34" name="Freeform 25"/>
          <p:cNvSpPr>
            <a:spLocks noChangeAspect="1"/>
          </p:cNvSpPr>
          <p:nvPr/>
        </p:nvSpPr>
        <p:spPr bwMode="auto">
          <a:xfrm>
            <a:off x="6190911" y="3767764"/>
            <a:ext cx="2057300" cy="2055963"/>
          </a:xfrm>
          <a:custGeom>
            <a:avLst/>
            <a:gdLst>
              <a:gd name="T0" fmla="*/ 1950031181 w 3061"/>
              <a:gd name="T1" fmla="*/ 0 h 3061"/>
              <a:gd name="T2" fmla="*/ 0 w 3061"/>
              <a:gd name="T3" fmla="*/ 1947497053 h 3061"/>
              <a:gd name="T4" fmla="*/ 0 w 3061"/>
              <a:gd name="T5" fmla="*/ 1778895970 h 3061"/>
              <a:gd name="T6" fmla="*/ 1781211092 w 3061"/>
              <a:gd name="T7" fmla="*/ 0 h 3061"/>
              <a:gd name="T8" fmla="*/ 1950031181 w 3061"/>
              <a:gd name="T9" fmla="*/ 0 h 30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1" h="3061">
                <a:moveTo>
                  <a:pt x="3061" y="0"/>
                </a:moveTo>
                <a:cubicBezTo>
                  <a:pt x="2988" y="1657"/>
                  <a:pt x="1657" y="2988"/>
                  <a:pt x="0" y="3061"/>
                </a:cubicBezTo>
                <a:lnTo>
                  <a:pt x="0" y="2796"/>
                </a:lnTo>
                <a:cubicBezTo>
                  <a:pt x="1511" y="2724"/>
                  <a:pt x="2724" y="1511"/>
                  <a:pt x="2796" y="0"/>
                </a:cubicBezTo>
                <a:lnTo>
                  <a:pt x="3061" y="0"/>
                </a:lnTo>
                <a:close/>
              </a:path>
            </a:pathLst>
          </a:custGeom>
          <a:solidFill>
            <a:srgbClr val="17406D"/>
          </a:solidFill>
          <a:ln>
            <a:noFill/>
          </a:ln>
          <a:effectLst>
            <a:outerShdw blurRad="254000" dist="152400" dir="2700000" algn="tl" rotWithShape="0">
              <a:prstClr val="black">
                <a:alpha val="60000"/>
              </a:prstClr>
            </a:outerShdw>
          </a:effec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7DA7"/>
              </a:solidFill>
              <a:effectLst/>
              <a:uLnTx/>
              <a:uFillTx/>
              <a:latin typeface="Arial" panose="020B0604020202020204" pitchFamily="34" charset="0"/>
            </a:endParaRPr>
          </a:p>
        </p:txBody>
      </p:sp>
      <p:sp>
        <p:nvSpPr>
          <p:cNvPr id="35" name="Freeform 26"/>
          <p:cNvSpPr>
            <a:spLocks noChangeAspect="1"/>
          </p:cNvSpPr>
          <p:nvPr/>
        </p:nvSpPr>
        <p:spPr bwMode="auto">
          <a:xfrm>
            <a:off x="3943790" y="1519306"/>
            <a:ext cx="2055963" cy="2057299"/>
          </a:xfrm>
          <a:custGeom>
            <a:avLst/>
            <a:gdLst>
              <a:gd name="T0" fmla="*/ 1947497053 w 3061"/>
              <a:gd name="T1" fmla="*/ 168820020 h 3061"/>
              <a:gd name="T2" fmla="*/ 168601083 w 3061"/>
              <a:gd name="T3" fmla="*/ 1950029585 h 3061"/>
              <a:gd name="T4" fmla="*/ 0 w 3061"/>
              <a:gd name="T5" fmla="*/ 1950029585 h 3061"/>
              <a:gd name="T6" fmla="*/ 1947497053 w 3061"/>
              <a:gd name="T7" fmla="*/ 0 h 3061"/>
              <a:gd name="T8" fmla="*/ 1947497053 w 3061"/>
              <a:gd name="T9" fmla="*/ 168820020 h 30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1" h="3061">
                <a:moveTo>
                  <a:pt x="3061" y="265"/>
                </a:moveTo>
                <a:cubicBezTo>
                  <a:pt x="1550" y="337"/>
                  <a:pt x="337" y="1550"/>
                  <a:pt x="265" y="3061"/>
                </a:cubicBezTo>
                <a:lnTo>
                  <a:pt x="0" y="3061"/>
                </a:lnTo>
                <a:cubicBezTo>
                  <a:pt x="73" y="1404"/>
                  <a:pt x="1404" y="73"/>
                  <a:pt x="3061" y="0"/>
                </a:cubicBezTo>
                <a:lnTo>
                  <a:pt x="3061" y="265"/>
                </a:lnTo>
                <a:close/>
              </a:path>
            </a:pathLst>
          </a:custGeom>
          <a:solidFill>
            <a:srgbClr val="17406D"/>
          </a:solidFill>
          <a:ln>
            <a:noFill/>
          </a:ln>
          <a:effectLst>
            <a:outerShdw blurRad="254000" dist="152400" dir="2700000" algn="tl" rotWithShape="0">
              <a:prstClr val="black">
                <a:alpha val="60000"/>
              </a:prstClr>
            </a:outerShdw>
          </a:effec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7DA7"/>
              </a:solidFill>
              <a:effectLst/>
              <a:uLnTx/>
              <a:uFillTx/>
              <a:latin typeface="Arial" panose="020B0604020202020204" pitchFamily="34" charset="0"/>
            </a:endParaRPr>
          </a:p>
        </p:txBody>
      </p:sp>
      <p:sp>
        <p:nvSpPr>
          <p:cNvPr id="36" name="Freeform 27"/>
          <p:cNvSpPr>
            <a:spLocks noChangeAspect="1"/>
          </p:cNvSpPr>
          <p:nvPr/>
        </p:nvSpPr>
        <p:spPr bwMode="auto">
          <a:xfrm>
            <a:off x="6190911" y="1519306"/>
            <a:ext cx="2057300" cy="2057299"/>
          </a:xfrm>
          <a:custGeom>
            <a:avLst/>
            <a:gdLst>
              <a:gd name="T0" fmla="*/ 0 w 3061"/>
              <a:gd name="T1" fmla="*/ 0 h 3061"/>
              <a:gd name="T2" fmla="*/ 1950031181 w 3061"/>
              <a:gd name="T3" fmla="*/ 1950029585 h 3061"/>
              <a:gd name="T4" fmla="*/ 1781211092 w 3061"/>
              <a:gd name="T5" fmla="*/ 1950029585 h 3061"/>
              <a:gd name="T6" fmla="*/ 0 w 3061"/>
              <a:gd name="T7" fmla="*/ 168820020 h 3061"/>
              <a:gd name="T8" fmla="*/ 0 w 3061"/>
              <a:gd name="T9" fmla="*/ 0 h 30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1" h="3061">
                <a:moveTo>
                  <a:pt x="0" y="0"/>
                </a:moveTo>
                <a:cubicBezTo>
                  <a:pt x="1657" y="73"/>
                  <a:pt x="2988" y="1404"/>
                  <a:pt x="3061" y="3061"/>
                </a:cubicBezTo>
                <a:lnTo>
                  <a:pt x="2796" y="3061"/>
                </a:lnTo>
                <a:cubicBezTo>
                  <a:pt x="2724" y="1550"/>
                  <a:pt x="1511" y="337"/>
                  <a:pt x="0" y="265"/>
                </a:cubicBezTo>
                <a:lnTo>
                  <a:pt x="0" y="0"/>
                </a:lnTo>
                <a:close/>
              </a:path>
            </a:pathLst>
          </a:custGeom>
          <a:solidFill>
            <a:srgbClr val="C00000"/>
          </a:solidFill>
          <a:ln>
            <a:noFill/>
          </a:ln>
          <a:effectLst>
            <a:outerShdw blurRad="254000" dist="152400" dir="2700000" algn="tl" rotWithShape="0">
              <a:prstClr val="black">
                <a:alpha val="60000"/>
              </a:prstClr>
            </a:outerShdw>
          </a:effec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7DA7"/>
              </a:solidFill>
              <a:effectLst/>
              <a:uLnTx/>
              <a:uFillTx/>
              <a:latin typeface="Arial" panose="020B0604020202020204" pitchFamily="34" charset="0"/>
            </a:endParaRPr>
          </a:p>
        </p:txBody>
      </p:sp>
      <p:sp>
        <p:nvSpPr>
          <p:cNvPr id="37" name="Oval 28"/>
          <p:cNvSpPr>
            <a:spLocks noChangeAspect="1" noChangeArrowheads="1"/>
          </p:cNvSpPr>
          <p:nvPr/>
        </p:nvSpPr>
        <p:spPr bwMode="auto">
          <a:xfrm>
            <a:off x="7141360" y="1825428"/>
            <a:ext cx="725869" cy="724533"/>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8" name="TextBox 10"/>
          <p:cNvSpPr txBox="1">
            <a:spLocks noChangeArrowheads="1"/>
          </p:cNvSpPr>
          <p:nvPr/>
        </p:nvSpPr>
        <p:spPr bwMode="auto">
          <a:xfrm>
            <a:off x="7213271" y="1941485"/>
            <a:ext cx="582047" cy="492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gn="ctr">
              <a:spcBef>
                <a:spcPct val="0"/>
              </a:spcBef>
              <a:spcAft>
                <a:spcPct val="0"/>
              </a:spcAft>
              <a:buFontTx/>
              <a:buNone/>
            </a:pPr>
            <a:r>
              <a:rPr lang="en-US" altLang="zh-CN" sz="2300" b="1" dirty="0">
                <a:solidFill>
                  <a:srgbClr val="FFFFFF"/>
                </a:solidFill>
                <a:latin typeface="微软雅黑" panose="020B0503020204020204" pitchFamily="34" charset="-122"/>
              </a:rPr>
              <a:t>02</a:t>
            </a:r>
            <a:endParaRPr lang="zh-CN" altLang="en-US" sz="2800" b="1" dirty="0">
              <a:solidFill>
                <a:srgbClr val="FFFFFF"/>
              </a:solidFill>
              <a:latin typeface="微软雅黑" panose="020B0503020204020204" pitchFamily="34" charset="-122"/>
            </a:endParaRPr>
          </a:p>
        </p:txBody>
      </p:sp>
      <p:sp>
        <p:nvSpPr>
          <p:cNvPr id="39" name="Oval 30"/>
          <p:cNvSpPr>
            <a:spLocks noChangeAspect="1" noChangeArrowheads="1"/>
          </p:cNvSpPr>
          <p:nvPr/>
        </p:nvSpPr>
        <p:spPr bwMode="auto">
          <a:xfrm>
            <a:off x="4243228" y="1825428"/>
            <a:ext cx="724533" cy="724533"/>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0" name="TextBox 13"/>
          <p:cNvSpPr txBox="1">
            <a:spLocks noChangeArrowheads="1"/>
          </p:cNvSpPr>
          <p:nvPr/>
        </p:nvSpPr>
        <p:spPr bwMode="auto">
          <a:xfrm>
            <a:off x="4314471" y="1941485"/>
            <a:ext cx="582047" cy="492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gn="ctr">
              <a:spcBef>
                <a:spcPct val="0"/>
              </a:spcBef>
              <a:spcAft>
                <a:spcPct val="0"/>
              </a:spcAft>
              <a:buFontTx/>
              <a:buNone/>
              <a:defRPr/>
            </a:pPr>
            <a:r>
              <a:rPr lang="en-US" altLang="zh-CN" sz="2300" b="1" kern="0" dirty="0">
                <a:solidFill>
                  <a:srgbClr val="FFFFFF"/>
                </a:solidFill>
                <a:latin typeface="微软雅黑" panose="020B0503020204020204" pitchFamily="34" charset="-122"/>
              </a:rPr>
              <a:t>01</a:t>
            </a:r>
            <a:endParaRPr lang="zh-CN" altLang="en-US" sz="2800" b="1" kern="0" dirty="0">
              <a:solidFill>
                <a:srgbClr val="FFFFFF"/>
              </a:solidFill>
              <a:latin typeface="微软雅黑" panose="020B0503020204020204" pitchFamily="34" charset="-122"/>
            </a:endParaRPr>
          </a:p>
        </p:txBody>
      </p:sp>
      <p:sp>
        <p:nvSpPr>
          <p:cNvPr id="41" name="Oval 29"/>
          <p:cNvSpPr>
            <a:spLocks noChangeAspect="1" noChangeArrowheads="1"/>
          </p:cNvSpPr>
          <p:nvPr/>
        </p:nvSpPr>
        <p:spPr bwMode="auto">
          <a:xfrm>
            <a:off x="7229587" y="4710191"/>
            <a:ext cx="725869" cy="724533"/>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2" name="TextBox 16"/>
          <p:cNvSpPr txBox="1">
            <a:spLocks noChangeArrowheads="1"/>
          </p:cNvSpPr>
          <p:nvPr/>
        </p:nvSpPr>
        <p:spPr bwMode="auto">
          <a:xfrm>
            <a:off x="7301498" y="4826248"/>
            <a:ext cx="582047" cy="492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gn="ctr">
              <a:spcBef>
                <a:spcPct val="0"/>
              </a:spcBef>
              <a:spcAft>
                <a:spcPct val="0"/>
              </a:spcAft>
              <a:buFontTx/>
              <a:buNone/>
            </a:pPr>
            <a:r>
              <a:rPr lang="en-US" altLang="zh-CN" sz="2300" b="1" dirty="0">
                <a:solidFill>
                  <a:srgbClr val="FFFFFF"/>
                </a:solidFill>
                <a:latin typeface="微软雅黑" panose="020B0503020204020204" pitchFamily="34" charset="-122"/>
              </a:rPr>
              <a:t>04</a:t>
            </a:r>
            <a:endParaRPr lang="zh-CN" altLang="en-US" sz="2800" b="1" dirty="0">
              <a:solidFill>
                <a:srgbClr val="FFFFFF"/>
              </a:solidFill>
              <a:latin typeface="微软雅黑" panose="020B0503020204020204" pitchFamily="34" charset="-122"/>
            </a:endParaRPr>
          </a:p>
        </p:txBody>
      </p:sp>
      <p:sp>
        <p:nvSpPr>
          <p:cNvPr id="43" name="Oval 31"/>
          <p:cNvSpPr>
            <a:spLocks noChangeAspect="1" noChangeArrowheads="1"/>
          </p:cNvSpPr>
          <p:nvPr/>
        </p:nvSpPr>
        <p:spPr bwMode="auto">
          <a:xfrm>
            <a:off x="4215155" y="4710191"/>
            <a:ext cx="724533" cy="724533"/>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4" name="TextBox 19"/>
          <p:cNvSpPr txBox="1">
            <a:spLocks noChangeArrowheads="1"/>
          </p:cNvSpPr>
          <p:nvPr/>
        </p:nvSpPr>
        <p:spPr bwMode="auto">
          <a:xfrm>
            <a:off x="4286398" y="4826248"/>
            <a:ext cx="582047" cy="492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2"/>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lgn="ctr">
              <a:spcBef>
                <a:spcPct val="0"/>
              </a:spcBef>
              <a:spcAft>
                <a:spcPct val="0"/>
              </a:spcAft>
              <a:buFontTx/>
              <a:buNone/>
            </a:pPr>
            <a:r>
              <a:rPr lang="en-US" altLang="zh-CN" sz="2300" b="1" dirty="0">
                <a:solidFill>
                  <a:srgbClr val="FFFFFF"/>
                </a:solidFill>
                <a:latin typeface="微软雅黑" panose="020B0503020204020204" pitchFamily="34" charset="-122"/>
              </a:rPr>
              <a:t>03</a:t>
            </a:r>
            <a:endParaRPr lang="zh-CN" altLang="en-US" sz="2800" b="1" dirty="0">
              <a:solidFill>
                <a:srgbClr val="FFFFFF"/>
              </a:solidFill>
              <a:latin typeface="微软雅黑" panose="020B0503020204020204" pitchFamily="34" charset="-122"/>
            </a:endParaRPr>
          </a:p>
        </p:txBody>
      </p:sp>
      <p:sp>
        <p:nvSpPr>
          <p:cNvPr id="45" name="矩形 44"/>
          <p:cNvSpPr>
            <a:spLocks noChangeArrowheads="1"/>
          </p:cNvSpPr>
          <p:nvPr/>
        </p:nvSpPr>
        <p:spPr bwMode="auto">
          <a:xfrm>
            <a:off x="4080197" y="2949380"/>
            <a:ext cx="4084921" cy="1569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方正兰亭黑_GBK" panose="02000000000000000000" pitchFamily="2" charset="-122"/>
                <a:ea typeface="方正兰亭黑_GBK" panose="02000000000000000000"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方正兰亭黑_GBK" panose="02000000000000000000" pitchFamily="2" charset="-122"/>
                <a:ea typeface="方正兰亭黑_GBK" panose="02000000000000000000"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方正兰亭黑_GBK" panose="02000000000000000000" pitchFamily="2" charset="-122"/>
                <a:ea typeface="方正兰亭黑_GBK" panose="02000000000000000000"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方正兰亭黑_GBK" panose="02000000000000000000" pitchFamily="2" charset="-122"/>
                <a:ea typeface="方正兰亭黑_GBK" panose="02000000000000000000"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方正兰亭黑_GBK" panose="02000000000000000000" pitchFamily="2" charset="-122"/>
                <a:ea typeface="方正兰亭黑_GBK" panose="02000000000000000000" pitchFamily="2" charset="-122"/>
                <a:cs typeface="+mn-cs"/>
              </a:defRPr>
            </a:lvl5pPr>
            <a:lvl6pPr marL="2286000" algn="l" defTabSz="914400" rtl="0" eaLnBrk="1" latinLnBrk="0" hangingPunct="1">
              <a:defRPr kern="1200">
                <a:solidFill>
                  <a:schemeClr val="tx1"/>
                </a:solidFill>
                <a:latin typeface="方正兰亭黑_GBK" panose="02000000000000000000" pitchFamily="2" charset="-122"/>
                <a:ea typeface="方正兰亭黑_GBK" panose="02000000000000000000" pitchFamily="2" charset="-122"/>
                <a:cs typeface="+mn-cs"/>
              </a:defRPr>
            </a:lvl6pPr>
            <a:lvl7pPr marL="2743200" algn="l" defTabSz="914400" rtl="0" eaLnBrk="1" latinLnBrk="0" hangingPunct="1">
              <a:defRPr kern="1200">
                <a:solidFill>
                  <a:schemeClr val="tx1"/>
                </a:solidFill>
                <a:latin typeface="方正兰亭黑_GBK" panose="02000000000000000000" pitchFamily="2" charset="-122"/>
                <a:ea typeface="方正兰亭黑_GBK" panose="02000000000000000000" pitchFamily="2" charset="-122"/>
                <a:cs typeface="+mn-cs"/>
              </a:defRPr>
            </a:lvl7pPr>
            <a:lvl8pPr marL="3200400" algn="l" defTabSz="914400" rtl="0" eaLnBrk="1" latinLnBrk="0" hangingPunct="1">
              <a:defRPr kern="1200">
                <a:solidFill>
                  <a:schemeClr val="tx1"/>
                </a:solidFill>
                <a:latin typeface="方正兰亭黑_GBK" panose="02000000000000000000" pitchFamily="2" charset="-122"/>
                <a:ea typeface="方正兰亭黑_GBK" panose="02000000000000000000" pitchFamily="2" charset="-122"/>
                <a:cs typeface="+mn-cs"/>
              </a:defRPr>
            </a:lvl8pPr>
            <a:lvl9pPr marL="3657600" algn="l" defTabSz="914400" rtl="0" eaLnBrk="1" latinLnBrk="0" hangingPunct="1">
              <a:defRPr kern="1200">
                <a:solidFill>
                  <a:schemeClr val="tx1"/>
                </a:solidFill>
                <a:latin typeface="方正兰亭黑_GBK" panose="02000000000000000000" pitchFamily="2" charset="-122"/>
                <a:ea typeface="方正兰亭黑_GBK" panose="02000000000000000000" pitchFamily="2" charset="-122"/>
                <a:cs typeface="+mn-cs"/>
              </a:defRPr>
            </a:lvl9pPr>
          </a:lstStyle>
          <a:p>
            <a:pPr algn="ctr"/>
            <a:r>
              <a:rPr lang="zh-CN" altLang="en-US" sz="48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年度工作</a:t>
            </a:r>
            <a:endParaRPr lang="en-US" altLang="zh-CN" sz="48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endParaRPr>
          </a:p>
          <a:p>
            <a:pPr algn="ctr"/>
            <a:r>
              <a:rPr lang="zh-CN" altLang="en-US" sz="48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概况</a:t>
            </a:r>
          </a:p>
        </p:txBody>
      </p:sp>
      <p:sp>
        <p:nvSpPr>
          <p:cNvPr id="46" name="矩形 45"/>
          <p:cNvSpPr/>
          <p:nvPr/>
        </p:nvSpPr>
        <p:spPr>
          <a:xfrm>
            <a:off x="937206" y="2362162"/>
            <a:ext cx="3044055" cy="95410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p>
        </p:txBody>
      </p:sp>
      <p:sp>
        <p:nvSpPr>
          <p:cNvPr id="47" name="矩形 46"/>
          <p:cNvSpPr/>
          <p:nvPr/>
        </p:nvSpPr>
        <p:spPr>
          <a:xfrm>
            <a:off x="1124925" y="1926103"/>
            <a:ext cx="2668616" cy="461665"/>
          </a:xfrm>
          <a:prstGeom prst="rect">
            <a:avLst/>
          </a:prstGeom>
        </p:spPr>
        <p:txBody>
          <a:bodyPr wrap="square">
            <a:spAutoFit/>
          </a:bodyPr>
          <a:lstStyle/>
          <a:p>
            <a:pPr algn="ctr"/>
            <a:r>
              <a:rPr lang="zh-CN" altLang="en-US" sz="2400" b="1" dirty="0">
                <a:solidFill>
                  <a:srgbClr val="000000"/>
                </a:solidFill>
                <a:latin typeface="微软雅黑" panose="020B0503020204020204" pitchFamily="34" charset="-122"/>
                <a:ea typeface="微软雅黑" panose="020B0503020204020204" pitchFamily="34" charset="-122"/>
              </a:rPr>
              <a:t>添加您的标题</a:t>
            </a:r>
          </a:p>
        </p:txBody>
      </p:sp>
      <p:sp>
        <p:nvSpPr>
          <p:cNvPr id="48" name="矩形 47"/>
          <p:cNvSpPr/>
          <p:nvPr/>
        </p:nvSpPr>
        <p:spPr>
          <a:xfrm>
            <a:off x="937206" y="4673868"/>
            <a:ext cx="3044055" cy="95410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p>
        </p:txBody>
      </p:sp>
      <p:sp>
        <p:nvSpPr>
          <p:cNvPr id="49" name="矩形 48"/>
          <p:cNvSpPr/>
          <p:nvPr/>
        </p:nvSpPr>
        <p:spPr>
          <a:xfrm>
            <a:off x="1124925" y="4237809"/>
            <a:ext cx="2668616" cy="461665"/>
          </a:xfrm>
          <a:prstGeom prst="rect">
            <a:avLst/>
          </a:prstGeom>
        </p:spPr>
        <p:txBody>
          <a:bodyPr wrap="square">
            <a:spAutoFit/>
          </a:bodyPr>
          <a:lstStyle/>
          <a:p>
            <a:pPr algn="ctr"/>
            <a:r>
              <a:rPr lang="zh-CN" altLang="en-US" sz="2400" b="1" dirty="0">
                <a:solidFill>
                  <a:srgbClr val="000000"/>
                </a:solidFill>
                <a:latin typeface="微软雅黑" panose="020B0503020204020204" pitchFamily="34" charset="-122"/>
                <a:ea typeface="微软雅黑" panose="020B0503020204020204" pitchFamily="34" charset="-122"/>
              </a:rPr>
              <a:t>添加您的标题</a:t>
            </a:r>
          </a:p>
        </p:txBody>
      </p:sp>
      <p:sp>
        <p:nvSpPr>
          <p:cNvPr id="50" name="矩形 49"/>
          <p:cNvSpPr/>
          <p:nvPr/>
        </p:nvSpPr>
        <p:spPr>
          <a:xfrm>
            <a:off x="8236361" y="2362162"/>
            <a:ext cx="3044055" cy="95410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p>
        </p:txBody>
      </p:sp>
      <p:sp>
        <p:nvSpPr>
          <p:cNvPr id="51" name="矩形 50"/>
          <p:cNvSpPr/>
          <p:nvPr/>
        </p:nvSpPr>
        <p:spPr>
          <a:xfrm>
            <a:off x="8424080" y="1926103"/>
            <a:ext cx="2668616" cy="461665"/>
          </a:xfrm>
          <a:prstGeom prst="rect">
            <a:avLst/>
          </a:prstGeom>
        </p:spPr>
        <p:txBody>
          <a:bodyPr wrap="square">
            <a:spAutoFit/>
          </a:bodyPr>
          <a:lstStyle/>
          <a:p>
            <a:pPr algn="ctr"/>
            <a:r>
              <a:rPr lang="zh-CN" altLang="en-US" sz="2400" b="1" dirty="0">
                <a:solidFill>
                  <a:srgbClr val="000000"/>
                </a:solidFill>
                <a:latin typeface="微软雅黑" panose="020B0503020204020204" pitchFamily="34" charset="-122"/>
                <a:ea typeface="微软雅黑" panose="020B0503020204020204" pitchFamily="34" charset="-122"/>
              </a:rPr>
              <a:t>添加您的标题</a:t>
            </a:r>
          </a:p>
        </p:txBody>
      </p:sp>
      <p:sp>
        <p:nvSpPr>
          <p:cNvPr id="52" name="矩形 51"/>
          <p:cNvSpPr/>
          <p:nvPr/>
        </p:nvSpPr>
        <p:spPr>
          <a:xfrm>
            <a:off x="8236361" y="4673868"/>
            <a:ext cx="3044055" cy="95410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p>
        </p:txBody>
      </p:sp>
      <p:sp>
        <p:nvSpPr>
          <p:cNvPr id="53" name="矩形 52"/>
          <p:cNvSpPr/>
          <p:nvPr/>
        </p:nvSpPr>
        <p:spPr>
          <a:xfrm>
            <a:off x="8424080" y="4237809"/>
            <a:ext cx="2668616" cy="461665"/>
          </a:xfrm>
          <a:prstGeom prst="rect">
            <a:avLst/>
          </a:prstGeom>
        </p:spPr>
        <p:txBody>
          <a:bodyPr wrap="square">
            <a:spAutoFit/>
          </a:bodyPr>
          <a:lstStyle/>
          <a:p>
            <a:pPr algn="ctr"/>
            <a:r>
              <a:rPr lang="zh-CN" altLang="en-US" sz="2400" b="1" dirty="0">
                <a:solidFill>
                  <a:srgbClr val="000000"/>
                </a:solidFill>
                <a:latin typeface="微软雅黑" panose="020B0503020204020204" pitchFamily="34" charset="-122"/>
                <a:ea typeface="微软雅黑" panose="020B0503020204020204" pitchFamily="34" charset="-122"/>
              </a:rPr>
              <a:t>添加您的标题</a:t>
            </a:r>
          </a:p>
        </p:txBody>
      </p:sp>
    </p:spTree>
    <p:extLst>
      <p:ext uri="{BB962C8B-B14F-4D97-AF65-F5344CB8AC3E}">
        <p14:creationId xmlns:p14="http://schemas.microsoft.com/office/powerpoint/2010/main" val="415884734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28"/>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1"/>
                                        </p:tgtEl>
                                        <p:attrNameLst>
                                          <p:attrName>style.visibility</p:attrName>
                                        </p:attrNameLst>
                                      </p:cBhvr>
                                      <p:to>
                                        <p:strVal val="visible"/>
                                      </p:to>
                                    </p:set>
                                    <p:anim calcmode="lin" valueType="num">
                                      <p:cBhvr>
                                        <p:cTn id="14" dur="500" fill="hold"/>
                                        <p:tgtEl>
                                          <p:spTgt spid="31"/>
                                        </p:tgtEl>
                                        <p:attrNameLst>
                                          <p:attrName>ppt_w</p:attrName>
                                        </p:attrNameLst>
                                      </p:cBhvr>
                                      <p:tavLst>
                                        <p:tav tm="0">
                                          <p:val>
                                            <p:fltVal val="0"/>
                                          </p:val>
                                        </p:tav>
                                        <p:tav tm="100000">
                                          <p:val>
                                            <p:strVal val="#ppt_w"/>
                                          </p:val>
                                        </p:tav>
                                      </p:tavLst>
                                    </p:anim>
                                    <p:anim calcmode="lin" valueType="num">
                                      <p:cBhvr>
                                        <p:cTn id="15" dur="500" fill="hold"/>
                                        <p:tgtEl>
                                          <p:spTgt spid="31"/>
                                        </p:tgtEl>
                                        <p:attrNameLst>
                                          <p:attrName>ppt_h</p:attrName>
                                        </p:attrNameLst>
                                      </p:cBhvr>
                                      <p:tavLst>
                                        <p:tav tm="0">
                                          <p:val>
                                            <p:fltVal val="0"/>
                                          </p:val>
                                        </p:tav>
                                        <p:tav tm="100000">
                                          <p:val>
                                            <p:strVal val="#ppt_h"/>
                                          </p:val>
                                        </p:tav>
                                      </p:tavLst>
                                    </p:anim>
                                    <p:animEffect transition="in" filter="fade">
                                      <p:cBhvr>
                                        <p:cTn id="16" dur="500"/>
                                        <p:tgtEl>
                                          <p:spTgt spid="31"/>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1"/>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2"/>
                                        </p:tgtEl>
                                        <p:attrNameLst>
                                          <p:attrName>style.visibility</p:attrName>
                                        </p:attrNameLst>
                                      </p:cBhvr>
                                      <p:to>
                                        <p:strVal val="visible"/>
                                      </p:to>
                                    </p:set>
                                    <p:anim calcmode="lin" valueType="num">
                                      <p:cBhvr>
                                        <p:cTn id="21" dur="500" fill="hold"/>
                                        <p:tgtEl>
                                          <p:spTgt spid="32"/>
                                        </p:tgtEl>
                                        <p:attrNameLst>
                                          <p:attrName>ppt_w</p:attrName>
                                        </p:attrNameLst>
                                      </p:cBhvr>
                                      <p:tavLst>
                                        <p:tav tm="0">
                                          <p:val>
                                            <p:fltVal val="0"/>
                                          </p:val>
                                        </p:tav>
                                        <p:tav tm="100000">
                                          <p:val>
                                            <p:strVal val="#ppt_w"/>
                                          </p:val>
                                        </p:tav>
                                      </p:tavLst>
                                    </p:anim>
                                    <p:anim calcmode="lin" valueType="num">
                                      <p:cBhvr>
                                        <p:cTn id="22" dur="500" fill="hold"/>
                                        <p:tgtEl>
                                          <p:spTgt spid="32"/>
                                        </p:tgtEl>
                                        <p:attrNameLst>
                                          <p:attrName>ppt_h</p:attrName>
                                        </p:attrNameLst>
                                      </p:cBhvr>
                                      <p:tavLst>
                                        <p:tav tm="0">
                                          <p:val>
                                            <p:fltVal val="0"/>
                                          </p:val>
                                        </p:tav>
                                        <p:tav tm="100000">
                                          <p:val>
                                            <p:strVal val="#ppt_h"/>
                                          </p:val>
                                        </p:tav>
                                      </p:tavLst>
                                    </p:anim>
                                    <p:animEffect transition="in" filter="fade">
                                      <p:cBhvr>
                                        <p:cTn id="23" dur="500"/>
                                        <p:tgtEl>
                                          <p:spTgt spid="32"/>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2"/>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p:cTn id="29" dur="500" fill="hold"/>
                                        <p:tgtEl>
                                          <p:spTgt spid="35"/>
                                        </p:tgtEl>
                                        <p:attrNameLst>
                                          <p:attrName>ppt_w</p:attrName>
                                        </p:attrNameLst>
                                      </p:cBhvr>
                                      <p:tavLst>
                                        <p:tav tm="0">
                                          <p:val>
                                            <p:fltVal val="0"/>
                                          </p:val>
                                        </p:tav>
                                        <p:tav tm="100000">
                                          <p:val>
                                            <p:strVal val="#ppt_w"/>
                                          </p:val>
                                        </p:tav>
                                      </p:tavLst>
                                    </p:anim>
                                    <p:anim calcmode="lin" valueType="num">
                                      <p:cBhvr>
                                        <p:cTn id="30" dur="500" fill="hold"/>
                                        <p:tgtEl>
                                          <p:spTgt spid="35"/>
                                        </p:tgtEl>
                                        <p:attrNameLst>
                                          <p:attrName>ppt_h</p:attrName>
                                        </p:attrNameLst>
                                      </p:cBhvr>
                                      <p:tavLst>
                                        <p:tav tm="0">
                                          <p:val>
                                            <p:fltVal val="0"/>
                                          </p:val>
                                        </p:tav>
                                        <p:tav tm="100000">
                                          <p:val>
                                            <p:strVal val="#ppt_h"/>
                                          </p:val>
                                        </p:tav>
                                      </p:tavLst>
                                    </p:anim>
                                    <p:animEffect transition="in" filter="fade">
                                      <p:cBhvr>
                                        <p:cTn id="31" dur="500"/>
                                        <p:tgtEl>
                                          <p:spTgt spid="35"/>
                                        </p:tgtEl>
                                      </p:cBhvr>
                                    </p:animEffect>
                                  </p:childTnLst>
                                </p:cTn>
                              </p:par>
                              <p:par>
                                <p:cTn id="32" presetID="49" presetClass="path" presetSubtype="0" accel="50000" decel="50000" fill="hold" grpId="1" nodeType="withEffect">
                                  <p:stCondLst>
                                    <p:cond delay="0"/>
                                  </p:stCondLst>
                                  <p:childTnLst>
                                    <p:animMotion origin="layout" path="M -0.09792 -0.17408 L 2.08333E-7 3.7037E-6 " pathEditMode="relative" rAng="0" ptsTypes="AA">
                                      <p:cBhvr>
                                        <p:cTn id="33" dur="1000" fill="hold"/>
                                        <p:tgtEl>
                                          <p:spTgt spid="35"/>
                                        </p:tgtEl>
                                        <p:attrNameLst>
                                          <p:attrName>ppt_x</p:attrName>
                                          <p:attrName>ppt_y</p:attrName>
                                        </p:attrNameLst>
                                      </p:cBhvr>
                                      <p:rCtr x="4896" y="8704"/>
                                    </p:animMotion>
                                  </p:childTnLst>
                                </p:cTn>
                              </p:par>
                              <p:par>
                                <p:cTn id="34" presetID="53" presetClass="entr" presetSubtype="16" fill="hold" grpId="0" nodeType="withEffect">
                                  <p:stCondLst>
                                    <p:cond delay="250"/>
                                  </p:stCondLst>
                                  <p:childTnLst>
                                    <p:set>
                                      <p:cBhvr>
                                        <p:cTn id="35" dur="1" fill="hold">
                                          <p:stCondLst>
                                            <p:cond delay="0"/>
                                          </p:stCondLst>
                                        </p:cTn>
                                        <p:tgtEl>
                                          <p:spTgt spid="36"/>
                                        </p:tgtEl>
                                        <p:attrNameLst>
                                          <p:attrName>style.visibility</p:attrName>
                                        </p:attrNameLst>
                                      </p:cBhvr>
                                      <p:to>
                                        <p:strVal val="visible"/>
                                      </p:to>
                                    </p:set>
                                    <p:anim calcmode="lin" valueType="num">
                                      <p:cBhvr>
                                        <p:cTn id="36" dur="500" fill="hold"/>
                                        <p:tgtEl>
                                          <p:spTgt spid="36"/>
                                        </p:tgtEl>
                                        <p:attrNameLst>
                                          <p:attrName>ppt_w</p:attrName>
                                        </p:attrNameLst>
                                      </p:cBhvr>
                                      <p:tavLst>
                                        <p:tav tm="0">
                                          <p:val>
                                            <p:fltVal val="0"/>
                                          </p:val>
                                        </p:tav>
                                        <p:tav tm="100000">
                                          <p:val>
                                            <p:strVal val="#ppt_w"/>
                                          </p:val>
                                        </p:tav>
                                      </p:tavLst>
                                    </p:anim>
                                    <p:anim calcmode="lin" valueType="num">
                                      <p:cBhvr>
                                        <p:cTn id="37" dur="500" fill="hold"/>
                                        <p:tgtEl>
                                          <p:spTgt spid="36"/>
                                        </p:tgtEl>
                                        <p:attrNameLst>
                                          <p:attrName>ppt_h</p:attrName>
                                        </p:attrNameLst>
                                      </p:cBhvr>
                                      <p:tavLst>
                                        <p:tav tm="0">
                                          <p:val>
                                            <p:fltVal val="0"/>
                                          </p:val>
                                        </p:tav>
                                        <p:tav tm="100000">
                                          <p:val>
                                            <p:strVal val="#ppt_h"/>
                                          </p:val>
                                        </p:tav>
                                      </p:tavLst>
                                    </p:anim>
                                    <p:animEffect transition="in" filter="fade">
                                      <p:cBhvr>
                                        <p:cTn id="38" dur="500"/>
                                        <p:tgtEl>
                                          <p:spTgt spid="36"/>
                                        </p:tgtEl>
                                      </p:cBhvr>
                                    </p:animEffect>
                                  </p:childTnLst>
                                </p:cTn>
                              </p:par>
                              <p:par>
                                <p:cTn id="39" presetID="56" presetClass="path" presetSubtype="0" accel="50000" decel="50000" fill="hold" grpId="1" nodeType="withEffect">
                                  <p:stCondLst>
                                    <p:cond delay="250"/>
                                  </p:stCondLst>
                                  <p:childTnLst>
                                    <p:animMotion origin="layout" path="M 1.11022E-16 3.7037E-6 L 0.09805 -0.17408 " pathEditMode="relative" rAng="0" ptsTypes="AA">
                                      <p:cBhvr>
                                        <p:cTn id="40" dur="1000" spd="-100000" fill="hold"/>
                                        <p:tgtEl>
                                          <p:spTgt spid="36"/>
                                        </p:tgtEl>
                                        <p:attrNameLst>
                                          <p:attrName>ppt_x</p:attrName>
                                          <p:attrName>ppt_y</p:attrName>
                                        </p:attrNameLst>
                                      </p:cBhvr>
                                      <p:rCtr x="4896" y="-8704"/>
                                    </p:animMotion>
                                  </p:childTnLst>
                                </p:cTn>
                              </p:par>
                              <p:par>
                                <p:cTn id="41" presetID="53" presetClass="entr" presetSubtype="16" fill="hold" grpId="0" nodeType="withEffect">
                                  <p:stCondLst>
                                    <p:cond delay="500"/>
                                  </p:stCondLst>
                                  <p:childTnLst>
                                    <p:set>
                                      <p:cBhvr>
                                        <p:cTn id="42" dur="1" fill="hold">
                                          <p:stCondLst>
                                            <p:cond delay="0"/>
                                          </p:stCondLst>
                                        </p:cTn>
                                        <p:tgtEl>
                                          <p:spTgt spid="34"/>
                                        </p:tgtEl>
                                        <p:attrNameLst>
                                          <p:attrName>style.visibility</p:attrName>
                                        </p:attrNameLst>
                                      </p:cBhvr>
                                      <p:to>
                                        <p:strVal val="visible"/>
                                      </p:to>
                                    </p:set>
                                    <p:anim calcmode="lin" valueType="num">
                                      <p:cBhvr>
                                        <p:cTn id="43" dur="500" fill="hold"/>
                                        <p:tgtEl>
                                          <p:spTgt spid="34"/>
                                        </p:tgtEl>
                                        <p:attrNameLst>
                                          <p:attrName>ppt_w</p:attrName>
                                        </p:attrNameLst>
                                      </p:cBhvr>
                                      <p:tavLst>
                                        <p:tav tm="0">
                                          <p:val>
                                            <p:fltVal val="0"/>
                                          </p:val>
                                        </p:tav>
                                        <p:tav tm="100000">
                                          <p:val>
                                            <p:strVal val="#ppt_w"/>
                                          </p:val>
                                        </p:tav>
                                      </p:tavLst>
                                    </p:anim>
                                    <p:anim calcmode="lin" valueType="num">
                                      <p:cBhvr>
                                        <p:cTn id="44" dur="500" fill="hold"/>
                                        <p:tgtEl>
                                          <p:spTgt spid="34"/>
                                        </p:tgtEl>
                                        <p:attrNameLst>
                                          <p:attrName>ppt_h</p:attrName>
                                        </p:attrNameLst>
                                      </p:cBhvr>
                                      <p:tavLst>
                                        <p:tav tm="0">
                                          <p:val>
                                            <p:fltVal val="0"/>
                                          </p:val>
                                        </p:tav>
                                        <p:tav tm="100000">
                                          <p:val>
                                            <p:strVal val="#ppt_h"/>
                                          </p:val>
                                        </p:tav>
                                      </p:tavLst>
                                    </p:anim>
                                    <p:animEffect transition="in" filter="fade">
                                      <p:cBhvr>
                                        <p:cTn id="45" dur="500"/>
                                        <p:tgtEl>
                                          <p:spTgt spid="34"/>
                                        </p:tgtEl>
                                      </p:cBhvr>
                                    </p:animEffect>
                                  </p:childTnLst>
                                </p:cTn>
                              </p:par>
                              <p:par>
                                <p:cTn id="46" presetID="49" presetClass="path" presetSubtype="0" accel="50000" decel="50000" fill="hold" grpId="1" nodeType="withEffect">
                                  <p:stCondLst>
                                    <p:cond delay="500"/>
                                  </p:stCondLst>
                                  <p:childTnLst>
                                    <p:animMotion origin="layout" path="M 1.11022E-16 -2.22222E-6 L 0.09805 0.17431 " pathEditMode="relative" rAng="0" ptsTypes="AA">
                                      <p:cBhvr>
                                        <p:cTn id="47" dur="1000" spd="-100000" fill="hold"/>
                                        <p:tgtEl>
                                          <p:spTgt spid="34"/>
                                        </p:tgtEl>
                                        <p:attrNameLst>
                                          <p:attrName>ppt_x</p:attrName>
                                          <p:attrName>ppt_y</p:attrName>
                                        </p:attrNameLst>
                                      </p:cBhvr>
                                      <p:rCtr x="4896" y="8704"/>
                                    </p:animMotion>
                                  </p:childTnLst>
                                </p:cTn>
                              </p:par>
                              <p:par>
                                <p:cTn id="48" presetID="53" presetClass="entr" presetSubtype="16" fill="hold" grpId="0" nodeType="withEffect">
                                  <p:stCondLst>
                                    <p:cond delay="750"/>
                                  </p:stCondLst>
                                  <p:childTnLst>
                                    <p:set>
                                      <p:cBhvr>
                                        <p:cTn id="49" dur="1" fill="hold">
                                          <p:stCondLst>
                                            <p:cond delay="0"/>
                                          </p:stCondLst>
                                        </p:cTn>
                                        <p:tgtEl>
                                          <p:spTgt spid="33"/>
                                        </p:tgtEl>
                                        <p:attrNameLst>
                                          <p:attrName>style.visibility</p:attrName>
                                        </p:attrNameLst>
                                      </p:cBhvr>
                                      <p:to>
                                        <p:strVal val="visible"/>
                                      </p:to>
                                    </p:set>
                                    <p:anim calcmode="lin" valueType="num">
                                      <p:cBhvr>
                                        <p:cTn id="50" dur="500" fill="hold"/>
                                        <p:tgtEl>
                                          <p:spTgt spid="33"/>
                                        </p:tgtEl>
                                        <p:attrNameLst>
                                          <p:attrName>ppt_w</p:attrName>
                                        </p:attrNameLst>
                                      </p:cBhvr>
                                      <p:tavLst>
                                        <p:tav tm="0">
                                          <p:val>
                                            <p:fltVal val="0"/>
                                          </p:val>
                                        </p:tav>
                                        <p:tav tm="100000">
                                          <p:val>
                                            <p:strVal val="#ppt_w"/>
                                          </p:val>
                                        </p:tav>
                                      </p:tavLst>
                                    </p:anim>
                                    <p:anim calcmode="lin" valueType="num">
                                      <p:cBhvr>
                                        <p:cTn id="51" dur="500" fill="hold"/>
                                        <p:tgtEl>
                                          <p:spTgt spid="33"/>
                                        </p:tgtEl>
                                        <p:attrNameLst>
                                          <p:attrName>ppt_h</p:attrName>
                                        </p:attrNameLst>
                                      </p:cBhvr>
                                      <p:tavLst>
                                        <p:tav tm="0">
                                          <p:val>
                                            <p:fltVal val="0"/>
                                          </p:val>
                                        </p:tav>
                                        <p:tav tm="100000">
                                          <p:val>
                                            <p:strVal val="#ppt_h"/>
                                          </p:val>
                                        </p:tav>
                                      </p:tavLst>
                                    </p:anim>
                                    <p:animEffect transition="in" filter="fade">
                                      <p:cBhvr>
                                        <p:cTn id="52" dur="500"/>
                                        <p:tgtEl>
                                          <p:spTgt spid="33"/>
                                        </p:tgtEl>
                                      </p:cBhvr>
                                    </p:animEffect>
                                  </p:childTnLst>
                                </p:cTn>
                              </p:par>
                              <p:par>
                                <p:cTn id="53" presetID="56" presetClass="path" presetSubtype="0" accel="50000" decel="50000" fill="hold" grpId="1" nodeType="withEffect">
                                  <p:stCondLst>
                                    <p:cond delay="750"/>
                                  </p:stCondLst>
                                  <p:childTnLst>
                                    <p:animMotion origin="layout" path="M -0.09792 0.17431 L 2.08333E-7 -2.22222E-6 " pathEditMode="relative" rAng="0" ptsTypes="AA">
                                      <p:cBhvr>
                                        <p:cTn id="54" dur="1000" fill="hold"/>
                                        <p:tgtEl>
                                          <p:spTgt spid="33"/>
                                        </p:tgtEl>
                                        <p:attrNameLst>
                                          <p:attrName>ppt_x</p:attrName>
                                          <p:attrName>ppt_y</p:attrName>
                                        </p:attrNameLst>
                                      </p:cBhvr>
                                      <p:rCtr x="4896" y="-8727"/>
                                    </p:animMotion>
                                  </p:childTnLst>
                                </p:cTn>
                              </p:par>
                              <p:par>
                                <p:cTn id="55" presetID="53" presetClass="entr" presetSubtype="16" fill="hold" grpId="0" nodeType="withEffect">
                                  <p:stCondLst>
                                    <p:cond delay="750"/>
                                  </p:stCondLst>
                                  <p:childTnLst>
                                    <p:set>
                                      <p:cBhvr>
                                        <p:cTn id="56" dur="1" fill="hold">
                                          <p:stCondLst>
                                            <p:cond delay="0"/>
                                          </p:stCondLst>
                                        </p:cTn>
                                        <p:tgtEl>
                                          <p:spTgt spid="45"/>
                                        </p:tgtEl>
                                        <p:attrNameLst>
                                          <p:attrName>style.visibility</p:attrName>
                                        </p:attrNameLst>
                                      </p:cBhvr>
                                      <p:to>
                                        <p:strVal val="visible"/>
                                      </p:to>
                                    </p:set>
                                    <p:anim calcmode="lin" valueType="num">
                                      <p:cBhvr>
                                        <p:cTn id="57" dur="500" fill="hold"/>
                                        <p:tgtEl>
                                          <p:spTgt spid="45"/>
                                        </p:tgtEl>
                                        <p:attrNameLst>
                                          <p:attrName>ppt_w</p:attrName>
                                        </p:attrNameLst>
                                      </p:cBhvr>
                                      <p:tavLst>
                                        <p:tav tm="0">
                                          <p:val>
                                            <p:fltVal val="0"/>
                                          </p:val>
                                        </p:tav>
                                        <p:tav tm="100000">
                                          <p:val>
                                            <p:strVal val="#ppt_w"/>
                                          </p:val>
                                        </p:tav>
                                      </p:tavLst>
                                    </p:anim>
                                    <p:anim calcmode="lin" valueType="num">
                                      <p:cBhvr>
                                        <p:cTn id="58" dur="500" fill="hold"/>
                                        <p:tgtEl>
                                          <p:spTgt spid="45"/>
                                        </p:tgtEl>
                                        <p:attrNameLst>
                                          <p:attrName>ppt_h</p:attrName>
                                        </p:attrNameLst>
                                      </p:cBhvr>
                                      <p:tavLst>
                                        <p:tav tm="0">
                                          <p:val>
                                            <p:fltVal val="0"/>
                                          </p:val>
                                        </p:tav>
                                        <p:tav tm="100000">
                                          <p:val>
                                            <p:strVal val="#ppt_h"/>
                                          </p:val>
                                        </p:tav>
                                      </p:tavLst>
                                    </p:anim>
                                    <p:animEffect transition="in" filter="fade">
                                      <p:cBhvr>
                                        <p:cTn id="59" dur="500"/>
                                        <p:tgtEl>
                                          <p:spTgt spid="45"/>
                                        </p:tgtEl>
                                      </p:cBhvr>
                                    </p:animEffect>
                                  </p:childTnLst>
                                </p:cTn>
                              </p:par>
                              <p:par>
                                <p:cTn id="60" presetID="42" presetClass="path" presetSubtype="0" accel="50000" decel="50000" fill="hold" grpId="1" nodeType="withEffect">
                                  <p:stCondLst>
                                    <p:cond delay="750"/>
                                  </p:stCondLst>
                                  <p:childTnLst>
                                    <p:animMotion origin="layout" path="M 0 0 L 0 0.25 E" pathEditMode="relative" ptsTypes="">
                                      <p:cBhvr>
                                        <p:cTn id="61" dur="1000" spd="-100000" fill="hold"/>
                                        <p:tgtEl>
                                          <p:spTgt spid="45"/>
                                        </p:tgtEl>
                                        <p:attrNameLst>
                                          <p:attrName>ppt_x</p:attrName>
                                          <p:attrName>ppt_y</p:attrName>
                                        </p:attrNameLst>
                                      </p:cBhvr>
                                    </p:animMotion>
                                  </p:childTnLst>
                                </p:cTn>
                              </p:par>
                            </p:childTnLst>
                          </p:cTn>
                        </p:par>
                        <p:par>
                          <p:cTn id="62" fill="hold">
                            <p:stCondLst>
                              <p:cond delay="3250"/>
                            </p:stCondLst>
                            <p:childTnLst>
                              <p:par>
                                <p:cTn id="63" presetID="53" presetClass="entr" presetSubtype="16"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 calcmode="lin" valueType="num">
                                      <p:cBhvr>
                                        <p:cTn id="65" dur="250" fill="hold"/>
                                        <p:tgtEl>
                                          <p:spTgt spid="39"/>
                                        </p:tgtEl>
                                        <p:attrNameLst>
                                          <p:attrName>ppt_w</p:attrName>
                                        </p:attrNameLst>
                                      </p:cBhvr>
                                      <p:tavLst>
                                        <p:tav tm="0">
                                          <p:val>
                                            <p:fltVal val="0"/>
                                          </p:val>
                                        </p:tav>
                                        <p:tav tm="100000">
                                          <p:val>
                                            <p:strVal val="#ppt_w"/>
                                          </p:val>
                                        </p:tav>
                                      </p:tavLst>
                                    </p:anim>
                                    <p:anim calcmode="lin" valueType="num">
                                      <p:cBhvr>
                                        <p:cTn id="66" dur="250" fill="hold"/>
                                        <p:tgtEl>
                                          <p:spTgt spid="39"/>
                                        </p:tgtEl>
                                        <p:attrNameLst>
                                          <p:attrName>ppt_h</p:attrName>
                                        </p:attrNameLst>
                                      </p:cBhvr>
                                      <p:tavLst>
                                        <p:tav tm="0">
                                          <p:val>
                                            <p:fltVal val="0"/>
                                          </p:val>
                                        </p:tav>
                                        <p:tav tm="100000">
                                          <p:val>
                                            <p:strVal val="#ppt_h"/>
                                          </p:val>
                                        </p:tav>
                                      </p:tavLst>
                                    </p:anim>
                                    <p:animEffect transition="in" filter="fade">
                                      <p:cBhvr>
                                        <p:cTn id="67" dur="250"/>
                                        <p:tgtEl>
                                          <p:spTgt spid="39"/>
                                        </p:tgtEl>
                                      </p:cBhvr>
                                    </p:animEffect>
                                  </p:childTnLst>
                                </p:cTn>
                              </p:par>
                              <p:par>
                                <p:cTn id="68" presetID="6" presetClass="emph" presetSubtype="0" decel="100000" fill="hold" grpId="1" nodeType="withEffect">
                                  <p:stCondLst>
                                    <p:cond delay="200"/>
                                  </p:stCondLst>
                                  <p:childTnLst>
                                    <p:animScale>
                                      <p:cBhvr>
                                        <p:cTn id="69" dur="250" fill="hold"/>
                                        <p:tgtEl>
                                          <p:spTgt spid="39"/>
                                        </p:tgtEl>
                                      </p:cBhvr>
                                      <p:by x="120000" y="120000"/>
                                    </p:animScale>
                                  </p:childTnLst>
                                </p:cTn>
                              </p:par>
                              <p:par>
                                <p:cTn id="70" presetID="6" presetClass="emph" presetSubtype="0" decel="100000" fill="hold" grpId="2" nodeType="withEffect">
                                  <p:stCondLst>
                                    <p:cond delay="400"/>
                                  </p:stCondLst>
                                  <p:childTnLst>
                                    <p:animScale>
                                      <p:cBhvr>
                                        <p:cTn id="71" dur="250" fill="hold"/>
                                        <p:tgtEl>
                                          <p:spTgt spid="39"/>
                                        </p:tgtEl>
                                      </p:cBhvr>
                                      <p:by x="83000" y="83000"/>
                                    </p:animScale>
                                  </p:childTnLst>
                                </p:cTn>
                              </p:par>
                              <p:par>
                                <p:cTn id="72" presetID="53" presetClass="entr" presetSubtype="16" fill="hold" grpId="0" nodeType="withEffect">
                                  <p:stCondLst>
                                    <p:cond delay="400"/>
                                  </p:stCondLst>
                                  <p:childTnLst>
                                    <p:set>
                                      <p:cBhvr>
                                        <p:cTn id="73" dur="1" fill="hold">
                                          <p:stCondLst>
                                            <p:cond delay="0"/>
                                          </p:stCondLst>
                                        </p:cTn>
                                        <p:tgtEl>
                                          <p:spTgt spid="40"/>
                                        </p:tgtEl>
                                        <p:attrNameLst>
                                          <p:attrName>style.visibility</p:attrName>
                                        </p:attrNameLst>
                                      </p:cBhvr>
                                      <p:to>
                                        <p:strVal val="visible"/>
                                      </p:to>
                                    </p:set>
                                    <p:anim calcmode="lin" valueType="num">
                                      <p:cBhvr>
                                        <p:cTn id="74" dur="250" fill="hold"/>
                                        <p:tgtEl>
                                          <p:spTgt spid="40"/>
                                        </p:tgtEl>
                                        <p:attrNameLst>
                                          <p:attrName>ppt_w</p:attrName>
                                        </p:attrNameLst>
                                      </p:cBhvr>
                                      <p:tavLst>
                                        <p:tav tm="0">
                                          <p:val>
                                            <p:fltVal val="0"/>
                                          </p:val>
                                        </p:tav>
                                        <p:tav tm="100000">
                                          <p:val>
                                            <p:strVal val="#ppt_w"/>
                                          </p:val>
                                        </p:tav>
                                      </p:tavLst>
                                    </p:anim>
                                    <p:anim calcmode="lin" valueType="num">
                                      <p:cBhvr>
                                        <p:cTn id="75" dur="250" fill="hold"/>
                                        <p:tgtEl>
                                          <p:spTgt spid="40"/>
                                        </p:tgtEl>
                                        <p:attrNameLst>
                                          <p:attrName>ppt_h</p:attrName>
                                        </p:attrNameLst>
                                      </p:cBhvr>
                                      <p:tavLst>
                                        <p:tav tm="0">
                                          <p:val>
                                            <p:fltVal val="0"/>
                                          </p:val>
                                        </p:tav>
                                        <p:tav tm="100000">
                                          <p:val>
                                            <p:strVal val="#ppt_h"/>
                                          </p:val>
                                        </p:tav>
                                      </p:tavLst>
                                    </p:anim>
                                    <p:animEffect transition="in" filter="fade">
                                      <p:cBhvr>
                                        <p:cTn id="76" dur="250"/>
                                        <p:tgtEl>
                                          <p:spTgt spid="40"/>
                                        </p:tgtEl>
                                      </p:cBhvr>
                                    </p:animEffect>
                                  </p:childTnLst>
                                </p:cTn>
                              </p:par>
                              <p:par>
                                <p:cTn id="77" presetID="6" presetClass="emph" presetSubtype="0" decel="100000" fill="hold" grpId="1" nodeType="withEffect">
                                  <p:stCondLst>
                                    <p:cond delay="600"/>
                                  </p:stCondLst>
                                  <p:childTnLst>
                                    <p:animScale>
                                      <p:cBhvr>
                                        <p:cTn id="78" dur="250" fill="hold"/>
                                        <p:tgtEl>
                                          <p:spTgt spid="40"/>
                                        </p:tgtEl>
                                      </p:cBhvr>
                                      <p:by x="120000" y="120000"/>
                                    </p:animScale>
                                  </p:childTnLst>
                                </p:cTn>
                              </p:par>
                              <p:par>
                                <p:cTn id="79" presetID="6" presetClass="emph" presetSubtype="0" decel="100000" fill="hold" grpId="2" nodeType="withEffect">
                                  <p:stCondLst>
                                    <p:cond delay="800"/>
                                  </p:stCondLst>
                                  <p:childTnLst>
                                    <p:animScale>
                                      <p:cBhvr>
                                        <p:cTn id="80" dur="250" fill="hold"/>
                                        <p:tgtEl>
                                          <p:spTgt spid="40"/>
                                        </p:tgtEl>
                                      </p:cBhvr>
                                      <p:by x="83000" y="83000"/>
                                    </p:animScale>
                                  </p:childTnLst>
                                </p:cTn>
                              </p:par>
                              <p:par>
                                <p:cTn id="81" presetID="53" presetClass="entr" presetSubtype="16" fill="hold" grpId="0" nodeType="withEffect">
                                  <p:stCondLst>
                                    <p:cond delay="500"/>
                                  </p:stCondLst>
                                  <p:childTnLst>
                                    <p:set>
                                      <p:cBhvr>
                                        <p:cTn id="82" dur="1" fill="hold">
                                          <p:stCondLst>
                                            <p:cond delay="0"/>
                                          </p:stCondLst>
                                        </p:cTn>
                                        <p:tgtEl>
                                          <p:spTgt spid="47"/>
                                        </p:tgtEl>
                                        <p:attrNameLst>
                                          <p:attrName>style.visibility</p:attrName>
                                        </p:attrNameLst>
                                      </p:cBhvr>
                                      <p:to>
                                        <p:strVal val="visible"/>
                                      </p:to>
                                    </p:set>
                                    <p:anim calcmode="lin" valueType="num">
                                      <p:cBhvr>
                                        <p:cTn id="83" dur="500" fill="hold"/>
                                        <p:tgtEl>
                                          <p:spTgt spid="47"/>
                                        </p:tgtEl>
                                        <p:attrNameLst>
                                          <p:attrName>ppt_w</p:attrName>
                                        </p:attrNameLst>
                                      </p:cBhvr>
                                      <p:tavLst>
                                        <p:tav tm="0">
                                          <p:val>
                                            <p:fltVal val="0"/>
                                          </p:val>
                                        </p:tav>
                                        <p:tav tm="100000">
                                          <p:val>
                                            <p:strVal val="#ppt_w"/>
                                          </p:val>
                                        </p:tav>
                                      </p:tavLst>
                                    </p:anim>
                                    <p:anim calcmode="lin" valueType="num">
                                      <p:cBhvr>
                                        <p:cTn id="84" dur="500" fill="hold"/>
                                        <p:tgtEl>
                                          <p:spTgt spid="47"/>
                                        </p:tgtEl>
                                        <p:attrNameLst>
                                          <p:attrName>ppt_h</p:attrName>
                                        </p:attrNameLst>
                                      </p:cBhvr>
                                      <p:tavLst>
                                        <p:tav tm="0">
                                          <p:val>
                                            <p:fltVal val="0"/>
                                          </p:val>
                                        </p:tav>
                                        <p:tav tm="100000">
                                          <p:val>
                                            <p:strVal val="#ppt_h"/>
                                          </p:val>
                                        </p:tav>
                                      </p:tavLst>
                                    </p:anim>
                                    <p:animEffect transition="in" filter="fade">
                                      <p:cBhvr>
                                        <p:cTn id="85" dur="500"/>
                                        <p:tgtEl>
                                          <p:spTgt spid="47"/>
                                        </p:tgtEl>
                                      </p:cBhvr>
                                    </p:animEffect>
                                  </p:childTnLst>
                                </p:cTn>
                              </p:par>
                              <p:par>
                                <p:cTn id="86" presetID="35" presetClass="path" presetSubtype="0" accel="50000" decel="50000" fill="hold" grpId="1" nodeType="withEffect">
                                  <p:stCondLst>
                                    <p:cond delay="500"/>
                                  </p:stCondLst>
                                  <p:childTnLst>
                                    <p:animMotion origin="layout" path="M -2.70833E-6 -1.85185E-6 L -0.20189 -1.85185E-6 " pathEditMode="relative" rAng="0" ptsTypes="AA">
                                      <p:cBhvr>
                                        <p:cTn id="87" dur="1000" spd="-100000" fill="hold"/>
                                        <p:tgtEl>
                                          <p:spTgt spid="47"/>
                                        </p:tgtEl>
                                        <p:attrNameLst>
                                          <p:attrName>ppt_x</p:attrName>
                                          <p:attrName>ppt_y</p:attrName>
                                        </p:attrNameLst>
                                      </p:cBhvr>
                                      <p:rCtr x="-10091" y="0"/>
                                    </p:animMotion>
                                  </p:childTnLst>
                                </p:cTn>
                              </p:par>
                              <p:par>
                                <p:cTn id="88" presetID="53" presetClass="entr" presetSubtype="16" fill="hold" grpId="0" nodeType="withEffect">
                                  <p:stCondLst>
                                    <p:cond delay="1000"/>
                                  </p:stCondLst>
                                  <p:iterate type="lt">
                                    <p:tmPct val="10000"/>
                                  </p:iterate>
                                  <p:childTnLst>
                                    <p:set>
                                      <p:cBhvr>
                                        <p:cTn id="89" dur="1" fill="hold">
                                          <p:stCondLst>
                                            <p:cond delay="0"/>
                                          </p:stCondLst>
                                        </p:cTn>
                                        <p:tgtEl>
                                          <p:spTgt spid="46"/>
                                        </p:tgtEl>
                                        <p:attrNameLst>
                                          <p:attrName>style.visibility</p:attrName>
                                        </p:attrNameLst>
                                      </p:cBhvr>
                                      <p:to>
                                        <p:strVal val="visible"/>
                                      </p:to>
                                    </p:set>
                                    <p:anim calcmode="lin" valueType="num">
                                      <p:cBhvr>
                                        <p:cTn id="90" dur="250" fill="hold"/>
                                        <p:tgtEl>
                                          <p:spTgt spid="46"/>
                                        </p:tgtEl>
                                        <p:attrNameLst>
                                          <p:attrName>ppt_w</p:attrName>
                                        </p:attrNameLst>
                                      </p:cBhvr>
                                      <p:tavLst>
                                        <p:tav tm="0">
                                          <p:val>
                                            <p:fltVal val="0"/>
                                          </p:val>
                                        </p:tav>
                                        <p:tav tm="100000">
                                          <p:val>
                                            <p:strVal val="#ppt_w"/>
                                          </p:val>
                                        </p:tav>
                                      </p:tavLst>
                                    </p:anim>
                                    <p:anim calcmode="lin" valueType="num">
                                      <p:cBhvr>
                                        <p:cTn id="91" dur="250" fill="hold"/>
                                        <p:tgtEl>
                                          <p:spTgt spid="46"/>
                                        </p:tgtEl>
                                        <p:attrNameLst>
                                          <p:attrName>ppt_h</p:attrName>
                                        </p:attrNameLst>
                                      </p:cBhvr>
                                      <p:tavLst>
                                        <p:tav tm="0">
                                          <p:val>
                                            <p:fltVal val="0"/>
                                          </p:val>
                                        </p:tav>
                                        <p:tav tm="100000">
                                          <p:val>
                                            <p:strVal val="#ppt_h"/>
                                          </p:val>
                                        </p:tav>
                                      </p:tavLst>
                                    </p:anim>
                                    <p:animEffect transition="in" filter="fade">
                                      <p:cBhvr>
                                        <p:cTn id="92" dur="250"/>
                                        <p:tgtEl>
                                          <p:spTgt spid="46"/>
                                        </p:tgtEl>
                                      </p:cBhvr>
                                    </p:animEffect>
                                  </p:childTnLst>
                                </p:cTn>
                              </p:par>
                            </p:childTnLst>
                          </p:cTn>
                        </p:par>
                        <p:par>
                          <p:cTn id="93" fill="hold">
                            <p:stCondLst>
                              <p:cond delay="5800"/>
                            </p:stCondLst>
                            <p:childTnLst>
                              <p:par>
                                <p:cTn id="94" presetID="53" presetClass="entr" presetSubtype="16" fill="hold" grpId="0" nodeType="afterEffect">
                                  <p:stCondLst>
                                    <p:cond delay="0"/>
                                  </p:stCondLst>
                                  <p:childTnLst>
                                    <p:set>
                                      <p:cBhvr>
                                        <p:cTn id="95" dur="1" fill="hold">
                                          <p:stCondLst>
                                            <p:cond delay="0"/>
                                          </p:stCondLst>
                                        </p:cTn>
                                        <p:tgtEl>
                                          <p:spTgt spid="37"/>
                                        </p:tgtEl>
                                        <p:attrNameLst>
                                          <p:attrName>style.visibility</p:attrName>
                                        </p:attrNameLst>
                                      </p:cBhvr>
                                      <p:to>
                                        <p:strVal val="visible"/>
                                      </p:to>
                                    </p:set>
                                    <p:anim calcmode="lin" valueType="num">
                                      <p:cBhvr>
                                        <p:cTn id="96" dur="250" fill="hold"/>
                                        <p:tgtEl>
                                          <p:spTgt spid="37"/>
                                        </p:tgtEl>
                                        <p:attrNameLst>
                                          <p:attrName>ppt_w</p:attrName>
                                        </p:attrNameLst>
                                      </p:cBhvr>
                                      <p:tavLst>
                                        <p:tav tm="0">
                                          <p:val>
                                            <p:fltVal val="0"/>
                                          </p:val>
                                        </p:tav>
                                        <p:tav tm="100000">
                                          <p:val>
                                            <p:strVal val="#ppt_w"/>
                                          </p:val>
                                        </p:tav>
                                      </p:tavLst>
                                    </p:anim>
                                    <p:anim calcmode="lin" valueType="num">
                                      <p:cBhvr>
                                        <p:cTn id="97" dur="250" fill="hold"/>
                                        <p:tgtEl>
                                          <p:spTgt spid="37"/>
                                        </p:tgtEl>
                                        <p:attrNameLst>
                                          <p:attrName>ppt_h</p:attrName>
                                        </p:attrNameLst>
                                      </p:cBhvr>
                                      <p:tavLst>
                                        <p:tav tm="0">
                                          <p:val>
                                            <p:fltVal val="0"/>
                                          </p:val>
                                        </p:tav>
                                        <p:tav tm="100000">
                                          <p:val>
                                            <p:strVal val="#ppt_h"/>
                                          </p:val>
                                        </p:tav>
                                      </p:tavLst>
                                    </p:anim>
                                    <p:animEffect transition="in" filter="fade">
                                      <p:cBhvr>
                                        <p:cTn id="98" dur="250"/>
                                        <p:tgtEl>
                                          <p:spTgt spid="37"/>
                                        </p:tgtEl>
                                      </p:cBhvr>
                                    </p:animEffect>
                                  </p:childTnLst>
                                </p:cTn>
                              </p:par>
                              <p:par>
                                <p:cTn id="99" presetID="6" presetClass="emph" presetSubtype="0" decel="100000" fill="hold" grpId="1" nodeType="withEffect">
                                  <p:stCondLst>
                                    <p:cond delay="200"/>
                                  </p:stCondLst>
                                  <p:childTnLst>
                                    <p:animScale>
                                      <p:cBhvr>
                                        <p:cTn id="100" dur="250" fill="hold"/>
                                        <p:tgtEl>
                                          <p:spTgt spid="37"/>
                                        </p:tgtEl>
                                      </p:cBhvr>
                                      <p:by x="120000" y="120000"/>
                                    </p:animScale>
                                  </p:childTnLst>
                                </p:cTn>
                              </p:par>
                              <p:par>
                                <p:cTn id="101" presetID="6" presetClass="emph" presetSubtype="0" decel="100000" fill="hold" grpId="2" nodeType="withEffect">
                                  <p:stCondLst>
                                    <p:cond delay="400"/>
                                  </p:stCondLst>
                                  <p:childTnLst>
                                    <p:animScale>
                                      <p:cBhvr>
                                        <p:cTn id="102" dur="250" fill="hold"/>
                                        <p:tgtEl>
                                          <p:spTgt spid="37"/>
                                        </p:tgtEl>
                                      </p:cBhvr>
                                      <p:by x="83000" y="83000"/>
                                    </p:animScale>
                                  </p:childTnLst>
                                </p:cTn>
                              </p:par>
                              <p:par>
                                <p:cTn id="103" presetID="53" presetClass="entr" presetSubtype="16" fill="hold" grpId="0" nodeType="withEffect">
                                  <p:stCondLst>
                                    <p:cond delay="400"/>
                                  </p:stCondLst>
                                  <p:childTnLst>
                                    <p:set>
                                      <p:cBhvr>
                                        <p:cTn id="104" dur="1" fill="hold">
                                          <p:stCondLst>
                                            <p:cond delay="0"/>
                                          </p:stCondLst>
                                        </p:cTn>
                                        <p:tgtEl>
                                          <p:spTgt spid="38"/>
                                        </p:tgtEl>
                                        <p:attrNameLst>
                                          <p:attrName>style.visibility</p:attrName>
                                        </p:attrNameLst>
                                      </p:cBhvr>
                                      <p:to>
                                        <p:strVal val="visible"/>
                                      </p:to>
                                    </p:set>
                                    <p:anim calcmode="lin" valueType="num">
                                      <p:cBhvr>
                                        <p:cTn id="105" dur="250" fill="hold"/>
                                        <p:tgtEl>
                                          <p:spTgt spid="38"/>
                                        </p:tgtEl>
                                        <p:attrNameLst>
                                          <p:attrName>ppt_w</p:attrName>
                                        </p:attrNameLst>
                                      </p:cBhvr>
                                      <p:tavLst>
                                        <p:tav tm="0">
                                          <p:val>
                                            <p:fltVal val="0"/>
                                          </p:val>
                                        </p:tav>
                                        <p:tav tm="100000">
                                          <p:val>
                                            <p:strVal val="#ppt_w"/>
                                          </p:val>
                                        </p:tav>
                                      </p:tavLst>
                                    </p:anim>
                                    <p:anim calcmode="lin" valueType="num">
                                      <p:cBhvr>
                                        <p:cTn id="106" dur="250" fill="hold"/>
                                        <p:tgtEl>
                                          <p:spTgt spid="38"/>
                                        </p:tgtEl>
                                        <p:attrNameLst>
                                          <p:attrName>ppt_h</p:attrName>
                                        </p:attrNameLst>
                                      </p:cBhvr>
                                      <p:tavLst>
                                        <p:tav tm="0">
                                          <p:val>
                                            <p:fltVal val="0"/>
                                          </p:val>
                                        </p:tav>
                                        <p:tav tm="100000">
                                          <p:val>
                                            <p:strVal val="#ppt_h"/>
                                          </p:val>
                                        </p:tav>
                                      </p:tavLst>
                                    </p:anim>
                                    <p:animEffect transition="in" filter="fade">
                                      <p:cBhvr>
                                        <p:cTn id="107" dur="250"/>
                                        <p:tgtEl>
                                          <p:spTgt spid="38"/>
                                        </p:tgtEl>
                                      </p:cBhvr>
                                    </p:animEffect>
                                  </p:childTnLst>
                                </p:cTn>
                              </p:par>
                              <p:par>
                                <p:cTn id="108" presetID="6" presetClass="emph" presetSubtype="0" decel="100000" fill="hold" grpId="1" nodeType="withEffect">
                                  <p:stCondLst>
                                    <p:cond delay="600"/>
                                  </p:stCondLst>
                                  <p:childTnLst>
                                    <p:animScale>
                                      <p:cBhvr>
                                        <p:cTn id="109" dur="250" fill="hold"/>
                                        <p:tgtEl>
                                          <p:spTgt spid="38"/>
                                        </p:tgtEl>
                                      </p:cBhvr>
                                      <p:by x="120000" y="120000"/>
                                    </p:animScale>
                                  </p:childTnLst>
                                </p:cTn>
                              </p:par>
                              <p:par>
                                <p:cTn id="110" presetID="6" presetClass="emph" presetSubtype="0" decel="100000" fill="hold" grpId="2" nodeType="withEffect">
                                  <p:stCondLst>
                                    <p:cond delay="800"/>
                                  </p:stCondLst>
                                  <p:childTnLst>
                                    <p:animScale>
                                      <p:cBhvr>
                                        <p:cTn id="111" dur="250" fill="hold"/>
                                        <p:tgtEl>
                                          <p:spTgt spid="38"/>
                                        </p:tgtEl>
                                      </p:cBhvr>
                                      <p:by x="83000" y="83000"/>
                                    </p:animScale>
                                  </p:childTnLst>
                                </p:cTn>
                              </p:par>
                              <p:par>
                                <p:cTn id="112" presetID="53" presetClass="entr" presetSubtype="16" fill="hold" grpId="0" nodeType="withEffect">
                                  <p:stCondLst>
                                    <p:cond delay="500"/>
                                  </p:stCondLst>
                                  <p:childTnLst>
                                    <p:set>
                                      <p:cBhvr>
                                        <p:cTn id="113" dur="1" fill="hold">
                                          <p:stCondLst>
                                            <p:cond delay="0"/>
                                          </p:stCondLst>
                                        </p:cTn>
                                        <p:tgtEl>
                                          <p:spTgt spid="51"/>
                                        </p:tgtEl>
                                        <p:attrNameLst>
                                          <p:attrName>style.visibility</p:attrName>
                                        </p:attrNameLst>
                                      </p:cBhvr>
                                      <p:to>
                                        <p:strVal val="visible"/>
                                      </p:to>
                                    </p:set>
                                    <p:anim calcmode="lin" valueType="num">
                                      <p:cBhvr>
                                        <p:cTn id="114" dur="500" fill="hold"/>
                                        <p:tgtEl>
                                          <p:spTgt spid="51"/>
                                        </p:tgtEl>
                                        <p:attrNameLst>
                                          <p:attrName>ppt_w</p:attrName>
                                        </p:attrNameLst>
                                      </p:cBhvr>
                                      <p:tavLst>
                                        <p:tav tm="0">
                                          <p:val>
                                            <p:fltVal val="0"/>
                                          </p:val>
                                        </p:tav>
                                        <p:tav tm="100000">
                                          <p:val>
                                            <p:strVal val="#ppt_w"/>
                                          </p:val>
                                        </p:tav>
                                      </p:tavLst>
                                    </p:anim>
                                    <p:anim calcmode="lin" valueType="num">
                                      <p:cBhvr>
                                        <p:cTn id="115" dur="500" fill="hold"/>
                                        <p:tgtEl>
                                          <p:spTgt spid="51"/>
                                        </p:tgtEl>
                                        <p:attrNameLst>
                                          <p:attrName>ppt_h</p:attrName>
                                        </p:attrNameLst>
                                      </p:cBhvr>
                                      <p:tavLst>
                                        <p:tav tm="0">
                                          <p:val>
                                            <p:fltVal val="0"/>
                                          </p:val>
                                        </p:tav>
                                        <p:tav tm="100000">
                                          <p:val>
                                            <p:strVal val="#ppt_h"/>
                                          </p:val>
                                        </p:tav>
                                      </p:tavLst>
                                    </p:anim>
                                    <p:animEffect transition="in" filter="fade">
                                      <p:cBhvr>
                                        <p:cTn id="116" dur="500"/>
                                        <p:tgtEl>
                                          <p:spTgt spid="51"/>
                                        </p:tgtEl>
                                      </p:cBhvr>
                                    </p:animEffect>
                                  </p:childTnLst>
                                </p:cTn>
                              </p:par>
                              <p:par>
                                <p:cTn id="117" presetID="63" presetClass="path" presetSubtype="0" accel="50000" decel="50000" fill="hold" grpId="1" nodeType="withEffect">
                                  <p:stCondLst>
                                    <p:cond delay="500"/>
                                  </p:stCondLst>
                                  <p:childTnLst>
                                    <p:animMotion origin="layout" path="M -6.25E-7 -1.85185E-6 L 0.19961 -1.85185E-6 " pathEditMode="relative" rAng="0" ptsTypes="AA">
                                      <p:cBhvr>
                                        <p:cTn id="118" dur="1000" spd="-100000" fill="hold"/>
                                        <p:tgtEl>
                                          <p:spTgt spid="51"/>
                                        </p:tgtEl>
                                        <p:attrNameLst>
                                          <p:attrName>ppt_x</p:attrName>
                                          <p:attrName>ppt_y</p:attrName>
                                        </p:attrNameLst>
                                      </p:cBhvr>
                                      <p:rCtr x="9974" y="0"/>
                                    </p:animMotion>
                                  </p:childTnLst>
                                </p:cTn>
                              </p:par>
                              <p:par>
                                <p:cTn id="119" presetID="53" presetClass="entr" presetSubtype="16" fill="hold" grpId="0" nodeType="withEffect">
                                  <p:stCondLst>
                                    <p:cond delay="1000"/>
                                  </p:stCondLst>
                                  <p:iterate type="lt">
                                    <p:tmPct val="10000"/>
                                  </p:iterate>
                                  <p:childTnLst>
                                    <p:set>
                                      <p:cBhvr>
                                        <p:cTn id="120" dur="1" fill="hold">
                                          <p:stCondLst>
                                            <p:cond delay="0"/>
                                          </p:stCondLst>
                                        </p:cTn>
                                        <p:tgtEl>
                                          <p:spTgt spid="50"/>
                                        </p:tgtEl>
                                        <p:attrNameLst>
                                          <p:attrName>style.visibility</p:attrName>
                                        </p:attrNameLst>
                                      </p:cBhvr>
                                      <p:to>
                                        <p:strVal val="visible"/>
                                      </p:to>
                                    </p:set>
                                    <p:anim calcmode="lin" valueType="num">
                                      <p:cBhvr>
                                        <p:cTn id="121" dur="250" fill="hold"/>
                                        <p:tgtEl>
                                          <p:spTgt spid="50"/>
                                        </p:tgtEl>
                                        <p:attrNameLst>
                                          <p:attrName>ppt_w</p:attrName>
                                        </p:attrNameLst>
                                      </p:cBhvr>
                                      <p:tavLst>
                                        <p:tav tm="0">
                                          <p:val>
                                            <p:fltVal val="0"/>
                                          </p:val>
                                        </p:tav>
                                        <p:tav tm="100000">
                                          <p:val>
                                            <p:strVal val="#ppt_w"/>
                                          </p:val>
                                        </p:tav>
                                      </p:tavLst>
                                    </p:anim>
                                    <p:anim calcmode="lin" valueType="num">
                                      <p:cBhvr>
                                        <p:cTn id="122" dur="250" fill="hold"/>
                                        <p:tgtEl>
                                          <p:spTgt spid="50"/>
                                        </p:tgtEl>
                                        <p:attrNameLst>
                                          <p:attrName>ppt_h</p:attrName>
                                        </p:attrNameLst>
                                      </p:cBhvr>
                                      <p:tavLst>
                                        <p:tav tm="0">
                                          <p:val>
                                            <p:fltVal val="0"/>
                                          </p:val>
                                        </p:tav>
                                        <p:tav tm="100000">
                                          <p:val>
                                            <p:strVal val="#ppt_h"/>
                                          </p:val>
                                        </p:tav>
                                      </p:tavLst>
                                    </p:anim>
                                    <p:animEffect transition="in" filter="fade">
                                      <p:cBhvr>
                                        <p:cTn id="123" dur="250"/>
                                        <p:tgtEl>
                                          <p:spTgt spid="50"/>
                                        </p:tgtEl>
                                      </p:cBhvr>
                                    </p:animEffect>
                                  </p:childTnLst>
                                </p:cTn>
                              </p:par>
                            </p:childTnLst>
                          </p:cTn>
                        </p:par>
                        <p:par>
                          <p:cTn id="124" fill="hold">
                            <p:stCondLst>
                              <p:cond delay="8350"/>
                            </p:stCondLst>
                            <p:childTnLst>
                              <p:par>
                                <p:cTn id="125" presetID="53" presetClass="entr" presetSubtype="16" fill="hold" grpId="0" nodeType="afterEffect">
                                  <p:stCondLst>
                                    <p:cond delay="0"/>
                                  </p:stCondLst>
                                  <p:childTnLst>
                                    <p:set>
                                      <p:cBhvr>
                                        <p:cTn id="126" dur="1" fill="hold">
                                          <p:stCondLst>
                                            <p:cond delay="0"/>
                                          </p:stCondLst>
                                        </p:cTn>
                                        <p:tgtEl>
                                          <p:spTgt spid="43"/>
                                        </p:tgtEl>
                                        <p:attrNameLst>
                                          <p:attrName>style.visibility</p:attrName>
                                        </p:attrNameLst>
                                      </p:cBhvr>
                                      <p:to>
                                        <p:strVal val="visible"/>
                                      </p:to>
                                    </p:set>
                                    <p:anim calcmode="lin" valueType="num">
                                      <p:cBhvr>
                                        <p:cTn id="127" dur="250" fill="hold"/>
                                        <p:tgtEl>
                                          <p:spTgt spid="43"/>
                                        </p:tgtEl>
                                        <p:attrNameLst>
                                          <p:attrName>ppt_w</p:attrName>
                                        </p:attrNameLst>
                                      </p:cBhvr>
                                      <p:tavLst>
                                        <p:tav tm="0">
                                          <p:val>
                                            <p:fltVal val="0"/>
                                          </p:val>
                                        </p:tav>
                                        <p:tav tm="100000">
                                          <p:val>
                                            <p:strVal val="#ppt_w"/>
                                          </p:val>
                                        </p:tav>
                                      </p:tavLst>
                                    </p:anim>
                                    <p:anim calcmode="lin" valueType="num">
                                      <p:cBhvr>
                                        <p:cTn id="128" dur="250" fill="hold"/>
                                        <p:tgtEl>
                                          <p:spTgt spid="43"/>
                                        </p:tgtEl>
                                        <p:attrNameLst>
                                          <p:attrName>ppt_h</p:attrName>
                                        </p:attrNameLst>
                                      </p:cBhvr>
                                      <p:tavLst>
                                        <p:tav tm="0">
                                          <p:val>
                                            <p:fltVal val="0"/>
                                          </p:val>
                                        </p:tav>
                                        <p:tav tm="100000">
                                          <p:val>
                                            <p:strVal val="#ppt_h"/>
                                          </p:val>
                                        </p:tav>
                                      </p:tavLst>
                                    </p:anim>
                                    <p:animEffect transition="in" filter="fade">
                                      <p:cBhvr>
                                        <p:cTn id="129" dur="250"/>
                                        <p:tgtEl>
                                          <p:spTgt spid="43"/>
                                        </p:tgtEl>
                                      </p:cBhvr>
                                    </p:animEffect>
                                  </p:childTnLst>
                                </p:cTn>
                              </p:par>
                              <p:par>
                                <p:cTn id="130" presetID="6" presetClass="emph" presetSubtype="0" decel="100000" fill="hold" grpId="1" nodeType="withEffect">
                                  <p:stCondLst>
                                    <p:cond delay="200"/>
                                  </p:stCondLst>
                                  <p:childTnLst>
                                    <p:animScale>
                                      <p:cBhvr>
                                        <p:cTn id="131" dur="250" fill="hold"/>
                                        <p:tgtEl>
                                          <p:spTgt spid="43"/>
                                        </p:tgtEl>
                                      </p:cBhvr>
                                      <p:by x="120000" y="120000"/>
                                    </p:animScale>
                                  </p:childTnLst>
                                </p:cTn>
                              </p:par>
                              <p:par>
                                <p:cTn id="132" presetID="6" presetClass="emph" presetSubtype="0" decel="100000" fill="hold" grpId="2" nodeType="withEffect">
                                  <p:stCondLst>
                                    <p:cond delay="400"/>
                                  </p:stCondLst>
                                  <p:childTnLst>
                                    <p:animScale>
                                      <p:cBhvr>
                                        <p:cTn id="133" dur="250" fill="hold"/>
                                        <p:tgtEl>
                                          <p:spTgt spid="43"/>
                                        </p:tgtEl>
                                      </p:cBhvr>
                                      <p:by x="83000" y="83000"/>
                                    </p:animScale>
                                  </p:childTnLst>
                                </p:cTn>
                              </p:par>
                              <p:par>
                                <p:cTn id="134" presetID="53" presetClass="entr" presetSubtype="16" fill="hold" grpId="0" nodeType="withEffect">
                                  <p:stCondLst>
                                    <p:cond delay="400"/>
                                  </p:stCondLst>
                                  <p:childTnLst>
                                    <p:set>
                                      <p:cBhvr>
                                        <p:cTn id="135" dur="1" fill="hold">
                                          <p:stCondLst>
                                            <p:cond delay="0"/>
                                          </p:stCondLst>
                                        </p:cTn>
                                        <p:tgtEl>
                                          <p:spTgt spid="44"/>
                                        </p:tgtEl>
                                        <p:attrNameLst>
                                          <p:attrName>style.visibility</p:attrName>
                                        </p:attrNameLst>
                                      </p:cBhvr>
                                      <p:to>
                                        <p:strVal val="visible"/>
                                      </p:to>
                                    </p:set>
                                    <p:anim calcmode="lin" valueType="num">
                                      <p:cBhvr>
                                        <p:cTn id="136" dur="250" fill="hold"/>
                                        <p:tgtEl>
                                          <p:spTgt spid="44"/>
                                        </p:tgtEl>
                                        <p:attrNameLst>
                                          <p:attrName>ppt_w</p:attrName>
                                        </p:attrNameLst>
                                      </p:cBhvr>
                                      <p:tavLst>
                                        <p:tav tm="0">
                                          <p:val>
                                            <p:fltVal val="0"/>
                                          </p:val>
                                        </p:tav>
                                        <p:tav tm="100000">
                                          <p:val>
                                            <p:strVal val="#ppt_w"/>
                                          </p:val>
                                        </p:tav>
                                      </p:tavLst>
                                    </p:anim>
                                    <p:anim calcmode="lin" valueType="num">
                                      <p:cBhvr>
                                        <p:cTn id="137" dur="250" fill="hold"/>
                                        <p:tgtEl>
                                          <p:spTgt spid="44"/>
                                        </p:tgtEl>
                                        <p:attrNameLst>
                                          <p:attrName>ppt_h</p:attrName>
                                        </p:attrNameLst>
                                      </p:cBhvr>
                                      <p:tavLst>
                                        <p:tav tm="0">
                                          <p:val>
                                            <p:fltVal val="0"/>
                                          </p:val>
                                        </p:tav>
                                        <p:tav tm="100000">
                                          <p:val>
                                            <p:strVal val="#ppt_h"/>
                                          </p:val>
                                        </p:tav>
                                      </p:tavLst>
                                    </p:anim>
                                    <p:animEffect transition="in" filter="fade">
                                      <p:cBhvr>
                                        <p:cTn id="138" dur="250"/>
                                        <p:tgtEl>
                                          <p:spTgt spid="44"/>
                                        </p:tgtEl>
                                      </p:cBhvr>
                                    </p:animEffect>
                                  </p:childTnLst>
                                </p:cTn>
                              </p:par>
                              <p:par>
                                <p:cTn id="139" presetID="6" presetClass="emph" presetSubtype="0" decel="100000" fill="hold" grpId="1" nodeType="withEffect">
                                  <p:stCondLst>
                                    <p:cond delay="600"/>
                                  </p:stCondLst>
                                  <p:childTnLst>
                                    <p:animScale>
                                      <p:cBhvr>
                                        <p:cTn id="140" dur="250" fill="hold"/>
                                        <p:tgtEl>
                                          <p:spTgt spid="44"/>
                                        </p:tgtEl>
                                      </p:cBhvr>
                                      <p:by x="120000" y="120000"/>
                                    </p:animScale>
                                  </p:childTnLst>
                                </p:cTn>
                              </p:par>
                              <p:par>
                                <p:cTn id="141" presetID="6" presetClass="emph" presetSubtype="0" decel="100000" fill="hold" grpId="2" nodeType="withEffect">
                                  <p:stCondLst>
                                    <p:cond delay="800"/>
                                  </p:stCondLst>
                                  <p:childTnLst>
                                    <p:animScale>
                                      <p:cBhvr>
                                        <p:cTn id="142" dur="250" fill="hold"/>
                                        <p:tgtEl>
                                          <p:spTgt spid="44"/>
                                        </p:tgtEl>
                                      </p:cBhvr>
                                      <p:by x="83000" y="83000"/>
                                    </p:animScale>
                                  </p:childTnLst>
                                </p:cTn>
                              </p:par>
                              <p:par>
                                <p:cTn id="143" presetID="53" presetClass="entr" presetSubtype="16" fill="hold" grpId="0" nodeType="withEffect">
                                  <p:stCondLst>
                                    <p:cond delay="500"/>
                                  </p:stCondLst>
                                  <p:childTnLst>
                                    <p:set>
                                      <p:cBhvr>
                                        <p:cTn id="144" dur="1" fill="hold">
                                          <p:stCondLst>
                                            <p:cond delay="0"/>
                                          </p:stCondLst>
                                        </p:cTn>
                                        <p:tgtEl>
                                          <p:spTgt spid="49"/>
                                        </p:tgtEl>
                                        <p:attrNameLst>
                                          <p:attrName>style.visibility</p:attrName>
                                        </p:attrNameLst>
                                      </p:cBhvr>
                                      <p:to>
                                        <p:strVal val="visible"/>
                                      </p:to>
                                    </p:set>
                                    <p:anim calcmode="lin" valueType="num">
                                      <p:cBhvr>
                                        <p:cTn id="145" dur="500" fill="hold"/>
                                        <p:tgtEl>
                                          <p:spTgt spid="49"/>
                                        </p:tgtEl>
                                        <p:attrNameLst>
                                          <p:attrName>ppt_w</p:attrName>
                                        </p:attrNameLst>
                                      </p:cBhvr>
                                      <p:tavLst>
                                        <p:tav tm="0">
                                          <p:val>
                                            <p:fltVal val="0"/>
                                          </p:val>
                                        </p:tav>
                                        <p:tav tm="100000">
                                          <p:val>
                                            <p:strVal val="#ppt_w"/>
                                          </p:val>
                                        </p:tav>
                                      </p:tavLst>
                                    </p:anim>
                                    <p:anim calcmode="lin" valueType="num">
                                      <p:cBhvr>
                                        <p:cTn id="146" dur="500" fill="hold"/>
                                        <p:tgtEl>
                                          <p:spTgt spid="49"/>
                                        </p:tgtEl>
                                        <p:attrNameLst>
                                          <p:attrName>ppt_h</p:attrName>
                                        </p:attrNameLst>
                                      </p:cBhvr>
                                      <p:tavLst>
                                        <p:tav tm="0">
                                          <p:val>
                                            <p:fltVal val="0"/>
                                          </p:val>
                                        </p:tav>
                                        <p:tav tm="100000">
                                          <p:val>
                                            <p:strVal val="#ppt_h"/>
                                          </p:val>
                                        </p:tav>
                                      </p:tavLst>
                                    </p:anim>
                                    <p:animEffect transition="in" filter="fade">
                                      <p:cBhvr>
                                        <p:cTn id="147" dur="500"/>
                                        <p:tgtEl>
                                          <p:spTgt spid="49"/>
                                        </p:tgtEl>
                                      </p:cBhvr>
                                    </p:animEffect>
                                  </p:childTnLst>
                                </p:cTn>
                              </p:par>
                              <p:par>
                                <p:cTn id="148" presetID="35" presetClass="path" presetSubtype="0" accel="50000" decel="50000" fill="hold" grpId="1" nodeType="withEffect">
                                  <p:stCondLst>
                                    <p:cond delay="500"/>
                                  </p:stCondLst>
                                  <p:childTnLst>
                                    <p:animMotion origin="layout" path="M -2.70833E-6 -1.85185E-6 L -0.20189 -1.85185E-6 " pathEditMode="relative" rAng="0" ptsTypes="AA">
                                      <p:cBhvr>
                                        <p:cTn id="149" dur="1000" spd="-100000" fill="hold"/>
                                        <p:tgtEl>
                                          <p:spTgt spid="49"/>
                                        </p:tgtEl>
                                        <p:attrNameLst>
                                          <p:attrName>ppt_x</p:attrName>
                                          <p:attrName>ppt_y</p:attrName>
                                        </p:attrNameLst>
                                      </p:cBhvr>
                                      <p:rCtr x="-10091" y="0"/>
                                    </p:animMotion>
                                  </p:childTnLst>
                                </p:cTn>
                              </p:par>
                              <p:par>
                                <p:cTn id="150" presetID="53" presetClass="entr" presetSubtype="16" fill="hold" grpId="0" nodeType="withEffect">
                                  <p:stCondLst>
                                    <p:cond delay="1000"/>
                                  </p:stCondLst>
                                  <p:iterate type="lt">
                                    <p:tmPct val="10000"/>
                                  </p:iterate>
                                  <p:childTnLst>
                                    <p:set>
                                      <p:cBhvr>
                                        <p:cTn id="151" dur="1" fill="hold">
                                          <p:stCondLst>
                                            <p:cond delay="0"/>
                                          </p:stCondLst>
                                        </p:cTn>
                                        <p:tgtEl>
                                          <p:spTgt spid="48"/>
                                        </p:tgtEl>
                                        <p:attrNameLst>
                                          <p:attrName>style.visibility</p:attrName>
                                        </p:attrNameLst>
                                      </p:cBhvr>
                                      <p:to>
                                        <p:strVal val="visible"/>
                                      </p:to>
                                    </p:set>
                                    <p:anim calcmode="lin" valueType="num">
                                      <p:cBhvr>
                                        <p:cTn id="152" dur="250" fill="hold"/>
                                        <p:tgtEl>
                                          <p:spTgt spid="48"/>
                                        </p:tgtEl>
                                        <p:attrNameLst>
                                          <p:attrName>ppt_w</p:attrName>
                                        </p:attrNameLst>
                                      </p:cBhvr>
                                      <p:tavLst>
                                        <p:tav tm="0">
                                          <p:val>
                                            <p:fltVal val="0"/>
                                          </p:val>
                                        </p:tav>
                                        <p:tav tm="100000">
                                          <p:val>
                                            <p:strVal val="#ppt_w"/>
                                          </p:val>
                                        </p:tav>
                                      </p:tavLst>
                                    </p:anim>
                                    <p:anim calcmode="lin" valueType="num">
                                      <p:cBhvr>
                                        <p:cTn id="153" dur="250" fill="hold"/>
                                        <p:tgtEl>
                                          <p:spTgt spid="48"/>
                                        </p:tgtEl>
                                        <p:attrNameLst>
                                          <p:attrName>ppt_h</p:attrName>
                                        </p:attrNameLst>
                                      </p:cBhvr>
                                      <p:tavLst>
                                        <p:tav tm="0">
                                          <p:val>
                                            <p:fltVal val="0"/>
                                          </p:val>
                                        </p:tav>
                                        <p:tav tm="100000">
                                          <p:val>
                                            <p:strVal val="#ppt_h"/>
                                          </p:val>
                                        </p:tav>
                                      </p:tavLst>
                                    </p:anim>
                                    <p:animEffect transition="in" filter="fade">
                                      <p:cBhvr>
                                        <p:cTn id="154" dur="250"/>
                                        <p:tgtEl>
                                          <p:spTgt spid="48"/>
                                        </p:tgtEl>
                                      </p:cBhvr>
                                    </p:animEffect>
                                  </p:childTnLst>
                                </p:cTn>
                              </p:par>
                            </p:childTnLst>
                          </p:cTn>
                        </p:par>
                        <p:par>
                          <p:cTn id="155" fill="hold">
                            <p:stCondLst>
                              <p:cond delay="10900"/>
                            </p:stCondLst>
                            <p:childTnLst>
                              <p:par>
                                <p:cTn id="156" presetID="53" presetClass="entr" presetSubtype="16"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 calcmode="lin" valueType="num">
                                      <p:cBhvr>
                                        <p:cTn id="158" dur="250" fill="hold"/>
                                        <p:tgtEl>
                                          <p:spTgt spid="41"/>
                                        </p:tgtEl>
                                        <p:attrNameLst>
                                          <p:attrName>ppt_w</p:attrName>
                                        </p:attrNameLst>
                                      </p:cBhvr>
                                      <p:tavLst>
                                        <p:tav tm="0">
                                          <p:val>
                                            <p:fltVal val="0"/>
                                          </p:val>
                                        </p:tav>
                                        <p:tav tm="100000">
                                          <p:val>
                                            <p:strVal val="#ppt_w"/>
                                          </p:val>
                                        </p:tav>
                                      </p:tavLst>
                                    </p:anim>
                                    <p:anim calcmode="lin" valueType="num">
                                      <p:cBhvr>
                                        <p:cTn id="159" dur="250" fill="hold"/>
                                        <p:tgtEl>
                                          <p:spTgt spid="41"/>
                                        </p:tgtEl>
                                        <p:attrNameLst>
                                          <p:attrName>ppt_h</p:attrName>
                                        </p:attrNameLst>
                                      </p:cBhvr>
                                      <p:tavLst>
                                        <p:tav tm="0">
                                          <p:val>
                                            <p:fltVal val="0"/>
                                          </p:val>
                                        </p:tav>
                                        <p:tav tm="100000">
                                          <p:val>
                                            <p:strVal val="#ppt_h"/>
                                          </p:val>
                                        </p:tav>
                                      </p:tavLst>
                                    </p:anim>
                                    <p:animEffect transition="in" filter="fade">
                                      <p:cBhvr>
                                        <p:cTn id="160" dur="250"/>
                                        <p:tgtEl>
                                          <p:spTgt spid="41"/>
                                        </p:tgtEl>
                                      </p:cBhvr>
                                    </p:animEffect>
                                  </p:childTnLst>
                                </p:cTn>
                              </p:par>
                              <p:par>
                                <p:cTn id="161" presetID="6" presetClass="emph" presetSubtype="0" decel="100000" fill="hold" grpId="1" nodeType="withEffect">
                                  <p:stCondLst>
                                    <p:cond delay="200"/>
                                  </p:stCondLst>
                                  <p:childTnLst>
                                    <p:animScale>
                                      <p:cBhvr>
                                        <p:cTn id="162" dur="250" fill="hold"/>
                                        <p:tgtEl>
                                          <p:spTgt spid="41"/>
                                        </p:tgtEl>
                                      </p:cBhvr>
                                      <p:by x="120000" y="120000"/>
                                    </p:animScale>
                                  </p:childTnLst>
                                </p:cTn>
                              </p:par>
                              <p:par>
                                <p:cTn id="163" presetID="6" presetClass="emph" presetSubtype="0" decel="100000" fill="hold" grpId="2" nodeType="withEffect">
                                  <p:stCondLst>
                                    <p:cond delay="400"/>
                                  </p:stCondLst>
                                  <p:childTnLst>
                                    <p:animScale>
                                      <p:cBhvr>
                                        <p:cTn id="164" dur="250" fill="hold"/>
                                        <p:tgtEl>
                                          <p:spTgt spid="41"/>
                                        </p:tgtEl>
                                      </p:cBhvr>
                                      <p:by x="83000" y="83000"/>
                                    </p:animScale>
                                  </p:childTnLst>
                                </p:cTn>
                              </p:par>
                              <p:par>
                                <p:cTn id="165" presetID="53" presetClass="entr" presetSubtype="16" fill="hold" grpId="0" nodeType="withEffect">
                                  <p:stCondLst>
                                    <p:cond delay="400"/>
                                  </p:stCondLst>
                                  <p:childTnLst>
                                    <p:set>
                                      <p:cBhvr>
                                        <p:cTn id="166" dur="1" fill="hold">
                                          <p:stCondLst>
                                            <p:cond delay="0"/>
                                          </p:stCondLst>
                                        </p:cTn>
                                        <p:tgtEl>
                                          <p:spTgt spid="42"/>
                                        </p:tgtEl>
                                        <p:attrNameLst>
                                          <p:attrName>style.visibility</p:attrName>
                                        </p:attrNameLst>
                                      </p:cBhvr>
                                      <p:to>
                                        <p:strVal val="visible"/>
                                      </p:to>
                                    </p:set>
                                    <p:anim calcmode="lin" valueType="num">
                                      <p:cBhvr>
                                        <p:cTn id="167" dur="250" fill="hold"/>
                                        <p:tgtEl>
                                          <p:spTgt spid="42"/>
                                        </p:tgtEl>
                                        <p:attrNameLst>
                                          <p:attrName>ppt_w</p:attrName>
                                        </p:attrNameLst>
                                      </p:cBhvr>
                                      <p:tavLst>
                                        <p:tav tm="0">
                                          <p:val>
                                            <p:fltVal val="0"/>
                                          </p:val>
                                        </p:tav>
                                        <p:tav tm="100000">
                                          <p:val>
                                            <p:strVal val="#ppt_w"/>
                                          </p:val>
                                        </p:tav>
                                      </p:tavLst>
                                    </p:anim>
                                    <p:anim calcmode="lin" valueType="num">
                                      <p:cBhvr>
                                        <p:cTn id="168" dur="250" fill="hold"/>
                                        <p:tgtEl>
                                          <p:spTgt spid="42"/>
                                        </p:tgtEl>
                                        <p:attrNameLst>
                                          <p:attrName>ppt_h</p:attrName>
                                        </p:attrNameLst>
                                      </p:cBhvr>
                                      <p:tavLst>
                                        <p:tav tm="0">
                                          <p:val>
                                            <p:fltVal val="0"/>
                                          </p:val>
                                        </p:tav>
                                        <p:tav tm="100000">
                                          <p:val>
                                            <p:strVal val="#ppt_h"/>
                                          </p:val>
                                        </p:tav>
                                      </p:tavLst>
                                    </p:anim>
                                    <p:animEffect transition="in" filter="fade">
                                      <p:cBhvr>
                                        <p:cTn id="169" dur="250"/>
                                        <p:tgtEl>
                                          <p:spTgt spid="42"/>
                                        </p:tgtEl>
                                      </p:cBhvr>
                                    </p:animEffect>
                                  </p:childTnLst>
                                </p:cTn>
                              </p:par>
                              <p:par>
                                <p:cTn id="170" presetID="6" presetClass="emph" presetSubtype="0" decel="100000" fill="hold" grpId="1" nodeType="withEffect">
                                  <p:stCondLst>
                                    <p:cond delay="600"/>
                                  </p:stCondLst>
                                  <p:childTnLst>
                                    <p:animScale>
                                      <p:cBhvr>
                                        <p:cTn id="171" dur="250" fill="hold"/>
                                        <p:tgtEl>
                                          <p:spTgt spid="42"/>
                                        </p:tgtEl>
                                      </p:cBhvr>
                                      <p:by x="120000" y="120000"/>
                                    </p:animScale>
                                  </p:childTnLst>
                                </p:cTn>
                              </p:par>
                              <p:par>
                                <p:cTn id="172" presetID="6" presetClass="emph" presetSubtype="0" decel="100000" fill="hold" grpId="2" nodeType="withEffect">
                                  <p:stCondLst>
                                    <p:cond delay="800"/>
                                  </p:stCondLst>
                                  <p:childTnLst>
                                    <p:animScale>
                                      <p:cBhvr>
                                        <p:cTn id="173" dur="250" fill="hold"/>
                                        <p:tgtEl>
                                          <p:spTgt spid="42"/>
                                        </p:tgtEl>
                                      </p:cBhvr>
                                      <p:by x="83000" y="83000"/>
                                    </p:animScale>
                                  </p:childTnLst>
                                </p:cTn>
                              </p:par>
                              <p:par>
                                <p:cTn id="174" presetID="53" presetClass="entr" presetSubtype="16" fill="hold" grpId="0" nodeType="withEffect">
                                  <p:stCondLst>
                                    <p:cond delay="500"/>
                                  </p:stCondLst>
                                  <p:childTnLst>
                                    <p:set>
                                      <p:cBhvr>
                                        <p:cTn id="175" dur="1" fill="hold">
                                          <p:stCondLst>
                                            <p:cond delay="0"/>
                                          </p:stCondLst>
                                        </p:cTn>
                                        <p:tgtEl>
                                          <p:spTgt spid="53"/>
                                        </p:tgtEl>
                                        <p:attrNameLst>
                                          <p:attrName>style.visibility</p:attrName>
                                        </p:attrNameLst>
                                      </p:cBhvr>
                                      <p:to>
                                        <p:strVal val="visible"/>
                                      </p:to>
                                    </p:set>
                                    <p:anim calcmode="lin" valueType="num">
                                      <p:cBhvr>
                                        <p:cTn id="176" dur="500" fill="hold"/>
                                        <p:tgtEl>
                                          <p:spTgt spid="53"/>
                                        </p:tgtEl>
                                        <p:attrNameLst>
                                          <p:attrName>ppt_w</p:attrName>
                                        </p:attrNameLst>
                                      </p:cBhvr>
                                      <p:tavLst>
                                        <p:tav tm="0">
                                          <p:val>
                                            <p:fltVal val="0"/>
                                          </p:val>
                                        </p:tav>
                                        <p:tav tm="100000">
                                          <p:val>
                                            <p:strVal val="#ppt_w"/>
                                          </p:val>
                                        </p:tav>
                                      </p:tavLst>
                                    </p:anim>
                                    <p:anim calcmode="lin" valueType="num">
                                      <p:cBhvr>
                                        <p:cTn id="177" dur="500" fill="hold"/>
                                        <p:tgtEl>
                                          <p:spTgt spid="53"/>
                                        </p:tgtEl>
                                        <p:attrNameLst>
                                          <p:attrName>ppt_h</p:attrName>
                                        </p:attrNameLst>
                                      </p:cBhvr>
                                      <p:tavLst>
                                        <p:tav tm="0">
                                          <p:val>
                                            <p:fltVal val="0"/>
                                          </p:val>
                                        </p:tav>
                                        <p:tav tm="100000">
                                          <p:val>
                                            <p:strVal val="#ppt_h"/>
                                          </p:val>
                                        </p:tav>
                                      </p:tavLst>
                                    </p:anim>
                                    <p:animEffect transition="in" filter="fade">
                                      <p:cBhvr>
                                        <p:cTn id="178" dur="500"/>
                                        <p:tgtEl>
                                          <p:spTgt spid="53"/>
                                        </p:tgtEl>
                                      </p:cBhvr>
                                    </p:animEffect>
                                  </p:childTnLst>
                                </p:cTn>
                              </p:par>
                              <p:par>
                                <p:cTn id="179" presetID="63" presetClass="path" presetSubtype="0" accel="50000" decel="50000" fill="hold" grpId="1" nodeType="withEffect">
                                  <p:stCondLst>
                                    <p:cond delay="500"/>
                                  </p:stCondLst>
                                  <p:childTnLst>
                                    <p:animMotion origin="layout" path="M -6.25E-7 -1.85185E-6 L 0.19961 -1.85185E-6 " pathEditMode="relative" rAng="0" ptsTypes="AA">
                                      <p:cBhvr>
                                        <p:cTn id="180" dur="1000" spd="-100000" fill="hold"/>
                                        <p:tgtEl>
                                          <p:spTgt spid="53"/>
                                        </p:tgtEl>
                                        <p:attrNameLst>
                                          <p:attrName>ppt_x</p:attrName>
                                          <p:attrName>ppt_y</p:attrName>
                                        </p:attrNameLst>
                                      </p:cBhvr>
                                      <p:rCtr x="9974" y="0"/>
                                    </p:animMotion>
                                  </p:childTnLst>
                                </p:cTn>
                              </p:par>
                              <p:par>
                                <p:cTn id="181" presetID="53" presetClass="entr" presetSubtype="16" fill="hold" grpId="0" nodeType="withEffect">
                                  <p:stCondLst>
                                    <p:cond delay="1000"/>
                                  </p:stCondLst>
                                  <p:iterate type="lt">
                                    <p:tmPct val="10000"/>
                                  </p:iterate>
                                  <p:childTnLst>
                                    <p:set>
                                      <p:cBhvr>
                                        <p:cTn id="182" dur="1" fill="hold">
                                          <p:stCondLst>
                                            <p:cond delay="0"/>
                                          </p:stCondLst>
                                        </p:cTn>
                                        <p:tgtEl>
                                          <p:spTgt spid="52"/>
                                        </p:tgtEl>
                                        <p:attrNameLst>
                                          <p:attrName>style.visibility</p:attrName>
                                        </p:attrNameLst>
                                      </p:cBhvr>
                                      <p:to>
                                        <p:strVal val="visible"/>
                                      </p:to>
                                    </p:set>
                                    <p:anim calcmode="lin" valueType="num">
                                      <p:cBhvr>
                                        <p:cTn id="183" dur="250" fill="hold"/>
                                        <p:tgtEl>
                                          <p:spTgt spid="52"/>
                                        </p:tgtEl>
                                        <p:attrNameLst>
                                          <p:attrName>ppt_w</p:attrName>
                                        </p:attrNameLst>
                                      </p:cBhvr>
                                      <p:tavLst>
                                        <p:tav tm="0">
                                          <p:val>
                                            <p:fltVal val="0"/>
                                          </p:val>
                                        </p:tav>
                                        <p:tav tm="100000">
                                          <p:val>
                                            <p:strVal val="#ppt_w"/>
                                          </p:val>
                                        </p:tav>
                                      </p:tavLst>
                                    </p:anim>
                                    <p:anim calcmode="lin" valueType="num">
                                      <p:cBhvr>
                                        <p:cTn id="184" dur="250" fill="hold"/>
                                        <p:tgtEl>
                                          <p:spTgt spid="52"/>
                                        </p:tgtEl>
                                        <p:attrNameLst>
                                          <p:attrName>ppt_h</p:attrName>
                                        </p:attrNameLst>
                                      </p:cBhvr>
                                      <p:tavLst>
                                        <p:tav tm="0">
                                          <p:val>
                                            <p:fltVal val="0"/>
                                          </p:val>
                                        </p:tav>
                                        <p:tav tm="100000">
                                          <p:val>
                                            <p:strVal val="#ppt_h"/>
                                          </p:val>
                                        </p:tav>
                                      </p:tavLst>
                                    </p:anim>
                                    <p:animEffect transition="in" filter="fade">
                                      <p:cBhvr>
                                        <p:cTn id="185" dur="2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1" grpId="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7" grpId="2" animBg="1"/>
      <p:bldP spid="38" grpId="0"/>
      <p:bldP spid="38" grpId="1"/>
      <p:bldP spid="38" grpId="2"/>
      <p:bldP spid="39" grpId="0" animBg="1"/>
      <p:bldP spid="39" grpId="1" animBg="1"/>
      <p:bldP spid="39" grpId="2" animBg="1"/>
      <p:bldP spid="40" grpId="0"/>
      <p:bldP spid="40" grpId="1"/>
      <p:bldP spid="40" grpId="2"/>
      <p:bldP spid="41" grpId="0" animBg="1"/>
      <p:bldP spid="41" grpId="1" animBg="1"/>
      <p:bldP spid="41" grpId="2" animBg="1"/>
      <p:bldP spid="42" grpId="0"/>
      <p:bldP spid="42" grpId="1"/>
      <p:bldP spid="42" grpId="2"/>
      <p:bldP spid="43" grpId="0" animBg="1"/>
      <p:bldP spid="43" grpId="1" animBg="1"/>
      <p:bldP spid="43" grpId="2" animBg="1"/>
      <p:bldP spid="44" grpId="0"/>
      <p:bldP spid="44" grpId="1"/>
      <p:bldP spid="44" grpId="2"/>
      <p:bldP spid="45" grpId="0"/>
      <p:bldP spid="45" grpId="1"/>
      <p:bldP spid="46" grpId="0"/>
      <p:bldP spid="47" grpId="0"/>
      <p:bldP spid="47" grpId="1"/>
      <p:bldP spid="48" grpId="0"/>
      <p:bldP spid="49" grpId="0"/>
      <p:bldP spid="49" grpId="1"/>
      <p:bldP spid="50" grpId="0"/>
      <p:bldP spid="51" grpId="0"/>
      <p:bldP spid="51" grpId="1"/>
      <p:bldP spid="52" grpId="0"/>
      <p:bldP spid="53" grpId="0"/>
      <p:bldP spid="53"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450633" y="228814"/>
            <a:ext cx="720000" cy="720000"/>
            <a:chOff x="450633" y="228814"/>
            <a:chExt cx="720000" cy="720000"/>
          </a:xfrm>
        </p:grpSpPr>
        <p:sp>
          <p:nvSpPr>
            <p:cNvPr id="36" name="椭圆 35"/>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7"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8" name="文本框 37"/>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团队成员介绍</a:t>
            </a:r>
          </a:p>
        </p:txBody>
      </p:sp>
      <p:cxnSp>
        <p:nvCxnSpPr>
          <p:cNvPr id="39" name="直接连接符 38"/>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40" name="圆角矩形 39"/>
          <p:cNvSpPr>
            <a:spLocks noChangeAspect="1"/>
          </p:cNvSpPr>
          <p:nvPr/>
        </p:nvSpPr>
        <p:spPr>
          <a:xfrm>
            <a:off x="1406991" y="1715161"/>
            <a:ext cx="1929796" cy="4000462"/>
          </a:xfrm>
          <a:prstGeom prst="roundRect">
            <a:avLst>
              <a:gd name="adj" fmla="val 50000"/>
            </a:avLst>
          </a:prstGeom>
          <a:gradFill flip="none" rotWithShape="1">
            <a:gsLst>
              <a:gs pos="0">
                <a:srgbClr val="FFFFFF"/>
              </a:gs>
              <a:gs pos="100000">
                <a:srgbClr val="FFFFFF">
                  <a:lumMod val="85000"/>
                </a:srgbClr>
              </a:gs>
            </a:gsLst>
            <a:lin ang="13500000" scaled="1"/>
            <a:tileRect/>
          </a:gradFill>
          <a:ln w="38100" cap="flat" cmpd="sng" algn="ctr">
            <a:gradFill flip="none" rotWithShape="1">
              <a:gsLst>
                <a:gs pos="0">
                  <a:srgbClr val="FFFFFF">
                    <a:lumMod val="100000"/>
                  </a:srgbClr>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41" name="同心圆 40"/>
          <p:cNvSpPr>
            <a:spLocks noChangeAspect="1"/>
          </p:cNvSpPr>
          <p:nvPr/>
        </p:nvSpPr>
        <p:spPr>
          <a:xfrm>
            <a:off x="1642062" y="1919706"/>
            <a:ext cx="1459654" cy="1459654"/>
          </a:xfrm>
          <a:prstGeom prst="donut">
            <a:avLst>
              <a:gd name="adj" fmla="val 2690"/>
            </a:avLst>
          </a:prstGeom>
          <a:solidFill>
            <a:srgbClr val="17406D"/>
          </a:solidFill>
          <a:ln w="31750" cap="flat" cmpd="sng" algn="ctr">
            <a:noFill/>
            <a:prstDash val="solid"/>
            <a:miter lim="800000"/>
          </a:ln>
          <a:effectLst>
            <a:innerShdw blurRad="25400" dist="25400" dir="13500000">
              <a:prstClr val="black">
                <a:alpha val="6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宋体" panose="02010600030101010101" pitchFamily="2" charset="-122"/>
              <a:ea typeface="宋体" panose="02010600030101010101" pitchFamily="2" charset="-122"/>
            </a:endParaRPr>
          </a:p>
        </p:txBody>
      </p:sp>
      <p:sp>
        <p:nvSpPr>
          <p:cNvPr id="42" name="圆角矩形 41"/>
          <p:cNvSpPr>
            <a:spLocks noChangeAspect="1"/>
          </p:cNvSpPr>
          <p:nvPr/>
        </p:nvSpPr>
        <p:spPr>
          <a:xfrm>
            <a:off x="3889732" y="1715161"/>
            <a:ext cx="1929796" cy="4000462"/>
          </a:xfrm>
          <a:prstGeom prst="roundRect">
            <a:avLst>
              <a:gd name="adj" fmla="val 50000"/>
            </a:avLst>
          </a:prstGeom>
          <a:gradFill flip="none" rotWithShape="1">
            <a:gsLst>
              <a:gs pos="0">
                <a:srgbClr val="FFFFFF"/>
              </a:gs>
              <a:gs pos="100000">
                <a:srgbClr val="FFFFFF">
                  <a:lumMod val="85000"/>
                </a:srgbClr>
              </a:gs>
            </a:gsLst>
            <a:lin ang="13500000" scaled="1"/>
            <a:tileRect/>
          </a:gradFill>
          <a:ln w="38100" cap="flat" cmpd="sng" algn="ctr">
            <a:gradFill flip="none" rotWithShape="1">
              <a:gsLst>
                <a:gs pos="0">
                  <a:srgbClr val="FFFFFF">
                    <a:lumMod val="100000"/>
                  </a:srgbClr>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43" name="同心圆 42"/>
          <p:cNvSpPr>
            <a:spLocks noChangeAspect="1"/>
          </p:cNvSpPr>
          <p:nvPr/>
        </p:nvSpPr>
        <p:spPr>
          <a:xfrm>
            <a:off x="4124803" y="1919706"/>
            <a:ext cx="1459654" cy="1459654"/>
          </a:xfrm>
          <a:prstGeom prst="donut">
            <a:avLst>
              <a:gd name="adj" fmla="val 2690"/>
            </a:avLst>
          </a:prstGeom>
          <a:solidFill>
            <a:srgbClr val="C00000"/>
          </a:solidFill>
          <a:ln w="31750" cap="flat" cmpd="sng" algn="ctr">
            <a:noFill/>
            <a:prstDash val="solid"/>
            <a:miter lim="800000"/>
          </a:ln>
          <a:effectLst>
            <a:innerShdw blurRad="25400" dist="25400" dir="13500000">
              <a:prstClr val="black">
                <a:alpha val="6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宋体" panose="02010600030101010101" pitchFamily="2" charset="-122"/>
              <a:ea typeface="宋体" panose="02010600030101010101" pitchFamily="2" charset="-122"/>
            </a:endParaRPr>
          </a:p>
        </p:txBody>
      </p:sp>
      <p:sp>
        <p:nvSpPr>
          <p:cNvPr id="44" name="圆角矩形 43"/>
          <p:cNvSpPr>
            <a:spLocks noChangeAspect="1"/>
          </p:cNvSpPr>
          <p:nvPr/>
        </p:nvSpPr>
        <p:spPr>
          <a:xfrm>
            <a:off x="6372473" y="1715161"/>
            <a:ext cx="1929796" cy="4000462"/>
          </a:xfrm>
          <a:prstGeom prst="roundRect">
            <a:avLst>
              <a:gd name="adj" fmla="val 50000"/>
            </a:avLst>
          </a:prstGeom>
          <a:gradFill flip="none" rotWithShape="1">
            <a:gsLst>
              <a:gs pos="0">
                <a:srgbClr val="FFFFFF"/>
              </a:gs>
              <a:gs pos="100000">
                <a:srgbClr val="FFFFFF">
                  <a:lumMod val="85000"/>
                </a:srgbClr>
              </a:gs>
            </a:gsLst>
            <a:lin ang="13500000" scaled="1"/>
            <a:tileRect/>
          </a:gradFill>
          <a:ln w="38100" cap="flat" cmpd="sng" algn="ctr">
            <a:gradFill flip="none" rotWithShape="1">
              <a:gsLst>
                <a:gs pos="0">
                  <a:srgbClr val="FFFFFF">
                    <a:lumMod val="100000"/>
                  </a:srgbClr>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45" name="同心圆 44"/>
          <p:cNvSpPr>
            <a:spLocks noChangeAspect="1"/>
          </p:cNvSpPr>
          <p:nvPr/>
        </p:nvSpPr>
        <p:spPr>
          <a:xfrm>
            <a:off x="6607544" y="1919706"/>
            <a:ext cx="1459654" cy="1459654"/>
          </a:xfrm>
          <a:prstGeom prst="donut">
            <a:avLst>
              <a:gd name="adj" fmla="val 2690"/>
            </a:avLst>
          </a:prstGeom>
          <a:solidFill>
            <a:srgbClr val="17406D"/>
          </a:solidFill>
          <a:ln w="31750" cap="flat" cmpd="sng" algn="ctr">
            <a:noFill/>
            <a:prstDash val="solid"/>
            <a:miter lim="800000"/>
          </a:ln>
          <a:effectLst>
            <a:innerShdw blurRad="25400" dist="25400" dir="13500000">
              <a:prstClr val="black">
                <a:alpha val="6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宋体" panose="02010600030101010101" pitchFamily="2" charset="-122"/>
              <a:ea typeface="宋体" panose="02010600030101010101" pitchFamily="2" charset="-122"/>
            </a:endParaRPr>
          </a:p>
        </p:txBody>
      </p:sp>
      <p:sp>
        <p:nvSpPr>
          <p:cNvPr id="46" name="圆角矩形 45"/>
          <p:cNvSpPr>
            <a:spLocks noChangeAspect="1"/>
          </p:cNvSpPr>
          <p:nvPr/>
        </p:nvSpPr>
        <p:spPr>
          <a:xfrm>
            <a:off x="8855213" y="1715161"/>
            <a:ext cx="1929796" cy="4000462"/>
          </a:xfrm>
          <a:prstGeom prst="roundRect">
            <a:avLst>
              <a:gd name="adj" fmla="val 50000"/>
            </a:avLst>
          </a:prstGeom>
          <a:gradFill flip="none" rotWithShape="1">
            <a:gsLst>
              <a:gs pos="0">
                <a:srgbClr val="FFFFFF"/>
              </a:gs>
              <a:gs pos="100000">
                <a:srgbClr val="FFFFFF">
                  <a:lumMod val="85000"/>
                </a:srgbClr>
              </a:gs>
            </a:gsLst>
            <a:lin ang="13500000" scaled="1"/>
            <a:tileRect/>
          </a:gradFill>
          <a:ln w="38100" cap="flat" cmpd="sng" algn="ctr">
            <a:gradFill flip="none" rotWithShape="1">
              <a:gsLst>
                <a:gs pos="0">
                  <a:srgbClr val="FFFFFF">
                    <a:lumMod val="100000"/>
                  </a:srgbClr>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47" name="同心圆 46"/>
          <p:cNvSpPr>
            <a:spLocks noChangeAspect="1"/>
          </p:cNvSpPr>
          <p:nvPr/>
        </p:nvSpPr>
        <p:spPr>
          <a:xfrm>
            <a:off x="9090284" y="1919706"/>
            <a:ext cx="1459654" cy="1459654"/>
          </a:xfrm>
          <a:prstGeom prst="donut">
            <a:avLst>
              <a:gd name="adj" fmla="val 2690"/>
            </a:avLst>
          </a:prstGeom>
          <a:solidFill>
            <a:srgbClr val="C00000"/>
          </a:solidFill>
          <a:ln w="31750" cap="flat" cmpd="sng" algn="ctr">
            <a:noFill/>
            <a:prstDash val="solid"/>
            <a:miter lim="800000"/>
          </a:ln>
          <a:effectLst>
            <a:innerShdw blurRad="25400" dist="25400" dir="13500000">
              <a:prstClr val="black">
                <a:alpha val="6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宋体" panose="02010600030101010101" pitchFamily="2" charset="-122"/>
              <a:ea typeface="宋体" panose="02010600030101010101" pitchFamily="2" charset="-122"/>
            </a:endParaRPr>
          </a:p>
        </p:txBody>
      </p:sp>
      <p:pic>
        <p:nvPicPr>
          <p:cNvPr id="48" name="图片占位符 2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4224064" y="2019533"/>
            <a:ext cx="1261132" cy="1260000"/>
          </a:xfrm>
          <a:prstGeom prst="ellipse">
            <a:avLst/>
          </a:prstGeom>
        </p:spPr>
      </p:pic>
      <p:pic>
        <p:nvPicPr>
          <p:cNvPr id="49" name="图片占位符 4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9189545" y="2019533"/>
            <a:ext cx="1261132" cy="1260000"/>
          </a:xfrm>
          <a:prstGeom prst="ellipse">
            <a:avLst/>
          </a:prstGeom>
        </p:spPr>
      </p:pic>
      <p:pic>
        <p:nvPicPr>
          <p:cNvPr id="50" name="图片占位符 10"/>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707371" y="2019533"/>
            <a:ext cx="1260000" cy="1260000"/>
          </a:xfrm>
          <a:prstGeom prst="ellipse">
            <a:avLst/>
          </a:prstGeom>
        </p:spPr>
      </p:pic>
      <p:pic>
        <p:nvPicPr>
          <p:cNvPr id="51" name="图片占位符 14"/>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1741889" y="2019533"/>
            <a:ext cx="1260000" cy="1260000"/>
          </a:xfrm>
          <a:prstGeom prst="ellipse">
            <a:avLst/>
          </a:prstGeom>
        </p:spPr>
      </p:pic>
      <p:sp>
        <p:nvSpPr>
          <p:cNvPr id="52" name="矩形 51"/>
          <p:cNvSpPr>
            <a:spLocks/>
          </p:cNvSpPr>
          <p:nvPr/>
        </p:nvSpPr>
        <p:spPr>
          <a:xfrm>
            <a:off x="1851934" y="3561480"/>
            <a:ext cx="1039911" cy="369332"/>
          </a:xfrm>
          <a:prstGeom prst="rect">
            <a:avLst/>
          </a:prstGeom>
        </p:spPr>
        <p:txBody>
          <a:bodyPr wrap="square">
            <a:spAutoFit/>
          </a:bodyPr>
          <a:lstStyle/>
          <a:p>
            <a:pPr algn="ctr"/>
            <a:r>
              <a:rPr lang="zh-CN" altLang="en-US" b="1" spc="300" dirty="0">
                <a:solidFill>
                  <a:srgbClr val="000000"/>
                </a:solidFill>
                <a:latin typeface="微软雅黑" panose="020B0503020204020204" pitchFamily="34" charset="-122"/>
                <a:ea typeface="微软雅黑" panose="020B0503020204020204" pitchFamily="34" charset="-122"/>
              </a:rPr>
              <a:t>代用名</a:t>
            </a:r>
          </a:p>
        </p:txBody>
      </p:sp>
      <p:sp>
        <p:nvSpPr>
          <p:cNvPr id="53" name="矩形 52"/>
          <p:cNvSpPr>
            <a:spLocks/>
          </p:cNvSpPr>
          <p:nvPr/>
        </p:nvSpPr>
        <p:spPr>
          <a:xfrm>
            <a:off x="1610489" y="3865401"/>
            <a:ext cx="1522800" cy="30777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部门职务</a:t>
            </a:r>
          </a:p>
        </p:txBody>
      </p:sp>
      <p:sp>
        <p:nvSpPr>
          <p:cNvPr id="54" name="文本框 53"/>
          <p:cNvSpPr txBox="1">
            <a:spLocks/>
          </p:cNvSpPr>
          <p:nvPr/>
        </p:nvSpPr>
        <p:spPr>
          <a:xfrm>
            <a:off x="1609700" y="4304313"/>
            <a:ext cx="1524379" cy="95410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55" name="矩形 54"/>
          <p:cNvSpPr>
            <a:spLocks/>
          </p:cNvSpPr>
          <p:nvPr/>
        </p:nvSpPr>
        <p:spPr>
          <a:xfrm>
            <a:off x="4334675" y="3561480"/>
            <a:ext cx="1039911" cy="369332"/>
          </a:xfrm>
          <a:prstGeom prst="rect">
            <a:avLst/>
          </a:prstGeom>
        </p:spPr>
        <p:txBody>
          <a:bodyPr wrap="square">
            <a:spAutoFit/>
          </a:bodyPr>
          <a:lstStyle/>
          <a:p>
            <a:pPr algn="ctr"/>
            <a:r>
              <a:rPr lang="zh-CN" altLang="en-US" b="1" spc="300" dirty="0">
                <a:solidFill>
                  <a:srgbClr val="000000"/>
                </a:solidFill>
                <a:latin typeface="微软雅黑" panose="020B0503020204020204" pitchFamily="34" charset="-122"/>
                <a:ea typeface="微软雅黑" panose="020B0503020204020204" pitchFamily="34" charset="-122"/>
              </a:rPr>
              <a:t>代用名</a:t>
            </a:r>
          </a:p>
        </p:txBody>
      </p:sp>
      <p:sp>
        <p:nvSpPr>
          <p:cNvPr id="56" name="矩形 55"/>
          <p:cNvSpPr>
            <a:spLocks/>
          </p:cNvSpPr>
          <p:nvPr/>
        </p:nvSpPr>
        <p:spPr>
          <a:xfrm>
            <a:off x="4093230" y="3865401"/>
            <a:ext cx="1522800" cy="30777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部门职务</a:t>
            </a:r>
          </a:p>
        </p:txBody>
      </p:sp>
      <p:sp>
        <p:nvSpPr>
          <p:cNvPr id="57" name="文本框 56"/>
          <p:cNvSpPr txBox="1">
            <a:spLocks/>
          </p:cNvSpPr>
          <p:nvPr/>
        </p:nvSpPr>
        <p:spPr>
          <a:xfrm>
            <a:off x="4092441" y="4304313"/>
            <a:ext cx="1524379" cy="95410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58" name="矩形 57"/>
          <p:cNvSpPr>
            <a:spLocks/>
          </p:cNvSpPr>
          <p:nvPr/>
        </p:nvSpPr>
        <p:spPr>
          <a:xfrm>
            <a:off x="6817416" y="3561480"/>
            <a:ext cx="1039911" cy="369332"/>
          </a:xfrm>
          <a:prstGeom prst="rect">
            <a:avLst/>
          </a:prstGeom>
        </p:spPr>
        <p:txBody>
          <a:bodyPr wrap="square">
            <a:spAutoFit/>
          </a:bodyPr>
          <a:lstStyle/>
          <a:p>
            <a:pPr algn="ctr"/>
            <a:r>
              <a:rPr lang="zh-CN" altLang="en-US" b="1" spc="300" dirty="0">
                <a:solidFill>
                  <a:srgbClr val="000000"/>
                </a:solidFill>
                <a:latin typeface="微软雅黑" panose="020B0503020204020204" pitchFamily="34" charset="-122"/>
                <a:ea typeface="微软雅黑" panose="020B0503020204020204" pitchFamily="34" charset="-122"/>
              </a:rPr>
              <a:t>代用名</a:t>
            </a:r>
          </a:p>
        </p:txBody>
      </p:sp>
      <p:sp>
        <p:nvSpPr>
          <p:cNvPr id="59" name="矩形 58"/>
          <p:cNvSpPr>
            <a:spLocks/>
          </p:cNvSpPr>
          <p:nvPr/>
        </p:nvSpPr>
        <p:spPr>
          <a:xfrm>
            <a:off x="6575971" y="3865401"/>
            <a:ext cx="1522800" cy="30777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部门职务</a:t>
            </a:r>
          </a:p>
        </p:txBody>
      </p:sp>
      <p:sp>
        <p:nvSpPr>
          <p:cNvPr id="60" name="文本框 59"/>
          <p:cNvSpPr txBox="1">
            <a:spLocks/>
          </p:cNvSpPr>
          <p:nvPr/>
        </p:nvSpPr>
        <p:spPr>
          <a:xfrm>
            <a:off x="6575182" y="4304313"/>
            <a:ext cx="1524379" cy="95410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61" name="矩形 60"/>
          <p:cNvSpPr>
            <a:spLocks/>
          </p:cNvSpPr>
          <p:nvPr/>
        </p:nvSpPr>
        <p:spPr>
          <a:xfrm>
            <a:off x="9300156" y="3561480"/>
            <a:ext cx="1039911" cy="369332"/>
          </a:xfrm>
          <a:prstGeom prst="rect">
            <a:avLst/>
          </a:prstGeom>
        </p:spPr>
        <p:txBody>
          <a:bodyPr wrap="square">
            <a:spAutoFit/>
          </a:bodyPr>
          <a:lstStyle/>
          <a:p>
            <a:pPr algn="ctr"/>
            <a:r>
              <a:rPr lang="zh-CN" altLang="en-US" b="1" spc="300" dirty="0">
                <a:solidFill>
                  <a:srgbClr val="000000"/>
                </a:solidFill>
                <a:latin typeface="微软雅黑" panose="020B0503020204020204" pitchFamily="34" charset="-122"/>
                <a:ea typeface="微软雅黑" panose="020B0503020204020204" pitchFamily="34" charset="-122"/>
              </a:rPr>
              <a:t>代用名</a:t>
            </a:r>
          </a:p>
        </p:txBody>
      </p:sp>
      <p:sp>
        <p:nvSpPr>
          <p:cNvPr id="62" name="矩形 61"/>
          <p:cNvSpPr>
            <a:spLocks/>
          </p:cNvSpPr>
          <p:nvPr/>
        </p:nvSpPr>
        <p:spPr>
          <a:xfrm>
            <a:off x="9058711" y="3865401"/>
            <a:ext cx="1522800" cy="30777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部门职务</a:t>
            </a:r>
          </a:p>
        </p:txBody>
      </p:sp>
      <p:sp>
        <p:nvSpPr>
          <p:cNvPr id="63" name="文本框 62"/>
          <p:cNvSpPr txBox="1">
            <a:spLocks/>
          </p:cNvSpPr>
          <p:nvPr/>
        </p:nvSpPr>
        <p:spPr>
          <a:xfrm>
            <a:off x="9057922" y="4304313"/>
            <a:ext cx="1524379" cy="95410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cxnSp>
        <p:nvCxnSpPr>
          <p:cNvPr id="64" name="直接连接符 63"/>
          <p:cNvCxnSpPr>
            <a:cxnSpLocks/>
          </p:cNvCxnSpPr>
          <p:nvPr/>
        </p:nvCxnSpPr>
        <p:spPr>
          <a:xfrm>
            <a:off x="1676189" y="4223978"/>
            <a:ext cx="1391400" cy="0"/>
          </a:xfrm>
          <a:prstGeom prst="line">
            <a:avLst/>
          </a:prstGeom>
          <a:noFill/>
          <a:ln w="15875" cap="flat" cmpd="sng" algn="ctr">
            <a:solidFill>
              <a:srgbClr val="17406D"/>
            </a:solidFill>
            <a:prstDash val="solid"/>
            <a:miter lim="800000"/>
          </a:ln>
          <a:effectLst/>
        </p:spPr>
      </p:cxnSp>
      <p:cxnSp>
        <p:nvCxnSpPr>
          <p:cNvPr id="65" name="直接连接符 64"/>
          <p:cNvCxnSpPr>
            <a:cxnSpLocks/>
          </p:cNvCxnSpPr>
          <p:nvPr/>
        </p:nvCxnSpPr>
        <p:spPr>
          <a:xfrm>
            <a:off x="4158930" y="4223978"/>
            <a:ext cx="1391400" cy="0"/>
          </a:xfrm>
          <a:prstGeom prst="line">
            <a:avLst/>
          </a:prstGeom>
          <a:noFill/>
          <a:ln w="15875" cap="flat" cmpd="sng" algn="ctr">
            <a:solidFill>
              <a:srgbClr val="C00000"/>
            </a:solidFill>
            <a:prstDash val="solid"/>
            <a:miter lim="800000"/>
          </a:ln>
          <a:effectLst/>
        </p:spPr>
      </p:cxnSp>
      <p:cxnSp>
        <p:nvCxnSpPr>
          <p:cNvPr id="66" name="直接连接符 65"/>
          <p:cNvCxnSpPr>
            <a:cxnSpLocks/>
          </p:cNvCxnSpPr>
          <p:nvPr/>
        </p:nvCxnSpPr>
        <p:spPr>
          <a:xfrm>
            <a:off x="6641671" y="4223978"/>
            <a:ext cx="1391400" cy="0"/>
          </a:xfrm>
          <a:prstGeom prst="line">
            <a:avLst/>
          </a:prstGeom>
          <a:noFill/>
          <a:ln w="15875" cap="flat" cmpd="sng" algn="ctr">
            <a:solidFill>
              <a:srgbClr val="17406D"/>
            </a:solidFill>
            <a:prstDash val="solid"/>
            <a:miter lim="800000"/>
          </a:ln>
          <a:effectLst/>
        </p:spPr>
      </p:cxnSp>
      <p:cxnSp>
        <p:nvCxnSpPr>
          <p:cNvPr id="67" name="直接连接符 66"/>
          <p:cNvCxnSpPr>
            <a:cxnSpLocks/>
          </p:cNvCxnSpPr>
          <p:nvPr/>
        </p:nvCxnSpPr>
        <p:spPr>
          <a:xfrm>
            <a:off x="9124411" y="4223978"/>
            <a:ext cx="1391400" cy="0"/>
          </a:xfrm>
          <a:prstGeom prst="line">
            <a:avLst/>
          </a:prstGeom>
          <a:noFill/>
          <a:ln w="15875" cap="flat" cmpd="sng" algn="ctr">
            <a:solidFill>
              <a:srgbClr val="C00000"/>
            </a:solidFill>
            <a:prstDash val="solid"/>
            <a:miter lim="800000"/>
          </a:ln>
          <a:effectLst/>
        </p:spPr>
      </p:cxnSp>
    </p:spTree>
    <p:extLst>
      <p:ext uri="{BB962C8B-B14F-4D97-AF65-F5344CB8AC3E}">
        <p14:creationId xmlns:p14="http://schemas.microsoft.com/office/powerpoint/2010/main" val="1141269860"/>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5"/>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8"/>
                                        </p:tgtEl>
                                        <p:attrNameLst>
                                          <p:attrName>style.visibility</p:attrName>
                                        </p:attrNameLst>
                                      </p:cBhvr>
                                      <p:to>
                                        <p:strVal val="visible"/>
                                      </p:to>
                                    </p:set>
                                    <p:anim calcmode="lin" valueType="num">
                                      <p:cBhvr>
                                        <p:cTn id="14" dur="500" fill="hold"/>
                                        <p:tgtEl>
                                          <p:spTgt spid="38"/>
                                        </p:tgtEl>
                                        <p:attrNameLst>
                                          <p:attrName>ppt_w</p:attrName>
                                        </p:attrNameLst>
                                      </p:cBhvr>
                                      <p:tavLst>
                                        <p:tav tm="0">
                                          <p:val>
                                            <p:fltVal val="0"/>
                                          </p:val>
                                        </p:tav>
                                        <p:tav tm="100000">
                                          <p:val>
                                            <p:strVal val="#ppt_w"/>
                                          </p:val>
                                        </p:tav>
                                      </p:tavLst>
                                    </p:anim>
                                    <p:anim calcmode="lin" valueType="num">
                                      <p:cBhvr>
                                        <p:cTn id="15" dur="500" fill="hold"/>
                                        <p:tgtEl>
                                          <p:spTgt spid="38"/>
                                        </p:tgtEl>
                                        <p:attrNameLst>
                                          <p:attrName>ppt_h</p:attrName>
                                        </p:attrNameLst>
                                      </p:cBhvr>
                                      <p:tavLst>
                                        <p:tav tm="0">
                                          <p:val>
                                            <p:fltVal val="0"/>
                                          </p:val>
                                        </p:tav>
                                        <p:tav tm="100000">
                                          <p:val>
                                            <p:strVal val="#ppt_h"/>
                                          </p:val>
                                        </p:tav>
                                      </p:tavLst>
                                    </p:anim>
                                    <p:animEffect transition="in" filter="fade">
                                      <p:cBhvr>
                                        <p:cTn id="16" dur="500"/>
                                        <p:tgtEl>
                                          <p:spTgt spid="38"/>
                                        </p:tgtEl>
                                      </p:cBhvr>
                                    </p:animEffect>
                                  </p:childTnLst>
                                </p:cTn>
                              </p:par>
                              <p:par>
                                <p:cTn id="17" presetID="63" presetClass="path" presetSubtype="0" accel="50000" decel="50000" fill="hold" grpId="1" nodeType="withEffect">
                                  <p:stCondLst>
                                    <p:cond delay="250"/>
                                  </p:stCondLst>
                                  <p:childTnLst>
                                    <p:animMotion origin="layout" path="M 1.25E-6 7.40741E-7 L 0.25 7.40741E-7 " pathEditMode="relative" rAng="0" ptsTypes="AA">
                                      <p:cBhvr>
                                        <p:cTn id="18" dur="1000" spd="-100000" fill="hold"/>
                                        <p:tgtEl>
                                          <p:spTgt spid="38"/>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9"/>
                                        </p:tgtEl>
                                        <p:attrNameLst>
                                          <p:attrName>style.visibility</p:attrName>
                                        </p:attrNameLst>
                                      </p:cBhvr>
                                      <p:to>
                                        <p:strVal val="visible"/>
                                      </p:to>
                                    </p:set>
                                    <p:anim calcmode="lin" valueType="num">
                                      <p:cBhvr>
                                        <p:cTn id="21" dur="500" fill="hold"/>
                                        <p:tgtEl>
                                          <p:spTgt spid="39"/>
                                        </p:tgtEl>
                                        <p:attrNameLst>
                                          <p:attrName>ppt_w</p:attrName>
                                        </p:attrNameLst>
                                      </p:cBhvr>
                                      <p:tavLst>
                                        <p:tav tm="0">
                                          <p:val>
                                            <p:fltVal val="0"/>
                                          </p:val>
                                        </p:tav>
                                        <p:tav tm="100000">
                                          <p:val>
                                            <p:strVal val="#ppt_w"/>
                                          </p:val>
                                        </p:tav>
                                      </p:tavLst>
                                    </p:anim>
                                    <p:anim calcmode="lin" valueType="num">
                                      <p:cBhvr>
                                        <p:cTn id="22" dur="500" fill="hold"/>
                                        <p:tgtEl>
                                          <p:spTgt spid="39"/>
                                        </p:tgtEl>
                                        <p:attrNameLst>
                                          <p:attrName>ppt_h</p:attrName>
                                        </p:attrNameLst>
                                      </p:cBhvr>
                                      <p:tavLst>
                                        <p:tav tm="0">
                                          <p:val>
                                            <p:fltVal val="0"/>
                                          </p:val>
                                        </p:tav>
                                        <p:tav tm="100000">
                                          <p:val>
                                            <p:strVal val="#ppt_h"/>
                                          </p:val>
                                        </p:tav>
                                      </p:tavLst>
                                    </p:anim>
                                    <p:animEffect transition="in" filter="fade">
                                      <p:cBhvr>
                                        <p:cTn id="23" dur="500"/>
                                        <p:tgtEl>
                                          <p:spTgt spid="39"/>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9"/>
                                        </p:tgtEl>
                                        <p:attrNameLst>
                                          <p:attrName>ppt_x</p:attrName>
                                          <p:attrName>ppt_y</p:attrName>
                                        </p:attrNameLst>
                                      </p:cBhvr>
                                      <p:rCtr x="12500" y="0"/>
                                    </p:animMotion>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900"/>
                                        <p:tgtEl>
                                          <p:spTgt spid="40"/>
                                        </p:tgtEl>
                                      </p:cBhvr>
                                    </p:animEffect>
                                  </p:childTnLst>
                                </p:cTn>
                              </p:par>
                              <p:par>
                                <p:cTn id="30" presetID="35" presetClass="path" presetSubtype="0" accel="100000" fill="hold" grpId="1" nodeType="withEffect">
                                  <p:stCondLst>
                                    <p:cond delay="0"/>
                                  </p:stCondLst>
                                  <p:childTnLst>
                                    <p:animMotion origin="layout" path="M -1.25E-6 3.33333E-6 L 0.21706 3.33333E-6 " pathEditMode="relative" rAng="0" ptsTypes="AA">
                                      <p:cBhvr>
                                        <p:cTn id="31" dur="1000" spd="-100000" fill="hold"/>
                                        <p:tgtEl>
                                          <p:spTgt spid="40"/>
                                        </p:tgtEl>
                                        <p:attrNameLst>
                                          <p:attrName>ppt_x</p:attrName>
                                          <p:attrName>ppt_y</p:attrName>
                                        </p:attrNameLst>
                                      </p:cBhvr>
                                      <p:rCtr x="10846" y="0"/>
                                    </p:animMotion>
                                  </p:childTnLst>
                                </p:cTn>
                              </p:par>
                              <p:par>
                                <p:cTn id="32" presetID="6" presetClass="emph" presetSubtype="0" autoRev="1" fill="hold" grpId="2" nodeType="withEffect">
                                  <p:stCondLst>
                                    <p:cond delay="0"/>
                                  </p:stCondLst>
                                  <p:childTnLst>
                                    <p:animScale>
                                      <p:cBhvr>
                                        <p:cTn id="33" dur="500" fill="hold"/>
                                        <p:tgtEl>
                                          <p:spTgt spid="40"/>
                                        </p:tgtEl>
                                      </p:cBhvr>
                                      <p:by x="120000" y="120000"/>
                                    </p:animScale>
                                  </p:childTnLst>
                                </p:cTn>
                              </p:par>
                              <p:par>
                                <p:cTn id="34" presetID="10" presetClass="entr" presetSubtype="0" fill="hold" grpId="0" nodeType="withEffect">
                                  <p:stCondLst>
                                    <p:cond delay="15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900"/>
                                        <p:tgtEl>
                                          <p:spTgt spid="42"/>
                                        </p:tgtEl>
                                      </p:cBhvr>
                                    </p:animEffect>
                                  </p:childTnLst>
                                </p:cTn>
                              </p:par>
                              <p:par>
                                <p:cTn id="37" presetID="35" presetClass="path" presetSubtype="0" accel="100000" fill="hold" grpId="1" nodeType="withEffect">
                                  <p:stCondLst>
                                    <p:cond delay="150"/>
                                  </p:stCondLst>
                                  <p:childTnLst>
                                    <p:animMotion origin="layout" path="M 2.91667E-6 3.33333E-6 L 0.21705 3.33333E-6 " pathEditMode="relative" rAng="0" ptsTypes="AA">
                                      <p:cBhvr>
                                        <p:cTn id="38" dur="1000" spd="-100000" fill="hold"/>
                                        <p:tgtEl>
                                          <p:spTgt spid="42"/>
                                        </p:tgtEl>
                                        <p:attrNameLst>
                                          <p:attrName>ppt_x</p:attrName>
                                          <p:attrName>ppt_y</p:attrName>
                                        </p:attrNameLst>
                                      </p:cBhvr>
                                      <p:rCtr x="10846" y="0"/>
                                    </p:animMotion>
                                  </p:childTnLst>
                                </p:cTn>
                              </p:par>
                              <p:par>
                                <p:cTn id="39" presetID="6" presetClass="emph" presetSubtype="0" autoRev="1" fill="hold" grpId="2" nodeType="withEffect">
                                  <p:stCondLst>
                                    <p:cond delay="150"/>
                                  </p:stCondLst>
                                  <p:childTnLst>
                                    <p:animScale>
                                      <p:cBhvr>
                                        <p:cTn id="40" dur="500" fill="hold"/>
                                        <p:tgtEl>
                                          <p:spTgt spid="42"/>
                                        </p:tgtEl>
                                      </p:cBhvr>
                                      <p:by x="120000" y="120000"/>
                                    </p:animScale>
                                  </p:childTnLst>
                                </p:cTn>
                              </p:par>
                              <p:par>
                                <p:cTn id="41" presetID="10" presetClass="entr" presetSubtype="0" fill="hold" grpId="0" nodeType="withEffect">
                                  <p:stCondLst>
                                    <p:cond delay="30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900"/>
                                        <p:tgtEl>
                                          <p:spTgt spid="44"/>
                                        </p:tgtEl>
                                      </p:cBhvr>
                                    </p:animEffect>
                                  </p:childTnLst>
                                </p:cTn>
                              </p:par>
                              <p:par>
                                <p:cTn id="44" presetID="35" presetClass="path" presetSubtype="0" accel="100000" fill="hold" grpId="1" nodeType="withEffect">
                                  <p:stCondLst>
                                    <p:cond delay="300"/>
                                  </p:stCondLst>
                                  <p:childTnLst>
                                    <p:animMotion origin="layout" path="M -2.91667E-6 3.33333E-6 L 0.21706 3.33333E-6 " pathEditMode="relative" rAng="0" ptsTypes="AA">
                                      <p:cBhvr>
                                        <p:cTn id="45" dur="1000" spd="-100000" fill="hold"/>
                                        <p:tgtEl>
                                          <p:spTgt spid="44"/>
                                        </p:tgtEl>
                                        <p:attrNameLst>
                                          <p:attrName>ppt_x</p:attrName>
                                          <p:attrName>ppt_y</p:attrName>
                                        </p:attrNameLst>
                                      </p:cBhvr>
                                      <p:rCtr x="10846" y="0"/>
                                    </p:animMotion>
                                  </p:childTnLst>
                                </p:cTn>
                              </p:par>
                              <p:par>
                                <p:cTn id="46" presetID="6" presetClass="emph" presetSubtype="0" autoRev="1" fill="hold" grpId="2" nodeType="withEffect">
                                  <p:stCondLst>
                                    <p:cond delay="300"/>
                                  </p:stCondLst>
                                  <p:childTnLst>
                                    <p:animScale>
                                      <p:cBhvr>
                                        <p:cTn id="47" dur="500" fill="hold"/>
                                        <p:tgtEl>
                                          <p:spTgt spid="44"/>
                                        </p:tgtEl>
                                      </p:cBhvr>
                                      <p:by x="120000" y="120000"/>
                                    </p:animScale>
                                  </p:childTnLst>
                                </p:cTn>
                              </p:par>
                              <p:par>
                                <p:cTn id="48" presetID="10" presetClass="entr" presetSubtype="0" fill="hold" grpId="0" nodeType="withEffect">
                                  <p:stCondLst>
                                    <p:cond delay="450"/>
                                  </p:stCondLst>
                                  <p:childTnLst>
                                    <p:set>
                                      <p:cBhvr>
                                        <p:cTn id="49" dur="1" fill="hold">
                                          <p:stCondLst>
                                            <p:cond delay="0"/>
                                          </p:stCondLst>
                                        </p:cTn>
                                        <p:tgtEl>
                                          <p:spTgt spid="46"/>
                                        </p:tgtEl>
                                        <p:attrNameLst>
                                          <p:attrName>style.visibility</p:attrName>
                                        </p:attrNameLst>
                                      </p:cBhvr>
                                      <p:to>
                                        <p:strVal val="visible"/>
                                      </p:to>
                                    </p:set>
                                    <p:animEffect transition="in" filter="fade">
                                      <p:cBhvr>
                                        <p:cTn id="50" dur="900"/>
                                        <p:tgtEl>
                                          <p:spTgt spid="46"/>
                                        </p:tgtEl>
                                      </p:cBhvr>
                                    </p:animEffect>
                                  </p:childTnLst>
                                </p:cTn>
                              </p:par>
                              <p:par>
                                <p:cTn id="51" presetID="35" presetClass="path" presetSubtype="0" accel="100000" fill="hold" grpId="1" nodeType="withEffect">
                                  <p:stCondLst>
                                    <p:cond delay="450"/>
                                  </p:stCondLst>
                                  <p:childTnLst>
                                    <p:animMotion origin="layout" path="M 1.25E-6 3.33333E-6 L 0.21706 3.33333E-6 " pathEditMode="relative" rAng="0" ptsTypes="AA">
                                      <p:cBhvr>
                                        <p:cTn id="52" dur="1000" spd="-100000" fill="hold"/>
                                        <p:tgtEl>
                                          <p:spTgt spid="46"/>
                                        </p:tgtEl>
                                        <p:attrNameLst>
                                          <p:attrName>ppt_x</p:attrName>
                                          <p:attrName>ppt_y</p:attrName>
                                        </p:attrNameLst>
                                      </p:cBhvr>
                                      <p:rCtr x="10846" y="0"/>
                                    </p:animMotion>
                                  </p:childTnLst>
                                </p:cTn>
                              </p:par>
                              <p:par>
                                <p:cTn id="53" presetID="6" presetClass="emph" presetSubtype="0" autoRev="1" fill="hold" grpId="2" nodeType="withEffect">
                                  <p:stCondLst>
                                    <p:cond delay="450"/>
                                  </p:stCondLst>
                                  <p:childTnLst>
                                    <p:animScale>
                                      <p:cBhvr>
                                        <p:cTn id="54" dur="500" fill="hold"/>
                                        <p:tgtEl>
                                          <p:spTgt spid="46"/>
                                        </p:tgtEl>
                                      </p:cBhvr>
                                      <p:by x="120000" y="120000"/>
                                    </p:animScale>
                                  </p:childTnLst>
                                </p:cTn>
                              </p:par>
                            </p:childTnLst>
                          </p:cTn>
                        </p:par>
                        <p:par>
                          <p:cTn id="55" fill="hold">
                            <p:stCondLst>
                              <p:cond delay="2950"/>
                            </p:stCondLst>
                            <p:childTnLst>
                              <p:par>
                                <p:cTn id="56" presetID="53" presetClass="entr" presetSubtype="16" fill="hold" grpId="0" nodeType="afterEffect">
                                  <p:stCondLst>
                                    <p:cond delay="0"/>
                                  </p:stCondLst>
                                  <p:childTnLst>
                                    <p:set>
                                      <p:cBhvr>
                                        <p:cTn id="57" dur="1" fill="hold">
                                          <p:stCondLst>
                                            <p:cond delay="0"/>
                                          </p:stCondLst>
                                        </p:cTn>
                                        <p:tgtEl>
                                          <p:spTgt spid="41"/>
                                        </p:tgtEl>
                                        <p:attrNameLst>
                                          <p:attrName>style.visibility</p:attrName>
                                        </p:attrNameLst>
                                      </p:cBhvr>
                                      <p:to>
                                        <p:strVal val="visible"/>
                                      </p:to>
                                    </p:set>
                                    <p:anim calcmode="lin" valueType="num">
                                      <p:cBhvr>
                                        <p:cTn id="58" dur="250" fill="hold"/>
                                        <p:tgtEl>
                                          <p:spTgt spid="41"/>
                                        </p:tgtEl>
                                        <p:attrNameLst>
                                          <p:attrName>ppt_w</p:attrName>
                                        </p:attrNameLst>
                                      </p:cBhvr>
                                      <p:tavLst>
                                        <p:tav tm="0">
                                          <p:val>
                                            <p:fltVal val="0"/>
                                          </p:val>
                                        </p:tav>
                                        <p:tav tm="100000">
                                          <p:val>
                                            <p:strVal val="#ppt_w"/>
                                          </p:val>
                                        </p:tav>
                                      </p:tavLst>
                                    </p:anim>
                                    <p:anim calcmode="lin" valueType="num">
                                      <p:cBhvr>
                                        <p:cTn id="59" dur="250" fill="hold"/>
                                        <p:tgtEl>
                                          <p:spTgt spid="41"/>
                                        </p:tgtEl>
                                        <p:attrNameLst>
                                          <p:attrName>ppt_h</p:attrName>
                                        </p:attrNameLst>
                                      </p:cBhvr>
                                      <p:tavLst>
                                        <p:tav tm="0">
                                          <p:val>
                                            <p:fltVal val="0"/>
                                          </p:val>
                                        </p:tav>
                                        <p:tav tm="100000">
                                          <p:val>
                                            <p:strVal val="#ppt_h"/>
                                          </p:val>
                                        </p:tav>
                                      </p:tavLst>
                                    </p:anim>
                                    <p:animEffect transition="in" filter="fade">
                                      <p:cBhvr>
                                        <p:cTn id="60" dur="250"/>
                                        <p:tgtEl>
                                          <p:spTgt spid="41"/>
                                        </p:tgtEl>
                                      </p:cBhvr>
                                    </p:animEffect>
                                  </p:childTnLst>
                                </p:cTn>
                              </p:par>
                              <p:par>
                                <p:cTn id="61" presetID="6" presetClass="emph" presetSubtype="0" decel="100000" fill="hold" grpId="1" nodeType="withEffect">
                                  <p:stCondLst>
                                    <p:cond delay="200"/>
                                  </p:stCondLst>
                                  <p:childTnLst>
                                    <p:animScale>
                                      <p:cBhvr>
                                        <p:cTn id="62" dur="250" fill="hold"/>
                                        <p:tgtEl>
                                          <p:spTgt spid="41"/>
                                        </p:tgtEl>
                                      </p:cBhvr>
                                      <p:by x="120000" y="120000"/>
                                    </p:animScale>
                                  </p:childTnLst>
                                </p:cTn>
                              </p:par>
                              <p:par>
                                <p:cTn id="63" presetID="6" presetClass="emph" presetSubtype="0" decel="100000" fill="hold" grpId="2" nodeType="withEffect">
                                  <p:stCondLst>
                                    <p:cond delay="400"/>
                                  </p:stCondLst>
                                  <p:childTnLst>
                                    <p:animScale>
                                      <p:cBhvr>
                                        <p:cTn id="64" dur="250" fill="hold"/>
                                        <p:tgtEl>
                                          <p:spTgt spid="41"/>
                                        </p:tgtEl>
                                      </p:cBhvr>
                                      <p:by x="83000" y="83000"/>
                                    </p:animScale>
                                  </p:childTnLst>
                                </p:cTn>
                              </p:par>
                              <p:par>
                                <p:cTn id="65" presetID="53" presetClass="entr" presetSubtype="16" fill="hold" nodeType="withEffect">
                                  <p:stCondLst>
                                    <p:cond delay="400"/>
                                  </p:stCondLst>
                                  <p:childTnLst>
                                    <p:set>
                                      <p:cBhvr>
                                        <p:cTn id="66" dur="1" fill="hold">
                                          <p:stCondLst>
                                            <p:cond delay="0"/>
                                          </p:stCondLst>
                                        </p:cTn>
                                        <p:tgtEl>
                                          <p:spTgt spid="51"/>
                                        </p:tgtEl>
                                        <p:attrNameLst>
                                          <p:attrName>style.visibility</p:attrName>
                                        </p:attrNameLst>
                                      </p:cBhvr>
                                      <p:to>
                                        <p:strVal val="visible"/>
                                      </p:to>
                                    </p:set>
                                    <p:anim calcmode="lin" valueType="num">
                                      <p:cBhvr>
                                        <p:cTn id="67" dur="250" fill="hold"/>
                                        <p:tgtEl>
                                          <p:spTgt spid="51"/>
                                        </p:tgtEl>
                                        <p:attrNameLst>
                                          <p:attrName>ppt_w</p:attrName>
                                        </p:attrNameLst>
                                      </p:cBhvr>
                                      <p:tavLst>
                                        <p:tav tm="0">
                                          <p:val>
                                            <p:fltVal val="0"/>
                                          </p:val>
                                        </p:tav>
                                        <p:tav tm="100000">
                                          <p:val>
                                            <p:strVal val="#ppt_w"/>
                                          </p:val>
                                        </p:tav>
                                      </p:tavLst>
                                    </p:anim>
                                    <p:anim calcmode="lin" valueType="num">
                                      <p:cBhvr>
                                        <p:cTn id="68" dur="250" fill="hold"/>
                                        <p:tgtEl>
                                          <p:spTgt spid="51"/>
                                        </p:tgtEl>
                                        <p:attrNameLst>
                                          <p:attrName>ppt_h</p:attrName>
                                        </p:attrNameLst>
                                      </p:cBhvr>
                                      <p:tavLst>
                                        <p:tav tm="0">
                                          <p:val>
                                            <p:fltVal val="0"/>
                                          </p:val>
                                        </p:tav>
                                        <p:tav tm="100000">
                                          <p:val>
                                            <p:strVal val="#ppt_h"/>
                                          </p:val>
                                        </p:tav>
                                      </p:tavLst>
                                    </p:anim>
                                    <p:animEffect transition="in" filter="fade">
                                      <p:cBhvr>
                                        <p:cTn id="69" dur="250"/>
                                        <p:tgtEl>
                                          <p:spTgt spid="51"/>
                                        </p:tgtEl>
                                      </p:cBhvr>
                                    </p:animEffect>
                                  </p:childTnLst>
                                </p:cTn>
                              </p:par>
                              <p:par>
                                <p:cTn id="70" presetID="6" presetClass="emph" presetSubtype="0" decel="100000" fill="hold" nodeType="withEffect">
                                  <p:stCondLst>
                                    <p:cond delay="600"/>
                                  </p:stCondLst>
                                  <p:childTnLst>
                                    <p:animScale>
                                      <p:cBhvr>
                                        <p:cTn id="71" dur="250" fill="hold"/>
                                        <p:tgtEl>
                                          <p:spTgt spid="51"/>
                                        </p:tgtEl>
                                      </p:cBhvr>
                                      <p:by x="120000" y="120000"/>
                                    </p:animScale>
                                  </p:childTnLst>
                                </p:cTn>
                              </p:par>
                              <p:par>
                                <p:cTn id="72" presetID="6" presetClass="emph" presetSubtype="0" decel="100000" fill="hold" nodeType="withEffect">
                                  <p:stCondLst>
                                    <p:cond delay="800"/>
                                  </p:stCondLst>
                                  <p:childTnLst>
                                    <p:animScale>
                                      <p:cBhvr>
                                        <p:cTn id="73" dur="250" fill="hold"/>
                                        <p:tgtEl>
                                          <p:spTgt spid="51"/>
                                        </p:tgtEl>
                                      </p:cBhvr>
                                      <p:by x="83000" y="83000"/>
                                    </p:animScale>
                                  </p:childTnLst>
                                </p:cTn>
                              </p:par>
                              <p:par>
                                <p:cTn id="74" presetID="53" presetClass="entr" presetSubtype="16" fill="hold" grpId="0" nodeType="withEffect">
                                  <p:stCondLst>
                                    <p:cond delay="500"/>
                                  </p:stCondLst>
                                  <p:childTnLst>
                                    <p:set>
                                      <p:cBhvr>
                                        <p:cTn id="75" dur="1" fill="hold">
                                          <p:stCondLst>
                                            <p:cond delay="0"/>
                                          </p:stCondLst>
                                        </p:cTn>
                                        <p:tgtEl>
                                          <p:spTgt spid="52"/>
                                        </p:tgtEl>
                                        <p:attrNameLst>
                                          <p:attrName>style.visibility</p:attrName>
                                        </p:attrNameLst>
                                      </p:cBhvr>
                                      <p:to>
                                        <p:strVal val="visible"/>
                                      </p:to>
                                    </p:set>
                                    <p:anim calcmode="lin" valueType="num">
                                      <p:cBhvr>
                                        <p:cTn id="76" dur="500" fill="hold"/>
                                        <p:tgtEl>
                                          <p:spTgt spid="52"/>
                                        </p:tgtEl>
                                        <p:attrNameLst>
                                          <p:attrName>ppt_w</p:attrName>
                                        </p:attrNameLst>
                                      </p:cBhvr>
                                      <p:tavLst>
                                        <p:tav tm="0">
                                          <p:val>
                                            <p:fltVal val="0"/>
                                          </p:val>
                                        </p:tav>
                                        <p:tav tm="100000">
                                          <p:val>
                                            <p:strVal val="#ppt_w"/>
                                          </p:val>
                                        </p:tav>
                                      </p:tavLst>
                                    </p:anim>
                                    <p:anim calcmode="lin" valueType="num">
                                      <p:cBhvr>
                                        <p:cTn id="77" dur="500" fill="hold"/>
                                        <p:tgtEl>
                                          <p:spTgt spid="52"/>
                                        </p:tgtEl>
                                        <p:attrNameLst>
                                          <p:attrName>ppt_h</p:attrName>
                                        </p:attrNameLst>
                                      </p:cBhvr>
                                      <p:tavLst>
                                        <p:tav tm="0">
                                          <p:val>
                                            <p:fltVal val="0"/>
                                          </p:val>
                                        </p:tav>
                                        <p:tav tm="100000">
                                          <p:val>
                                            <p:strVal val="#ppt_h"/>
                                          </p:val>
                                        </p:tav>
                                      </p:tavLst>
                                    </p:anim>
                                    <p:animEffect transition="in" filter="fade">
                                      <p:cBhvr>
                                        <p:cTn id="78" dur="500"/>
                                        <p:tgtEl>
                                          <p:spTgt spid="52"/>
                                        </p:tgtEl>
                                      </p:cBhvr>
                                    </p:animEffect>
                                  </p:childTnLst>
                                </p:cTn>
                              </p:par>
                              <p:par>
                                <p:cTn id="79" presetID="53" presetClass="entr" presetSubtype="16" fill="hold" grpId="0" nodeType="withEffect">
                                  <p:stCondLst>
                                    <p:cond delay="750"/>
                                  </p:stCondLst>
                                  <p:childTnLst>
                                    <p:set>
                                      <p:cBhvr>
                                        <p:cTn id="80" dur="1" fill="hold">
                                          <p:stCondLst>
                                            <p:cond delay="0"/>
                                          </p:stCondLst>
                                        </p:cTn>
                                        <p:tgtEl>
                                          <p:spTgt spid="53"/>
                                        </p:tgtEl>
                                        <p:attrNameLst>
                                          <p:attrName>style.visibility</p:attrName>
                                        </p:attrNameLst>
                                      </p:cBhvr>
                                      <p:to>
                                        <p:strVal val="visible"/>
                                      </p:to>
                                    </p:set>
                                    <p:anim calcmode="lin" valueType="num">
                                      <p:cBhvr>
                                        <p:cTn id="81" dur="500" fill="hold"/>
                                        <p:tgtEl>
                                          <p:spTgt spid="53"/>
                                        </p:tgtEl>
                                        <p:attrNameLst>
                                          <p:attrName>ppt_w</p:attrName>
                                        </p:attrNameLst>
                                      </p:cBhvr>
                                      <p:tavLst>
                                        <p:tav tm="0">
                                          <p:val>
                                            <p:fltVal val="0"/>
                                          </p:val>
                                        </p:tav>
                                        <p:tav tm="100000">
                                          <p:val>
                                            <p:strVal val="#ppt_w"/>
                                          </p:val>
                                        </p:tav>
                                      </p:tavLst>
                                    </p:anim>
                                    <p:anim calcmode="lin" valueType="num">
                                      <p:cBhvr>
                                        <p:cTn id="82" dur="500" fill="hold"/>
                                        <p:tgtEl>
                                          <p:spTgt spid="53"/>
                                        </p:tgtEl>
                                        <p:attrNameLst>
                                          <p:attrName>ppt_h</p:attrName>
                                        </p:attrNameLst>
                                      </p:cBhvr>
                                      <p:tavLst>
                                        <p:tav tm="0">
                                          <p:val>
                                            <p:fltVal val="0"/>
                                          </p:val>
                                        </p:tav>
                                        <p:tav tm="100000">
                                          <p:val>
                                            <p:strVal val="#ppt_h"/>
                                          </p:val>
                                        </p:tav>
                                      </p:tavLst>
                                    </p:anim>
                                    <p:animEffect transition="in" filter="fade">
                                      <p:cBhvr>
                                        <p:cTn id="83" dur="500"/>
                                        <p:tgtEl>
                                          <p:spTgt spid="53"/>
                                        </p:tgtEl>
                                      </p:cBhvr>
                                    </p:animEffect>
                                  </p:childTnLst>
                                </p:cTn>
                              </p:par>
                              <p:par>
                                <p:cTn id="84" presetID="53" presetClass="entr" presetSubtype="16" fill="hold" nodeType="withEffect">
                                  <p:stCondLst>
                                    <p:cond delay="1000"/>
                                  </p:stCondLst>
                                  <p:childTnLst>
                                    <p:set>
                                      <p:cBhvr>
                                        <p:cTn id="85" dur="1" fill="hold">
                                          <p:stCondLst>
                                            <p:cond delay="0"/>
                                          </p:stCondLst>
                                        </p:cTn>
                                        <p:tgtEl>
                                          <p:spTgt spid="64"/>
                                        </p:tgtEl>
                                        <p:attrNameLst>
                                          <p:attrName>style.visibility</p:attrName>
                                        </p:attrNameLst>
                                      </p:cBhvr>
                                      <p:to>
                                        <p:strVal val="visible"/>
                                      </p:to>
                                    </p:set>
                                    <p:anim calcmode="lin" valueType="num">
                                      <p:cBhvr>
                                        <p:cTn id="86" dur="500" fill="hold"/>
                                        <p:tgtEl>
                                          <p:spTgt spid="64"/>
                                        </p:tgtEl>
                                        <p:attrNameLst>
                                          <p:attrName>ppt_w</p:attrName>
                                        </p:attrNameLst>
                                      </p:cBhvr>
                                      <p:tavLst>
                                        <p:tav tm="0">
                                          <p:val>
                                            <p:fltVal val="0"/>
                                          </p:val>
                                        </p:tav>
                                        <p:tav tm="100000">
                                          <p:val>
                                            <p:strVal val="#ppt_w"/>
                                          </p:val>
                                        </p:tav>
                                      </p:tavLst>
                                    </p:anim>
                                    <p:anim calcmode="lin" valueType="num">
                                      <p:cBhvr>
                                        <p:cTn id="87" dur="500" fill="hold"/>
                                        <p:tgtEl>
                                          <p:spTgt spid="64"/>
                                        </p:tgtEl>
                                        <p:attrNameLst>
                                          <p:attrName>ppt_h</p:attrName>
                                        </p:attrNameLst>
                                      </p:cBhvr>
                                      <p:tavLst>
                                        <p:tav tm="0">
                                          <p:val>
                                            <p:fltVal val="0"/>
                                          </p:val>
                                        </p:tav>
                                        <p:tav tm="100000">
                                          <p:val>
                                            <p:strVal val="#ppt_h"/>
                                          </p:val>
                                        </p:tav>
                                      </p:tavLst>
                                    </p:anim>
                                    <p:animEffect transition="in" filter="fade">
                                      <p:cBhvr>
                                        <p:cTn id="88" dur="500"/>
                                        <p:tgtEl>
                                          <p:spTgt spid="64"/>
                                        </p:tgtEl>
                                      </p:cBhvr>
                                    </p:animEffect>
                                  </p:childTnLst>
                                </p:cTn>
                              </p:par>
                              <p:par>
                                <p:cTn id="89" presetID="63" presetClass="path" presetSubtype="0" accel="50000" decel="50000" fill="hold" nodeType="withEffect">
                                  <p:stCondLst>
                                    <p:cond delay="1000"/>
                                  </p:stCondLst>
                                  <p:childTnLst>
                                    <p:animMotion origin="layout" path="M -1.25E-6 -2.22222E-6 L 0.10729 -2.22222E-6 " pathEditMode="relative" rAng="0" ptsTypes="AA">
                                      <p:cBhvr>
                                        <p:cTn id="90" dur="1000" spd="-100000" fill="hold"/>
                                        <p:tgtEl>
                                          <p:spTgt spid="64"/>
                                        </p:tgtEl>
                                        <p:attrNameLst>
                                          <p:attrName>ppt_x</p:attrName>
                                          <p:attrName>ppt_y</p:attrName>
                                        </p:attrNameLst>
                                      </p:cBhvr>
                                      <p:rCtr x="5365" y="0"/>
                                    </p:animMotion>
                                  </p:childTnLst>
                                </p:cTn>
                              </p:par>
                              <p:par>
                                <p:cTn id="91" presetID="53" presetClass="entr" presetSubtype="16" fill="hold" grpId="0" nodeType="withEffect">
                                  <p:stCondLst>
                                    <p:cond delay="1250"/>
                                  </p:stCondLst>
                                  <p:iterate type="lt">
                                    <p:tmPct val="10000"/>
                                  </p:iterate>
                                  <p:childTnLst>
                                    <p:set>
                                      <p:cBhvr>
                                        <p:cTn id="92" dur="1" fill="hold">
                                          <p:stCondLst>
                                            <p:cond delay="0"/>
                                          </p:stCondLst>
                                        </p:cTn>
                                        <p:tgtEl>
                                          <p:spTgt spid="54"/>
                                        </p:tgtEl>
                                        <p:attrNameLst>
                                          <p:attrName>style.visibility</p:attrName>
                                        </p:attrNameLst>
                                      </p:cBhvr>
                                      <p:to>
                                        <p:strVal val="visible"/>
                                      </p:to>
                                    </p:set>
                                    <p:anim calcmode="lin" valueType="num">
                                      <p:cBhvr>
                                        <p:cTn id="93" dur="250" fill="hold"/>
                                        <p:tgtEl>
                                          <p:spTgt spid="54"/>
                                        </p:tgtEl>
                                        <p:attrNameLst>
                                          <p:attrName>ppt_w</p:attrName>
                                        </p:attrNameLst>
                                      </p:cBhvr>
                                      <p:tavLst>
                                        <p:tav tm="0">
                                          <p:val>
                                            <p:fltVal val="0"/>
                                          </p:val>
                                        </p:tav>
                                        <p:tav tm="100000">
                                          <p:val>
                                            <p:strVal val="#ppt_w"/>
                                          </p:val>
                                        </p:tav>
                                      </p:tavLst>
                                    </p:anim>
                                    <p:anim calcmode="lin" valueType="num">
                                      <p:cBhvr>
                                        <p:cTn id="94" dur="250" fill="hold"/>
                                        <p:tgtEl>
                                          <p:spTgt spid="54"/>
                                        </p:tgtEl>
                                        <p:attrNameLst>
                                          <p:attrName>ppt_h</p:attrName>
                                        </p:attrNameLst>
                                      </p:cBhvr>
                                      <p:tavLst>
                                        <p:tav tm="0">
                                          <p:val>
                                            <p:fltVal val="0"/>
                                          </p:val>
                                        </p:tav>
                                        <p:tav tm="100000">
                                          <p:val>
                                            <p:strVal val="#ppt_h"/>
                                          </p:val>
                                        </p:tav>
                                      </p:tavLst>
                                    </p:anim>
                                    <p:animEffect transition="in" filter="fade">
                                      <p:cBhvr>
                                        <p:cTn id="95" dur="250"/>
                                        <p:tgtEl>
                                          <p:spTgt spid="54"/>
                                        </p:tgtEl>
                                      </p:cBhvr>
                                    </p:animEffect>
                                  </p:childTnLst>
                                </p:cTn>
                              </p:par>
                            </p:childTnLst>
                          </p:cTn>
                        </p:par>
                        <p:par>
                          <p:cTn id="96" fill="hold">
                            <p:stCondLst>
                              <p:cond delay="5075"/>
                            </p:stCondLst>
                            <p:childTnLst>
                              <p:par>
                                <p:cTn id="97" presetID="53" presetClass="entr" presetSubtype="16" fill="hold" grpId="0" nodeType="afterEffect">
                                  <p:stCondLst>
                                    <p:cond delay="0"/>
                                  </p:stCondLst>
                                  <p:childTnLst>
                                    <p:set>
                                      <p:cBhvr>
                                        <p:cTn id="98" dur="1" fill="hold">
                                          <p:stCondLst>
                                            <p:cond delay="0"/>
                                          </p:stCondLst>
                                        </p:cTn>
                                        <p:tgtEl>
                                          <p:spTgt spid="43"/>
                                        </p:tgtEl>
                                        <p:attrNameLst>
                                          <p:attrName>style.visibility</p:attrName>
                                        </p:attrNameLst>
                                      </p:cBhvr>
                                      <p:to>
                                        <p:strVal val="visible"/>
                                      </p:to>
                                    </p:set>
                                    <p:anim calcmode="lin" valueType="num">
                                      <p:cBhvr>
                                        <p:cTn id="99" dur="250" fill="hold"/>
                                        <p:tgtEl>
                                          <p:spTgt spid="43"/>
                                        </p:tgtEl>
                                        <p:attrNameLst>
                                          <p:attrName>ppt_w</p:attrName>
                                        </p:attrNameLst>
                                      </p:cBhvr>
                                      <p:tavLst>
                                        <p:tav tm="0">
                                          <p:val>
                                            <p:fltVal val="0"/>
                                          </p:val>
                                        </p:tav>
                                        <p:tav tm="100000">
                                          <p:val>
                                            <p:strVal val="#ppt_w"/>
                                          </p:val>
                                        </p:tav>
                                      </p:tavLst>
                                    </p:anim>
                                    <p:anim calcmode="lin" valueType="num">
                                      <p:cBhvr>
                                        <p:cTn id="100" dur="250" fill="hold"/>
                                        <p:tgtEl>
                                          <p:spTgt spid="43"/>
                                        </p:tgtEl>
                                        <p:attrNameLst>
                                          <p:attrName>ppt_h</p:attrName>
                                        </p:attrNameLst>
                                      </p:cBhvr>
                                      <p:tavLst>
                                        <p:tav tm="0">
                                          <p:val>
                                            <p:fltVal val="0"/>
                                          </p:val>
                                        </p:tav>
                                        <p:tav tm="100000">
                                          <p:val>
                                            <p:strVal val="#ppt_h"/>
                                          </p:val>
                                        </p:tav>
                                      </p:tavLst>
                                    </p:anim>
                                    <p:animEffect transition="in" filter="fade">
                                      <p:cBhvr>
                                        <p:cTn id="101" dur="250"/>
                                        <p:tgtEl>
                                          <p:spTgt spid="43"/>
                                        </p:tgtEl>
                                      </p:cBhvr>
                                    </p:animEffect>
                                  </p:childTnLst>
                                </p:cTn>
                              </p:par>
                              <p:par>
                                <p:cTn id="102" presetID="6" presetClass="emph" presetSubtype="0" decel="100000" fill="hold" grpId="1" nodeType="withEffect">
                                  <p:stCondLst>
                                    <p:cond delay="200"/>
                                  </p:stCondLst>
                                  <p:childTnLst>
                                    <p:animScale>
                                      <p:cBhvr>
                                        <p:cTn id="103" dur="250" fill="hold"/>
                                        <p:tgtEl>
                                          <p:spTgt spid="43"/>
                                        </p:tgtEl>
                                      </p:cBhvr>
                                      <p:by x="120000" y="120000"/>
                                    </p:animScale>
                                  </p:childTnLst>
                                </p:cTn>
                              </p:par>
                              <p:par>
                                <p:cTn id="104" presetID="6" presetClass="emph" presetSubtype="0" decel="100000" fill="hold" grpId="2" nodeType="withEffect">
                                  <p:stCondLst>
                                    <p:cond delay="400"/>
                                  </p:stCondLst>
                                  <p:childTnLst>
                                    <p:animScale>
                                      <p:cBhvr>
                                        <p:cTn id="105" dur="250" fill="hold"/>
                                        <p:tgtEl>
                                          <p:spTgt spid="43"/>
                                        </p:tgtEl>
                                      </p:cBhvr>
                                      <p:by x="83000" y="83000"/>
                                    </p:animScale>
                                  </p:childTnLst>
                                </p:cTn>
                              </p:par>
                              <p:par>
                                <p:cTn id="106" presetID="53" presetClass="entr" presetSubtype="16" fill="hold" nodeType="withEffect">
                                  <p:stCondLst>
                                    <p:cond delay="400"/>
                                  </p:stCondLst>
                                  <p:childTnLst>
                                    <p:set>
                                      <p:cBhvr>
                                        <p:cTn id="107" dur="1" fill="hold">
                                          <p:stCondLst>
                                            <p:cond delay="0"/>
                                          </p:stCondLst>
                                        </p:cTn>
                                        <p:tgtEl>
                                          <p:spTgt spid="48"/>
                                        </p:tgtEl>
                                        <p:attrNameLst>
                                          <p:attrName>style.visibility</p:attrName>
                                        </p:attrNameLst>
                                      </p:cBhvr>
                                      <p:to>
                                        <p:strVal val="visible"/>
                                      </p:to>
                                    </p:set>
                                    <p:anim calcmode="lin" valueType="num">
                                      <p:cBhvr>
                                        <p:cTn id="108" dur="250" fill="hold"/>
                                        <p:tgtEl>
                                          <p:spTgt spid="48"/>
                                        </p:tgtEl>
                                        <p:attrNameLst>
                                          <p:attrName>ppt_w</p:attrName>
                                        </p:attrNameLst>
                                      </p:cBhvr>
                                      <p:tavLst>
                                        <p:tav tm="0">
                                          <p:val>
                                            <p:fltVal val="0"/>
                                          </p:val>
                                        </p:tav>
                                        <p:tav tm="100000">
                                          <p:val>
                                            <p:strVal val="#ppt_w"/>
                                          </p:val>
                                        </p:tav>
                                      </p:tavLst>
                                    </p:anim>
                                    <p:anim calcmode="lin" valueType="num">
                                      <p:cBhvr>
                                        <p:cTn id="109" dur="250" fill="hold"/>
                                        <p:tgtEl>
                                          <p:spTgt spid="48"/>
                                        </p:tgtEl>
                                        <p:attrNameLst>
                                          <p:attrName>ppt_h</p:attrName>
                                        </p:attrNameLst>
                                      </p:cBhvr>
                                      <p:tavLst>
                                        <p:tav tm="0">
                                          <p:val>
                                            <p:fltVal val="0"/>
                                          </p:val>
                                        </p:tav>
                                        <p:tav tm="100000">
                                          <p:val>
                                            <p:strVal val="#ppt_h"/>
                                          </p:val>
                                        </p:tav>
                                      </p:tavLst>
                                    </p:anim>
                                    <p:animEffect transition="in" filter="fade">
                                      <p:cBhvr>
                                        <p:cTn id="110" dur="250"/>
                                        <p:tgtEl>
                                          <p:spTgt spid="48"/>
                                        </p:tgtEl>
                                      </p:cBhvr>
                                    </p:animEffect>
                                  </p:childTnLst>
                                </p:cTn>
                              </p:par>
                              <p:par>
                                <p:cTn id="111" presetID="6" presetClass="emph" presetSubtype="0" decel="100000" fill="hold" nodeType="withEffect">
                                  <p:stCondLst>
                                    <p:cond delay="600"/>
                                  </p:stCondLst>
                                  <p:childTnLst>
                                    <p:animScale>
                                      <p:cBhvr>
                                        <p:cTn id="112" dur="250" fill="hold"/>
                                        <p:tgtEl>
                                          <p:spTgt spid="48"/>
                                        </p:tgtEl>
                                      </p:cBhvr>
                                      <p:by x="120000" y="120000"/>
                                    </p:animScale>
                                  </p:childTnLst>
                                </p:cTn>
                              </p:par>
                              <p:par>
                                <p:cTn id="113" presetID="6" presetClass="emph" presetSubtype="0" decel="100000" fill="hold" nodeType="withEffect">
                                  <p:stCondLst>
                                    <p:cond delay="800"/>
                                  </p:stCondLst>
                                  <p:childTnLst>
                                    <p:animScale>
                                      <p:cBhvr>
                                        <p:cTn id="114" dur="250" fill="hold"/>
                                        <p:tgtEl>
                                          <p:spTgt spid="48"/>
                                        </p:tgtEl>
                                      </p:cBhvr>
                                      <p:by x="83000" y="83000"/>
                                    </p:animScale>
                                  </p:childTnLst>
                                </p:cTn>
                              </p:par>
                              <p:par>
                                <p:cTn id="115" presetID="53" presetClass="entr" presetSubtype="16" fill="hold" grpId="0" nodeType="withEffect">
                                  <p:stCondLst>
                                    <p:cond delay="500"/>
                                  </p:stCondLst>
                                  <p:childTnLst>
                                    <p:set>
                                      <p:cBhvr>
                                        <p:cTn id="116" dur="1" fill="hold">
                                          <p:stCondLst>
                                            <p:cond delay="0"/>
                                          </p:stCondLst>
                                        </p:cTn>
                                        <p:tgtEl>
                                          <p:spTgt spid="55"/>
                                        </p:tgtEl>
                                        <p:attrNameLst>
                                          <p:attrName>style.visibility</p:attrName>
                                        </p:attrNameLst>
                                      </p:cBhvr>
                                      <p:to>
                                        <p:strVal val="visible"/>
                                      </p:to>
                                    </p:set>
                                    <p:anim calcmode="lin" valueType="num">
                                      <p:cBhvr>
                                        <p:cTn id="117" dur="500" fill="hold"/>
                                        <p:tgtEl>
                                          <p:spTgt spid="55"/>
                                        </p:tgtEl>
                                        <p:attrNameLst>
                                          <p:attrName>ppt_w</p:attrName>
                                        </p:attrNameLst>
                                      </p:cBhvr>
                                      <p:tavLst>
                                        <p:tav tm="0">
                                          <p:val>
                                            <p:fltVal val="0"/>
                                          </p:val>
                                        </p:tav>
                                        <p:tav tm="100000">
                                          <p:val>
                                            <p:strVal val="#ppt_w"/>
                                          </p:val>
                                        </p:tav>
                                      </p:tavLst>
                                    </p:anim>
                                    <p:anim calcmode="lin" valueType="num">
                                      <p:cBhvr>
                                        <p:cTn id="118" dur="500" fill="hold"/>
                                        <p:tgtEl>
                                          <p:spTgt spid="55"/>
                                        </p:tgtEl>
                                        <p:attrNameLst>
                                          <p:attrName>ppt_h</p:attrName>
                                        </p:attrNameLst>
                                      </p:cBhvr>
                                      <p:tavLst>
                                        <p:tav tm="0">
                                          <p:val>
                                            <p:fltVal val="0"/>
                                          </p:val>
                                        </p:tav>
                                        <p:tav tm="100000">
                                          <p:val>
                                            <p:strVal val="#ppt_h"/>
                                          </p:val>
                                        </p:tav>
                                      </p:tavLst>
                                    </p:anim>
                                    <p:animEffect transition="in" filter="fade">
                                      <p:cBhvr>
                                        <p:cTn id="119" dur="500"/>
                                        <p:tgtEl>
                                          <p:spTgt spid="55"/>
                                        </p:tgtEl>
                                      </p:cBhvr>
                                    </p:animEffect>
                                  </p:childTnLst>
                                </p:cTn>
                              </p:par>
                              <p:par>
                                <p:cTn id="120" presetID="53" presetClass="entr" presetSubtype="16" fill="hold" grpId="0" nodeType="withEffect">
                                  <p:stCondLst>
                                    <p:cond delay="750"/>
                                  </p:stCondLst>
                                  <p:childTnLst>
                                    <p:set>
                                      <p:cBhvr>
                                        <p:cTn id="121" dur="1" fill="hold">
                                          <p:stCondLst>
                                            <p:cond delay="0"/>
                                          </p:stCondLst>
                                        </p:cTn>
                                        <p:tgtEl>
                                          <p:spTgt spid="56"/>
                                        </p:tgtEl>
                                        <p:attrNameLst>
                                          <p:attrName>style.visibility</p:attrName>
                                        </p:attrNameLst>
                                      </p:cBhvr>
                                      <p:to>
                                        <p:strVal val="visible"/>
                                      </p:to>
                                    </p:set>
                                    <p:anim calcmode="lin" valueType="num">
                                      <p:cBhvr>
                                        <p:cTn id="122" dur="500" fill="hold"/>
                                        <p:tgtEl>
                                          <p:spTgt spid="56"/>
                                        </p:tgtEl>
                                        <p:attrNameLst>
                                          <p:attrName>ppt_w</p:attrName>
                                        </p:attrNameLst>
                                      </p:cBhvr>
                                      <p:tavLst>
                                        <p:tav tm="0">
                                          <p:val>
                                            <p:fltVal val="0"/>
                                          </p:val>
                                        </p:tav>
                                        <p:tav tm="100000">
                                          <p:val>
                                            <p:strVal val="#ppt_w"/>
                                          </p:val>
                                        </p:tav>
                                      </p:tavLst>
                                    </p:anim>
                                    <p:anim calcmode="lin" valueType="num">
                                      <p:cBhvr>
                                        <p:cTn id="123" dur="500" fill="hold"/>
                                        <p:tgtEl>
                                          <p:spTgt spid="56"/>
                                        </p:tgtEl>
                                        <p:attrNameLst>
                                          <p:attrName>ppt_h</p:attrName>
                                        </p:attrNameLst>
                                      </p:cBhvr>
                                      <p:tavLst>
                                        <p:tav tm="0">
                                          <p:val>
                                            <p:fltVal val="0"/>
                                          </p:val>
                                        </p:tav>
                                        <p:tav tm="100000">
                                          <p:val>
                                            <p:strVal val="#ppt_h"/>
                                          </p:val>
                                        </p:tav>
                                      </p:tavLst>
                                    </p:anim>
                                    <p:animEffect transition="in" filter="fade">
                                      <p:cBhvr>
                                        <p:cTn id="124" dur="500"/>
                                        <p:tgtEl>
                                          <p:spTgt spid="56"/>
                                        </p:tgtEl>
                                      </p:cBhvr>
                                    </p:animEffect>
                                  </p:childTnLst>
                                </p:cTn>
                              </p:par>
                              <p:par>
                                <p:cTn id="125" presetID="53" presetClass="entr" presetSubtype="16" fill="hold" nodeType="withEffect">
                                  <p:stCondLst>
                                    <p:cond delay="750"/>
                                  </p:stCondLst>
                                  <p:childTnLst>
                                    <p:set>
                                      <p:cBhvr>
                                        <p:cTn id="126" dur="1" fill="hold">
                                          <p:stCondLst>
                                            <p:cond delay="0"/>
                                          </p:stCondLst>
                                        </p:cTn>
                                        <p:tgtEl>
                                          <p:spTgt spid="65"/>
                                        </p:tgtEl>
                                        <p:attrNameLst>
                                          <p:attrName>style.visibility</p:attrName>
                                        </p:attrNameLst>
                                      </p:cBhvr>
                                      <p:to>
                                        <p:strVal val="visible"/>
                                      </p:to>
                                    </p:set>
                                    <p:anim calcmode="lin" valueType="num">
                                      <p:cBhvr>
                                        <p:cTn id="127" dur="500" fill="hold"/>
                                        <p:tgtEl>
                                          <p:spTgt spid="65"/>
                                        </p:tgtEl>
                                        <p:attrNameLst>
                                          <p:attrName>ppt_w</p:attrName>
                                        </p:attrNameLst>
                                      </p:cBhvr>
                                      <p:tavLst>
                                        <p:tav tm="0">
                                          <p:val>
                                            <p:fltVal val="0"/>
                                          </p:val>
                                        </p:tav>
                                        <p:tav tm="100000">
                                          <p:val>
                                            <p:strVal val="#ppt_w"/>
                                          </p:val>
                                        </p:tav>
                                      </p:tavLst>
                                    </p:anim>
                                    <p:anim calcmode="lin" valueType="num">
                                      <p:cBhvr>
                                        <p:cTn id="128" dur="500" fill="hold"/>
                                        <p:tgtEl>
                                          <p:spTgt spid="65"/>
                                        </p:tgtEl>
                                        <p:attrNameLst>
                                          <p:attrName>ppt_h</p:attrName>
                                        </p:attrNameLst>
                                      </p:cBhvr>
                                      <p:tavLst>
                                        <p:tav tm="0">
                                          <p:val>
                                            <p:fltVal val="0"/>
                                          </p:val>
                                        </p:tav>
                                        <p:tav tm="100000">
                                          <p:val>
                                            <p:strVal val="#ppt_h"/>
                                          </p:val>
                                        </p:tav>
                                      </p:tavLst>
                                    </p:anim>
                                    <p:animEffect transition="in" filter="fade">
                                      <p:cBhvr>
                                        <p:cTn id="129" dur="500"/>
                                        <p:tgtEl>
                                          <p:spTgt spid="65"/>
                                        </p:tgtEl>
                                      </p:cBhvr>
                                    </p:animEffect>
                                  </p:childTnLst>
                                </p:cTn>
                              </p:par>
                              <p:par>
                                <p:cTn id="130" presetID="63" presetClass="path" presetSubtype="0" accel="50000" decel="50000" fill="hold" nodeType="withEffect">
                                  <p:stCondLst>
                                    <p:cond delay="750"/>
                                  </p:stCondLst>
                                  <p:childTnLst>
                                    <p:animMotion origin="layout" path="M 2.91667E-6 -2.22222E-6 L 0.10729 -2.22222E-6 " pathEditMode="relative" rAng="0" ptsTypes="AA">
                                      <p:cBhvr>
                                        <p:cTn id="131" dur="1000" spd="-100000" fill="hold"/>
                                        <p:tgtEl>
                                          <p:spTgt spid="65"/>
                                        </p:tgtEl>
                                        <p:attrNameLst>
                                          <p:attrName>ppt_x</p:attrName>
                                          <p:attrName>ppt_y</p:attrName>
                                        </p:attrNameLst>
                                      </p:cBhvr>
                                      <p:rCtr x="5365" y="0"/>
                                    </p:animMotion>
                                  </p:childTnLst>
                                </p:cTn>
                              </p:par>
                              <p:par>
                                <p:cTn id="132" presetID="53" presetClass="entr" presetSubtype="16" fill="hold" grpId="0" nodeType="withEffect">
                                  <p:stCondLst>
                                    <p:cond delay="1250"/>
                                  </p:stCondLst>
                                  <p:iterate type="lt">
                                    <p:tmPct val="10000"/>
                                  </p:iterate>
                                  <p:childTnLst>
                                    <p:set>
                                      <p:cBhvr>
                                        <p:cTn id="133" dur="1" fill="hold">
                                          <p:stCondLst>
                                            <p:cond delay="0"/>
                                          </p:stCondLst>
                                        </p:cTn>
                                        <p:tgtEl>
                                          <p:spTgt spid="57"/>
                                        </p:tgtEl>
                                        <p:attrNameLst>
                                          <p:attrName>style.visibility</p:attrName>
                                        </p:attrNameLst>
                                      </p:cBhvr>
                                      <p:to>
                                        <p:strVal val="visible"/>
                                      </p:to>
                                    </p:set>
                                    <p:anim calcmode="lin" valueType="num">
                                      <p:cBhvr>
                                        <p:cTn id="134" dur="250" fill="hold"/>
                                        <p:tgtEl>
                                          <p:spTgt spid="57"/>
                                        </p:tgtEl>
                                        <p:attrNameLst>
                                          <p:attrName>ppt_w</p:attrName>
                                        </p:attrNameLst>
                                      </p:cBhvr>
                                      <p:tavLst>
                                        <p:tav tm="0">
                                          <p:val>
                                            <p:fltVal val="0"/>
                                          </p:val>
                                        </p:tav>
                                        <p:tav tm="100000">
                                          <p:val>
                                            <p:strVal val="#ppt_w"/>
                                          </p:val>
                                        </p:tav>
                                      </p:tavLst>
                                    </p:anim>
                                    <p:anim calcmode="lin" valueType="num">
                                      <p:cBhvr>
                                        <p:cTn id="135" dur="250" fill="hold"/>
                                        <p:tgtEl>
                                          <p:spTgt spid="57"/>
                                        </p:tgtEl>
                                        <p:attrNameLst>
                                          <p:attrName>ppt_h</p:attrName>
                                        </p:attrNameLst>
                                      </p:cBhvr>
                                      <p:tavLst>
                                        <p:tav tm="0">
                                          <p:val>
                                            <p:fltVal val="0"/>
                                          </p:val>
                                        </p:tav>
                                        <p:tav tm="100000">
                                          <p:val>
                                            <p:strVal val="#ppt_h"/>
                                          </p:val>
                                        </p:tav>
                                      </p:tavLst>
                                    </p:anim>
                                    <p:animEffect transition="in" filter="fade">
                                      <p:cBhvr>
                                        <p:cTn id="136" dur="250"/>
                                        <p:tgtEl>
                                          <p:spTgt spid="57"/>
                                        </p:tgtEl>
                                      </p:cBhvr>
                                    </p:animEffect>
                                  </p:childTnLst>
                                </p:cTn>
                              </p:par>
                            </p:childTnLst>
                          </p:cTn>
                        </p:par>
                        <p:par>
                          <p:cTn id="137" fill="hold">
                            <p:stCondLst>
                              <p:cond delay="7200"/>
                            </p:stCondLst>
                            <p:childTnLst>
                              <p:par>
                                <p:cTn id="138" presetID="53" presetClass="entr" presetSubtype="16" fill="hold" grpId="0" nodeType="afterEffect">
                                  <p:stCondLst>
                                    <p:cond delay="0"/>
                                  </p:stCondLst>
                                  <p:childTnLst>
                                    <p:set>
                                      <p:cBhvr>
                                        <p:cTn id="139" dur="1" fill="hold">
                                          <p:stCondLst>
                                            <p:cond delay="0"/>
                                          </p:stCondLst>
                                        </p:cTn>
                                        <p:tgtEl>
                                          <p:spTgt spid="45"/>
                                        </p:tgtEl>
                                        <p:attrNameLst>
                                          <p:attrName>style.visibility</p:attrName>
                                        </p:attrNameLst>
                                      </p:cBhvr>
                                      <p:to>
                                        <p:strVal val="visible"/>
                                      </p:to>
                                    </p:set>
                                    <p:anim calcmode="lin" valueType="num">
                                      <p:cBhvr>
                                        <p:cTn id="140" dur="250" fill="hold"/>
                                        <p:tgtEl>
                                          <p:spTgt spid="45"/>
                                        </p:tgtEl>
                                        <p:attrNameLst>
                                          <p:attrName>ppt_w</p:attrName>
                                        </p:attrNameLst>
                                      </p:cBhvr>
                                      <p:tavLst>
                                        <p:tav tm="0">
                                          <p:val>
                                            <p:fltVal val="0"/>
                                          </p:val>
                                        </p:tav>
                                        <p:tav tm="100000">
                                          <p:val>
                                            <p:strVal val="#ppt_w"/>
                                          </p:val>
                                        </p:tav>
                                      </p:tavLst>
                                    </p:anim>
                                    <p:anim calcmode="lin" valueType="num">
                                      <p:cBhvr>
                                        <p:cTn id="141" dur="250" fill="hold"/>
                                        <p:tgtEl>
                                          <p:spTgt spid="45"/>
                                        </p:tgtEl>
                                        <p:attrNameLst>
                                          <p:attrName>ppt_h</p:attrName>
                                        </p:attrNameLst>
                                      </p:cBhvr>
                                      <p:tavLst>
                                        <p:tav tm="0">
                                          <p:val>
                                            <p:fltVal val="0"/>
                                          </p:val>
                                        </p:tav>
                                        <p:tav tm="100000">
                                          <p:val>
                                            <p:strVal val="#ppt_h"/>
                                          </p:val>
                                        </p:tav>
                                      </p:tavLst>
                                    </p:anim>
                                    <p:animEffect transition="in" filter="fade">
                                      <p:cBhvr>
                                        <p:cTn id="142" dur="250"/>
                                        <p:tgtEl>
                                          <p:spTgt spid="45"/>
                                        </p:tgtEl>
                                      </p:cBhvr>
                                    </p:animEffect>
                                  </p:childTnLst>
                                </p:cTn>
                              </p:par>
                              <p:par>
                                <p:cTn id="143" presetID="6" presetClass="emph" presetSubtype="0" decel="100000" fill="hold" grpId="1" nodeType="withEffect">
                                  <p:stCondLst>
                                    <p:cond delay="200"/>
                                  </p:stCondLst>
                                  <p:childTnLst>
                                    <p:animScale>
                                      <p:cBhvr>
                                        <p:cTn id="144" dur="250" fill="hold"/>
                                        <p:tgtEl>
                                          <p:spTgt spid="45"/>
                                        </p:tgtEl>
                                      </p:cBhvr>
                                      <p:by x="120000" y="120000"/>
                                    </p:animScale>
                                  </p:childTnLst>
                                </p:cTn>
                              </p:par>
                              <p:par>
                                <p:cTn id="145" presetID="6" presetClass="emph" presetSubtype="0" decel="100000" fill="hold" grpId="2" nodeType="withEffect">
                                  <p:stCondLst>
                                    <p:cond delay="400"/>
                                  </p:stCondLst>
                                  <p:childTnLst>
                                    <p:animScale>
                                      <p:cBhvr>
                                        <p:cTn id="146" dur="250" fill="hold"/>
                                        <p:tgtEl>
                                          <p:spTgt spid="45"/>
                                        </p:tgtEl>
                                      </p:cBhvr>
                                      <p:by x="83000" y="83000"/>
                                    </p:animScale>
                                  </p:childTnLst>
                                </p:cTn>
                              </p:par>
                              <p:par>
                                <p:cTn id="147" presetID="53" presetClass="entr" presetSubtype="16" fill="hold" nodeType="withEffect">
                                  <p:stCondLst>
                                    <p:cond delay="400"/>
                                  </p:stCondLst>
                                  <p:childTnLst>
                                    <p:set>
                                      <p:cBhvr>
                                        <p:cTn id="148" dur="1" fill="hold">
                                          <p:stCondLst>
                                            <p:cond delay="0"/>
                                          </p:stCondLst>
                                        </p:cTn>
                                        <p:tgtEl>
                                          <p:spTgt spid="50"/>
                                        </p:tgtEl>
                                        <p:attrNameLst>
                                          <p:attrName>style.visibility</p:attrName>
                                        </p:attrNameLst>
                                      </p:cBhvr>
                                      <p:to>
                                        <p:strVal val="visible"/>
                                      </p:to>
                                    </p:set>
                                    <p:anim calcmode="lin" valueType="num">
                                      <p:cBhvr>
                                        <p:cTn id="149" dur="250" fill="hold"/>
                                        <p:tgtEl>
                                          <p:spTgt spid="50"/>
                                        </p:tgtEl>
                                        <p:attrNameLst>
                                          <p:attrName>ppt_w</p:attrName>
                                        </p:attrNameLst>
                                      </p:cBhvr>
                                      <p:tavLst>
                                        <p:tav tm="0">
                                          <p:val>
                                            <p:fltVal val="0"/>
                                          </p:val>
                                        </p:tav>
                                        <p:tav tm="100000">
                                          <p:val>
                                            <p:strVal val="#ppt_w"/>
                                          </p:val>
                                        </p:tav>
                                      </p:tavLst>
                                    </p:anim>
                                    <p:anim calcmode="lin" valueType="num">
                                      <p:cBhvr>
                                        <p:cTn id="150" dur="250" fill="hold"/>
                                        <p:tgtEl>
                                          <p:spTgt spid="50"/>
                                        </p:tgtEl>
                                        <p:attrNameLst>
                                          <p:attrName>ppt_h</p:attrName>
                                        </p:attrNameLst>
                                      </p:cBhvr>
                                      <p:tavLst>
                                        <p:tav tm="0">
                                          <p:val>
                                            <p:fltVal val="0"/>
                                          </p:val>
                                        </p:tav>
                                        <p:tav tm="100000">
                                          <p:val>
                                            <p:strVal val="#ppt_h"/>
                                          </p:val>
                                        </p:tav>
                                      </p:tavLst>
                                    </p:anim>
                                    <p:animEffect transition="in" filter="fade">
                                      <p:cBhvr>
                                        <p:cTn id="151" dur="250"/>
                                        <p:tgtEl>
                                          <p:spTgt spid="50"/>
                                        </p:tgtEl>
                                      </p:cBhvr>
                                    </p:animEffect>
                                  </p:childTnLst>
                                </p:cTn>
                              </p:par>
                              <p:par>
                                <p:cTn id="152" presetID="6" presetClass="emph" presetSubtype="0" decel="100000" fill="hold" nodeType="withEffect">
                                  <p:stCondLst>
                                    <p:cond delay="600"/>
                                  </p:stCondLst>
                                  <p:childTnLst>
                                    <p:animScale>
                                      <p:cBhvr>
                                        <p:cTn id="153" dur="250" fill="hold"/>
                                        <p:tgtEl>
                                          <p:spTgt spid="50"/>
                                        </p:tgtEl>
                                      </p:cBhvr>
                                      <p:by x="120000" y="120000"/>
                                    </p:animScale>
                                  </p:childTnLst>
                                </p:cTn>
                              </p:par>
                              <p:par>
                                <p:cTn id="154" presetID="6" presetClass="emph" presetSubtype="0" decel="100000" fill="hold" nodeType="withEffect">
                                  <p:stCondLst>
                                    <p:cond delay="800"/>
                                  </p:stCondLst>
                                  <p:childTnLst>
                                    <p:animScale>
                                      <p:cBhvr>
                                        <p:cTn id="155" dur="250" fill="hold"/>
                                        <p:tgtEl>
                                          <p:spTgt spid="50"/>
                                        </p:tgtEl>
                                      </p:cBhvr>
                                      <p:by x="83000" y="83000"/>
                                    </p:animScale>
                                  </p:childTnLst>
                                </p:cTn>
                              </p:par>
                              <p:par>
                                <p:cTn id="156" presetID="53" presetClass="entr" presetSubtype="16" fill="hold" grpId="0" nodeType="withEffect">
                                  <p:stCondLst>
                                    <p:cond delay="500"/>
                                  </p:stCondLst>
                                  <p:childTnLst>
                                    <p:set>
                                      <p:cBhvr>
                                        <p:cTn id="157" dur="1" fill="hold">
                                          <p:stCondLst>
                                            <p:cond delay="0"/>
                                          </p:stCondLst>
                                        </p:cTn>
                                        <p:tgtEl>
                                          <p:spTgt spid="58"/>
                                        </p:tgtEl>
                                        <p:attrNameLst>
                                          <p:attrName>style.visibility</p:attrName>
                                        </p:attrNameLst>
                                      </p:cBhvr>
                                      <p:to>
                                        <p:strVal val="visible"/>
                                      </p:to>
                                    </p:set>
                                    <p:anim calcmode="lin" valueType="num">
                                      <p:cBhvr>
                                        <p:cTn id="158" dur="500" fill="hold"/>
                                        <p:tgtEl>
                                          <p:spTgt spid="58"/>
                                        </p:tgtEl>
                                        <p:attrNameLst>
                                          <p:attrName>ppt_w</p:attrName>
                                        </p:attrNameLst>
                                      </p:cBhvr>
                                      <p:tavLst>
                                        <p:tav tm="0">
                                          <p:val>
                                            <p:fltVal val="0"/>
                                          </p:val>
                                        </p:tav>
                                        <p:tav tm="100000">
                                          <p:val>
                                            <p:strVal val="#ppt_w"/>
                                          </p:val>
                                        </p:tav>
                                      </p:tavLst>
                                    </p:anim>
                                    <p:anim calcmode="lin" valueType="num">
                                      <p:cBhvr>
                                        <p:cTn id="159" dur="500" fill="hold"/>
                                        <p:tgtEl>
                                          <p:spTgt spid="58"/>
                                        </p:tgtEl>
                                        <p:attrNameLst>
                                          <p:attrName>ppt_h</p:attrName>
                                        </p:attrNameLst>
                                      </p:cBhvr>
                                      <p:tavLst>
                                        <p:tav tm="0">
                                          <p:val>
                                            <p:fltVal val="0"/>
                                          </p:val>
                                        </p:tav>
                                        <p:tav tm="100000">
                                          <p:val>
                                            <p:strVal val="#ppt_h"/>
                                          </p:val>
                                        </p:tav>
                                      </p:tavLst>
                                    </p:anim>
                                    <p:animEffect transition="in" filter="fade">
                                      <p:cBhvr>
                                        <p:cTn id="160" dur="500"/>
                                        <p:tgtEl>
                                          <p:spTgt spid="58"/>
                                        </p:tgtEl>
                                      </p:cBhvr>
                                    </p:animEffect>
                                  </p:childTnLst>
                                </p:cTn>
                              </p:par>
                              <p:par>
                                <p:cTn id="161" presetID="53" presetClass="entr" presetSubtype="16" fill="hold" grpId="0" nodeType="withEffect">
                                  <p:stCondLst>
                                    <p:cond delay="750"/>
                                  </p:stCondLst>
                                  <p:childTnLst>
                                    <p:set>
                                      <p:cBhvr>
                                        <p:cTn id="162" dur="1" fill="hold">
                                          <p:stCondLst>
                                            <p:cond delay="0"/>
                                          </p:stCondLst>
                                        </p:cTn>
                                        <p:tgtEl>
                                          <p:spTgt spid="59"/>
                                        </p:tgtEl>
                                        <p:attrNameLst>
                                          <p:attrName>style.visibility</p:attrName>
                                        </p:attrNameLst>
                                      </p:cBhvr>
                                      <p:to>
                                        <p:strVal val="visible"/>
                                      </p:to>
                                    </p:set>
                                    <p:anim calcmode="lin" valueType="num">
                                      <p:cBhvr>
                                        <p:cTn id="163" dur="500" fill="hold"/>
                                        <p:tgtEl>
                                          <p:spTgt spid="59"/>
                                        </p:tgtEl>
                                        <p:attrNameLst>
                                          <p:attrName>ppt_w</p:attrName>
                                        </p:attrNameLst>
                                      </p:cBhvr>
                                      <p:tavLst>
                                        <p:tav tm="0">
                                          <p:val>
                                            <p:fltVal val="0"/>
                                          </p:val>
                                        </p:tav>
                                        <p:tav tm="100000">
                                          <p:val>
                                            <p:strVal val="#ppt_w"/>
                                          </p:val>
                                        </p:tav>
                                      </p:tavLst>
                                    </p:anim>
                                    <p:anim calcmode="lin" valueType="num">
                                      <p:cBhvr>
                                        <p:cTn id="164" dur="500" fill="hold"/>
                                        <p:tgtEl>
                                          <p:spTgt spid="59"/>
                                        </p:tgtEl>
                                        <p:attrNameLst>
                                          <p:attrName>ppt_h</p:attrName>
                                        </p:attrNameLst>
                                      </p:cBhvr>
                                      <p:tavLst>
                                        <p:tav tm="0">
                                          <p:val>
                                            <p:fltVal val="0"/>
                                          </p:val>
                                        </p:tav>
                                        <p:tav tm="100000">
                                          <p:val>
                                            <p:strVal val="#ppt_h"/>
                                          </p:val>
                                        </p:tav>
                                      </p:tavLst>
                                    </p:anim>
                                    <p:animEffect transition="in" filter="fade">
                                      <p:cBhvr>
                                        <p:cTn id="165" dur="500"/>
                                        <p:tgtEl>
                                          <p:spTgt spid="59"/>
                                        </p:tgtEl>
                                      </p:cBhvr>
                                    </p:animEffect>
                                  </p:childTnLst>
                                </p:cTn>
                              </p:par>
                              <p:par>
                                <p:cTn id="166" presetID="53" presetClass="entr" presetSubtype="16" fill="hold" nodeType="withEffect">
                                  <p:stCondLst>
                                    <p:cond delay="750"/>
                                  </p:stCondLst>
                                  <p:childTnLst>
                                    <p:set>
                                      <p:cBhvr>
                                        <p:cTn id="167" dur="1" fill="hold">
                                          <p:stCondLst>
                                            <p:cond delay="0"/>
                                          </p:stCondLst>
                                        </p:cTn>
                                        <p:tgtEl>
                                          <p:spTgt spid="66"/>
                                        </p:tgtEl>
                                        <p:attrNameLst>
                                          <p:attrName>style.visibility</p:attrName>
                                        </p:attrNameLst>
                                      </p:cBhvr>
                                      <p:to>
                                        <p:strVal val="visible"/>
                                      </p:to>
                                    </p:set>
                                    <p:anim calcmode="lin" valueType="num">
                                      <p:cBhvr>
                                        <p:cTn id="168" dur="500" fill="hold"/>
                                        <p:tgtEl>
                                          <p:spTgt spid="66"/>
                                        </p:tgtEl>
                                        <p:attrNameLst>
                                          <p:attrName>ppt_w</p:attrName>
                                        </p:attrNameLst>
                                      </p:cBhvr>
                                      <p:tavLst>
                                        <p:tav tm="0">
                                          <p:val>
                                            <p:fltVal val="0"/>
                                          </p:val>
                                        </p:tav>
                                        <p:tav tm="100000">
                                          <p:val>
                                            <p:strVal val="#ppt_w"/>
                                          </p:val>
                                        </p:tav>
                                      </p:tavLst>
                                    </p:anim>
                                    <p:anim calcmode="lin" valueType="num">
                                      <p:cBhvr>
                                        <p:cTn id="169" dur="500" fill="hold"/>
                                        <p:tgtEl>
                                          <p:spTgt spid="66"/>
                                        </p:tgtEl>
                                        <p:attrNameLst>
                                          <p:attrName>ppt_h</p:attrName>
                                        </p:attrNameLst>
                                      </p:cBhvr>
                                      <p:tavLst>
                                        <p:tav tm="0">
                                          <p:val>
                                            <p:fltVal val="0"/>
                                          </p:val>
                                        </p:tav>
                                        <p:tav tm="100000">
                                          <p:val>
                                            <p:strVal val="#ppt_h"/>
                                          </p:val>
                                        </p:tav>
                                      </p:tavLst>
                                    </p:anim>
                                    <p:animEffect transition="in" filter="fade">
                                      <p:cBhvr>
                                        <p:cTn id="170" dur="500"/>
                                        <p:tgtEl>
                                          <p:spTgt spid="66"/>
                                        </p:tgtEl>
                                      </p:cBhvr>
                                    </p:animEffect>
                                  </p:childTnLst>
                                </p:cTn>
                              </p:par>
                              <p:par>
                                <p:cTn id="171" presetID="63" presetClass="path" presetSubtype="0" accel="50000" decel="50000" fill="hold" nodeType="withEffect">
                                  <p:stCondLst>
                                    <p:cond delay="750"/>
                                  </p:stCondLst>
                                  <p:childTnLst>
                                    <p:animMotion origin="layout" path="M -2.91667E-6 -2.22222E-6 L 0.10729 -2.22222E-6 " pathEditMode="relative" rAng="0" ptsTypes="AA">
                                      <p:cBhvr>
                                        <p:cTn id="172" dur="1000" spd="-100000" fill="hold"/>
                                        <p:tgtEl>
                                          <p:spTgt spid="66"/>
                                        </p:tgtEl>
                                        <p:attrNameLst>
                                          <p:attrName>ppt_x</p:attrName>
                                          <p:attrName>ppt_y</p:attrName>
                                        </p:attrNameLst>
                                      </p:cBhvr>
                                      <p:rCtr x="5365" y="0"/>
                                    </p:animMotion>
                                  </p:childTnLst>
                                </p:cTn>
                              </p:par>
                              <p:par>
                                <p:cTn id="173" presetID="53" presetClass="entr" presetSubtype="16" fill="hold" grpId="0" nodeType="withEffect">
                                  <p:stCondLst>
                                    <p:cond delay="1250"/>
                                  </p:stCondLst>
                                  <p:iterate type="lt">
                                    <p:tmPct val="10000"/>
                                  </p:iterate>
                                  <p:childTnLst>
                                    <p:set>
                                      <p:cBhvr>
                                        <p:cTn id="174" dur="1" fill="hold">
                                          <p:stCondLst>
                                            <p:cond delay="0"/>
                                          </p:stCondLst>
                                        </p:cTn>
                                        <p:tgtEl>
                                          <p:spTgt spid="60"/>
                                        </p:tgtEl>
                                        <p:attrNameLst>
                                          <p:attrName>style.visibility</p:attrName>
                                        </p:attrNameLst>
                                      </p:cBhvr>
                                      <p:to>
                                        <p:strVal val="visible"/>
                                      </p:to>
                                    </p:set>
                                    <p:anim calcmode="lin" valueType="num">
                                      <p:cBhvr>
                                        <p:cTn id="175" dur="250" fill="hold"/>
                                        <p:tgtEl>
                                          <p:spTgt spid="60"/>
                                        </p:tgtEl>
                                        <p:attrNameLst>
                                          <p:attrName>ppt_w</p:attrName>
                                        </p:attrNameLst>
                                      </p:cBhvr>
                                      <p:tavLst>
                                        <p:tav tm="0">
                                          <p:val>
                                            <p:fltVal val="0"/>
                                          </p:val>
                                        </p:tav>
                                        <p:tav tm="100000">
                                          <p:val>
                                            <p:strVal val="#ppt_w"/>
                                          </p:val>
                                        </p:tav>
                                      </p:tavLst>
                                    </p:anim>
                                    <p:anim calcmode="lin" valueType="num">
                                      <p:cBhvr>
                                        <p:cTn id="176" dur="250" fill="hold"/>
                                        <p:tgtEl>
                                          <p:spTgt spid="60"/>
                                        </p:tgtEl>
                                        <p:attrNameLst>
                                          <p:attrName>ppt_h</p:attrName>
                                        </p:attrNameLst>
                                      </p:cBhvr>
                                      <p:tavLst>
                                        <p:tav tm="0">
                                          <p:val>
                                            <p:fltVal val="0"/>
                                          </p:val>
                                        </p:tav>
                                        <p:tav tm="100000">
                                          <p:val>
                                            <p:strVal val="#ppt_h"/>
                                          </p:val>
                                        </p:tav>
                                      </p:tavLst>
                                    </p:anim>
                                    <p:animEffect transition="in" filter="fade">
                                      <p:cBhvr>
                                        <p:cTn id="177" dur="250"/>
                                        <p:tgtEl>
                                          <p:spTgt spid="60"/>
                                        </p:tgtEl>
                                      </p:cBhvr>
                                    </p:animEffect>
                                  </p:childTnLst>
                                </p:cTn>
                              </p:par>
                            </p:childTnLst>
                          </p:cTn>
                        </p:par>
                        <p:par>
                          <p:cTn id="178" fill="hold">
                            <p:stCondLst>
                              <p:cond delay="9325"/>
                            </p:stCondLst>
                            <p:childTnLst>
                              <p:par>
                                <p:cTn id="179" presetID="53" presetClass="entr" presetSubtype="16" fill="hold" grpId="0" nodeType="afterEffect">
                                  <p:stCondLst>
                                    <p:cond delay="0"/>
                                  </p:stCondLst>
                                  <p:childTnLst>
                                    <p:set>
                                      <p:cBhvr>
                                        <p:cTn id="180" dur="1" fill="hold">
                                          <p:stCondLst>
                                            <p:cond delay="0"/>
                                          </p:stCondLst>
                                        </p:cTn>
                                        <p:tgtEl>
                                          <p:spTgt spid="47"/>
                                        </p:tgtEl>
                                        <p:attrNameLst>
                                          <p:attrName>style.visibility</p:attrName>
                                        </p:attrNameLst>
                                      </p:cBhvr>
                                      <p:to>
                                        <p:strVal val="visible"/>
                                      </p:to>
                                    </p:set>
                                    <p:anim calcmode="lin" valueType="num">
                                      <p:cBhvr>
                                        <p:cTn id="181" dur="250" fill="hold"/>
                                        <p:tgtEl>
                                          <p:spTgt spid="47"/>
                                        </p:tgtEl>
                                        <p:attrNameLst>
                                          <p:attrName>ppt_w</p:attrName>
                                        </p:attrNameLst>
                                      </p:cBhvr>
                                      <p:tavLst>
                                        <p:tav tm="0">
                                          <p:val>
                                            <p:fltVal val="0"/>
                                          </p:val>
                                        </p:tav>
                                        <p:tav tm="100000">
                                          <p:val>
                                            <p:strVal val="#ppt_w"/>
                                          </p:val>
                                        </p:tav>
                                      </p:tavLst>
                                    </p:anim>
                                    <p:anim calcmode="lin" valueType="num">
                                      <p:cBhvr>
                                        <p:cTn id="182" dur="250" fill="hold"/>
                                        <p:tgtEl>
                                          <p:spTgt spid="47"/>
                                        </p:tgtEl>
                                        <p:attrNameLst>
                                          <p:attrName>ppt_h</p:attrName>
                                        </p:attrNameLst>
                                      </p:cBhvr>
                                      <p:tavLst>
                                        <p:tav tm="0">
                                          <p:val>
                                            <p:fltVal val="0"/>
                                          </p:val>
                                        </p:tav>
                                        <p:tav tm="100000">
                                          <p:val>
                                            <p:strVal val="#ppt_h"/>
                                          </p:val>
                                        </p:tav>
                                      </p:tavLst>
                                    </p:anim>
                                    <p:animEffect transition="in" filter="fade">
                                      <p:cBhvr>
                                        <p:cTn id="183" dur="250"/>
                                        <p:tgtEl>
                                          <p:spTgt spid="47"/>
                                        </p:tgtEl>
                                      </p:cBhvr>
                                    </p:animEffect>
                                  </p:childTnLst>
                                </p:cTn>
                              </p:par>
                              <p:par>
                                <p:cTn id="184" presetID="6" presetClass="emph" presetSubtype="0" decel="100000" fill="hold" grpId="1" nodeType="withEffect">
                                  <p:stCondLst>
                                    <p:cond delay="200"/>
                                  </p:stCondLst>
                                  <p:childTnLst>
                                    <p:animScale>
                                      <p:cBhvr>
                                        <p:cTn id="185" dur="250" fill="hold"/>
                                        <p:tgtEl>
                                          <p:spTgt spid="47"/>
                                        </p:tgtEl>
                                      </p:cBhvr>
                                      <p:by x="120000" y="120000"/>
                                    </p:animScale>
                                  </p:childTnLst>
                                </p:cTn>
                              </p:par>
                              <p:par>
                                <p:cTn id="186" presetID="6" presetClass="emph" presetSubtype="0" decel="100000" fill="hold" grpId="2" nodeType="withEffect">
                                  <p:stCondLst>
                                    <p:cond delay="400"/>
                                  </p:stCondLst>
                                  <p:childTnLst>
                                    <p:animScale>
                                      <p:cBhvr>
                                        <p:cTn id="187" dur="250" fill="hold"/>
                                        <p:tgtEl>
                                          <p:spTgt spid="47"/>
                                        </p:tgtEl>
                                      </p:cBhvr>
                                      <p:by x="83000" y="83000"/>
                                    </p:animScale>
                                  </p:childTnLst>
                                </p:cTn>
                              </p:par>
                              <p:par>
                                <p:cTn id="188" presetID="53" presetClass="entr" presetSubtype="16" fill="hold" nodeType="withEffect">
                                  <p:stCondLst>
                                    <p:cond delay="400"/>
                                  </p:stCondLst>
                                  <p:childTnLst>
                                    <p:set>
                                      <p:cBhvr>
                                        <p:cTn id="189" dur="1" fill="hold">
                                          <p:stCondLst>
                                            <p:cond delay="0"/>
                                          </p:stCondLst>
                                        </p:cTn>
                                        <p:tgtEl>
                                          <p:spTgt spid="49"/>
                                        </p:tgtEl>
                                        <p:attrNameLst>
                                          <p:attrName>style.visibility</p:attrName>
                                        </p:attrNameLst>
                                      </p:cBhvr>
                                      <p:to>
                                        <p:strVal val="visible"/>
                                      </p:to>
                                    </p:set>
                                    <p:anim calcmode="lin" valueType="num">
                                      <p:cBhvr>
                                        <p:cTn id="190" dur="250" fill="hold"/>
                                        <p:tgtEl>
                                          <p:spTgt spid="49"/>
                                        </p:tgtEl>
                                        <p:attrNameLst>
                                          <p:attrName>ppt_w</p:attrName>
                                        </p:attrNameLst>
                                      </p:cBhvr>
                                      <p:tavLst>
                                        <p:tav tm="0">
                                          <p:val>
                                            <p:fltVal val="0"/>
                                          </p:val>
                                        </p:tav>
                                        <p:tav tm="100000">
                                          <p:val>
                                            <p:strVal val="#ppt_w"/>
                                          </p:val>
                                        </p:tav>
                                      </p:tavLst>
                                    </p:anim>
                                    <p:anim calcmode="lin" valueType="num">
                                      <p:cBhvr>
                                        <p:cTn id="191" dur="250" fill="hold"/>
                                        <p:tgtEl>
                                          <p:spTgt spid="49"/>
                                        </p:tgtEl>
                                        <p:attrNameLst>
                                          <p:attrName>ppt_h</p:attrName>
                                        </p:attrNameLst>
                                      </p:cBhvr>
                                      <p:tavLst>
                                        <p:tav tm="0">
                                          <p:val>
                                            <p:fltVal val="0"/>
                                          </p:val>
                                        </p:tav>
                                        <p:tav tm="100000">
                                          <p:val>
                                            <p:strVal val="#ppt_h"/>
                                          </p:val>
                                        </p:tav>
                                      </p:tavLst>
                                    </p:anim>
                                    <p:animEffect transition="in" filter="fade">
                                      <p:cBhvr>
                                        <p:cTn id="192" dur="250"/>
                                        <p:tgtEl>
                                          <p:spTgt spid="49"/>
                                        </p:tgtEl>
                                      </p:cBhvr>
                                    </p:animEffect>
                                  </p:childTnLst>
                                </p:cTn>
                              </p:par>
                              <p:par>
                                <p:cTn id="193" presetID="6" presetClass="emph" presetSubtype="0" decel="100000" fill="hold" nodeType="withEffect">
                                  <p:stCondLst>
                                    <p:cond delay="600"/>
                                  </p:stCondLst>
                                  <p:childTnLst>
                                    <p:animScale>
                                      <p:cBhvr>
                                        <p:cTn id="194" dur="250" fill="hold"/>
                                        <p:tgtEl>
                                          <p:spTgt spid="49"/>
                                        </p:tgtEl>
                                      </p:cBhvr>
                                      <p:by x="120000" y="120000"/>
                                    </p:animScale>
                                  </p:childTnLst>
                                </p:cTn>
                              </p:par>
                              <p:par>
                                <p:cTn id="195" presetID="6" presetClass="emph" presetSubtype="0" decel="100000" fill="hold" nodeType="withEffect">
                                  <p:stCondLst>
                                    <p:cond delay="800"/>
                                  </p:stCondLst>
                                  <p:childTnLst>
                                    <p:animScale>
                                      <p:cBhvr>
                                        <p:cTn id="196" dur="250" fill="hold"/>
                                        <p:tgtEl>
                                          <p:spTgt spid="49"/>
                                        </p:tgtEl>
                                      </p:cBhvr>
                                      <p:by x="83000" y="83000"/>
                                    </p:animScale>
                                  </p:childTnLst>
                                </p:cTn>
                              </p:par>
                              <p:par>
                                <p:cTn id="197" presetID="53" presetClass="entr" presetSubtype="16" fill="hold" grpId="0" nodeType="withEffect">
                                  <p:stCondLst>
                                    <p:cond delay="500"/>
                                  </p:stCondLst>
                                  <p:childTnLst>
                                    <p:set>
                                      <p:cBhvr>
                                        <p:cTn id="198" dur="1" fill="hold">
                                          <p:stCondLst>
                                            <p:cond delay="0"/>
                                          </p:stCondLst>
                                        </p:cTn>
                                        <p:tgtEl>
                                          <p:spTgt spid="61"/>
                                        </p:tgtEl>
                                        <p:attrNameLst>
                                          <p:attrName>style.visibility</p:attrName>
                                        </p:attrNameLst>
                                      </p:cBhvr>
                                      <p:to>
                                        <p:strVal val="visible"/>
                                      </p:to>
                                    </p:set>
                                    <p:anim calcmode="lin" valueType="num">
                                      <p:cBhvr>
                                        <p:cTn id="199" dur="500" fill="hold"/>
                                        <p:tgtEl>
                                          <p:spTgt spid="61"/>
                                        </p:tgtEl>
                                        <p:attrNameLst>
                                          <p:attrName>ppt_w</p:attrName>
                                        </p:attrNameLst>
                                      </p:cBhvr>
                                      <p:tavLst>
                                        <p:tav tm="0">
                                          <p:val>
                                            <p:fltVal val="0"/>
                                          </p:val>
                                        </p:tav>
                                        <p:tav tm="100000">
                                          <p:val>
                                            <p:strVal val="#ppt_w"/>
                                          </p:val>
                                        </p:tav>
                                      </p:tavLst>
                                    </p:anim>
                                    <p:anim calcmode="lin" valueType="num">
                                      <p:cBhvr>
                                        <p:cTn id="200" dur="500" fill="hold"/>
                                        <p:tgtEl>
                                          <p:spTgt spid="61"/>
                                        </p:tgtEl>
                                        <p:attrNameLst>
                                          <p:attrName>ppt_h</p:attrName>
                                        </p:attrNameLst>
                                      </p:cBhvr>
                                      <p:tavLst>
                                        <p:tav tm="0">
                                          <p:val>
                                            <p:fltVal val="0"/>
                                          </p:val>
                                        </p:tav>
                                        <p:tav tm="100000">
                                          <p:val>
                                            <p:strVal val="#ppt_h"/>
                                          </p:val>
                                        </p:tav>
                                      </p:tavLst>
                                    </p:anim>
                                    <p:animEffect transition="in" filter="fade">
                                      <p:cBhvr>
                                        <p:cTn id="201" dur="500"/>
                                        <p:tgtEl>
                                          <p:spTgt spid="61"/>
                                        </p:tgtEl>
                                      </p:cBhvr>
                                    </p:animEffect>
                                  </p:childTnLst>
                                </p:cTn>
                              </p:par>
                              <p:par>
                                <p:cTn id="202" presetID="53" presetClass="entr" presetSubtype="16" fill="hold" grpId="0" nodeType="withEffect">
                                  <p:stCondLst>
                                    <p:cond delay="750"/>
                                  </p:stCondLst>
                                  <p:childTnLst>
                                    <p:set>
                                      <p:cBhvr>
                                        <p:cTn id="203" dur="1" fill="hold">
                                          <p:stCondLst>
                                            <p:cond delay="0"/>
                                          </p:stCondLst>
                                        </p:cTn>
                                        <p:tgtEl>
                                          <p:spTgt spid="62"/>
                                        </p:tgtEl>
                                        <p:attrNameLst>
                                          <p:attrName>style.visibility</p:attrName>
                                        </p:attrNameLst>
                                      </p:cBhvr>
                                      <p:to>
                                        <p:strVal val="visible"/>
                                      </p:to>
                                    </p:set>
                                    <p:anim calcmode="lin" valueType="num">
                                      <p:cBhvr>
                                        <p:cTn id="204" dur="500" fill="hold"/>
                                        <p:tgtEl>
                                          <p:spTgt spid="62"/>
                                        </p:tgtEl>
                                        <p:attrNameLst>
                                          <p:attrName>ppt_w</p:attrName>
                                        </p:attrNameLst>
                                      </p:cBhvr>
                                      <p:tavLst>
                                        <p:tav tm="0">
                                          <p:val>
                                            <p:fltVal val="0"/>
                                          </p:val>
                                        </p:tav>
                                        <p:tav tm="100000">
                                          <p:val>
                                            <p:strVal val="#ppt_w"/>
                                          </p:val>
                                        </p:tav>
                                      </p:tavLst>
                                    </p:anim>
                                    <p:anim calcmode="lin" valueType="num">
                                      <p:cBhvr>
                                        <p:cTn id="205" dur="500" fill="hold"/>
                                        <p:tgtEl>
                                          <p:spTgt spid="62"/>
                                        </p:tgtEl>
                                        <p:attrNameLst>
                                          <p:attrName>ppt_h</p:attrName>
                                        </p:attrNameLst>
                                      </p:cBhvr>
                                      <p:tavLst>
                                        <p:tav tm="0">
                                          <p:val>
                                            <p:fltVal val="0"/>
                                          </p:val>
                                        </p:tav>
                                        <p:tav tm="100000">
                                          <p:val>
                                            <p:strVal val="#ppt_h"/>
                                          </p:val>
                                        </p:tav>
                                      </p:tavLst>
                                    </p:anim>
                                    <p:animEffect transition="in" filter="fade">
                                      <p:cBhvr>
                                        <p:cTn id="206" dur="500"/>
                                        <p:tgtEl>
                                          <p:spTgt spid="62"/>
                                        </p:tgtEl>
                                      </p:cBhvr>
                                    </p:animEffect>
                                  </p:childTnLst>
                                </p:cTn>
                              </p:par>
                              <p:par>
                                <p:cTn id="207" presetID="53" presetClass="entr" presetSubtype="16" fill="hold" nodeType="withEffect">
                                  <p:stCondLst>
                                    <p:cond delay="750"/>
                                  </p:stCondLst>
                                  <p:childTnLst>
                                    <p:set>
                                      <p:cBhvr>
                                        <p:cTn id="208" dur="1" fill="hold">
                                          <p:stCondLst>
                                            <p:cond delay="0"/>
                                          </p:stCondLst>
                                        </p:cTn>
                                        <p:tgtEl>
                                          <p:spTgt spid="67"/>
                                        </p:tgtEl>
                                        <p:attrNameLst>
                                          <p:attrName>style.visibility</p:attrName>
                                        </p:attrNameLst>
                                      </p:cBhvr>
                                      <p:to>
                                        <p:strVal val="visible"/>
                                      </p:to>
                                    </p:set>
                                    <p:anim calcmode="lin" valueType="num">
                                      <p:cBhvr>
                                        <p:cTn id="209" dur="500" fill="hold"/>
                                        <p:tgtEl>
                                          <p:spTgt spid="67"/>
                                        </p:tgtEl>
                                        <p:attrNameLst>
                                          <p:attrName>ppt_w</p:attrName>
                                        </p:attrNameLst>
                                      </p:cBhvr>
                                      <p:tavLst>
                                        <p:tav tm="0">
                                          <p:val>
                                            <p:fltVal val="0"/>
                                          </p:val>
                                        </p:tav>
                                        <p:tav tm="100000">
                                          <p:val>
                                            <p:strVal val="#ppt_w"/>
                                          </p:val>
                                        </p:tav>
                                      </p:tavLst>
                                    </p:anim>
                                    <p:anim calcmode="lin" valueType="num">
                                      <p:cBhvr>
                                        <p:cTn id="210" dur="500" fill="hold"/>
                                        <p:tgtEl>
                                          <p:spTgt spid="67"/>
                                        </p:tgtEl>
                                        <p:attrNameLst>
                                          <p:attrName>ppt_h</p:attrName>
                                        </p:attrNameLst>
                                      </p:cBhvr>
                                      <p:tavLst>
                                        <p:tav tm="0">
                                          <p:val>
                                            <p:fltVal val="0"/>
                                          </p:val>
                                        </p:tav>
                                        <p:tav tm="100000">
                                          <p:val>
                                            <p:strVal val="#ppt_h"/>
                                          </p:val>
                                        </p:tav>
                                      </p:tavLst>
                                    </p:anim>
                                    <p:animEffect transition="in" filter="fade">
                                      <p:cBhvr>
                                        <p:cTn id="211" dur="500"/>
                                        <p:tgtEl>
                                          <p:spTgt spid="67"/>
                                        </p:tgtEl>
                                      </p:cBhvr>
                                    </p:animEffect>
                                  </p:childTnLst>
                                </p:cTn>
                              </p:par>
                              <p:par>
                                <p:cTn id="212" presetID="63" presetClass="path" presetSubtype="0" accel="50000" decel="50000" fill="hold" nodeType="withEffect">
                                  <p:stCondLst>
                                    <p:cond delay="750"/>
                                  </p:stCondLst>
                                  <p:childTnLst>
                                    <p:animMotion origin="layout" path="M 1.25E-6 -2.22222E-6 L 0.10729 -2.22222E-6 " pathEditMode="relative" rAng="0" ptsTypes="AA">
                                      <p:cBhvr>
                                        <p:cTn id="213" dur="1000" spd="-100000" fill="hold"/>
                                        <p:tgtEl>
                                          <p:spTgt spid="67"/>
                                        </p:tgtEl>
                                        <p:attrNameLst>
                                          <p:attrName>ppt_x</p:attrName>
                                          <p:attrName>ppt_y</p:attrName>
                                        </p:attrNameLst>
                                      </p:cBhvr>
                                      <p:rCtr x="5365" y="0"/>
                                    </p:animMotion>
                                  </p:childTnLst>
                                </p:cTn>
                              </p:par>
                              <p:par>
                                <p:cTn id="214" presetID="53" presetClass="entr" presetSubtype="16" fill="hold" grpId="0" nodeType="withEffect">
                                  <p:stCondLst>
                                    <p:cond delay="1250"/>
                                  </p:stCondLst>
                                  <p:iterate type="lt">
                                    <p:tmPct val="10000"/>
                                  </p:iterate>
                                  <p:childTnLst>
                                    <p:set>
                                      <p:cBhvr>
                                        <p:cTn id="215" dur="1" fill="hold">
                                          <p:stCondLst>
                                            <p:cond delay="0"/>
                                          </p:stCondLst>
                                        </p:cTn>
                                        <p:tgtEl>
                                          <p:spTgt spid="63"/>
                                        </p:tgtEl>
                                        <p:attrNameLst>
                                          <p:attrName>style.visibility</p:attrName>
                                        </p:attrNameLst>
                                      </p:cBhvr>
                                      <p:to>
                                        <p:strVal val="visible"/>
                                      </p:to>
                                    </p:set>
                                    <p:anim calcmode="lin" valueType="num">
                                      <p:cBhvr>
                                        <p:cTn id="216" dur="250" fill="hold"/>
                                        <p:tgtEl>
                                          <p:spTgt spid="63"/>
                                        </p:tgtEl>
                                        <p:attrNameLst>
                                          <p:attrName>ppt_w</p:attrName>
                                        </p:attrNameLst>
                                      </p:cBhvr>
                                      <p:tavLst>
                                        <p:tav tm="0">
                                          <p:val>
                                            <p:fltVal val="0"/>
                                          </p:val>
                                        </p:tav>
                                        <p:tav tm="100000">
                                          <p:val>
                                            <p:strVal val="#ppt_w"/>
                                          </p:val>
                                        </p:tav>
                                      </p:tavLst>
                                    </p:anim>
                                    <p:anim calcmode="lin" valueType="num">
                                      <p:cBhvr>
                                        <p:cTn id="217" dur="250" fill="hold"/>
                                        <p:tgtEl>
                                          <p:spTgt spid="63"/>
                                        </p:tgtEl>
                                        <p:attrNameLst>
                                          <p:attrName>ppt_h</p:attrName>
                                        </p:attrNameLst>
                                      </p:cBhvr>
                                      <p:tavLst>
                                        <p:tav tm="0">
                                          <p:val>
                                            <p:fltVal val="0"/>
                                          </p:val>
                                        </p:tav>
                                        <p:tav tm="100000">
                                          <p:val>
                                            <p:strVal val="#ppt_h"/>
                                          </p:val>
                                        </p:tav>
                                      </p:tavLst>
                                    </p:anim>
                                    <p:animEffect transition="in" filter="fade">
                                      <p:cBhvr>
                                        <p:cTn id="218" dur="2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40" grpId="0" animBg="1"/>
      <p:bldP spid="40" grpId="1" animBg="1"/>
      <p:bldP spid="40" grpId="2" animBg="1"/>
      <p:bldP spid="41" grpId="0" animBg="1"/>
      <p:bldP spid="41" grpId="1" animBg="1"/>
      <p:bldP spid="41" grpId="2" animBg="1"/>
      <p:bldP spid="42" grpId="0" animBg="1"/>
      <p:bldP spid="42" grpId="1" animBg="1"/>
      <p:bldP spid="42" grpId="2" animBg="1"/>
      <p:bldP spid="43" grpId="0" animBg="1"/>
      <p:bldP spid="43" grpId="1" animBg="1"/>
      <p:bldP spid="43" grpId="2" animBg="1"/>
      <p:bldP spid="44" grpId="0" animBg="1"/>
      <p:bldP spid="44" grpId="1" animBg="1"/>
      <p:bldP spid="44" grpId="2" animBg="1"/>
      <p:bldP spid="45" grpId="0" animBg="1"/>
      <p:bldP spid="45" grpId="1" animBg="1"/>
      <p:bldP spid="45" grpId="2" animBg="1"/>
      <p:bldP spid="46" grpId="0" animBg="1"/>
      <p:bldP spid="46" grpId="1" animBg="1"/>
      <p:bldP spid="46" grpId="2" animBg="1"/>
      <p:bldP spid="47" grpId="0" animBg="1"/>
      <p:bldP spid="47" grpId="1" animBg="1"/>
      <p:bldP spid="47" grpId="2" animBg="1"/>
      <p:bldP spid="52" grpId="0"/>
      <p:bldP spid="53" grpId="0"/>
      <p:bldP spid="54" grpId="0"/>
      <p:bldP spid="55" grpId="0"/>
      <p:bldP spid="56" grpId="0"/>
      <p:bldP spid="57" grpId="0"/>
      <p:bldP spid="58" grpId="0"/>
      <p:bldP spid="59" grpId="0"/>
      <p:bldP spid="60" grpId="0"/>
      <p:bldP spid="61" grpId="0"/>
      <p:bldP spid="62" grpId="0"/>
      <p:bldP spid="6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56"/>
          <p:cNvGrpSpPr/>
          <p:nvPr/>
        </p:nvGrpSpPr>
        <p:grpSpPr>
          <a:xfrm>
            <a:off x="450633" y="228814"/>
            <a:ext cx="720000" cy="720000"/>
            <a:chOff x="450633" y="228814"/>
            <a:chExt cx="720000" cy="720000"/>
          </a:xfrm>
        </p:grpSpPr>
        <p:sp>
          <p:nvSpPr>
            <p:cNvPr id="58" name="椭圆 57"/>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9"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60" name="文本框 59"/>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年度工作大事件</a:t>
            </a:r>
          </a:p>
        </p:txBody>
      </p:sp>
      <p:cxnSp>
        <p:nvCxnSpPr>
          <p:cNvPr id="61" name="直接连接符 60"/>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62" name="Freeform 6"/>
          <p:cNvSpPr>
            <a:spLocks noChangeAspect="1"/>
          </p:cNvSpPr>
          <p:nvPr/>
        </p:nvSpPr>
        <p:spPr bwMode="auto">
          <a:xfrm>
            <a:off x="1901031" y="3810560"/>
            <a:ext cx="0" cy="717550"/>
          </a:xfrm>
          <a:custGeom>
            <a:avLst/>
            <a:gdLst>
              <a:gd name="T0" fmla="*/ 0 h 1974"/>
              <a:gd name="T1" fmla="*/ 1974 h 1974"/>
            </a:gdLst>
            <a:ahLst/>
            <a:cxnLst>
              <a:cxn ang="0">
                <a:pos x="0" y="T0"/>
              </a:cxn>
              <a:cxn ang="0">
                <a:pos x="0" y="T1"/>
              </a:cxn>
            </a:cxnLst>
            <a:rect l="0" t="0" r="r" b="b"/>
            <a:pathLst>
              <a:path h="1974">
                <a:moveTo>
                  <a:pt x="0" y="0"/>
                </a:moveTo>
                <a:cubicBezTo>
                  <a:pt x="0" y="1974"/>
                  <a:pt x="0" y="1974"/>
                  <a:pt x="0" y="1974"/>
                </a:cubicBezTo>
              </a:path>
            </a:pathLst>
          </a:custGeom>
          <a:noFill/>
          <a:ln w="25400" cap="flat">
            <a:solidFill>
              <a:srgbClr val="17406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3" name="Freeform 8"/>
          <p:cNvSpPr>
            <a:spLocks noChangeAspect="1"/>
          </p:cNvSpPr>
          <p:nvPr/>
        </p:nvSpPr>
        <p:spPr bwMode="auto">
          <a:xfrm>
            <a:off x="6141244" y="3810560"/>
            <a:ext cx="0" cy="717550"/>
          </a:xfrm>
          <a:custGeom>
            <a:avLst/>
            <a:gdLst>
              <a:gd name="T0" fmla="*/ 0 h 1974"/>
              <a:gd name="T1" fmla="*/ 1974 h 1974"/>
            </a:gdLst>
            <a:ahLst/>
            <a:cxnLst>
              <a:cxn ang="0">
                <a:pos x="0" y="T0"/>
              </a:cxn>
              <a:cxn ang="0">
                <a:pos x="0" y="T1"/>
              </a:cxn>
            </a:cxnLst>
            <a:rect l="0" t="0" r="r" b="b"/>
            <a:pathLst>
              <a:path h="1974">
                <a:moveTo>
                  <a:pt x="0" y="0"/>
                </a:moveTo>
                <a:cubicBezTo>
                  <a:pt x="0" y="1974"/>
                  <a:pt x="0" y="1974"/>
                  <a:pt x="0" y="1974"/>
                </a:cubicBezTo>
              </a:path>
            </a:pathLst>
          </a:custGeom>
          <a:noFill/>
          <a:ln w="25400" cap="flat">
            <a:solidFill>
              <a:srgbClr val="17406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4" name="Freeform 10"/>
          <p:cNvSpPr>
            <a:spLocks noChangeAspect="1"/>
          </p:cNvSpPr>
          <p:nvPr/>
        </p:nvSpPr>
        <p:spPr bwMode="auto">
          <a:xfrm>
            <a:off x="10379869" y="3810560"/>
            <a:ext cx="0" cy="717550"/>
          </a:xfrm>
          <a:custGeom>
            <a:avLst/>
            <a:gdLst>
              <a:gd name="T0" fmla="*/ 0 h 1974"/>
              <a:gd name="T1" fmla="*/ 1974 h 1974"/>
            </a:gdLst>
            <a:ahLst/>
            <a:cxnLst>
              <a:cxn ang="0">
                <a:pos x="0" y="T0"/>
              </a:cxn>
              <a:cxn ang="0">
                <a:pos x="0" y="T1"/>
              </a:cxn>
            </a:cxnLst>
            <a:rect l="0" t="0" r="r" b="b"/>
            <a:pathLst>
              <a:path h="1974">
                <a:moveTo>
                  <a:pt x="0" y="0"/>
                </a:moveTo>
                <a:cubicBezTo>
                  <a:pt x="0" y="1974"/>
                  <a:pt x="0" y="1974"/>
                  <a:pt x="0" y="1974"/>
                </a:cubicBezTo>
              </a:path>
            </a:pathLst>
          </a:custGeom>
          <a:noFill/>
          <a:ln w="25400" cap="flat">
            <a:solidFill>
              <a:srgbClr val="17406D"/>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5" name="Freeform 8"/>
          <p:cNvSpPr>
            <a:spLocks noChangeAspect="1"/>
          </p:cNvSpPr>
          <p:nvPr/>
        </p:nvSpPr>
        <p:spPr bwMode="auto">
          <a:xfrm>
            <a:off x="4020344" y="2943785"/>
            <a:ext cx="0" cy="717550"/>
          </a:xfrm>
          <a:custGeom>
            <a:avLst/>
            <a:gdLst>
              <a:gd name="T0" fmla="*/ 0 h 1974"/>
              <a:gd name="T1" fmla="*/ 1974 h 1974"/>
            </a:gdLst>
            <a:ahLst/>
            <a:cxnLst>
              <a:cxn ang="0">
                <a:pos x="0" y="T0"/>
              </a:cxn>
              <a:cxn ang="0">
                <a:pos x="0" y="T1"/>
              </a:cxn>
            </a:cxnLst>
            <a:rect l="0" t="0" r="r" b="b"/>
            <a:pathLst>
              <a:path h="1974">
                <a:moveTo>
                  <a:pt x="0" y="0"/>
                </a:moveTo>
                <a:cubicBezTo>
                  <a:pt x="0" y="1974"/>
                  <a:pt x="0" y="1974"/>
                  <a:pt x="0" y="1974"/>
                </a:cubicBezTo>
              </a:path>
            </a:pathLst>
          </a:custGeom>
          <a:noFill/>
          <a:ln w="2540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6" name="Freeform 8"/>
          <p:cNvSpPr>
            <a:spLocks noChangeAspect="1"/>
          </p:cNvSpPr>
          <p:nvPr/>
        </p:nvSpPr>
        <p:spPr bwMode="auto">
          <a:xfrm>
            <a:off x="8260556" y="2943785"/>
            <a:ext cx="0" cy="717550"/>
          </a:xfrm>
          <a:custGeom>
            <a:avLst/>
            <a:gdLst>
              <a:gd name="T0" fmla="*/ 0 h 1974"/>
              <a:gd name="T1" fmla="*/ 1974 h 1974"/>
            </a:gdLst>
            <a:ahLst/>
            <a:cxnLst>
              <a:cxn ang="0">
                <a:pos x="0" y="T0"/>
              </a:cxn>
              <a:cxn ang="0">
                <a:pos x="0" y="T1"/>
              </a:cxn>
            </a:cxnLst>
            <a:rect l="0" t="0" r="r" b="b"/>
            <a:pathLst>
              <a:path h="1974">
                <a:moveTo>
                  <a:pt x="0" y="0"/>
                </a:moveTo>
                <a:cubicBezTo>
                  <a:pt x="0" y="1974"/>
                  <a:pt x="0" y="1974"/>
                  <a:pt x="0" y="1974"/>
                </a:cubicBezTo>
              </a:path>
            </a:pathLst>
          </a:custGeom>
          <a:noFill/>
          <a:ln w="2540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nvGrpSpPr>
          <p:cNvPr id="67" name="组合 66"/>
          <p:cNvGrpSpPr>
            <a:grpSpLocks noChangeAspect="1"/>
          </p:cNvGrpSpPr>
          <p:nvPr/>
        </p:nvGrpSpPr>
        <p:grpSpPr>
          <a:xfrm>
            <a:off x="860425" y="3627997"/>
            <a:ext cx="2081213" cy="215900"/>
            <a:chOff x="860425" y="3627997"/>
            <a:chExt cx="2081213" cy="215900"/>
          </a:xfrm>
        </p:grpSpPr>
        <p:sp>
          <p:nvSpPr>
            <p:cNvPr id="68" name="Freeform 15"/>
            <p:cNvSpPr>
              <a:spLocks noChangeAspect="1"/>
            </p:cNvSpPr>
            <p:nvPr/>
          </p:nvSpPr>
          <p:spPr bwMode="auto">
            <a:xfrm>
              <a:off x="860425" y="3627997"/>
              <a:ext cx="2081213" cy="215900"/>
            </a:xfrm>
            <a:custGeom>
              <a:avLst/>
              <a:gdLst>
                <a:gd name="T0" fmla="*/ 0 w 5723"/>
                <a:gd name="T1" fmla="*/ 0 h 597"/>
                <a:gd name="T2" fmla="*/ 5493 w 5723"/>
                <a:gd name="T3" fmla="*/ 0 h 597"/>
                <a:gd name="T4" fmla="*/ 5723 w 5723"/>
                <a:gd name="T5" fmla="*/ 298 h 597"/>
                <a:gd name="T6" fmla="*/ 5493 w 5723"/>
                <a:gd name="T7" fmla="*/ 597 h 597"/>
                <a:gd name="T8" fmla="*/ 0 w 5723"/>
                <a:gd name="T9" fmla="*/ 597 h 597"/>
                <a:gd name="T10" fmla="*/ 230 w 5723"/>
                <a:gd name="T11" fmla="*/ 298 h 597"/>
                <a:gd name="T12" fmla="*/ 0 w 5723"/>
                <a:gd name="T13" fmla="*/ 0 h 597"/>
              </a:gdLst>
              <a:ahLst/>
              <a:cxnLst>
                <a:cxn ang="0">
                  <a:pos x="T0" y="T1"/>
                </a:cxn>
                <a:cxn ang="0">
                  <a:pos x="T2" y="T3"/>
                </a:cxn>
                <a:cxn ang="0">
                  <a:pos x="T4" y="T5"/>
                </a:cxn>
                <a:cxn ang="0">
                  <a:pos x="T6" y="T7"/>
                </a:cxn>
                <a:cxn ang="0">
                  <a:pos x="T8" y="T9"/>
                </a:cxn>
                <a:cxn ang="0">
                  <a:pos x="T10" y="T11"/>
                </a:cxn>
                <a:cxn ang="0">
                  <a:pos x="T12" y="T13"/>
                </a:cxn>
              </a:cxnLst>
              <a:rect l="0" t="0" r="r" b="b"/>
              <a:pathLst>
                <a:path w="5723" h="597">
                  <a:moveTo>
                    <a:pt x="0" y="0"/>
                  </a:moveTo>
                  <a:lnTo>
                    <a:pt x="5493" y="0"/>
                  </a:lnTo>
                  <a:lnTo>
                    <a:pt x="5723" y="298"/>
                  </a:lnTo>
                  <a:lnTo>
                    <a:pt x="5493" y="597"/>
                  </a:lnTo>
                  <a:lnTo>
                    <a:pt x="0" y="597"/>
                  </a:lnTo>
                  <a:lnTo>
                    <a:pt x="230" y="298"/>
                  </a:lnTo>
                  <a:lnTo>
                    <a:pt x="0" y="0"/>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9" name="Oval 20"/>
            <p:cNvSpPr>
              <a:spLocks noChangeAspect="1" noChangeArrowheads="1"/>
            </p:cNvSpPr>
            <p:nvPr/>
          </p:nvSpPr>
          <p:spPr bwMode="auto">
            <a:xfrm>
              <a:off x="1836737" y="3672447"/>
              <a:ext cx="128588" cy="1270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70" name="组合 69"/>
          <p:cNvGrpSpPr>
            <a:grpSpLocks noChangeAspect="1"/>
          </p:cNvGrpSpPr>
          <p:nvPr/>
        </p:nvGrpSpPr>
        <p:grpSpPr>
          <a:xfrm>
            <a:off x="2979738" y="3627997"/>
            <a:ext cx="2081213" cy="215900"/>
            <a:chOff x="2979738" y="3627997"/>
            <a:chExt cx="2081213" cy="215900"/>
          </a:xfrm>
        </p:grpSpPr>
        <p:sp>
          <p:nvSpPr>
            <p:cNvPr id="71" name="Freeform 16"/>
            <p:cNvSpPr>
              <a:spLocks noChangeAspect="1"/>
            </p:cNvSpPr>
            <p:nvPr/>
          </p:nvSpPr>
          <p:spPr bwMode="auto">
            <a:xfrm>
              <a:off x="2979738" y="3627997"/>
              <a:ext cx="2081213" cy="215900"/>
            </a:xfrm>
            <a:custGeom>
              <a:avLst/>
              <a:gdLst>
                <a:gd name="T0" fmla="*/ 0 w 5723"/>
                <a:gd name="T1" fmla="*/ 0 h 597"/>
                <a:gd name="T2" fmla="*/ 5493 w 5723"/>
                <a:gd name="T3" fmla="*/ 0 h 597"/>
                <a:gd name="T4" fmla="*/ 5723 w 5723"/>
                <a:gd name="T5" fmla="*/ 298 h 597"/>
                <a:gd name="T6" fmla="*/ 5493 w 5723"/>
                <a:gd name="T7" fmla="*/ 597 h 597"/>
                <a:gd name="T8" fmla="*/ 0 w 5723"/>
                <a:gd name="T9" fmla="*/ 597 h 597"/>
                <a:gd name="T10" fmla="*/ 230 w 5723"/>
                <a:gd name="T11" fmla="*/ 298 h 597"/>
                <a:gd name="T12" fmla="*/ 0 w 5723"/>
                <a:gd name="T13" fmla="*/ 0 h 597"/>
              </a:gdLst>
              <a:ahLst/>
              <a:cxnLst>
                <a:cxn ang="0">
                  <a:pos x="T0" y="T1"/>
                </a:cxn>
                <a:cxn ang="0">
                  <a:pos x="T2" y="T3"/>
                </a:cxn>
                <a:cxn ang="0">
                  <a:pos x="T4" y="T5"/>
                </a:cxn>
                <a:cxn ang="0">
                  <a:pos x="T6" y="T7"/>
                </a:cxn>
                <a:cxn ang="0">
                  <a:pos x="T8" y="T9"/>
                </a:cxn>
                <a:cxn ang="0">
                  <a:pos x="T10" y="T11"/>
                </a:cxn>
                <a:cxn ang="0">
                  <a:pos x="T12" y="T13"/>
                </a:cxn>
              </a:cxnLst>
              <a:rect l="0" t="0" r="r" b="b"/>
              <a:pathLst>
                <a:path w="5723" h="597">
                  <a:moveTo>
                    <a:pt x="0" y="0"/>
                  </a:moveTo>
                  <a:lnTo>
                    <a:pt x="5493" y="0"/>
                  </a:lnTo>
                  <a:lnTo>
                    <a:pt x="5723" y="298"/>
                  </a:lnTo>
                  <a:lnTo>
                    <a:pt x="5493" y="597"/>
                  </a:lnTo>
                  <a:lnTo>
                    <a:pt x="0" y="597"/>
                  </a:lnTo>
                  <a:lnTo>
                    <a:pt x="230" y="298"/>
                  </a:lnTo>
                  <a:lnTo>
                    <a:pt x="0" y="0"/>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72" name="Oval 21"/>
            <p:cNvSpPr>
              <a:spLocks noChangeAspect="1" noChangeArrowheads="1"/>
            </p:cNvSpPr>
            <p:nvPr/>
          </p:nvSpPr>
          <p:spPr bwMode="auto">
            <a:xfrm>
              <a:off x="3956844" y="3672447"/>
              <a:ext cx="127000" cy="1270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73" name="组合 72"/>
          <p:cNvGrpSpPr>
            <a:grpSpLocks noChangeAspect="1"/>
          </p:cNvGrpSpPr>
          <p:nvPr/>
        </p:nvGrpSpPr>
        <p:grpSpPr>
          <a:xfrm>
            <a:off x="5100638" y="3627997"/>
            <a:ext cx="2081213" cy="215900"/>
            <a:chOff x="5100638" y="3627997"/>
            <a:chExt cx="2081213" cy="215900"/>
          </a:xfrm>
        </p:grpSpPr>
        <p:sp>
          <p:nvSpPr>
            <p:cNvPr id="74" name="Freeform 17"/>
            <p:cNvSpPr>
              <a:spLocks noChangeAspect="1"/>
            </p:cNvSpPr>
            <p:nvPr/>
          </p:nvSpPr>
          <p:spPr bwMode="auto">
            <a:xfrm>
              <a:off x="5100638" y="3627997"/>
              <a:ext cx="2081213" cy="215900"/>
            </a:xfrm>
            <a:custGeom>
              <a:avLst/>
              <a:gdLst>
                <a:gd name="T0" fmla="*/ 0 w 5723"/>
                <a:gd name="T1" fmla="*/ 0 h 597"/>
                <a:gd name="T2" fmla="*/ 5493 w 5723"/>
                <a:gd name="T3" fmla="*/ 0 h 597"/>
                <a:gd name="T4" fmla="*/ 5723 w 5723"/>
                <a:gd name="T5" fmla="*/ 298 h 597"/>
                <a:gd name="T6" fmla="*/ 5493 w 5723"/>
                <a:gd name="T7" fmla="*/ 597 h 597"/>
                <a:gd name="T8" fmla="*/ 0 w 5723"/>
                <a:gd name="T9" fmla="*/ 597 h 597"/>
                <a:gd name="T10" fmla="*/ 230 w 5723"/>
                <a:gd name="T11" fmla="*/ 298 h 597"/>
                <a:gd name="T12" fmla="*/ 0 w 5723"/>
                <a:gd name="T13" fmla="*/ 0 h 597"/>
              </a:gdLst>
              <a:ahLst/>
              <a:cxnLst>
                <a:cxn ang="0">
                  <a:pos x="T0" y="T1"/>
                </a:cxn>
                <a:cxn ang="0">
                  <a:pos x="T2" y="T3"/>
                </a:cxn>
                <a:cxn ang="0">
                  <a:pos x="T4" y="T5"/>
                </a:cxn>
                <a:cxn ang="0">
                  <a:pos x="T6" y="T7"/>
                </a:cxn>
                <a:cxn ang="0">
                  <a:pos x="T8" y="T9"/>
                </a:cxn>
                <a:cxn ang="0">
                  <a:pos x="T10" y="T11"/>
                </a:cxn>
                <a:cxn ang="0">
                  <a:pos x="T12" y="T13"/>
                </a:cxn>
              </a:cxnLst>
              <a:rect l="0" t="0" r="r" b="b"/>
              <a:pathLst>
                <a:path w="5723" h="597">
                  <a:moveTo>
                    <a:pt x="0" y="0"/>
                  </a:moveTo>
                  <a:lnTo>
                    <a:pt x="5493" y="0"/>
                  </a:lnTo>
                  <a:lnTo>
                    <a:pt x="5723" y="298"/>
                  </a:lnTo>
                  <a:lnTo>
                    <a:pt x="5493" y="597"/>
                  </a:lnTo>
                  <a:lnTo>
                    <a:pt x="0" y="597"/>
                  </a:lnTo>
                  <a:lnTo>
                    <a:pt x="230" y="298"/>
                  </a:lnTo>
                  <a:lnTo>
                    <a:pt x="0" y="0"/>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75" name="Oval 22"/>
            <p:cNvSpPr>
              <a:spLocks noChangeAspect="1" noChangeArrowheads="1"/>
            </p:cNvSpPr>
            <p:nvPr/>
          </p:nvSpPr>
          <p:spPr bwMode="auto">
            <a:xfrm>
              <a:off x="6077744" y="3672447"/>
              <a:ext cx="127000" cy="1270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76" name="组合 75"/>
          <p:cNvGrpSpPr>
            <a:grpSpLocks noChangeAspect="1"/>
          </p:cNvGrpSpPr>
          <p:nvPr/>
        </p:nvGrpSpPr>
        <p:grpSpPr>
          <a:xfrm>
            <a:off x="7219950" y="3627997"/>
            <a:ext cx="2081213" cy="215900"/>
            <a:chOff x="7219950" y="3627997"/>
            <a:chExt cx="2081213" cy="215900"/>
          </a:xfrm>
        </p:grpSpPr>
        <p:sp>
          <p:nvSpPr>
            <p:cNvPr id="77" name="Freeform 18"/>
            <p:cNvSpPr>
              <a:spLocks noChangeAspect="1"/>
            </p:cNvSpPr>
            <p:nvPr/>
          </p:nvSpPr>
          <p:spPr bwMode="auto">
            <a:xfrm>
              <a:off x="7219950" y="3627997"/>
              <a:ext cx="2081213" cy="215900"/>
            </a:xfrm>
            <a:custGeom>
              <a:avLst/>
              <a:gdLst>
                <a:gd name="T0" fmla="*/ 0 w 5723"/>
                <a:gd name="T1" fmla="*/ 0 h 597"/>
                <a:gd name="T2" fmla="*/ 5493 w 5723"/>
                <a:gd name="T3" fmla="*/ 0 h 597"/>
                <a:gd name="T4" fmla="*/ 5723 w 5723"/>
                <a:gd name="T5" fmla="*/ 298 h 597"/>
                <a:gd name="T6" fmla="*/ 5493 w 5723"/>
                <a:gd name="T7" fmla="*/ 597 h 597"/>
                <a:gd name="T8" fmla="*/ 0 w 5723"/>
                <a:gd name="T9" fmla="*/ 597 h 597"/>
                <a:gd name="T10" fmla="*/ 230 w 5723"/>
                <a:gd name="T11" fmla="*/ 298 h 597"/>
                <a:gd name="T12" fmla="*/ 0 w 5723"/>
                <a:gd name="T13" fmla="*/ 0 h 597"/>
              </a:gdLst>
              <a:ahLst/>
              <a:cxnLst>
                <a:cxn ang="0">
                  <a:pos x="T0" y="T1"/>
                </a:cxn>
                <a:cxn ang="0">
                  <a:pos x="T2" y="T3"/>
                </a:cxn>
                <a:cxn ang="0">
                  <a:pos x="T4" y="T5"/>
                </a:cxn>
                <a:cxn ang="0">
                  <a:pos x="T6" y="T7"/>
                </a:cxn>
                <a:cxn ang="0">
                  <a:pos x="T8" y="T9"/>
                </a:cxn>
                <a:cxn ang="0">
                  <a:pos x="T10" y="T11"/>
                </a:cxn>
                <a:cxn ang="0">
                  <a:pos x="T12" y="T13"/>
                </a:cxn>
              </a:cxnLst>
              <a:rect l="0" t="0" r="r" b="b"/>
              <a:pathLst>
                <a:path w="5723" h="597">
                  <a:moveTo>
                    <a:pt x="0" y="0"/>
                  </a:moveTo>
                  <a:lnTo>
                    <a:pt x="5493" y="0"/>
                  </a:lnTo>
                  <a:lnTo>
                    <a:pt x="5723" y="298"/>
                  </a:lnTo>
                  <a:lnTo>
                    <a:pt x="5493" y="597"/>
                  </a:lnTo>
                  <a:lnTo>
                    <a:pt x="0" y="597"/>
                  </a:lnTo>
                  <a:lnTo>
                    <a:pt x="230" y="298"/>
                  </a:lnTo>
                  <a:lnTo>
                    <a:pt x="0" y="0"/>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78" name="Oval 23"/>
            <p:cNvSpPr>
              <a:spLocks noChangeAspect="1" noChangeArrowheads="1"/>
            </p:cNvSpPr>
            <p:nvPr/>
          </p:nvSpPr>
          <p:spPr bwMode="auto">
            <a:xfrm>
              <a:off x="8197056" y="3672447"/>
              <a:ext cx="127000" cy="1270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79" name="组合 78"/>
          <p:cNvGrpSpPr>
            <a:grpSpLocks noChangeAspect="1"/>
          </p:cNvGrpSpPr>
          <p:nvPr/>
        </p:nvGrpSpPr>
        <p:grpSpPr>
          <a:xfrm>
            <a:off x="9339263" y="3627997"/>
            <a:ext cx="2081213" cy="215900"/>
            <a:chOff x="9339263" y="3627997"/>
            <a:chExt cx="2081213" cy="215900"/>
          </a:xfrm>
        </p:grpSpPr>
        <p:sp>
          <p:nvSpPr>
            <p:cNvPr id="80" name="Freeform 19"/>
            <p:cNvSpPr>
              <a:spLocks noChangeAspect="1"/>
            </p:cNvSpPr>
            <p:nvPr/>
          </p:nvSpPr>
          <p:spPr bwMode="auto">
            <a:xfrm>
              <a:off x="9339263" y="3627997"/>
              <a:ext cx="2081213" cy="215900"/>
            </a:xfrm>
            <a:custGeom>
              <a:avLst/>
              <a:gdLst>
                <a:gd name="T0" fmla="*/ 0 w 5723"/>
                <a:gd name="T1" fmla="*/ 0 h 597"/>
                <a:gd name="T2" fmla="*/ 5493 w 5723"/>
                <a:gd name="T3" fmla="*/ 0 h 597"/>
                <a:gd name="T4" fmla="*/ 5723 w 5723"/>
                <a:gd name="T5" fmla="*/ 298 h 597"/>
                <a:gd name="T6" fmla="*/ 5493 w 5723"/>
                <a:gd name="T7" fmla="*/ 597 h 597"/>
                <a:gd name="T8" fmla="*/ 0 w 5723"/>
                <a:gd name="T9" fmla="*/ 597 h 597"/>
                <a:gd name="T10" fmla="*/ 230 w 5723"/>
                <a:gd name="T11" fmla="*/ 298 h 597"/>
                <a:gd name="T12" fmla="*/ 0 w 5723"/>
                <a:gd name="T13" fmla="*/ 0 h 597"/>
              </a:gdLst>
              <a:ahLst/>
              <a:cxnLst>
                <a:cxn ang="0">
                  <a:pos x="T0" y="T1"/>
                </a:cxn>
                <a:cxn ang="0">
                  <a:pos x="T2" y="T3"/>
                </a:cxn>
                <a:cxn ang="0">
                  <a:pos x="T4" y="T5"/>
                </a:cxn>
                <a:cxn ang="0">
                  <a:pos x="T6" y="T7"/>
                </a:cxn>
                <a:cxn ang="0">
                  <a:pos x="T8" y="T9"/>
                </a:cxn>
                <a:cxn ang="0">
                  <a:pos x="T10" y="T11"/>
                </a:cxn>
                <a:cxn ang="0">
                  <a:pos x="T12" y="T13"/>
                </a:cxn>
              </a:cxnLst>
              <a:rect l="0" t="0" r="r" b="b"/>
              <a:pathLst>
                <a:path w="5723" h="597">
                  <a:moveTo>
                    <a:pt x="0" y="0"/>
                  </a:moveTo>
                  <a:lnTo>
                    <a:pt x="5493" y="0"/>
                  </a:lnTo>
                  <a:lnTo>
                    <a:pt x="5723" y="298"/>
                  </a:lnTo>
                  <a:lnTo>
                    <a:pt x="5493" y="597"/>
                  </a:lnTo>
                  <a:lnTo>
                    <a:pt x="0" y="597"/>
                  </a:lnTo>
                  <a:lnTo>
                    <a:pt x="230" y="298"/>
                  </a:lnTo>
                  <a:lnTo>
                    <a:pt x="0" y="0"/>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81" name="Oval 24"/>
            <p:cNvSpPr>
              <a:spLocks noChangeAspect="1" noChangeArrowheads="1"/>
            </p:cNvSpPr>
            <p:nvPr/>
          </p:nvSpPr>
          <p:spPr bwMode="auto">
            <a:xfrm>
              <a:off x="10316369" y="3672447"/>
              <a:ext cx="127000" cy="1270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82" name="组合 81"/>
          <p:cNvGrpSpPr>
            <a:grpSpLocks noChangeAspect="1"/>
          </p:cNvGrpSpPr>
          <p:nvPr/>
        </p:nvGrpSpPr>
        <p:grpSpPr>
          <a:xfrm>
            <a:off x="5711032" y="4485247"/>
            <a:ext cx="860425" cy="860425"/>
            <a:chOff x="5711032" y="4485247"/>
            <a:chExt cx="860425" cy="860425"/>
          </a:xfrm>
        </p:grpSpPr>
        <p:sp>
          <p:nvSpPr>
            <p:cNvPr id="83" name="Oval 7"/>
            <p:cNvSpPr>
              <a:spLocks noChangeAspect="1" noChangeArrowheads="1"/>
            </p:cNvSpPr>
            <p:nvPr/>
          </p:nvSpPr>
          <p:spPr bwMode="auto">
            <a:xfrm>
              <a:off x="5711032" y="4485247"/>
              <a:ext cx="860425" cy="860425"/>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84" name="Freeform 59"/>
            <p:cNvSpPr>
              <a:spLocks noChangeAspect="1" noEditPoints="1"/>
            </p:cNvSpPr>
            <p:nvPr/>
          </p:nvSpPr>
          <p:spPr bwMode="auto">
            <a:xfrm>
              <a:off x="5896559" y="4681459"/>
              <a:ext cx="489371" cy="468000"/>
            </a:xfrm>
            <a:custGeom>
              <a:avLst/>
              <a:gdLst>
                <a:gd name="T0" fmla="*/ 312 w 999"/>
                <a:gd name="T1" fmla="*/ 203 h 956"/>
                <a:gd name="T2" fmla="*/ 468 w 999"/>
                <a:gd name="T3" fmla="*/ 20 h 956"/>
                <a:gd name="T4" fmla="*/ 231 w 999"/>
                <a:gd name="T5" fmla="*/ 253 h 956"/>
                <a:gd name="T6" fmla="*/ 0 w 999"/>
                <a:gd name="T7" fmla="*/ 441 h 956"/>
                <a:gd name="T8" fmla="*/ 231 w 999"/>
                <a:gd name="T9" fmla="*/ 253 h 956"/>
                <a:gd name="T10" fmla="*/ 249 w 999"/>
                <a:gd name="T11" fmla="*/ 192 h 956"/>
                <a:gd name="T12" fmla="*/ 374 w 999"/>
                <a:gd name="T13" fmla="*/ 0 h 956"/>
                <a:gd name="T14" fmla="*/ 121 w 999"/>
                <a:gd name="T15" fmla="*/ 801 h 956"/>
                <a:gd name="T16" fmla="*/ 283 w 999"/>
                <a:gd name="T17" fmla="*/ 843 h 956"/>
                <a:gd name="T18" fmla="*/ 121 w 999"/>
                <a:gd name="T19" fmla="*/ 801 h 956"/>
                <a:gd name="T20" fmla="*/ 468 w 999"/>
                <a:gd name="T21" fmla="*/ 677 h 956"/>
                <a:gd name="T22" fmla="*/ 266 w 999"/>
                <a:gd name="T23" fmla="*/ 505 h 956"/>
                <a:gd name="T24" fmla="*/ 231 w 999"/>
                <a:gd name="T25" fmla="*/ 705 h 956"/>
                <a:gd name="T26" fmla="*/ 0 w 999"/>
                <a:gd name="T27" fmla="*/ 505 h 956"/>
                <a:gd name="T28" fmla="*/ 231 w 999"/>
                <a:gd name="T29" fmla="*/ 705 h 956"/>
                <a:gd name="T30" fmla="*/ 797 w 999"/>
                <a:gd name="T31" fmla="*/ 441 h 956"/>
                <a:gd name="T32" fmla="*/ 918 w 999"/>
                <a:gd name="T33" fmla="*/ 206 h 956"/>
                <a:gd name="T34" fmla="*/ 770 w 999"/>
                <a:gd name="T35" fmla="*/ 705 h 956"/>
                <a:gd name="T36" fmla="*/ 999 w 999"/>
                <a:gd name="T37" fmla="*/ 505 h 956"/>
                <a:gd name="T38" fmla="*/ 770 w 999"/>
                <a:gd name="T39" fmla="*/ 705 h 956"/>
                <a:gd name="T40" fmla="*/ 626 w 999"/>
                <a:gd name="T41" fmla="*/ 956 h 956"/>
                <a:gd name="T42" fmla="*/ 751 w 999"/>
                <a:gd name="T43" fmla="*/ 765 h 956"/>
                <a:gd name="T44" fmla="*/ 532 w 999"/>
                <a:gd name="T45" fmla="*/ 216 h 956"/>
                <a:gd name="T46" fmla="*/ 660 w 999"/>
                <a:gd name="T47" fmla="*/ 143 h 956"/>
                <a:gd name="T48" fmla="*/ 532 w 999"/>
                <a:gd name="T49" fmla="*/ 677 h 956"/>
                <a:gd name="T50" fmla="*/ 733 w 999"/>
                <a:gd name="T51" fmla="*/ 505 h 956"/>
                <a:gd name="T52" fmla="*/ 532 w 999"/>
                <a:gd name="T53" fmla="*/ 677 h 956"/>
                <a:gd name="T54" fmla="*/ 468 w 999"/>
                <a:gd name="T55" fmla="*/ 441 h 956"/>
                <a:gd name="T56" fmla="*/ 293 w 999"/>
                <a:gd name="T57" fmla="*/ 264 h 956"/>
                <a:gd name="T58" fmla="*/ 532 w 999"/>
                <a:gd name="T59" fmla="*/ 441 h 956"/>
                <a:gd name="T60" fmla="*/ 707 w 999"/>
                <a:gd name="T61" fmla="*/ 264 h 956"/>
                <a:gd name="T62" fmla="*/ 532 w 999"/>
                <a:gd name="T63" fmla="*/ 441 h 956"/>
                <a:gd name="T64" fmla="*/ 751 w 999"/>
                <a:gd name="T65" fmla="*/ 192 h 956"/>
                <a:gd name="T66" fmla="*/ 626 w 999"/>
                <a:gd name="T67" fmla="*/ 0 h 956"/>
                <a:gd name="T68" fmla="*/ 312 w 999"/>
                <a:gd name="T69" fmla="*/ 753 h 956"/>
                <a:gd name="T70" fmla="*/ 468 w 999"/>
                <a:gd name="T71" fmla="*/ 938 h 956"/>
                <a:gd name="T72" fmla="*/ 312 w 999"/>
                <a:gd name="T73" fmla="*/ 753 h 956"/>
                <a:gd name="T74" fmla="*/ 687 w 999"/>
                <a:gd name="T75" fmla="*/ 753 h 956"/>
                <a:gd name="T76" fmla="*/ 532 w 999"/>
                <a:gd name="T77" fmla="*/ 938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9" h="956">
                  <a:moveTo>
                    <a:pt x="340" y="143"/>
                  </a:moveTo>
                  <a:cubicBezTo>
                    <a:pt x="330" y="162"/>
                    <a:pt x="321" y="183"/>
                    <a:pt x="312" y="203"/>
                  </a:cubicBezTo>
                  <a:cubicBezTo>
                    <a:pt x="361" y="210"/>
                    <a:pt x="413" y="214"/>
                    <a:pt x="468" y="216"/>
                  </a:cubicBezTo>
                  <a:lnTo>
                    <a:pt x="468" y="20"/>
                  </a:lnTo>
                  <a:cubicBezTo>
                    <a:pt x="421" y="33"/>
                    <a:pt x="376" y="75"/>
                    <a:pt x="340" y="143"/>
                  </a:cubicBezTo>
                  <a:close/>
                  <a:moveTo>
                    <a:pt x="231" y="253"/>
                  </a:moveTo>
                  <a:cubicBezTo>
                    <a:pt x="176" y="240"/>
                    <a:pt x="125" y="225"/>
                    <a:pt x="81" y="207"/>
                  </a:cubicBezTo>
                  <a:cubicBezTo>
                    <a:pt x="36" y="275"/>
                    <a:pt x="7" y="355"/>
                    <a:pt x="0" y="441"/>
                  </a:cubicBezTo>
                  <a:lnTo>
                    <a:pt x="203" y="441"/>
                  </a:lnTo>
                  <a:cubicBezTo>
                    <a:pt x="205" y="376"/>
                    <a:pt x="215" y="311"/>
                    <a:pt x="231" y="253"/>
                  </a:cubicBezTo>
                  <a:close/>
                  <a:moveTo>
                    <a:pt x="121" y="155"/>
                  </a:moveTo>
                  <a:cubicBezTo>
                    <a:pt x="159" y="170"/>
                    <a:pt x="201" y="183"/>
                    <a:pt x="249" y="192"/>
                  </a:cubicBezTo>
                  <a:cubicBezTo>
                    <a:pt x="259" y="164"/>
                    <a:pt x="270" y="138"/>
                    <a:pt x="283" y="113"/>
                  </a:cubicBezTo>
                  <a:cubicBezTo>
                    <a:pt x="309" y="65"/>
                    <a:pt x="340" y="27"/>
                    <a:pt x="374" y="0"/>
                  </a:cubicBezTo>
                  <a:cubicBezTo>
                    <a:pt x="274" y="26"/>
                    <a:pt x="186" y="81"/>
                    <a:pt x="121" y="155"/>
                  </a:cubicBezTo>
                  <a:close/>
                  <a:moveTo>
                    <a:pt x="121" y="801"/>
                  </a:moveTo>
                  <a:cubicBezTo>
                    <a:pt x="186" y="876"/>
                    <a:pt x="274" y="931"/>
                    <a:pt x="374" y="956"/>
                  </a:cubicBezTo>
                  <a:cubicBezTo>
                    <a:pt x="340" y="929"/>
                    <a:pt x="309" y="892"/>
                    <a:pt x="283" y="843"/>
                  </a:cubicBezTo>
                  <a:cubicBezTo>
                    <a:pt x="270" y="819"/>
                    <a:pt x="259" y="793"/>
                    <a:pt x="249" y="765"/>
                  </a:cubicBezTo>
                  <a:cubicBezTo>
                    <a:pt x="201" y="775"/>
                    <a:pt x="159" y="787"/>
                    <a:pt x="121" y="801"/>
                  </a:cubicBezTo>
                  <a:close/>
                  <a:moveTo>
                    <a:pt x="293" y="693"/>
                  </a:moveTo>
                  <a:cubicBezTo>
                    <a:pt x="348" y="684"/>
                    <a:pt x="407" y="679"/>
                    <a:pt x="468" y="677"/>
                  </a:cubicBezTo>
                  <a:lnTo>
                    <a:pt x="468" y="505"/>
                  </a:lnTo>
                  <a:lnTo>
                    <a:pt x="266" y="505"/>
                  </a:lnTo>
                  <a:cubicBezTo>
                    <a:pt x="268" y="572"/>
                    <a:pt x="277" y="635"/>
                    <a:pt x="293" y="693"/>
                  </a:cubicBezTo>
                  <a:close/>
                  <a:moveTo>
                    <a:pt x="231" y="705"/>
                  </a:moveTo>
                  <a:cubicBezTo>
                    <a:pt x="214" y="643"/>
                    <a:pt x="204" y="575"/>
                    <a:pt x="202" y="505"/>
                  </a:cubicBezTo>
                  <a:lnTo>
                    <a:pt x="0" y="505"/>
                  </a:lnTo>
                  <a:cubicBezTo>
                    <a:pt x="5" y="595"/>
                    <a:pt x="34" y="678"/>
                    <a:pt x="81" y="750"/>
                  </a:cubicBezTo>
                  <a:cubicBezTo>
                    <a:pt x="125" y="732"/>
                    <a:pt x="176" y="716"/>
                    <a:pt x="231" y="705"/>
                  </a:cubicBezTo>
                  <a:close/>
                  <a:moveTo>
                    <a:pt x="770" y="253"/>
                  </a:moveTo>
                  <a:cubicBezTo>
                    <a:pt x="785" y="311"/>
                    <a:pt x="795" y="376"/>
                    <a:pt x="797" y="441"/>
                  </a:cubicBezTo>
                  <a:lnTo>
                    <a:pt x="999" y="441"/>
                  </a:lnTo>
                  <a:cubicBezTo>
                    <a:pt x="992" y="355"/>
                    <a:pt x="964" y="275"/>
                    <a:pt x="918" y="206"/>
                  </a:cubicBezTo>
                  <a:cubicBezTo>
                    <a:pt x="873" y="225"/>
                    <a:pt x="823" y="241"/>
                    <a:pt x="770" y="253"/>
                  </a:cubicBezTo>
                  <a:close/>
                  <a:moveTo>
                    <a:pt x="770" y="705"/>
                  </a:moveTo>
                  <a:cubicBezTo>
                    <a:pt x="824" y="716"/>
                    <a:pt x="873" y="732"/>
                    <a:pt x="918" y="750"/>
                  </a:cubicBezTo>
                  <a:cubicBezTo>
                    <a:pt x="965" y="679"/>
                    <a:pt x="994" y="595"/>
                    <a:pt x="999" y="505"/>
                  </a:cubicBezTo>
                  <a:lnTo>
                    <a:pt x="797" y="505"/>
                  </a:lnTo>
                  <a:cubicBezTo>
                    <a:pt x="796" y="576"/>
                    <a:pt x="786" y="644"/>
                    <a:pt x="770" y="705"/>
                  </a:cubicBezTo>
                  <a:close/>
                  <a:moveTo>
                    <a:pt x="751" y="765"/>
                  </a:moveTo>
                  <a:cubicBezTo>
                    <a:pt x="720" y="849"/>
                    <a:pt x="678" y="915"/>
                    <a:pt x="626" y="956"/>
                  </a:cubicBezTo>
                  <a:cubicBezTo>
                    <a:pt x="725" y="932"/>
                    <a:pt x="812" y="877"/>
                    <a:pt x="877" y="803"/>
                  </a:cubicBezTo>
                  <a:cubicBezTo>
                    <a:pt x="839" y="788"/>
                    <a:pt x="797" y="775"/>
                    <a:pt x="751" y="765"/>
                  </a:cubicBezTo>
                  <a:close/>
                  <a:moveTo>
                    <a:pt x="532" y="20"/>
                  </a:moveTo>
                  <a:lnTo>
                    <a:pt x="532" y="216"/>
                  </a:lnTo>
                  <a:cubicBezTo>
                    <a:pt x="585" y="214"/>
                    <a:pt x="637" y="210"/>
                    <a:pt x="687" y="203"/>
                  </a:cubicBezTo>
                  <a:cubicBezTo>
                    <a:pt x="679" y="182"/>
                    <a:pt x="670" y="162"/>
                    <a:pt x="660" y="143"/>
                  </a:cubicBezTo>
                  <a:cubicBezTo>
                    <a:pt x="623" y="75"/>
                    <a:pt x="578" y="33"/>
                    <a:pt x="532" y="20"/>
                  </a:cubicBezTo>
                  <a:close/>
                  <a:moveTo>
                    <a:pt x="532" y="677"/>
                  </a:moveTo>
                  <a:cubicBezTo>
                    <a:pt x="592" y="679"/>
                    <a:pt x="651" y="684"/>
                    <a:pt x="707" y="693"/>
                  </a:cubicBezTo>
                  <a:cubicBezTo>
                    <a:pt x="722" y="636"/>
                    <a:pt x="732" y="572"/>
                    <a:pt x="733" y="505"/>
                  </a:cubicBezTo>
                  <a:lnTo>
                    <a:pt x="532" y="505"/>
                  </a:lnTo>
                  <a:lnTo>
                    <a:pt x="532" y="677"/>
                  </a:lnTo>
                  <a:close/>
                  <a:moveTo>
                    <a:pt x="266" y="441"/>
                  </a:moveTo>
                  <a:lnTo>
                    <a:pt x="468" y="441"/>
                  </a:lnTo>
                  <a:lnTo>
                    <a:pt x="468" y="278"/>
                  </a:lnTo>
                  <a:cubicBezTo>
                    <a:pt x="407" y="278"/>
                    <a:pt x="348" y="272"/>
                    <a:pt x="293" y="264"/>
                  </a:cubicBezTo>
                  <a:cubicBezTo>
                    <a:pt x="278" y="319"/>
                    <a:pt x="269" y="379"/>
                    <a:pt x="266" y="441"/>
                  </a:cubicBezTo>
                  <a:close/>
                  <a:moveTo>
                    <a:pt x="532" y="441"/>
                  </a:moveTo>
                  <a:lnTo>
                    <a:pt x="733" y="441"/>
                  </a:lnTo>
                  <a:cubicBezTo>
                    <a:pt x="730" y="379"/>
                    <a:pt x="722" y="319"/>
                    <a:pt x="707" y="264"/>
                  </a:cubicBezTo>
                  <a:cubicBezTo>
                    <a:pt x="651" y="272"/>
                    <a:pt x="592" y="278"/>
                    <a:pt x="532" y="278"/>
                  </a:cubicBezTo>
                  <a:lnTo>
                    <a:pt x="532" y="441"/>
                  </a:lnTo>
                  <a:close/>
                  <a:moveTo>
                    <a:pt x="716" y="113"/>
                  </a:moveTo>
                  <a:cubicBezTo>
                    <a:pt x="729" y="138"/>
                    <a:pt x="741" y="164"/>
                    <a:pt x="751" y="192"/>
                  </a:cubicBezTo>
                  <a:cubicBezTo>
                    <a:pt x="797" y="183"/>
                    <a:pt x="838" y="169"/>
                    <a:pt x="878" y="155"/>
                  </a:cubicBezTo>
                  <a:cubicBezTo>
                    <a:pt x="812" y="80"/>
                    <a:pt x="725" y="26"/>
                    <a:pt x="626" y="0"/>
                  </a:cubicBezTo>
                  <a:cubicBezTo>
                    <a:pt x="659" y="27"/>
                    <a:pt x="690" y="65"/>
                    <a:pt x="716" y="113"/>
                  </a:cubicBezTo>
                  <a:close/>
                  <a:moveTo>
                    <a:pt x="312" y="753"/>
                  </a:moveTo>
                  <a:cubicBezTo>
                    <a:pt x="321" y="775"/>
                    <a:pt x="330" y="794"/>
                    <a:pt x="340" y="813"/>
                  </a:cubicBezTo>
                  <a:cubicBezTo>
                    <a:pt x="376" y="880"/>
                    <a:pt x="421" y="923"/>
                    <a:pt x="468" y="938"/>
                  </a:cubicBezTo>
                  <a:lnTo>
                    <a:pt x="468" y="741"/>
                  </a:lnTo>
                  <a:cubicBezTo>
                    <a:pt x="413" y="742"/>
                    <a:pt x="361" y="747"/>
                    <a:pt x="312" y="753"/>
                  </a:cubicBezTo>
                  <a:close/>
                  <a:moveTo>
                    <a:pt x="532" y="938"/>
                  </a:moveTo>
                  <a:cubicBezTo>
                    <a:pt x="594" y="920"/>
                    <a:pt x="650" y="850"/>
                    <a:pt x="687" y="753"/>
                  </a:cubicBezTo>
                  <a:cubicBezTo>
                    <a:pt x="637" y="747"/>
                    <a:pt x="585" y="742"/>
                    <a:pt x="532" y="741"/>
                  </a:cubicBezTo>
                  <a:lnTo>
                    <a:pt x="532" y="938"/>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85" name="组合 84"/>
          <p:cNvGrpSpPr>
            <a:grpSpLocks noChangeAspect="1"/>
          </p:cNvGrpSpPr>
          <p:nvPr/>
        </p:nvGrpSpPr>
        <p:grpSpPr>
          <a:xfrm>
            <a:off x="7829550" y="2126222"/>
            <a:ext cx="862013" cy="858838"/>
            <a:chOff x="7829550" y="2126222"/>
            <a:chExt cx="862013" cy="858838"/>
          </a:xfrm>
        </p:grpSpPr>
        <p:sp>
          <p:nvSpPr>
            <p:cNvPr id="86" name="Oval 13"/>
            <p:cNvSpPr>
              <a:spLocks noChangeAspect="1" noChangeArrowheads="1"/>
            </p:cNvSpPr>
            <p:nvPr/>
          </p:nvSpPr>
          <p:spPr bwMode="auto">
            <a:xfrm>
              <a:off x="7829550" y="2126222"/>
              <a:ext cx="862013" cy="858838"/>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87" name="Freeform 95"/>
            <p:cNvSpPr>
              <a:spLocks noChangeAspect="1" noEditPoints="1"/>
            </p:cNvSpPr>
            <p:nvPr/>
          </p:nvSpPr>
          <p:spPr bwMode="auto">
            <a:xfrm>
              <a:off x="7999556" y="2294641"/>
              <a:ext cx="522000" cy="522000"/>
            </a:xfrm>
            <a:custGeom>
              <a:avLst/>
              <a:gdLst>
                <a:gd name="T0" fmla="*/ 411 w 1101"/>
                <a:gd name="T1" fmla="*/ 1027 h 1104"/>
                <a:gd name="T2" fmla="*/ 592 w 1101"/>
                <a:gd name="T3" fmla="*/ 1027 h 1104"/>
                <a:gd name="T4" fmla="*/ 592 w 1101"/>
                <a:gd name="T5" fmla="*/ 950 h 1104"/>
                <a:gd name="T6" fmla="*/ 627 w 1101"/>
                <a:gd name="T7" fmla="*/ 916 h 1104"/>
                <a:gd name="T8" fmla="*/ 808 w 1101"/>
                <a:gd name="T9" fmla="*/ 916 h 1104"/>
                <a:gd name="T10" fmla="*/ 808 w 1101"/>
                <a:gd name="T11" fmla="*/ 837 h 1104"/>
                <a:gd name="T12" fmla="*/ 843 w 1101"/>
                <a:gd name="T13" fmla="*/ 804 h 1104"/>
                <a:gd name="T14" fmla="*/ 1101 w 1101"/>
                <a:gd name="T15" fmla="*/ 804 h 1104"/>
                <a:gd name="T16" fmla="*/ 1101 w 1101"/>
                <a:gd name="T17" fmla="*/ 847 h 1104"/>
                <a:gd name="T18" fmla="*/ 1067 w 1101"/>
                <a:gd name="T19" fmla="*/ 881 h 1104"/>
                <a:gd name="T20" fmla="*/ 887 w 1101"/>
                <a:gd name="T21" fmla="*/ 881 h 1104"/>
                <a:gd name="T22" fmla="*/ 887 w 1101"/>
                <a:gd name="T23" fmla="*/ 958 h 1104"/>
                <a:gd name="T24" fmla="*/ 851 w 1101"/>
                <a:gd name="T25" fmla="*/ 994 h 1104"/>
                <a:gd name="T26" fmla="*/ 671 w 1101"/>
                <a:gd name="T27" fmla="*/ 994 h 1104"/>
                <a:gd name="T28" fmla="*/ 671 w 1101"/>
                <a:gd name="T29" fmla="*/ 1071 h 1104"/>
                <a:gd name="T30" fmla="*/ 635 w 1101"/>
                <a:gd name="T31" fmla="*/ 1104 h 1104"/>
                <a:gd name="T32" fmla="*/ 377 w 1101"/>
                <a:gd name="T33" fmla="*/ 1104 h 1104"/>
                <a:gd name="T34" fmla="*/ 377 w 1101"/>
                <a:gd name="T35" fmla="*/ 1062 h 1104"/>
                <a:gd name="T36" fmla="*/ 411 w 1101"/>
                <a:gd name="T37" fmla="*/ 1027 h 1104"/>
                <a:gd name="T38" fmla="*/ 39 w 1101"/>
                <a:gd name="T39" fmla="*/ 680 h 1104"/>
                <a:gd name="T40" fmla="*/ 200 w 1101"/>
                <a:gd name="T41" fmla="*/ 694 h 1104"/>
                <a:gd name="T42" fmla="*/ 242 w 1101"/>
                <a:gd name="T43" fmla="*/ 658 h 1104"/>
                <a:gd name="T44" fmla="*/ 249 w 1101"/>
                <a:gd name="T45" fmla="*/ 570 h 1104"/>
                <a:gd name="T46" fmla="*/ 214 w 1101"/>
                <a:gd name="T47" fmla="*/ 529 h 1104"/>
                <a:gd name="T48" fmla="*/ 52 w 1101"/>
                <a:gd name="T49" fmla="*/ 514 h 1104"/>
                <a:gd name="T50" fmla="*/ 10 w 1101"/>
                <a:gd name="T51" fmla="*/ 549 h 1104"/>
                <a:gd name="T52" fmla="*/ 4 w 1101"/>
                <a:gd name="T53" fmla="*/ 638 h 1104"/>
                <a:gd name="T54" fmla="*/ 39 w 1101"/>
                <a:gd name="T55" fmla="*/ 680 h 1104"/>
                <a:gd name="T56" fmla="*/ 213 w 1101"/>
                <a:gd name="T57" fmla="*/ 903 h 1104"/>
                <a:gd name="T58" fmla="*/ 343 w 1101"/>
                <a:gd name="T59" fmla="*/ 657 h 1104"/>
                <a:gd name="T60" fmla="*/ 451 w 1101"/>
                <a:gd name="T61" fmla="*/ 690 h 1104"/>
                <a:gd name="T62" fmla="*/ 462 w 1101"/>
                <a:gd name="T63" fmla="*/ 695 h 1104"/>
                <a:gd name="T64" fmla="*/ 292 w 1101"/>
                <a:gd name="T65" fmla="*/ 974 h 1104"/>
                <a:gd name="T66" fmla="*/ 213 w 1101"/>
                <a:gd name="T67" fmla="*/ 903 h 1104"/>
                <a:gd name="T68" fmla="*/ 512 w 1101"/>
                <a:gd name="T69" fmla="*/ 9 h 1104"/>
                <a:gd name="T70" fmla="*/ 575 w 1101"/>
                <a:gd name="T71" fmla="*/ 113 h 1104"/>
                <a:gd name="T72" fmla="*/ 471 w 1101"/>
                <a:gd name="T73" fmla="*/ 202 h 1104"/>
                <a:gd name="T74" fmla="*/ 410 w 1101"/>
                <a:gd name="T75" fmla="*/ 79 h 1104"/>
                <a:gd name="T76" fmla="*/ 512 w 1101"/>
                <a:gd name="T77" fmla="*/ 9 h 1104"/>
                <a:gd name="T78" fmla="*/ 501 w 1101"/>
                <a:gd name="T79" fmla="*/ 247 h 1104"/>
                <a:gd name="T80" fmla="*/ 544 w 1101"/>
                <a:gd name="T81" fmla="*/ 268 h 1104"/>
                <a:gd name="T82" fmla="*/ 775 w 1101"/>
                <a:gd name="T83" fmla="*/ 375 h 1104"/>
                <a:gd name="T84" fmla="*/ 781 w 1101"/>
                <a:gd name="T85" fmla="*/ 460 h 1104"/>
                <a:gd name="T86" fmla="*/ 537 w 1101"/>
                <a:gd name="T87" fmla="*/ 399 h 1104"/>
                <a:gd name="T88" fmla="*/ 515 w 1101"/>
                <a:gd name="T89" fmla="*/ 519 h 1104"/>
                <a:gd name="T90" fmla="*/ 527 w 1101"/>
                <a:gd name="T91" fmla="*/ 542 h 1104"/>
                <a:gd name="T92" fmla="*/ 757 w 1101"/>
                <a:gd name="T93" fmla="*/ 800 h 1104"/>
                <a:gd name="T94" fmla="*/ 660 w 1101"/>
                <a:gd name="T95" fmla="*/ 844 h 1104"/>
                <a:gd name="T96" fmla="*/ 315 w 1101"/>
                <a:gd name="T97" fmla="*/ 603 h 1104"/>
                <a:gd name="T98" fmla="*/ 274 w 1101"/>
                <a:gd name="T99" fmla="*/ 529 h 1104"/>
                <a:gd name="T100" fmla="*/ 312 w 1101"/>
                <a:gd name="T101" fmla="*/ 322 h 1104"/>
                <a:gd name="T102" fmla="*/ 213 w 1101"/>
                <a:gd name="T103" fmla="*/ 464 h 1104"/>
                <a:gd name="T104" fmla="*/ 129 w 1101"/>
                <a:gd name="T105" fmla="*/ 448 h 1104"/>
                <a:gd name="T106" fmla="*/ 334 w 1101"/>
                <a:gd name="T107" fmla="*/ 209 h 1104"/>
                <a:gd name="T108" fmla="*/ 423 w 1101"/>
                <a:gd name="T109" fmla="*/ 220 h 1104"/>
                <a:gd name="T110" fmla="*/ 471 w 1101"/>
                <a:gd name="T111" fmla="*/ 306 h 1104"/>
                <a:gd name="T112" fmla="*/ 501 w 1101"/>
                <a:gd name="T113" fmla="*/ 247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01" h="1104">
                  <a:moveTo>
                    <a:pt x="411" y="1027"/>
                  </a:moveTo>
                  <a:cubicBezTo>
                    <a:pt x="592" y="1027"/>
                    <a:pt x="592" y="1027"/>
                    <a:pt x="592" y="1027"/>
                  </a:cubicBezTo>
                  <a:cubicBezTo>
                    <a:pt x="592" y="950"/>
                    <a:pt x="592" y="950"/>
                    <a:pt x="592" y="950"/>
                  </a:cubicBezTo>
                  <a:cubicBezTo>
                    <a:pt x="592" y="931"/>
                    <a:pt x="608" y="916"/>
                    <a:pt x="627" y="916"/>
                  </a:cubicBezTo>
                  <a:cubicBezTo>
                    <a:pt x="808" y="916"/>
                    <a:pt x="808" y="916"/>
                    <a:pt x="808" y="916"/>
                  </a:cubicBezTo>
                  <a:cubicBezTo>
                    <a:pt x="808" y="837"/>
                    <a:pt x="808" y="837"/>
                    <a:pt x="808" y="837"/>
                  </a:cubicBezTo>
                  <a:cubicBezTo>
                    <a:pt x="808" y="819"/>
                    <a:pt x="824" y="804"/>
                    <a:pt x="843" y="804"/>
                  </a:cubicBezTo>
                  <a:cubicBezTo>
                    <a:pt x="1101" y="804"/>
                    <a:pt x="1101" y="804"/>
                    <a:pt x="1101" y="804"/>
                  </a:cubicBezTo>
                  <a:cubicBezTo>
                    <a:pt x="1101" y="847"/>
                    <a:pt x="1101" y="847"/>
                    <a:pt x="1101" y="847"/>
                  </a:cubicBezTo>
                  <a:cubicBezTo>
                    <a:pt x="1101" y="866"/>
                    <a:pt x="1086" y="881"/>
                    <a:pt x="1067" y="881"/>
                  </a:cubicBezTo>
                  <a:cubicBezTo>
                    <a:pt x="887" y="881"/>
                    <a:pt x="887" y="881"/>
                    <a:pt x="887" y="881"/>
                  </a:cubicBezTo>
                  <a:cubicBezTo>
                    <a:pt x="887" y="958"/>
                    <a:pt x="887" y="958"/>
                    <a:pt x="887" y="958"/>
                  </a:cubicBezTo>
                  <a:cubicBezTo>
                    <a:pt x="887" y="977"/>
                    <a:pt x="870" y="994"/>
                    <a:pt x="851" y="994"/>
                  </a:cubicBezTo>
                  <a:cubicBezTo>
                    <a:pt x="671" y="994"/>
                    <a:pt x="671" y="994"/>
                    <a:pt x="671" y="994"/>
                  </a:cubicBezTo>
                  <a:cubicBezTo>
                    <a:pt x="671" y="1071"/>
                    <a:pt x="671" y="1071"/>
                    <a:pt x="671" y="1071"/>
                  </a:cubicBezTo>
                  <a:cubicBezTo>
                    <a:pt x="671" y="1089"/>
                    <a:pt x="654" y="1104"/>
                    <a:pt x="635" y="1104"/>
                  </a:cubicBezTo>
                  <a:cubicBezTo>
                    <a:pt x="377" y="1104"/>
                    <a:pt x="377" y="1104"/>
                    <a:pt x="377" y="1104"/>
                  </a:cubicBezTo>
                  <a:cubicBezTo>
                    <a:pt x="377" y="1062"/>
                    <a:pt x="377" y="1062"/>
                    <a:pt x="377" y="1062"/>
                  </a:cubicBezTo>
                  <a:cubicBezTo>
                    <a:pt x="377" y="1043"/>
                    <a:pt x="392" y="1027"/>
                    <a:pt x="411" y="1027"/>
                  </a:cubicBezTo>
                  <a:close/>
                  <a:moveTo>
                    <a:pt x="39" y="680"/>
                  </a:moveTo>
                  <a:cubicBezTo>
                    <a:pt x="200" y="694"/>
                    <a:pt x="200" y="694"/>
                    <a:pt x="200" y="694"/>
                  </a:cubicBezTo>
                  <a:cubicBezTo>
                    <a:pt x="222" y="696"/>
                    <a:pt x="240" y="680"/>
                    <a:pt x="242" y="658"/>
                  </a:cubicBezTo>
                  <a:cubicBezTo>
                    <a:pt x="249" y="570"/>
                    <a:pt x="249" y="570"/>
                    <a:pt x="249" y="570"/>
                  </a:cubicBezTo>
                  <a:cubicBezTo>
                    <a:pt x="252" y="549"/>
                    <a:pt x="235" y="530"/>
                    <a:pt x="214" y="529"/>
                  </a:cubicBezTo>
                  <a:cubicBezTo>
                    <a:pt x="52" y="514"/>
                    <a:pt x="52" y="514"/>
                    <a:pt x="52" y="514"/>
                  </a:cubicBezTo>
                  <a:cubicBezTo>
                    <a:pt x="32" y="513"/>
                    <a:pt x="13" y="529"/>
                    <a:pt x="10" y="549"/>
                  </a:cubicBezTo>
                  <a:cubicBezTo>
                    <a:pt x="4" y="638"/>
                    <a:pt x="4" y="638"/>
                    <a:pt x="4" y="638"/>
                  </a:cubicBezTo>
                  <a:cubicBezTo>
                    <a:pt x="0" y="660"/>
                    <a:pt x="17" y="678"/>
                    <a:pt x="39" y="680"/>
                  </a:cubicBezTo>
                  <a:close/>
                  <a:moveTo>
                    <a:pt x="213" y="903"/>
                  </a:moveTo>
                  <a:cubicBezTo>
                    <a:pt x="297" y="803"/>
                    <a:pt x="311" y="798"/>
                    <a:pt x="343" y="657"/>
                  </a:cubicBezTo>
                  <a:cubicBezTo>
                    <a:pt x="378" y="669"/>
                    <a:pt x="415" y="680"/>
                    <a:pt x="451" y="690"/>
                  </a:cubicBezTo>
                  <a:cubicBezTo>
                    <a:pt x="455" y="692"/>
                    <a:pt x="458" y="694"/>
                    <a:pt x="462" y="695"/>
                  </a:cubicBezTo>
                  <a:cubicBezTo>
                    <a:pt x="409" y="854"/>
                    <a:pt x="400" y="859"/>
                    <a:pt x="292" y="974"/>
                  </a:cubicBezTo>
                  <a:cubicBezTo>
                    <a:pt x="243" y="1024"/>
                    <a:pt x="165" y="957"/>
                    <a:pt x="213" y="903"/>
                  </a:cubicBezTo>
                  <a:close/>
                  <a:moveTo>
                    <a:pt x="512" y="9"/>
                  </a:moveTo>
                  <a:cubicBezTo>
                    <a:pt x="557" y="20"/>
                    <a:pt x="586" y="66"/>
                    <a:pt x="575" y="113"/>
                  </a:cubicBezTo>
                  <a:cubicBezTo>
                    <a:pt x="566" y="162"/>
                    <a:pt x="517" y="212"/>
                    <a:pt x="471" y="202"/>
                  </a:cubicBezTo>
                  <a:cubicBezTo>
                    <a:pt x="425" y="193"/>
                    <a:pt x="401" y="126"/>
                    <a:pt x="410" y="79"/>
                  </a:cubicBezTo>
                  <a:cubicBezTo>
                    <a:pt x="422" y="31"/>
                    <a:pt x="466" y="0"/>
                    <a:pt x="512" y="9"/>
                  </a:cubicBezTo>
                  <a:close/>
                  <a:moveTo>
                    <a:pt x="501" y="247"/>
                  </a:moveTo>
                  <a:cubicBezTo>
                    <a:pt x="510" y="249"/>
                    <a:pt x="530" y="256"/>
                    <a:pt x="544" y="268"/>
                  </a:cubicBezTo>
                  <a:cubicBezTo>
                    <a:pt x="667" y="386"/>
                    <a:pt x="640" y="380"/>
                    <a:pt x="775" y="375"/>
                  </a:cubicBezTo>
                  <a:cubicBezTo>
                    <a:pt x="826" y="374"/>
                    <a:pt x="825" y="456"/>
                    <a:pt x="781" y="460"/>
                  </a:cubicBezTo>
                  <a:cubicBezTo>
                    <a:pt x="644" y="472"/>
                    <a:pt x="635" y="483"/>
                    <a:pt x="537" y="399"/>
                  </a:cubicBezTo>
                  <a:cubicBezTo>
                    <a:pt x="515" y="519"/>
                    <a:pt x="515" y="519"/>
                    <a:pt x="515" y="519"/>
                  </a:cubicBezTo>
                  <a:cubicBezTo>
                    <a:pt x="513" y="529"/>
                    <a:pt x="517" y="538"/>
                    <a:pt x="527" y="542"/>
                  </a:cubicBezTo>
                  <a:cubicBezTo>
                    <a:pt x="667" y="604"/>
                    <a:pt x="695" y="604"/>
                    <a:pt x="757" y="800"/>
                  </a:cubicBezTo>
                  <a:cubicBezTo>
                    <a:pt x="780" y="861"/>
                    <a:pt x="688" y="901"/>
                    <a:pt x="660" y="844"/>
                  </a:cubicBezTo>
                  <a:cubicBezTo>
                    <a:pt x="563" y="653"/>
                    <a:pt x="547" y="682"/>
                    <a:pt x="315" y="603"/>
                  </a:cubicBezTo>
                  <a:cubicBezTo>
                    <a:pt x="285" y="587"/>
                    <a:pt x="274" y="561"/>
                    <a:pt x="274" y="529"/>
                  </a:cubicBezTo>
                  <a:cubicBezTo>
                    <a:pt x="312" y="322"/>
                    <a:pt x="312" y="322"/>
                    <a:pt x="312" y="322"/>
                  </a:cubicBezTo>
                  <a:cubicBezTo>
                    <a:pt x="222" y="351"/>
                    <a:pt x="231" y="349"/>
                    <a:pt x="213" y="464"/>
                  </a:cubicBezTo>
                  <a:cubicBezTo>
                    <a:pt x="204" y="507"/>
                    <a:pt x="123" y="502"/>
                    <a:pt x="129" y="448"/>
                  </a:cubicBezTo>
                  <a:cubicBezTo>
                    <a:pt x="145" y="279"/>
                    <a:pt x="171" y="268"/>
                    <a:pt x="334" y="209"/>
                  </a:cubicBezTo>
                  <a:cubicBezTo>
                    <a:pt x="356" y="201"/>
                    <a:pt x="410" y="216"/>
                    <a:pt x="423" y="220"/>
                  </a:cubicBezTo>
                  <a:cubicBezTo>
                    <a:pt x="471" y="306"/>
                    <a:pt x="471" y="306"/>
                    <a:pt x="471" y="306"/>
                  </a:cubicBezTo>
                  <a:cubicBezTo>
                    <a:pt x="501" y="247"/>
                    <a:pt x="501" y="247"/>
                    <a:pt x="501" y="247"/>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88" name="组合 87"/>
          <p:cNvGrpSpPr>
            <a:grpSpLocks noChangeAspect="1"/>
          </p:cNvGrpSpPr>
          <p:nvPr/>
        </p:nvGrpSpPr>
        <p:grpSpPr>
          <a:xfrm>
            <a:off x="1470025" y="4485247"/>
            <a:ext cx="862013" cy="860425"/>
            <a:chOff x="1470025" y="4485247"/>
            <a:chExt cx="862013" cy="860425"/>
          </a:xfrm>
        </p:grpSpPr>
        <p:sp>
          <p:nvSpPr>
            <p:cNvPr id="89" name="Oval 5"/>
            <p:cNvSpPr>
              <a:spLocks noChangeAspect="1" noChangeArrowheads="1"/>
            </p:cNvSpPr>
            <p:nvPr/>
          </p:nvSpPr>
          <p:spPr bwMode="auto">
            <a:xfrm>
              <a:off x="1470025" y="4485247"/>
              <a:ext cx="862013" cy="860425"/>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90" name="Freeform 121"/>
            <p:cNvSpPr>
              <a:spLocks noChangeAspect="1" noEditPoints="1"/>
            </p:cNvSpPr>
            <p:nvPr/>
          </p:nvSpPr>
          <p:spPr bwMode="auto">
            <a:xfrm>
              <a:off x="1645633" y="4654459"/>
              <a:ext cx="510797" cy="522000"/>
            </a:xfrm>
            <a:custGeom>
              <a:avLst/>
              <a:gdLst>
                <a:gd name="T0" fmla="*/ 141 w 999"/>
                <a:gd name="T1" fmla="*/ 708 h 1016"/>
                <a:gd name="T2" fmla="*/ 479 w 999"/>
                <a:gd name="T3" fmla="*/ 708 h 1016"/>
                <a:gd name="T4" fmla="*/ 274 w 999"/>
                <a:gd name="T5" fmla="*/ 673 h 1016"/>
                <a:gd name="T6" fmla="*/ 345 w 999"/>
                <a:gd name="T7" fmla="*/ 744 h 1016"/>
                <a:gd name="T8" fmla="*/ 232 w 999"/>
                <a:gd name="T9" fmla="*/ 630 h 1016"/>
                <a:gd name="T10" fmla="*/ 388 w 999"/>
                <a:gd name="T11" fmla="*/ 785 h 1016"/>
                <a:gd name="T12" fmla="*/ 505 w 999"/>
                <a:gd name="T13" fmla="*/ 141 h 1016"/>
                <a:gd name="T14" fmla="*/ 323 w 999"/>
                <a:gd name="T15" fmla="*/ 287 h 1016"/>
                <a:gd name="T16" fmla="*/ 505 w 999"/>
                <a:gd name="T17" fmla="*/ 141 h 1016"/>
                <a:gd name="T18" fmla="*/ 410 w 999"/>
                <a:gd name="T19" fmla="*/ 247 h 1016"/>
                <a:gd name="T20" fmla="*/ 417 w 999"/>
                <a:gd name="T21" fmla="*/ 178 h 1016"/>
                <a:gd name="T22" fmla="*/ 490 w 999"/>
                <a:gd name="T23" fmla="*/ 221 h 1016"/>
                <a:gd name="T24" fmla="*/ 338 w 999"/>
                <a:gd name="T25" fmla="*/ 205 h 1016"/>
                <a:gd name="T26" fmla="*/ 463 w 999"/>
                <a:gd name="T27" fmla="*/ 8 h 1016"/>
                <a:gd name="T28" fmla="*/ 353 w 999"/>
                <a:gd name="T29" fmla="*/ 11 h 1016"/>
                <a:gd name="T30" fmla="*/ 290 w 999"/>
                <a:gd name="T31" fmla="*/ 87 h 1016"/>
                <a:gd name="T32" fmla="*/ 243 w 999"/>
                <a:gd name="T33" fmla="*/ 166 h 1016"/>
                <a:gd name="T34" fmla="*/ 242 w 999"/>
                <a:gd name="T35" fmla="*/ 257 h 1016"/>
                <a:gd name="T36" fmla="*/ 276 w 999"/>
                <a:gd name="T37" fmla="*/ 324 h 1016"/>
                <a:gd name="T38" fmla="*/ 334 w 999"/>
                <a:gd name="T39" fmla="*/ 371 h 1016"/>
                <a:gd name="T40" fmla="*/ 423 w 999"/>
                <a:gd name="T41" fmla="*/ 390 h 1016"/>
                <a:gd name="T42" fmla="*/ 511 w 999"/>
                <a:gd name="T43" fmla="*/ 361 h 1016"/>
                <a:gd name="T44" fmla="*/ 598 w 999"/>
                <a:gd name="T45" fmla="*/ 317 h 1016"/>
                <a:gd name="T46" fmla="*/ 626 w 999"/>
                <a:gd name="T47" fmla="*/ 211 h 1016"/>
                <a:gd name="T48" fmla="*/ 596 w 999"/>
                <a:gd name="T49" fmla="*/ 107 h 1016"/>
                <a:gd name="T50" fmla="*/ 559 w 999"/>
                <a:gd name="T51" fmla="*/ 60 h 1016"/>
                <a:gd name="T52" fmla="*/ 876 w 999"/>
                <a:gd name="T53" fmla="*/ 337 h 1016"/>
                <a:gd name="T54" fmla="*/ 694 w 999"/>
                <a:gd name="T55" fmla="*/ 484 h 1016"/>
                <a:gd name="T56" fmla="*/ 876 w 999"/>
                <a:gd name="T57" fmla="*/ 337 h 1016"/>
                <a:gd name="T58" fmla="*/ 781 w 999"/>
                <a:gd name="T59" fmla="*/ 446 h 1016"/>
                <a:gd name="T60" fmla="*/ 789 w 999"/>
                <a:gd name="T61" fmla="*/ 377 h 1016"/>
                <a:gd name="T62" fmla="*/ 861 w 999"/>
                <a:gd name="T63" fmla="*/ 419 h 1016"/>
                <a:gd name="T64" fmla="*/ 709 w 999"/>
                <a:gd name="T65" fmla="*/ 403 h 1016"/>
                <a:gd name="T66" fmla="*/ 834 w 999"/>
                <a:gd name="T67" fmla="*/ 206 h 1016"/>
                <a:gd name="T68" fmla="*/ 724 w 999"/>
                <a:gd name="T69" fmla="*/ 210 h 1016"/>
                <a:gd name="T70" fmla="*/ 661 w 999"/>
                <a:gd name="T71" fmla="*/ 285 h 1016"/>
                <a:gd name="T72" fmla="*/ 614 w 999"/>
                <a:gd name="T73" fmla="*/ 363 h 1016"/>
                <a:gd name="T74" fmla="*/ 613 w 999"/>
                <a:gd name="T75" fmla="*/ 455 h 1016"/>
                <a:gd name="T76" fmla="*/ 648 w 999"/>
                <a:gd name="T77" fmla="*/ 521 h 1016"/>
                <a:gd name="T78" fmla="*/ 705 w 999"/>
                <a:gd name="T79" fmla="*/ 569 h 1016"/>
                <a:gd name="T80" fmla="*/ 795 w 999"/>
                <a:gd name="T81" fmla="*/ 587 h 1016"/>
                <a:gd name="T82" fmla="*/ 882 w 999"/>
                <a:gd name="T83" fmla="*/ 558 h 1016"/>
                <a:gd name="T84" fmla="*/ 969 w 999"/>
                <a:gd name="T85" fmla="*/ 514 h 1016"/>
                <a:gd name="T86" fmla="*/ 997 w 999"/>
                <a:gd name="T87" fmla="*/ 409 h 1016"/>
                <a:gd name="T88" fmla="*/ 967 w 999"/>
                <a:gd name="T89" fmla="*/ 303 h 1016"/>
                <a:gd name="T90" fmla="*/ 930 w 999"/>
                <a:gd name="T91" fmla="*/ 257 h 1016"/>
                <a:gd name="T92" fmla="*/ 352 w 999"/>
                <a:gd name="T93" fmla="*/ 457 h 1016"/>
                <a:gd name="T94" fmla="*/ 473 w 999"/>
                <a:gd name="T95" fmla="*/ 511 h 1016"/>
                <a:gd name="T96" fmla="*/ 591 w 999"/>
                <a:gd name="T97" fmla="*/ 591 h 1016"/>
                <a:gd name="T98" fmla="*/ 613 w 999"/>
                <a:gd name="T99" fmla="*/ 746 h 1016"/>
                <a:gd name="T100" fmla="*/ 553 w 999"/>
                <a:gd name="T101" fmla="*/ 892 h 1016"/>
                <a:gd name="T102" fmla="*/ 492 w 999"/>
                <a:gd name="T103" fmla="*/ 952 h 1016"/>
                <a:gd name="T104" fmla="*/ 345 w 999"/>
                <a:gd name="T105" fmla="*/ 1009 h 1016"/>
                <a:gd name="T106" fmla="*/ 189 w 999"/>
                <a:gd name="T107" fmla="*/ 986 h 1016"/>
                <a:gd name="T108" fmla="*/ 112 w 999"/>
                <a:gd name="T109" fmla="*/ 869 h 1016"/>
                <a:gd name="T110" fmla="*/ 58 w 999"/>
                <a:gd name="T111" fmla="*/ 749 h 1016"/>
                <a:gd name="T112" fmla="*/ 71 w 999"/>
                <a:gd name="T113" fmla="*/ 618 h 1016"/>
                <a:gd name="T114" fmla="*/ 129 w 999"/>
                <a:gd name="T115" fmla="*/ 528 h 1016"/>
                <a:gd name="T116" fmla="*/ 220 w 999"/>
                <a:gd name="T117" fmla="*/ 470 h 1016"/>
                <a:gd name="T118" fmla="*/ 352 w 999"/>
                <a:gd name="T119" fmla="*/ 457 h 1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99" h="1016">
                  <a:moveTo>
                    <a:pt x="429" y="589"/>
                  </a:moveTo>
                  <a:cubicBezTo>
                    <a:pt x="399" y="558"/>
                    <a:pt x="357" y="540"/>
                    <a:pt x="309" y="540"/>
                  </a:cubicBezTo>
                  <a:cubicBezTo>
                    <a:pt x="263" y="540"/>
                    <a:pt x="221" y="558"/>
                    <a:pt x="190" y="589"/>
                  </a:cubicBezTo>
                  <a:cubicBezTo>
                    <a:pt x="160" y="620"/>
                    <a:pt x="141" y="662"/>
                    <a:pt x="141" y="708"/>
                  </a:cubicBezTo>
                  <a:cubicBezTo>
                    <a:pt x="141" y="755"/>
                    <a:pt x="160" y="797"/>
                    <a:pt x="190" y="827"/>
                  </a:cubicBezTo>
                  <a:cubicBezTo>
                    <a:pt x="221" y="857"/>
                    <a:pt x="263" y="876"/>
                    <a:pt x="309" y="876"/>
                  </a:cubicBezTo>
                  <a:cubicBezTo>
                    <a:pt x="357" y="876"/>
                    <a:pt x="399" y="857"/>
                    <a:pt x="429" y="827"/>
                  </a:cubicBezTo>
                  <a:cubicBezTo>
                    <a:pt x="460" y="797"/>
                    <a:pt x="479" y="755"/>
                    <a:pt x="479" y="708"/>
                  </a:cubicBezTo>
                  <a:cubicBezTo>
                    <a:pt x="479" y="662"/>
                    <a:pt x="460" y="620"/>
                    <a:pt x="429" y="589"/>
                  </a:cubicBezTo>
                  <a:close/>
                  <a:moveTo>
                    <a:pt x="345" y="673"/>
                  </a:moveTo>
                  <a:cubicBezTo>
                    <a:pt x="336" y="663"/>
                    <a:pt x="324" y="658"/>
                    <a:pt x="309" y="658"/>
                  </a:cubicBezTo>
                  <a:cubicBezTo>
                    <a:pt x="296" y="658"/>
                    <a:pt x="283" y="663"/>
                    <a:pt x="274" y="673"/>
                  </a:cubicBezTo>
                  <a:cubicBezTo>
                    <a:pt x="265" y="682"/>
                    <a:pt x="259" y="694"/>
                    <a:pt x="259" y="708"/>
                  </a:cubicBezTo>
                  <a:cubicBezTo>
                    <a:pt x="259" y="722"/>
                    <a:pt x="265" y="735"/>
                    <a:pt x="274" y="744"/>
                  </a:cubicBezTo>
                  <a:cubicBezTo>
                    <a:pt x="283" y="753"/>
                    <a:pt x="296" y="758"/>
                    <a:pt x="309" y="758"/>
                  </a:cubicBezTo>
                  <a:cubicBezTo>
                    <a:pt x="324" y="758"/>
                    <a:pt x="336" y="753"/>
                    <a:pt x="345" y="744"/>
                  </a:cubicBezTo>
                  <a:cubicBezTo>
                    <a:pt x="355" y="735"/>
                    <a:pt x="360" y="722"/>
                    <a:pt x="360" y="708"/>
                  </a:cubicBezTo>
                  <a:cubicBezTo>
                    <a:pt x="360" y="694"/>
                    <a:pt x="355" y="682"/>
                    <a:pt x="345" y="673"/>
                  </a:cubicBezTo>
                  <a:close/>
                  <a:moveTo>
                    <a:pt x="309" y="598"/>
                  </a:moveTo>
                  <a:cubicBezTo>
                    <a:pt x="280" y="598"/>
                    <a:pt x="252" y="611"/>
                    <a:pt x="232" y="630"/>
                  </a:cubicBezTo>
                  <a:cubicBezTo>
                    <a:pt x="212" y="651"/>
                    <a:pt x="199" y="679"/>
                    <a:pt x="199" y="708"/>
                  </a:cubicBezTo>
                  <a:cubicBezTo>
                    <a:pt x="199" y="738"/>
                    <a:pt x="212" y="766"/>
                    <a:pt x="232" y="785"/>
                  </a:cubicBezTo>
                  <a:cubicBezTo>
                    <a:pt x="252" y="806"/>
                    <a:pt x="280" y="818"/>
                    <a:pt x="309" y="818"/>
                  </a:cubicBezTo>
                  <a:cubicBezTo>
                    <a:pt x="340" y="818"/>
                    <a:pt x="368" y="806"/>
                    <a:pt x="388" y="785"/>
                  </a:cubicBezTo>
                  <a:cubicBezTo>
                    <a:pt x="407" y="766"/>
                    <a:pt x="420" y="738"/>
                    <a:pt x="420" y="708"/>
                  </a:cubicBezTo>
                  <a:cubicBezTo>
                    <a:pt x="420" y="679"/>
                    <a:pt x="407" y="651"/>
                    <a:pt x="388" y="630"/>
                  </a:cubicBezTo>
                  <a:cubicBezTo>
                    <a:pt x="368" y="611"/>
                    <a:pt x="340" y="598"/>
                    <a:pt x="309" y="598"/>
                  </a:cubicBezTo>
                  <a:close/>
                  <a:moveTo>
                    <a:pt x="505" y="141"/>
                  </a:moveTo>
                  <a:cubicBezTo>
                    <a:pt x="525" y="163"/>
                    <a:pt x="534" y="194"/>
                    <a:pt x="530" y="225"/>
                  </a:cubicBezTo>
                  <a:cubicBezTo>
                    <a:pt x="527" y="257"/>
                    <a:pt x="511" y="285"/>
                    <a:pt x="488" y="303"/>
                  </a:cubicBezTo>
                  <a:cubicBezTo>
                    <a:pt x="464" y="323"/>
                    <a:pt x="434" y="333"/>
                    <a:pt x="402" y="329"/>
                  </a:cubicBezTo>
                  <a:cubicBezTo>
                    <a:pt x="369" y="326"/>
                    <a:pt x="342" y="309"/>
                    <a:pt x="323" y="287"/>
                  </a:cubicBezTo>
                  <a:cubicBezTo>
                    <a:pt x="304" y="263"/>
                    <a:pt x="294" y="233"/>
                    <a:pt x="297" y="200"/>
                  </a:cubicBezTo>
                  <a:cubicBezTo>
                    <a:pt x="302" y="169"/>
                    <a:pt x="317" y="141"/>
                    <a:pt x="340" y="122"/>
                  </a:cubicBezTo>
                  <a:cubicBezTo>
                    <a:pt x="363" y="104"/>
                    <a:pt x="394" y="94"/>
                    <a:pt x="426" y="98"/>
                  </a:cubicBezTo>
                  <a:cubicBezTo>
                    <a:pt x="459" y="101"/>
                    <a:pt x="486" y="117"/>
                    <a:pt x="505" y="141"/>
                  </a:cubicBezTo>
                  <a:close/>
                  <a:moveTo>
                    <a:pt x="442" y="191"/>
                  </a:moveTo>
                  <a:cubicBezTo>
                    <a:pt x="448" y="198"/>
                    <a:pt x="450" y="207"/>
                    <a:pt x="449" y="217"/>
                  </a:cubicBezTo>
                  <a:cubicBezTo>
                    <a:pt x="448" y="226"/>
                    <a:pt x="443" y="235"/>
                    <a:pt x="436" y="240"/>
                  </a:cubicBezTo>
                  <a:cubicBezTo>
                    <a:pt x="429" y="246"/>
                    <a:pt x="420" y="249"/>
                    <a:pt x="410" y="247"/>
                  </a:cubicBezTo>
                  <a:cubicBezTo>
                    <a:pt x="401" y="247"/>
                    <a:pt x="393" y="242"/>
                    <a:pt x="387" y="235"/>
                  </a:cubicBezTo>
                  <a:cubicBezTo>
                    <a:pt x="381" y="228"/>
                    <a:pt x="379" y="219"/>
                    <a:pt x="379" y="210"/>
                  </a:cubicBezTo>
                  <a:cubicBezTo>
                    <a:pt x="380" y="200"/>
                    <a:pt x="385" y="191"/>
                    <a:pt x="392" y="186"/>
                  </a:cubicBezTo>
                  <a:cubicBezTo>
                    <a:pt x="399" y="181"/>
                    <a:pt x="408" y="178"/>
                    <a:pt x="417" y="178"/>
                  </a:cubicBezTo>
                  <a:cubicBezTo>
                    <a:pt x="427" y="179"/>
                    <a:pt x="436" y="184"/>
                    <a:pt x="442" y="191"/>
                  </a:cubicBezTo>
                  <a:close/>
                  <a:moveTo>
                    <a:pt x="423" y="138"/>
                  </a:moveTo>
                  <a:cubicBezTo>
                    <a:pt x="443" y="139"/>
                    <a:pt x="461" y="150"/>
                    <a:pt x="474" y="165"/>
                  </a:cubicBezTo>
                  <a:cubicBezTo>
                    <a:pt x="486" y="181"/>
                    <a:pt x="492" y="200"/>
                    <a:pt x="490" y="221"/>
                  </a:cubicBezTo>
                  <a:cubicBezTo>
                    <a:pt x="488" y="242"/>
                    <a:pt x="477" y="260"/>
                    <a:pt x="462" y="272"/>
                  </a:cubicBezTo>
                  <a:cubicBezTo>
                    <a:pt x="446" y="285"/>
                    <a:pt x="426" y="291"/>
                    <a:pt x="406" y="289"/>
                  </a:cubicBezTo>
                  <a:cubicBezTo>
                    <a:pt x="385" y="287"/>
                    <a:pt x="367" y="277"/>
                    <a:pt x="354" y="261"/>
                  </a:cubicBezTo>
                  <a:cubicBezTo>
                    <a:pt x="342" y="246"/>
                    <a:pt x="336" y="226"/>
                    <a:pt x="338" y="205"/>
                  </a:cubicBezTo>
                  <a:cubicBezTo>
                    <a:pt x="340" y="184"/>
                    <a:pt x="351" y="166"/>
                    <a:pt x="366" y="154"/>
                  </a:cubicBezTo>
                  <a:cubicBezTo>
                    <a:pt x="381" y="142"/>
                    <a:pt x="401" y="135"/>
                    <a:pt x="423" y="138"/>
                  </a:cubicBezTo>
                  <a:close/>
                  <a:moveTo>
                    <a:pt x="462" y="43"/>
                  </a:moveTo>
                  <a:lnTo>
                    <a:pt x="463" y="8"/>
                  </a:lnTo>
                  <a:cubicBezTo>
                    <a:pt x="448" y="2"/>
                    <a:pt x="431" y="0"/>
                    <a:pt x="413" y="4"/>
                  </a:cubicBezTo>
                  <a:lnTo>
                    <a:pt x="404" y="37"/>
                  </a:lnTo>
                  <a:cubicBezTo>
                    <a:pt x="393" y="37"/>
                    <a:pt x="381" y="40"/>
                    <a:pt x="370" y="42"/>
                  </a:cubicBezTo>
                  <a:lnTo>
                    <a:pt x="353" y="11"/>
                  </a:lnTo>
                  <a:cubicBezTo>
                    <a:pt x="337" y="14"/>
                    <a:pt x="321" y="20"/>
                    <a:pt x="307" y="32"/>
                  </a:cubicBezTo>
                  <a:lnTo>
                    <a:pt x="317" y="65"/>
                  </a:lnTo>
                  <a:cubicBezTo>
                    <a:pt x="312" y="69"/>
                    <a:pt x="307" y="72"/>
                    <a:pt x="303" y="76"/>
                  </a:cubicBezTo>
                  <a:cubicBezTo>
                    <a:pt x="298" y="79"/>
                    <a:pt x="294" y="83"/>
                    <a:pt x="290" y="87"/>
                  </a:cubicBezTo>
                  <a:lnTo>
                    <a:pt x="261" y="69"/>
                  </a:lnTo>
                  <a:cubicBezTo>
                    <a:pt x="247" y="79"/>
                    <a:pt x="236" y="92"/>
                    <a:pt x="230" y="110"/>
                  </a:cubicBezTo>
                  <a:lnTo>
                    <a:pt x="255" y="133"/>
                  </a:lnTo>
                  <a:cubicBezTo>
                    <a:pt x="251" y="144"/>
                    <a:pt x="247" y="154"/>
                    <a:pt x="243" y="166"/>
                  </a:cubicBezTo>
                  <a:lnTo>
                    <a:pt x="208" y="164"/>
                  </a:lnTo>
                  <a:cubicBezTo>
                    <a:pt x="202" y="180"/>
                    <a:pt x="200" y="197"/>
                    <a:pt x="203" y="216"/>
                  </a:cubicBezTo>
                  <a:lnTo>
                    <a:pt x="236" y="223"/>
                  </a:lnTo>
                  <a:cubicBezTo>
                    <a:pt x="238" y="234"/>
                    <a:pt x="239" y="246"/>
                    <a:pt x="242" y="257"/>
                  </a:cubicBezTo>
                  <a:lnTo>
                    <a:pt x="212" y="273"/>
                  </a:lnTo>
                  <a:cubicBezTo>
                    <a:pt x="213" y="290"/>
                    <a:pt x="220" y="306"/>
                    <a:pt x="233" y="320"/>
                  </a:cubicBezTo>
                  <a:lnTo>
                    <a:pt x="266" y="309"/>
                  </a:lnTo>
                  <a:cubicBezTo>
                    <a:pt x="269" y="315"/>
                    <a:pt x="272" y="319"/>
                    <a:pt x="276" y="324"/>
                  </a:cubicBezTo>
                  <a:cubicBezTo>
                    <a:pt x="280" y="328"/>
                    <a:pt x="283" y="333"/>
                    <a:pt x="287" y="337"/>
                  </a:cubicBezTo>
                  <a:lnTo>
                    <a:pt x="269" y="366"/>
                  </a:lnTo>
                  <a:cubicBezTo>
                    <a:pt x="279" y="380"/>
                    <a:pt x="293" y="390"/>
                    <a:pt x="311" y="396"/>
                  </a:cubicBezTo>
                  <a:lnTo>
                    <a:pt x="334" y="371"/>
                  </a:lnTo>
                  <a:cubicBezTo>
                    <a:pt x="344" y="375"/>
                    <a:pt x="355" y="380"/>
                    <a:pt x="366" y="383"/>
                  </a:cubicBezTo>
                  <a:lnTo>
                    <a:pt x="365" y="418"/>
                  </a:lnTo>
                  <a:cubicBezTo>
                    <a:pt x="381" y="424"/>
                    <a:pt x="398" y="426"/>
                    <a:pt x="416" y="424"/>
                  </a:cubicBezTo>
                  <a:lnTo>
                    <a:pt x="423" y="390"/>
                  </a:lnTo>
                  <a:cubicBezTo>
                    <a:pt x="436" y="389"/>
                    <a:pt x="448" y="387"/>
                    <a:pt x="458" y="384"/>
                  </a:cubicBezTo>
                  <a:lnTo>
                    <a:pt x="475" y="415"/>
                  </a:lnTo>
                  <a:cubicBezTo>
                    <a:pt x="491" y="412"/>
                    <a:pt x="507" y="406"/>
                    <a:pt x="521" y="394"/>
                  </a:cubicBezTo>
                  <a:lnTo>
                    <a:pt x="511" y="361"/>
                  </a:lnTo>
                  <a:cubicBezTo>
                    <a:pt x="516" y="358"/>
                    <a:pt x="521" y="354"/>
                    <a:pt x="525" y="351"/>
                  </a:cubicBezTo>
                  <a:cubicBezTo>
                    <a:pt x="530" y="347"/>
                    <a:pt x="534" y="343"/>
                    <a:pt x="538" y="339"/>
                  </a:cubicBezTo>
                  <a:lnTo>
                    <a:pt x="568" y="357"/>
                  </a:lnTo>
                  <a:cubicBezTo>
                    <a:pt x="582" y="347"/>
                    <a:pt x="592" y="334"/>
                    <a:pt x="598" y="317"/>
                  </a:cubicBezTo>
                  <a:lnTo>
                    <a:pt x="572" y="293"/>
                  </a:lnTo>
                  <a:cubicBezTo>
                    <a:pt x="578" y="283"/>
                    <a:pt x="582" y="272"/>
                    <a:pt x="585" y="261"/>
                  </a:cubicBezTo>
                  <a:lnTo>
                    <a:pt x="620" y="262"/>
                  </a:lnTo>
                  <a:cubicBezTo>
                    <a:pt x="626" y="246"/>
                    <a:pt x="628" y="229"/>
                    <a:pt x="626" y="211"/>
                  </a:cubicBezTo>
                  <a:lnTo>
                    <a:pt x="591" y="204"/>
                  </a:lnTo>
                  <a:cubicBezTo>
                    <a:pt x="591" y="192"/>
                    <a:pt x="589" y="181"/>
                    <a:pt x="586" y="169"/>
                  </a:cubicBezTo>
                  <a:lnTo>
                    <a:pt x="617" y="153"/>
                  </a:lnTo>
                  <a:cubicBezTo>
                    <a:pt x="615" y="136"/>
                    <a:pt x="607" y="120"/>
                    <a:pt x="596" y="107"/>
                  </a:cubicBezTo>
                  <a:lnTo>
                    <a:pt x="563" y="117"/>
                  </a:lnTo>
                  <a:cubicBezTo>
                    <a:pt x="559" y="113"/>
                    <a:pt x="556" y="107"/>
                    <a:pt x="552" y="102"/>
                  </a:cubicBezTo>
                  <a:cubicBezTo>
                    <a:pt x="549" y="98"/>
                    <a:pt x="545" y="94"/>
                    <a:pt x="541" y="90"/>
                  </a:cubicBezTo>
                  <a:lnTo>
                    <a:pt x="559" y="60"/>
                  </a:lnTo>
                  <a:cubicBezTo>
                    <a:pt x="550" y="47"/>
                    <a:pt x="535" y="37"/>
                    <a:pt x="518" y="31"/>
                  </a:cubicBezTo>
                  <a:lnTo>
                    <a:pt x="495" y="56"/>
                  </a:lnTo>
                  <a:cubicBezTo>
                    <a:pt x="484" y="51"/>
                    <a:pt x="473" y="46"/>
                    <a:pt x="462" y="43"/>
                  </a:cubicBezTo>
                  <a:close/>
                  <a:moveTo>
                    <a:pt x="876" y="337"/>
                  </a:moveTo>
                  <a:cubicBezTo>
                    <a:pt x="895" y="361"/>
                    <a:pt x="905" y="391"/>
                    <a:pt x="902" y="424"/>
                  </a:cubicBezTo>
                  <a:cubicBezTo>
                    <a:pt x="898" y="455"/>
                    <a:pt x="882" y="483"/>
                    <a:pt x="859" y="502"/>
                  </a:cubicBezTo>
                  <a:cubicBezTo>
                    <a:pt x="836" y="521"/>
                    <a:pt x="805" y="530"/>
                    <a:pt x="772" y="527"/>
                  </a:cubicBezTo>
                  <a:cubicBezTo>
                    <a:pt x="740" y="523"/>
                    <a:pt x="713" y="508"/>
                    <a:pt x="694" y="484"/>
                  </a:cubicBezTo>
                  <a:cubicBezTo>
                    <a:pt x="674" y="461"/>
                    <a:pt x="665" y="431"/>
                    <a:pt x="668" y="399"/>
                  </a:cubicBezTo>
                  <a:cubicBezTo>
                    <a:pt x="672" y="366"/>
                    <a:pt x="688" y="339"/>
                    <a:pt x="711" y="320"/>
                  </a:cubicBezTo>
                  <a:cubicBezTo>
                    <a:pt x="734" y="301"/>
                    <a:pt x="765" y="291"/>
                    <a:pt x="797" y="295"/>
                  </a:cubicBezTo>
                  <a:cubicBezTo>
                    <a:pt x="830" y="299"/>
                    <a:pt x="857" y="315"/>
                    <a:pt x="876" y="337"/>
                  </a:cubicBezTo>
                  <a:close/>
                  <a:moveTo>
                    <a:pt x="813" y="389"/>
                  </a:moveTo>
                  <a:cubicBezTo>
                    <a:pt x="818" y="396"/>
                    <a:pt x="821" y="405"/>
                    <a:pt x="820" y="414"/>
                  </a:cubicBezTo>
                  <a:cubicBezTo>
                    <a:pt x="819" y="424"/>
                    <a:pt x="814" y="433"/>
                    <a:pt x="807" y="438"/>
                  </a:cubicBezTo>
                  <a:cubicBezTo>
                    <a:pt x="800" y="444"/>
                    <a:pt x="791" y="446"/>
                    <a:pt x="781" y="446"/>
                  </a:cubicBezTo>
                  <a:cubicBezTo>
                    <a:pt x="772" y="445"/>
                    <a:pt x="763" y="440"/>
                    <a:pt x="758" y="433"/>
                  </a:cubicBezTo>
                  <a:cubicBezTo>
                    <a:pt x="752" y="426"/>
                    <a:pt x="749" y="417"/>
                    <a:pt x="750" y="407"/>
                  </a:cubicBezTo>
                  <a:cubicBezTo>
                    <a:pt x="751" y="398"/>
                    <a:pt x="756" y="390"/>
                    <a:pt x="763" y="384"/>
                  </a:cubicBezTo>
                  <a:cubicBezTo>
                    <a:pt x="770" y="378"/>
                    <a:pt x="779" y="375"/>
                    <a:pt x="789" y="377"/>
                  </a:cubicBezTo>
                  <a:cubicBezTo>
                    <a:pt x="798" y="377"/>
                    <a:pt x="807" y="382"/>
                    <a:pt x="813" y="389"/>
                  </a:cubicBezTo>
                  <a:close/>
                  <a:moveTo>
                    <a:pt x="794" y="335"/>
                  </a:moveTo>
                  <a:cubicBezTo>
                    <a:pt x="814" y="337"/>
                    <a:pt x="832" y="348"/>
                    <a:pt x="845" y="363"/>
                  </a:cubicBezTo>
                  <a:cubicBezTo>
                    <a:pt x="857" y="378"/>
                    <a:pt x="863" y="398"/>
                    <a:pt x="861" y="419"/>
                  </a:cubicBezTo>
                  <a:cubicBezTo>
                    <a:pt x="859" y="440"/>
                    <a:pt x="848" y="458"/>
                    <a:pt x="833" y="471"/>
                  </a:cubicBezTo>
                  <a:cubicBezTo>
                    <a:pt x="817" y="482"/>
                    <a:pt x="797" y="489"/>
                    <a:pt x="777" y="487"/>
                  </a:cubicBezTo>
                  <a:cubicBezTo>
                    <a:pt x="756" y="484"/>
                    <a:pt x="738" y="474"/>
                    <a:pt x="725" y="459"/>
                  </a:cubicBezTo>
                  <a:cubicBezTo>
                    <a:pt x="713" y="443"/>
                    <a:pt x="707" y="424"/>
                    <a:pt x="709" y="403"/>
                  </a:cubicBezTo>
                  <a:cubicBezTo>
                    <a:pt x="711" y="382"/>
                    <a:pt x="722" y="364"/>
                    <a:pt x="737" y="352"/>
                  </a:cubicBezTo>
                  <a:cubicBezTo>
                    <a:pt x="752" y="339"/>
                    <a:pt x="772" y="334"/>
                    <a:pt x="794" y="335"/>
                  </a:cubicBezTo>
                  <a:close/>
                  <a:moveTo>
                    <a:pt x="833" y="241"/>
                  </a:moveTo>
                  <a:lnTo>
                    <a:pt x="834" y="206"/>
                  </a:lnTo>
                  <a:cubicBezTo>
                    <a:pt x="818" y="200"/>
                    <a:pt x="801" y="198"/>
                    <a:pt x="783" y="200"/>
                  </a:cubicBezTo>
                  <a:lnTo>
                    <a:pt x="776" y="234"/>
                  </a:lnTo>
                  <a:cubicBezTo>
                    <a:pt x="763" y="235"/>
                    <a:pt x="752" y="237"/>
                    <a:pt x="741" y="240"/>
                  </a:cubicBezTo>
                  <a:lnTo>
                    <a:pt x="724" y="210"/>
                  </a:lnTo>
                  <a:cubicBezTo>
                    <a:pt x="708" y="211"/>
                    <a:pt x="692" y="218"/>
                    <a:pt x="678" y="230"/>
                  </a:cubicBezTo>
                  <a:lnTo>
                    <a:pt x="688" y="263"/>
                  </a:lnTo>
                  <a:cubicBezTo>
                    <a:pt x="683" y="266"/>
                    <a:pt x="678" y="270"/>
                    <a:pt x="674" y="273"/>
                  </a:cubicBezTo>
                  <a:cubicBezTo>
                    <a:pt x="670" y="278"/>
                    <a:pt x="665" y="281"/>
                    <a:pt x="661" y="285"/>
                  </a:cubicBezTo>
                  <a:lnTo>
                    <a:pt x="632" y="266"/>
                  </a:lnTo>
                  <a:cubicBezTo>
                    <a:pt x="617" y="277"/>
                    <a:pt x="607" y="290"/>
                    <a:pt x="601" y="308"/>
                  </a:cubicBezTo>
                  <a:lnTo>
                    <a:pt x="626" y="331"/>
                  </a:lnTo>
                  <a:cubicBezTo>
                    <a:pt x="622" y="341"/>
                    <a:pt x="617" y="352"/>
                    <a:pt x="614" y="363"/>
                  </a:cubicBezTo>
                  <a:lnTo>
                    <a:pt x="579" y="362"/>
                  </a:lnTo>
                  <a:cubicBezTo>
                    <a:pt x="572" y="378"/>
                    <a:pt x="571" y="394"/>
                    <a:pt x="573" y="412"/>
                  </a:cubicBezTo>
                  <a:lnTo>
                    <a:pt x="607" y="420"/>
                  </a:lnTo>
                  <a:cubicBezTo>
                    <a:pt x="608" y="433"/>
                    <a:pt x="610" y="443"/>
                    <a:pt x="613" y="455"/>
                  </a:cubicBezTo>
                  <a:lnTo>
                    <a:pt x="582" y="471"/>
                  </a:lnTo>
                  <a:cubicBezTo>
                    <a:pt x="584" y="488"/>
                    <a:pt x="592" y="503"/>
                    <a:pt x="603" y="517"/>
                  </a:cubicBezTo>
                  <a:lnTo>
                    <a:pt x="636" y="508"/>
                  </a:lnTo>
                  <a:cubicBezTo>
                    <a:pt x="640" y="512"/>
                    <a:pt x="643" y="517"/>
                    <a:pt x="648" y="521"/>
                  </a:cubicBezTo>
                  <a:cubicBezTo>
                    <a:pt x="651" y="526"/>
                    <a:pt x="654" y="530"/>
                    <a:pt x="658" y="534"/>
                  </a:cubicBezTo>
                  <a:lnTo>
                    <a:pt x="640" y="564"/>
                  </a:lnTo>
                  <a:cubicBezTo>
                    <a:pt x="650" y="577"/>
                    <a:pt x="664" y="588"/>
                    <a:pt x="681" y="594"/>
                  </a:cubicBezTo>
                  <a:lnTo>
                    <a:pt x="705" y="569"/>
                  </a:lnTo>
                  <a:cubicBezTo>
                    <a:pt x="715" y="573"/>
                    <a:pt x="726" y="578"/>
                    <a:pt x="737" y="581"/>
                  </a:cubicBezTo>
                  <a:lnTo>
                    <a:pt x="736" y="616"/>
                  </a:lnTo>
                  <a:cubicBezTo>
                    <a:pt x="752" y="622"/>
                    <a:pt x="769" y="624"/>
                    <a:pt x="787" y="620"/>
                  </a:cubicBezTo>
                  <a:lnTo>
                    <a:pt x="795" y="587"/>
                  </a:lnTo>
                  <a:cubicBezTo>
                    <a:pt x="807" y="587"/>
                    <a:pt x="818" y="584"/>
                    <a:pt x="829" y="582"/>
                  </a:cubicBezTo>
                  <a:lnTo>
                    <a:pt x="845" y="612"/>
                  </a:lnTo>
                  <a:cubicBezTo>
                    <a:pt x="862" y="611"/>
                    <a:pt x="878" y="603"/>
                    <a:pt x="892" y="592"/>
                  </a:cubicBezTo>
                  <a:lnTo>
                    <a:pt x="882" y="558"/>
                  </a:lnTo>
                  <a:cubicBezTo>
                    <a:pt x="887" y="555"/>
                    <a:pt x="892" y="552"/>
                    <a:pt x="896" y="548"/>
                  </a:cubicBezTo>
                  <a:cubicBezTo>
                    <a:pt x="900" y="545"/>
                    <a:pt x="905" y="542"/>
                    <a:pt x="909" y="537"/>
                  </a:cubicBezTo>
                  <a:lnTo>
                    <a:pt x="938" y="555"/>
                  </a:lnTo>
                  <a:cubicBezTo>
                    <a:pt x="953" y="545"/>
                    <a:pt x="962" y="531"/>
                    <a:pt x="969" y="514"/>
                  </a:cubicBezTo>
                  <a:lnTo>
                    <a:pt x="943" y="491"/>
                  </a:lnTo>
                  <a:cubicBezTo>
                    <a:pt x="949" y="480"/>
                    <a:pt x="953" y="470"/>
                    <a:pt x="956" y="459"/>
                  </a:cubicBezTo>
                  <a:lnTo>
                    <a:pt x="991" y="460"/>
                  </a:lnTo>
                  <a:cubicBezTo>
                    <a:pt x="997" y="444"/>
                    <a:pt x="999" y="427"/>
                    <a:pt x="997" y="409"/>
                  </a:cubicBezTo>
                  <a:lnTo>
                    <a:pt x="962" y="401"/>
                  </a:lnTo>
                  <a:cubicBezTo>
                    <a:pt x="962" y="390"/>
                    <a:pt x="960" y="378"/>
                    <a:pt x="956" y="367"/>
                  </a:cubicBezTo>
                  <a:lnTo>
                    <a:pt x="988" y="351"/>
                  </a:lnTo>
                  <a:cubicBezTo>
                    <a:pt x="986" y="334"/>
                    <a:pt x="978" y="319"/>
                    <a:pt x="967" y="303"/>
                  </a:cubicBezTo>
                  <a:lnTo>
                    <a:pt x="934" y="315"/>
                  </a:lnTo>
                  <a:cubicBezTo>
                    <a:pt x="930" y="309"/>
                    <a:pt x="927" y="305"/>
                    <a:pt x="923" y="300"/>
                  </a:cubicBezTo>
                  <a:cubicBezTo>
                    <a:pt x="919" y="296"/>
                    <a:pt x="916" y="291"/>
                    <a:pt x="912" y="287"/>
                  </a:cubicBezTo>
                  <a:lnTo>
                    <a:pt x="930" y="257"/>
                  </a:lnTo>
                  <a:cubicBezTo>
                    <a:pt x="920" y="244"/>
                    <a:pt x="906" y="234"/>
                    <a:pt x="889" y="228"/>
                  </a:cubicBezTo>
                  <a:lnTo>
                    <a:pt x="865" y="253"/>
                  </a:lnTo>
                  <a:cubicBezTo>
                    <a:pt x="855" y="248"/>
                    <a:pt x="844" y="244"/>
                    <a:pt x="833" y="241"/>
                  </a:cubicBezTo>
                  <a:close/>
                  <a:moveTo>
                    <a:pt x="352" y="457"/>
                  </a:moveTo>
                  <a:cubicBezTo>
                    <a:pt x="369" y="460"/>
                    <a:pt x="385" y="465"/>
                    <a:pt x="401" y="471"/>
                  </a:cubicBezTo>
                  <a:lnTo>
                    <a:pt x="431" y="430"/>
                  </a:lnTo>
                  <a:cubicBezTo>
                    <a:pt x="457" y="437"/>
                    <a:pt x="478" y="449"/>
                    <a:pt x="495" y="466"/>
                  </a:cubicBezTo>
                  <a:lnTo>
                    <a:pt x="473" y="511"/>
                  </a:lnTo>
                  <a:cubicBezTo>
                    <a:pt x="479" y="517"/>
                    <a:pt x="485" y="523"/>
                    <a:pt x="490" y="528"/>
                  </a:cubicBezTo>
                  <a:cubicBezTo>
                    <a:pt x="497" y="535"/>
                    <a:pt x="503" y="540"/>
                    <a:pt x="508" y="547"/>
                  </a:cubicBezTo>
                  <a:lnTo>
                    <a:pt x="554" y="527"/>
                  </a:lnTo>
                  <a:cubicBezTo>
                    <a:pt x="573" y="546"/>
                    <a:pt x="586" y="567"/>
                    <a:pt x="591" y="591"/>
                  </a:cubicBezTo>
                  <a:lnTo>
                    <a:pt x="550" y="619"/>
                  </a:lnTo>
                  <a:cubicBezTo>
                    <a:pt x="555" y="635"/>
                    <a:pt x="559" y="651"/>
                    <a:pt x="563" y="667"/>
                  </a:cubicBezTo>
                  <a:lnTo>
                    <a:pt x="613" y="673"/>
                  </a:lnTo>
                  <a:cubicBezTo>
                    <a:pt x="619" y="699"/>
                    <a:pt x="619" y="723"/>
                    <a:pt x="613" y="746"/>
                  </a:cubicBezTo>
                  <a:lnTo>
                    <a:pt x="562" y="750"/>
                  </a:lnTo>
                  <a:cubicBezTo>
                    <a:pt x="559" y="767"/>
                    <a:pt x="555" y="783"/>
                    <a:pt x="550" y="799"/>
                  </a:cubicBezTo>
                  <a:lnTo>
                    <a:pt x="589" y="828"/>
                  </a:lnTo>
                  <a:cubicBezTo>
                    <a:pt x="582" y="854"/>
                    <a:pt x="570" y="875"/>
                    <a:pt x="553" y="892"/>
                  </a:cubicBezTo>
                  <a:lnTo>
                    <a:pt x="507" y="871"/>
                  </a:lnTo>
                  <a:cubicBezTo>
                    <a:pt x="502" y="876"/>
                    <a:pt x="496" y="882"/>
                    <a:pt x="490" y="888"/>
                  </a:cubicBezTo>
                  <a:cubicBezTo>
                    <a:pt x="485" y="894"/>
                    <a:pt x="478" y="900"/>
                    <a:pt x="471" y="905"/>
                  </a:cubicBezTo>
                  <a:lnTo>
                    <a:pt x="492" y="952"/>
                  </a:lnTo>
                  <a:cubicBezTo>
                    <a:pt x="473" y="971"/>
                    <a:pt x="452" y="982"/>
                    <a:pt x="428" y="988"/>
                  </a:cubicBezTo>
                  <a:lnTo>
                    <a:pt x="399" y="946"/>
                  </a:lnTo>
                  <a:cubicBezTo>
                    <a:pt x="384" y="952"/>
                    <a:pt x="368" y="956"/>
                    <a:pt x="351" y="959"/>
                  </a:cubicBezTo>
                  <a:lnTo>
                    <a:pt x="345" y="1009"/>
                  </a:lnTo>
                  <a:cubicBezTo>
                    <a:pt x="320" y="1016"/>
                    <a:pt x="295" y="1016"/>
                    <a:pt x="271" y="1009"/>
                  </a:cubicBezTo>
                  <a:lnTo>
                    <a:pt x="267" y="959"/>
                  </a:lnTo>
                  <a:cubicBezTo>
                    <a:pt x="251" y="956"/>
                    <a:pt x="234" y="952"/>
                    <a:pt x="219" y="946"/>
                  </a:cubicBezTo>
                  <a:lnTo>
                    <a:pt x="189" y="986"/>
                  </a:lnTo>
                  <a:cubicBezTo>
                    <a:pt x="163" y="980"/>
                    <a:pt x="142" y="967"/>
                    <a:pt x="125" y="950"/>
                  </a:cubicBezTo>
                  <a:lnTo>
                    <a:pt x="147" y="904"/>
                  </a:lnTo>
                  <a:cubicBezTo>
                    <a:pt x="140" y="900"/>
                    <a:pt x="135" y="894"/>
                    <a:pt x="129" y="888"/>
                  </a:cubicBezTo>
                  <a:cubicBezTo>
                    <a:pt x="123" y="882"/>
                    <a:pt x="117" y="875"/>
                    <a:pt x="112" y="869"/>
                  </a:cubicBezTo>
                  <a:lnTo>
                    <a:pt x="66" y="890"/>
                  </a:lnTo>
                  <a:cubicBezTo>
                    <a:pt x="47" y="871"/>
                    <a:pt x="34" y="849"/>
                    <a:pt x="29" y="826"/>
                  </a:cubicBezTo>
                  <a:lnTo>
                    <a:pt x="70" y="797"/>
                  </a:lnTo>
                  <a:cubicBezTo>
                    <a:pt x="64" y="782"/>
                    <a:pt x="60" y="766"/>
                    <a:pt x="58" y="749"/>
                  </a:cubicBezTo>
                  <a:lnTo>
                    <a:pt x="8" y="744"/>
                  </a:lnTo>
                  <a:cubicBezTo>
                    <a:pt x="0" y="718"/>
                    <a:pt x="0" y="693"/>
                    <a:pt x="8" y="670"/>
                  </a:cubicBezTo>
                  <a:lnTo>
                    <a:pt x="58" y="666"/>
                  </a:lnTo>
                  <a:cubicBezTo>
                    <a:pt x="61" y="649"/>
                    <a:pt x="65" y="633"/>
                    <a:pt x="71" y="618"/>
                  </a:cubicBezTo>
                  <a:lnTo>
                    <a:pt x="30" y="589"/>
                  </a:lnTo>
                  <a:cubicBezTo>
                    <a:pt x="36" y="563"/>
                    <a:pt x="49" y="542"/>
                    <a:pt x="67" y="525"/>
                  </a:cubicBezTo>
                  <a:lnTo>
                    <a:pt x="113" y="546"/>
                  </a:lnTo>
                  <a:cubicBezTo>
                    <a:pt x="118" y="540"/>
                    <a:pt x="123" y="534"/>
                    <a:pt x="129" y="528"/>
                  </a:cubicBezTo>
                  <a:cubicBezTo>
                    <a:pt x="135" y="523"/>
                    <a:pt x="141" y="517"/>
                    <a:pt x="148" y="511"/>
                  </a:cubicBezTo>
                  <a:lnTo>
                    <a:pt x="128" y="465"/>
                  </a:lnTo>
                  <a:cubicBezTo>
                    <a:pt x="147" y="446"/>
                    <a:pt x="168" y="434"/>
                    <a:pt x="192" y="428"/>
                  </a:cubicBezTo>
                  <a:lnTo>
                    <a:pt x="220" y="470"/>
                  </a:lnTo>
                  <a:cubicBezTo>
                    <a:pt x="236" y="464"/>
                    <a:pt x="252" y="460"/>
                    <a:pt x="269" y="457"/>
                  </a:cubicBezTo>
                  <a:lnTo>
                    <a:pt x="275" y="408"/>
                  </a:lnTo>
                  <a:cubicBezTo>
                    <a:pt x="300" y="400"/>
                    <a:pt x="325" y="400"/>
                    <a:pt x="348" y="408"/>
                  </a:cubicBezTo>
                  <a:lnTo>
                    <a:pt x="352" y="457"/>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91" name="组合 90"/>
          <p:cNvGrpSpPr>
            <a:grpSpLocks noChangeAspect="1"/>
          </p:cNvGrpSpPr>
          <p:nvPr/>
        </p:nvGrpSpPr>
        <p:grpSpPr>
          <a:xfrm>
            <a:off x="9949657" y="4485247"/>
            <a:ext cx="860425" cy="860425"/>
            <a:chOff x="9949657" y="4485247"/>
            <a:chExt cx="860425" cy="860425"/>
          </a:xfrm>
        </p:grpSpPr>
        <p:sp>
          <p:nvSpPr>
            <p:cNvPr id="92" name="Oval 9"/>
            <p:cNvSpPr>
              <a:spLocks noChangeAspect="1" noChangeArrowheads="1"/>
            </p:cNvSpPr>
            <p:nvPr/>
          </p:nvSpPr>
          <p:spPr bwMode="auto">
            <a:xfrm>
              <a:off x="9949657" y="4485247"/>
              <a:ext cx="860425" cy="860425"/>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93" name="Freeform 15"/>
            <p:cNvSpPr>
              <a:spLocks noChangeAspect="1" noEditPoints="1"/>
            </p:cNvSpPr>
            <p:nvPr/>
          </p:nvSpPr>
          <p:spPr bwMode="auto">
            <a:xfrm>
              <a:off x="10100518" y="4654459"/>
              <a:ext cx="558703" cy="522000"/>
            </a:xfrm>
            <a:custGeom>
              <a:avLst/>
              <a:gdLst>
                <a:gd name="T0" fmla="*/ 694 w 1198"/>
                <a:gd name="T1" fmla="*/ 876 h 1121"/>
                <a:gd name="T2" fmla="*/ 474 w 1198"/>
                <a:gd name="T3" fmla="*/ 825 h 1121"/>
                <a:gd name="T4" fmla="*/ 796 w 1198"/>
                <a:gd name="T5" fmla="*/ 423 h 1121"/>
                <a:gd name="T6" fmla="*/ 387 w 1198"/>
                <a:gd name="T7" fmla="*/ 588 h 1121"/>
                <a:gd name="T8" fmla="*/ 779 w 1198"/>
                <a:gd name="T9" fmla="*/ 478 h 1121"/>
                <a:gd name="T10" fmla="*/ 711 w 1198"/>
                <a:gd name="T11" fmla="*/ 819 h 1121"/>
                <a:gd name="T12" fmla="*/ 1198 w 1198"/>
                <a:gd name="T13" fmla="*/ 216 h 1121"/>
                <a:gd name="T14" fmla="*/ 1003 w 1198"/>
                <a:gd name="T15" fmla="*/ 220 h 1121"/>
                <a:gd name="T16" fmla="*/ 588 w 1198"/>
                <a:gd name="T17" fmla="*/ 258 h 1121"/>
                <a:gd name="T18" fmla="*/ 427 w 1198"/>
                <a:gd name="T19" fmla="*/ 872 h 1121"/>
                <a:gd name="T20" fmla="*/ 592 w 1198"/>
                <a:gd name="T21" fmla="*/ 1121 h 1121"/>
                <a:gd name="T22" fmla="*/ 760 w 1198"/>
                <a:gd name="T23" fmla="*/ 867 h 1121"/>
                <a:gd name="T24" fmla="*/ 1016 w 1198"/>
                <a:gd name="T25" fmla="*/ 300 h 1121"/>
                <a:gd name="T26" fmla="*/ 599 w 1198"/>
                <a:gd name="T27" fmla="*/ 455 h 1121"/>
                <a:gd name="T28" fmla="*/ 730 w 1198"/>
                <a:gd name="T29" fmla="*/ 588 h 1121"/>
                <a:gd name="T30" fmla="*/ 768 w 1198"/>
                <a:gd name="T31" fmla="*/ 588 h 1121"/>
                <a:gd name="T32" fmla="*/ 599 w 1198"/>
                <a:gd name="T33" fmla="*/ 419 h 1121"/>
                <a:gd name="T34" fmla="*/ 633 w 1198"/>
                <a:gd name="T35" fmla="*/ 539 h 1121"/>
                <a:gd name="T36" fmla="*/ 599 w 1198"/>
                <a:gd name="T37" fmla="*/ 645 h 1121"/>
                <a:gd name="T38" fmla="*/ 685 w 1198"/>
                <a:gd name="T39" fmla="*/ 550 h 1121"/>
                <a:gd name="T40" fmla="*/ 504 w 1198"/>
                <a:gd name="T41" fmla="*/ 588 h 1121"/>
                <a:gd name="T42" fmla="*/ 601 w 1198"/>
                <a:gd name="T43" fmla="*/ 565 h 1121"/>
                <a:gd name="T44" fmla="*/ 599 w 1198"/>
                <a:gd name="T45" fmla="*/ 609 h 1121"/>
                <a:gd name="T46" fmla="*/ 601 w 1198"/>
                <a:gd name="T47" fmla="*/ 565 h 1121"/>
                <a:gd name="T48" fmla="*/ 563 w 1198"/>
                <a:gd name="T49" fmla="*/ 31 h 1121"/>
                <a:gd name="T50" fmla="*/ 622 w 1198"/>
                <a:gd name="T51" fmla="*/ 173 h 1121"/>
                <a:gd name="T52" fmla="*/ 857 w 1198"/>
                <a:gd name="T53" fmla="*/ 288 h 1121"/>
                <a:gd name="T54" fmla="*/ 912 w 1198"/>
                <a:gd name="T55" fmla="*/ 122 h 1121"/>
                <a:gd name="T56" fmla="*/ 880 w 1198"/>
                <a:gd name="T57" fmla="*/ 275 h 1121"/>
                <a:gd name="T58" fmla="*/ 292 w 1198"/>
                <a:gd name="T59" fmla="*/ 273 h 1121"/>
                <a:gd name="T60" fmla="*/ 262 w 1198"/>
                <a:gd name="T61" fmla="*/ 122 h 1121"/>
                <a:gd name="T62" fmla="*/ 317 w 1198"/>
                <a:gd name="T63" fmla="*/ 285 h 1121"/>
                <a:gd name="T64" fmla="*/ 27 w 1198"/>
                <a:gd name="T65" fmla="*/ 508 h 1121"/>
                <a:gd name="T66" fmla="*/ 180 w 1198"/>
                <a:gd name="T67" fmla="*/ 478 h 1121"/>
                <a:gd name="T68" fmla="*/ 112 w 1198"/>
                <a:gd name="T69" fmla="*/ 880 h 1121"/>
                <a:gd name="T70" fmla="*/ 218 w 1198"/>
                <a:gd name="T71" fmla="*/ 749 h 1121"/>
                <a:gd name="T72" fmla="*/ 129 w 1198"/>
                <a:gd name="T73" fmla="*/ 876 h 1121"/>
                <a:gd name="T74" fmla="*/ 1043 w 1198"/>
                <a:gd name="T75" fmla="*/ 876 h 1121"/>
                <a:gd name="T76" fmla="*/ 954 w 1198"/>
                <a:gd name="T77" fmla="*/ 751 h 1121"/>
                <a:gd name="T78" fmla="*/ 1060 w 1198"/>
                <a:gd name="T79" fmla="*/ 880 h 1121"/>
                <a:gd name="T80" fmla="*/ 992 w 1198"/>
                <a:gd name="T81" fmla="*/ 480 h 1121"/>
                <a:gd name="T82" fmla="*/ 1168 w 1198"/>
                <a:gd name="T83" fmla="*/ 480 h 1121"/>
                <a:gd name="T84" fmla="*/ 1005 w 1198"/>
                <a:gd name="T85" fmla="*/ 537 h 1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98" h="1121">
                  <a:moveTo>
                    <a:pt x="711" y="819"/>
                  </a:moveTo>
                  <a:cubicBezTo>
                    <a:pt x="700" y="825"/>
                    <a:pt x="694" y="838"/>
                    <a:pt x="694" y="848"/>
                  </a:cubicBezTo>
                  <a:lnTo>
                    <a:pt x="694" y="876"/>
                  </a:lnTo>
                  <a:lnTo>
                    <a:pt x="493" y="876"/>
                  </a:lnTo>
                  <a:lnTo>
                    <a:pt x="493" y="853"/>
                  </a:lnTo>
                  <a:cubicBezTo>
                    <a:pt x="493" y="842"/>
                    <a:pt x="487" y="829"/>
                    <a:pt x="474" y="825"/>
                  </a:cubicBezTo>
                  <a:cubicBezTo>
                    <a:pt x="385" y="781"/>
                    <a:pt x="326" y="687"/>
                    <a:pt x="326" y="586"/>
                  </a:cubicBezTo>
                  <a:cubicBezTo>
                    <a:pt x="326" y="440"/>
                    <a:pt x="444" y="321"/>
                    <a:pt x="588" y="321"/>
                  </a:cubicBezTo>
                  <a:cubicBezTo>
                    <a:pt x="673" y="321"/>
                    <a:pt x="747" y="362"/>
                    <a:pt x="796" y="423"/>
                  </a:cubicBezTo>
                  <a:lnTo>
                    <a:pt x="757" y="450"/>
                  </a:lnTo>
                  <a:cubicBezTo>
                    <a:pt x="719" y="406"/>
                    <a:pt x="662" y="376"/>
                    <a:pt x="599" y="376"/>
                  </a:cubicBezTo>
                  <a:cubicBezTo>
                    <a:pt x="482" y="376"/>
                    <a:pt x="387" y="472"/>
                    <a:pt x="387" y="588"/>
                  </a:cubicBezTo>
                  <a:cubicBezTo>
                    <a:pt x="387" y="704"/>
                    <a:pt x="482" y="797"/>
                    <a:pt x="599" y="797"/>
                  </a:cubicBezTo>
                  <a:cubicBezTo>
                    <a:pt x="715" y="797"/>
                    <a:pt x="810" y="704"/>
                    <a:pt x="810" y="588"/>
                  </a:cubicBezTo>
                  <a:cubicBezTo>
                    <a:pt x="810" y="548"/>
                    <a:pt x="798" y="510"/>
                    <a:pt x="779" y="478"/>
                  </a:cubicBezTo>
                  <a:lnTo>
                    <a:pt x="817" y="450"/>
                  </a:lnTo>
                  <a:cubicBezTo>
                    <a:pt x="840" y="491"/>
                    <a:pt x="853" y="537"/>
                    <a:pt x="853" y="586"/>
                  </a:cubicBezTo>
                  <a:cubicBezTo>
                    <a:pt x="853" y="685"/>
                    <a:pt x="800" y="774"/>
                    <a:pt x="711" y="819"/>
                  </a:cubicBezTo>
                  <a:close/>
                  <a:moveTo>
                    <a:pt x="1016" y="300"/>
                  </a:moveTo>
                  <a:lnTo>
                    <a:pt x="1071" y="309"/>
                  </a:lnTo>
                  <a:lnTo>
                    <a:pt x="1198" y="216"/>
                  </a:lnTo>
                  <a:lnTo>
                    <a:pt x="1121" y="205"/>
                  </a:lnTo>
                  <a:lnTo>
                    <a:pt x="1132" y="127"/>
                  </a:lnTo>
                  <a:lnTo>
                    <a:pt x="1003" y="220"/>
                  </a:lnTo>
                  <a:lnTo>
                    <a:pt x="997" y="279"/>
                  </a:lnTo>
                  <a:lnTo>
                    <a:pt x="848" y="385"/>
                  </a:lnTo>
                  <a:cubicBezTo>
                    <a:pt x="789" y="307"/>
                    <a:pt x="694" y="258"/>
                    <a:pt x="588" y="258"/>
                  </a:cubicBezTo>
                  <a:cubicBezTo>
                    <a:pt x="408" y="258"/>
                    <a:pt x="260" y="404"/>
                    <a:pt x="260" y="586"/>
                  </a:cubicBezTo>
                  <a:cubicBezTo>
                    <a:pt x="260" y="649"/>
                    <a:pt x="279" y="711"/>
                    <a:pt x="311" y="764"/>
                  </a:cubicBezTo>
                  <a:cubicBezTo>
                    <a:pt x="341" y="808"/>
                    <a:pt x="381" y="846"/>
                    <a:pt x="427" y="872"/>
                  </a:cubicBezTo>
                  <a:lnTo>
                    <a:pt x="427" y="982"/>
                  </a:lnTo>
                  <a:cubicBezTo>
                    <a:pt x="427" y="1011"/>
                    <a:pt x="444" y="1037"/>
                    <a:pt x="468" y="1049"/>
                  </a:cubicBezTo>
                  <a:cubicBezTo>
                    <a:pt x="476" y="1092"/>
                    <a:pt x="529" y="1121"/>
                    <a:pt x="592" y="1121"/>
                  </a:cubicBezTo>
                  <a:cubicBezTo>
                    <a:pt x="658" y="1121"/>
                    <a:pt x="709" y="1092"/>
                    <a:pt x="719" y="1051"/>
                  </a:cubicBezTo>
                  <a:cubicBezTo>
                    <a:pt x="743" y="1037"/>
                    <a:pt x="760" y="1011"/>
                    <a:pt x="760" y="982"/>
                  </a:cubicBezTo>
                  <a:lnTo>
                    <a:pt x="760" y="867"/>
                  </a:lnTo>
                  <a:cubicBezTo>
                    <a:pt x="859" y="808"/>
                    <a:pt x="918" y="702"/>
                    <a:pt x="918" y="586"/>
                  </a:cubicBezTo>
                  <a:cubicBezTo>
                    <a:pt x="918" y="522"/>
                    <a:pt x="899" y="463"/>
                    <a:pt x="867" y="412"/>
                  </a:cubicBezTo>
                  <a:lnTo>
                    <a:pt x="1016" y="300"/>
                  </a:lnTo>
                  <a:close/>
                  <a:moveTo>
                    <a:pt x="724" y="474"/>
                  </a:moveTo>
                  <a:lnTo>
                    <a:pt x="694" y="495"/>
                  </a:lnTo>
                  <a:cubicBezTo>
                    <a:pt x="671" y="469"/>
                    <a:pt x="637" y="455"/>
                    <a:pt x="599" y="455"/>
                  </a:cubicBezTo>
                  <a:cubicBezTo>
                    <a:pt x="525" y="455"/>
                    <a:pt x="465" y="514"/>
                    <a:pt x="465" y="588"/>
                  </a:cubicBezTo>
                  <a:cubicBezTo>
                    <a:pt x="465" y="660"/>
                    <a:pt x="525" y="719"/>
                    <a:pt x="599" y="719"/>
                  </a:cubicBezTo>
                  <a:cubicBezTo>
                    <a:pt x="673" y="719"/>
                    <a:pt x="730" y="660"/>
                    <a:pt x="730" y="588"/>
                  </a:cubicBezTo>
                  <a:cubicBezTo>
                    <a:pt x="730" y="565"/>
                    <a:pt x="726" y="544"/>
                    <a:pt x="717" y="527"/>
                  </a:cubicBezTo>
                  <a:lnTo>
                    <a:pt x="745" y="503"/>
                  </a:lnTo>
                  <a:cubicBezTo>
                    <a:pt x="760" y="529"/>
                    <a:pt x="768" y="556"/>
                    <a:pt x="768" y="588"/>
                  </a:cubicBezTo>
                  <a:cubicBezTo>
                    <a:pt x="768" y="681"/>
                    <a:pt x="692" y="755"/>
                    <a:pt x="599" y="755"/>
                  </a:cubicBezTo>
                  <a:cubicBezTo>
                    <a:pt x="506" y="755"/>
                    <a:pt x="429" y="681"/>
                    <a:pt x="429" y="588"/>
                  </a:cubicBezTo>
                  <a:cubicBezTo>
                    <a:pt x="429" y="495"/>
                    <a:pt x="506" y="419"/>
                    <a:pt x="599" y="419"/>
                  </a:cubicBezTo>
                  <a:cubicBezTo>
                    <a:pt x="647" y="419"/>
                    <a:pt x="692" y="440"/>
                    <a:pt x="724" y="474"/>
                  </a:cubicBezTo>
                  <a:close/>
                  <a:moveTo>
                    <a:pt x="662" y="518"/>
                  </a:moveTo>
                  <a:lnTo>
                    <a:pt x="633" y="539"/>
                  </a:lnTo>
                  <a:cubicBezTo>
                    <a:pt x="622" y="533"/>
                    <a:pt x="611" y="529"/>
                    <a:pt x="599" y="529"/>
                  </a:cubicBezTo>
                  <a:cubicBezTo>
                    <a:pt x="567" y="529"/>
                    <a:pt x="539" y="556"/>
                    <a:pt x="539" y="588"/>
                  </a:cubicBezTo>
                  <a:cubicBezTo>
                    <a:pt x="539" y="620"/>
                    <a:pt x="567" y="645"/>
                    <a:pt x="599" y="645"/>
                  </a:cubicBezTo>
                  <a:cubicBezTo>
                    <a:pt x="630" y="645"/>
                    <a:pt x="658" y="620"/>
                    <a:pt x="658" y="588"/>
                  </a:cubicBezTo>
                  <a:cubicBezTo>
                    <a:pt x="658" y="582"/>
                    <a:pt x="656" y="577"/>
                    <a:pt x="654" y="573"/>
                  </a:cubicBezTo>
                  <a:lnTo>
                    <a:pt x="685" y="550"/>
                  </a:lnTo>
                  <a:cubicBezTo>
                    <a:pt x="690" y="560"/>
                    <a:pt x="692" y="575"/>
                    <a:pt x="692" y="588"/>
                  </a:cubicBezTo>
                  <a:cubicBezTo>
                    <a:pt x="692" y="639"/>
                    <a:pt x="650" y="681"/>
                    <a:pt x="599" y="681"/>
                  </a:cubicBezTo>
                  <a:cubicBezTo>
                    <a:pt x="546" y="681"/>
                    <a:pt x="504" y="639"/>
                    <a:pt x="504" y="588"/>
                  </a:cubicBezTo>
                  <a:cubicBezTo>
                    <a:pt x="504" y="535"/>
                    <a:pt x="546" y="495"/>
                    <a:pt x="599" y="495"/>
                  </a:cubicBezTo>
                  <a:cubicBezTo>
                    <a:pt x="624" y="495"/>
                    <a:pt x="645" y="503"/>
                    <a:pt x="662" y="518"/>
                  </a:cubicBezTo>
                  <a:close/>
                  <a:moveTo>
                    <a:pt x="601" y="565"/>
                  </a:moveTo>
                  <a:lnTo>
                    <a:pt x="597" y="590"/>
                  </a:lnTo>
                  <a:lnTo>
                    <a:pt x="620" y="592"/>
                  </a:lnTo>
                  <a:cubicBezTo>
                    <a:pt x="618" y="603"/>
                    <a:pt x="609" y="609"/>
                    <a:pt x="599" y="609"/>
                  </a:cubicBezTo>
                  <a:cubicBezTo>
                    <a:pt x="586" y="609"/>
                    <a:pt x="575" y="601"/>
                    <a:pt x="575" y="588"/>
                  </a:cubicBezTo>
                  <a:cubicBezTo>
                    <a:pt x="575" y="575"/>
                    <a:pt x="586" y="565"/>
                    <a:pt x="599" y="565"/>
                  </a:cubicBezTo>
                  <a:cubicBezTo>
                    <a:pt x="599" y="565"/>
                    <a:pt x="601" y="565"/>
                    <a:pt x="601" y="565"/>
                  </a:cubicBezTo>
                  <a:close/>
                  <a:moveTo>
                    <a:pt x="592" y="203"/>
                  </a:moveTo>
                  <a:cubicBezTo>
                    <a:pt x="578" y="203"/>
                    <a:pt x="565" y="190"/>
                    <a:pt x="565" y="173"/>
                  </a:cubicBezTo>
                  <a:lnTo>
                    <a:pt x="563" y="31"/>
                  </a:lnTo>
                  <a:cubicBezTo>
                    <a:pt x="563" y="15"/>
                    <a:pt x="575" y="2"/>
                    <a:pt x="592" y="2"/>
                  </a:cubicBezTo>
                  <a:cubicBezTo>
                    <a:pt x="607" y="0"/>
                    <a:pt x="620" y="15"/>
                    <a:pt x="620" y="29"/>
                  </a:cubicBezTo>
                  <a:lnTo>
                    <a:pt x="622" y="173"/>
                  </a:lnTo>
                  <a:cubicBezTo>
                    <a:pt x="622" y="188"/>
                    <a:pt x="609" y="203"/>
                    <a:pt x="592" y="203"/>
                  </a:cubicBezTo>
                  <a:cubicBezTo>
                    <a:pt x="592" y="203"/>
                    <a:pt x="592" y="203"/>
                    <a:pt x="592" y="203"/>
                  </a:cubicBezTo>
                  <a:close/>
                  <a:moveTo>
                    <a:pt x="857" y="288"/>
                  </a:moveTo>
                  <a:cubicBezTo>
                    <a:pt x="851" y="288"/>
                    <a:pt x="844" y="285"/>
                    <a:pt x="840" y="281"/>
                  </a:cubicBezTo>
                  <a:cubicBezTo>
                    <a:pt x="827" y="273"/>
                    <a:pt x="823" y="256"/>
                    <a:pt x="831" y="241"/>
                  </a:cubicBezTo>
                  <a:lnTo>
                    <a:pt x="912" y="122"/>
                  </a:lnTo>
                  <a:cubicBezTo>
                    <a:pt x="920" y="110"/>
                    <a:pt x="937" y="106"/>
                    <a:pt x="950" y="114"/>
                  </a:cubicBezTo>
                  <a:cubicBezTo>
                    <a:pt x="965" y="122"/>
                    <a:pt x="969" y="142"/>
                    <a:pt x="961" y="154"/>
                  </a:cubicBezTo>
                  <a:lnTo>
                    <a:pt x="880" y="275"/>
                  </a:lnTo>
                  <a:cubicBezTo>
                    <a:pt x="874" y="281"/>
                    <a:pt x="865" y="288"/>
                    <a:pt x="857" y="288"/>
                  </a:cubicBezTo>
                  <a:close/>
                  <a:moveTo>
                    <a:pt x="317" y="285"/>
                  </a:moveTo>
                  <a:cubicBezTo>
                    <a:pt x="307" y="285"/>
                    <a:pt x="298" y="281"/>
                    <a:pt x="292" y="273"/>
                  </a:cubicBezTo>
                  <a:lnTo>
                    <a:pt x="214" y="154"/>
                  </a:lnTo>
                  <a:cubicBezTo>
                    <a:pt x="203" y="142"/>
                    <a:pt x="207" y="122"/>
                    <a:pt x="222" y="114"/>
                  </a:cubicBezTo>
                  <a:cubicBezTo>
                    <a:pt x="235" y="106"/>
                    <a:pt x="252" y="108"/>
                    <a:pt x="262" y="122"/>
                  </a:cubicBezTo>
                  <a:lnTo>
                    <a:pt x="341" y="241"/>
                  </a:lnTo>
                  <a:cubicBezTo>
                    <a:pt x="349" y="254"/>
                    <a:pt x="345" y="273"/>
                    <a:pt x="332" y="281"/>
                  </a:cubicBezTo>
                  <a:cubicBezTo>
                    <a:pt x="328" y="285"/>
                    <a:pt x="322" y="285"/>
                    <a:pt x="317" y="285"/>
                  </a:cubicBezTo>
                  <a:close/>
                  <a:moveTo>
                    <a:pt x="173" y="537"/>
                  </a:moveTo>
                  <a:cubicBezTo>
                    <a:pt x="171" y="537"/>
                    <a:pt x="169" y="535"/>
                    <a:pt x="167" y="535"/>
                  </a:cubicBezTo>
                  <a:lnTo>
                    <a:pt x="27" y="508"/>
                  </a:lnTo>
                  <a:cubicBezTo>
                    <a:pt x="10" y="503"/>
                    <a:pt x="0" y="489"/>
                    <a:pt x="4" y="474"/>
                  </a:cubicBezTo>
                  <a:cubicBezTo>
                    <a:pt x="8" y="457"/>
                    <a:pt x="23" y="448"/>
                    <a:pt x="38" y="450"/>
                  </a:cubicBezTo>
                  <a:lnTo>
                    <a:pt x="180" y="478"/>
                  </a:lnTo>
                  <a:cubicBezTo>
                    <a:pt x="195" y="482"/>
                    <a:pt x="205" y="497"/>
                    <a:pt x="201" y="514"/>
                  </a:cubicBezTo>
                  <a:cubicBezTo>
                    <a:pt x="199" y="527"/>
                    <a:pt x="186" y="537"/>
                    <a:pt x="173" y="537"/>
                  </a:cubicBezTo>
                  <a:close/>
                  <a:moveTo>
                    <a:pt x="112" y="880"/>
                  </a:moveTo>
                  <a:cubicBezTo>
                    <a:pt x="104" y="880"/>
                    <a:pt x="93" y="876"/>
                    <a:pt x="89" y="865"/>
                  </a:cubicBezTo>
                  <a:cubicBezTo>
                    <a:pt x="80" y="853"/>
                    <a:pt x="85" y="833"/>
                    <a:pt x="97" y="825"/>
                  </a:cubicBezTo>
                  <a:lnTo>
                    <a:pt x="218" y="749"/>
                  </a:lnTo>
                  <a:cubicBezTo>
                    <a:pt x="233" y="740"/>
                    <a:pt x="250" y="745"/>
                    <a:pt x="258" y="759"/>
                  </a:cubicBezTo>
                  <a:cubicBezTo>
                    <a:pt x="266" y="772"/>
                    <a:pt x="262" y="789"/>
                    <a:pt x="250" y="797"/>
                  </a:cubicBezTo>
                  <a:lnTo>
                    <a:pt x="129" y="876"/>
                  </a:lnTo>
                  <a:cubicBezTo>
                    <a:pt x="123" y="878"/>
                    <a:pt x="118" y="880"/>
                    <a:pt x="112" y="880"/>
                  </a:cubicBezTo>
                  <a:close/>
                  <a:moveTo>
                    <a:pt x="1060" y="880"/>
                  </a:moveTo>
                  <a:cubicBezTo>
                    <a:pt x="1054" y="880"/>
                    <a:pt x="1049" y="880"/>
                    <a:pt x="1043" y="876"/>
                  </a:cubicBezTo>
                  <a:lnTo>
                    <a:pt x="922" y="800"/>
                  </a:lnTo>
                  <a:cubicBezTo>
                    <a:pt x="910" y="791"/>
                    <a:pt x="906" y="772"/>
                    <a:pt x="914" y="759"/>
                  </a:cubicBezTo>
                  <a:cubicBezTo>
                    <a:pt x="922" y="747"/>
                    <a:pt x="939" y="742"/>
                    <a:pt x="954" y="751"/>
                  </a:cubicBezTo>
                  <a:lnTo>
                    <a:pt x="1075" y="827"/>
                  </a:lnTo>
                  <a:cubicBezTo>
                    <a:pt x="1088" y="836"/>
                    <a:pt x="1092" y="853"/>
                    <a:pt x="1083" y="867"/>
                  </a:cubicBezTo>
                  <a:cubicBezTo>
                    <a:pt x="1079" y="876"/>
                    <a:pt x="1071" y="880"/>
                    <a:pt x="1060" y="880"/>
                  </a:cubicBezTo>
                  <a:close/>
                  <a:moveTo>
                    <a:pt x="999" y="537"/>
                  </a:moveTo>
                  <a:cubicBezTo>
                    <a:pt x="986" y="537"/>
                    <a:pt x="973" y="527"/>
                    <a:pt x="971" y="514"/>
                  </a:cubicBezTo>
                  <a:cubicBezTo>
                    <a:pt x="967" y="499"/>
                    <a:pt x="978" y="482"/>
                    <a:pt x="992" y="480"/>
                  </a:cubicBezTo>
                  <a:lnTo>
                    <a:pt x="1134" y="453"/>
                  </a:lnTo>
                  <a:cubicBezTo>
                    <a:pt x="1149" y="448"/>
                    <a:pt x="1166" y="459"/>
                    <a:pt x="1168" y="474"/>
                  </a:cubicBezTo>
                  <a:cubicBezTo>
                    <a:pt x="1168" y="476"/>
                    <a:pt x="1168" y="478"/>
                    <a:pt x="1168" y="480"/>
                  </a:cubicBezTo>
                  <a:lnTo>
                    <a:pt x="1168" y="480"/>
                  </a:lnTo>
                  <a:cubicBezTo>
                    <a:pt x="1168" y="493"/>
                    <a:pt x="1159" y="505"/>
                    <a:pt x="1145" y="508"/>
                  </a:cubicBezTo>
                  <a:lnTo>
                    <a:pt x="1005" y="537"/>
                  </a:lnTo>
                  <a:cubicBezTo>
                    <a:pt x="1003" y="537"/>
                    <a:pt x="1001" y="537"/>
                    <a:pt x="999" y="537"/>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94" name="组合 93"/>
          <p:cNvGrpSpPr>
            <a:grpSpLocks noChangeAspect="1"/>
          </p:cNvGrpSpPr>
          <p:nvPr/>
        </p:nvGrpSpPr>
        <p:grpSpPr>
          <a:xfrm>
            <a:off x="3590132" y="2126222"/>
            <a:ext cx="860425" cy="858838"/>
            <a:chOff x="3590132" y="2126222"/>
            <a:chExt cx="860425" cy="858838"/>
          </a:xfrm>
        </p:grpSpPr>
        <p:sp>
          <p:nvSpPr>
            <p:cNvPr id="95" name="Oval 11"/>
            <p:cNvSpPr>
              <a:spLocks noChangeAspect="1" noChangeArrowheads="1"/>
            </p:cNvSpPr>
            <p:nvPr/>
          </p:nvSpPr>
          <p:spPr bwMode="auto">
            <a:xfrm>
              <a:off x="3590132" y="2126222"/>
              <a:ext cx="860425" cy="858838"/>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96" name="Freeform 102"/>
            <p:cNvSpPr>
              <a:spLocks noChangeAspect="1" noEditPoints="1"/>
            </p:cNvSpPr>
            <p:nvPr/>
          </p:nvSpPr>
          <p:spPr bwMode="auto">
            <a:xfrm>
              <a:off x="3777673" y="2310841"/>
              <a:ext cx="485343" cy="489600"/>
            </a:xfrm>
            <a:custGeom>
              <a:avLst/>
              <a:gdLst>
                <a:gd name="T0" fmla="*/ 775 w 999"/>
                <a:gd name="T1" fmla="*/ 879 h 1007"/>
                <a:gd name="T2" fmla="*/ 567 w 999"/>
                <a:gd name="T3" fmla="*/ 517 h 1007"/>
                <a:gd name="T4" fmla="*/ 889 w 999"/>
                <a:gd name="T5" fmla="*/ 251 h 1007"/>
                <a:gd name="T6" fmla="*/ 962 w 999"/>
                <a:gd name="T7" fmla="*/ 504 h 1007"/>
                <a:gd name="T8" fmla="*/ 775 w 999"/>
                <a:gd name="T9" fmla="*/ 879 h 1007"/>
                <a:gd name="T10" fmla="*/ 857 w 999"/>
                <a:gd name="T11" fmla="*/ 153 h 1007"/>
                <a:gd name="T12" fmla="*/ 515 w 999"/>
                <a:gd name="T13" fmla="*/ 431 h 1007"/>
                <a:gd name="T14" fmla="*/ 515 w 999"/>
                <a:gd name="T15" fmla="*/ 466 h 1007"/>
                <a:gd name="T16" fmla="*/ 874 w 999"/>
                <a:gd name="T17" fmla="*/ 171 h 1007"/>
                <a:gd name="T18" fmla="*/ 857 w 999"/>
                <a:gd name="T19" fmla="*/ 153 h 1007"/>
                <a:gd name="T20" fmla="*/ 820 w 999"/>
                <a:gd name="T21" fmla="*/ 117 h 1007"/>
                <a:gd name="T22" fmla="*/ 515 w 999"/>
                <a:gd name="T23" fmla="*/ 366 h 1007"/>
                <a:gd name="T24" fmla="*/ 515 w 999"/>
                <a:gd name="T25" fmla="*/ 403 h 1007"/>
                <a:gd name="T26" fmla="*/ 842 w 999"/>
                <a:gd name="T27" fmla="*/ 137 h 1007"/>
                <a:gd name="T28" fmla="*/ 820 w 999"/>
                <a:gd name="T29" fmla="*/ 117 h 1007"/>
                <a:gd name="T30" fmla="*/ 779 w 999"/>
                <a:gd name="T31" fmla="*/ 86 h 1007"/>
                <a:gd name="T32" fmla="*/ 515 w 999"/>
                <a:gd name="T33" fmla="*/ 301 h 1007"/>
                <a:gd name="T34" fmla="*/ 515 w 999"/>
                <a:gd name="T35" fmla="*/ 338 h 1007"/>
                <a:gd name="T36" fmla="*/ 803 w 999"/>
                <a:gd name="T37" fmla="*/ 104 h 1007"/>
                <a:gd name="T38" fmla="*/ 779 w 999"/>
                <a:gd name="T39" fmla="*/ 86 h 1007"/>
                <a:gd name="T40" fmla="*/ 733 w 999"/>
                <a:gd name="T41" fmla="*/ 58 h 1007"/>
                <a:gd name="T42" fmla="*/ 515 w 999"/>
                <a:gd name="T43" fmla="*/ 236 h 1007"/>
                <a:gd name="T44" fmla="*/ 515 w 999"/>
                <a:gd name="T45" fmla="*/ 273 h 1007"/>
                <a:gd name="T46" fmla="*/ 759 w 999"/>
                <a:gd name="T47" fmla="*/ 74 h 1007"/>
                <a:gd name="T48" fmla="*/ 733 w 999"/>
                <a:gd name="T49" fmla="*/ 58 h 1007"/>
                <a:gd name="T50" fmla="*/ 682 w 999"/>
                <a:gd name="T51" fmla="*/ 35 h 1007"/>
                <a:gd name="T52" fmla="*/ 515 w 999"/>
                <a:gd name="T53" fmla="*/ 171 h 1007"/>
                <a:gd name="T54" fmla="*/ 515 w 999"/>
                <a:gd name="T55" fmla="*/ 208 h 1007"/>
                <a:gd name="T56" fmla="*/ 711 w 999"/>
                <a:gd name="T57" fmla="*/ 47 h 1007"/>
                <a:gd name="T58" fmla="*/ 682 w 999"/>
                <a:gd name="T59" fmla="*/ 35 h 1007"/>
                <a:gd name="T60" fmla="*/ 624 w 999"/>
                <a:gd name="T61" fmla="*/ 17 h 1007"/>
                <a:gd name="T62" fmla="*/ 515 w 999"/>
                <a:gd name="T63" fmla="*/ 106 h 1007"/>
                <a:gd name="T64" fmla="*/ 515 w 999"/>
                <a:gd name="T65" fmla="*/ 143 h 1007"/>
                <a:gd name="T66" fmla="*/ 658 w 999"/>
                <a:gd name="T67" fmla="*/ 27 h 1007"/>
                <a:gd name="T68" fmla="*/ 624 w 999"/>
                <a:gd name="T69" fmla="*/ 17 h 1007"/>
                <a:gd name="T70" fmla="*/ 560 w 999"/>
                <a:gd name="T71" fmla="*/ 4 h 1007"/>
                <a:gd name="T72" fmla="*/ 515 w 999"/>
                <a:gd name="T73" fmla="*/ 41 h 1007"/>
                <a:gd name="T74" fmla="*/ 515 w 999"/>
                <a:gd name="T75" fmla="*/ 77 h 1007"/>
                <a:gd name="T76" fmla="*/ 598 w 999"/>
                <a:gd name="T77" fmla="*/ 11 h 1007"/>
                <a:gd name="T78" fmla="*/ 560 w 999"/>
                <a:gd name="T79" fmla="*/ 4 h 1007"/>
                <a:gd name="T80" fmla="*/ 515 w 999"/>
                <a:gd name="T81" fmla="*/ 0 h 1007"/>
                <a:gd name="T82" fmla="*/ 515 w 999"/>
                <a:gd name="T83" fmla="*/ 13 h 1007"/>
                <a:gd name="T84" fmla="*/ 529 w 999"/>
                <a:gd name="T85" fmla="*/ 1 h 1007"/>
                <a:gd name="T86" fmla="*/ 515 w 999"/>
                <a:gd name="T87" fmla="*/ 0 h 1007"/>
                <a:gd name="T88" fmla="*/ 481 w 999"/>
                <a:gd name="T89" fmla="*/ 511 h 1007"/>
                <a:gd name="T90" fmla="*/ 480 w 999"/>
                <a:gd name="T91" fmla="*/ 508 h 1007"/>
                <a:gd name="T92" fmla="*/ 479 w 999"/>
                <a:gd name="T93" fmla="*/ 504 h 1007"/>
                <a:gd name="T94" fmla="*/ 479 w 999"/>
                <a:gd name="T95" fmla="*/ 0 h 1007"/>
                <a:gd name="T96" fmla="*/ 0 w 999"/>
                <a:gd name="T97" fmla="*/ 504 h 1007"/>
                <a:gd name="T98" fmla="*/ 500 w 999"/>
                <a:gd name="T99" fmla="*/ 1007 h 1007"/>
                <a:gd name="T100" fmla="*/ 732 w 999"/>
                <a:gd name="T101" fmla="*/ 950 h 1007"/>
                <a:gd name="T102" fmla="*/ 482 w 999"/>
                <a:gd name="T103" fmla="*/ 512 h 1007"/>
                <a:gd name="T104" fmla="*/ 481 w 999"/>
                <a:gd name="T105" fmla="*/ 511 h 1007"/>
                <a:gd name="T106" fmla="*/ 897 w 999"/>
                <a:gd name="T107" fmla="*/ 199 h 1007"/>
                <a:gd name="T108" fmla="*/ 520 w 999"/>
                <a:gd name="T109" fmla="*/ 508 h 1007"/>
                <a:gd name="T110" fmla="*/ 763 w 999"/>
                <a:gd name="T111" fmla="*/ 931 h 1007"/>
                <a:gd name="T112" fmla="*/ 999 w 999"/>
                <a:gd name="T113" fmla="*/ 504 h 1007"/>
                <a:gd name="T114" fmla="*/ 897 w 999"/>
                <a:gd name="T115" fmla="*/ 199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99" h="1007">
                  <a:moveTo>
                    <a:pt x="775" y="879"/>
                  </a:moveTo>
                  <a:lnTo>
                    <a:pt x="567" y="517"/>
                  </a:lnTo>
                  <a:lnTo>
                    <a:pt x="889" y="251"/>
                  </a:lnTo>
                  <a:cubicBezTo>
                    <a:pt x="938" y="327"/>
                    <a:pt x="962" y="413"/>
                    <a:pt x="962" y="504"/>
                  </a:cubicBezTo>
                  <a:cubicBezTo>
                    <a:pt x="962" y="654"/>
                    <a:pt x="893" y="791"/>
                    <a:pt x="775" y="879"/>
                  </a:cubicBezTo>
                  <a:close/>
                  <a:moveTo>
                    <a:pt x="857" y="153"/>
                  </a:moveTo>
                  <a:lnTo>
                    <a:pt x="515" y="431"/>
                  </a:lnTo>
                  <a:lnTo>
                    <a:pt x="515" y="466"/>
                  </a:lnTo>
                  <a:lnTo>
                    <a:pt x="874" y="171"/>
                  </a:lnTo>
                  <a:lnTo>
                    <a:pt x="857" y="153"/>
                  </a:lnTo>
                  <a:close/>
                  <a:moveTo>
                    <a:pt x="820" y="117"/>
                  </a:moveTo>
                  <a:lnTo>
                    <a:pt x="515" y="366"/>
                  </a:lnTo>
                  <a:lnTo>
                    <a:pt x="515" y="403"/>
                  </a:lnTo>
                  <a:lnTo>
                    <a:pt x="842" y="137"/>
                  </a:lnTo>
                  <a:lnTo>
                    <a:pt x="820" y="117"/>
                  </a:lnTo>
                  <a:close/>
                  <a:moveTo>
                    <a:pt x="779" y="86"/>
                  </a:moveTo>
                  <a:lnTo>
                    <a:pt x="515" y="301"/>
                  </a:lnTo>
                  <a:lnTo>
                    <a:pt x="515" y="338"/>
                  </a:lnTo>
                  <a:lnTo>
                    <a:pt x="803" y="104"/>
                  </a:lnTo>
                  <a:lnTo>
                    <a:pt x="779" y="86"/>
                  </a:lnTo>
                  <a:close/>
                  <a:moveTo>
                    <a:pt x="733" y="58"/>
                  </a:moveTo>
                  <a:lnTo>
                    <a:pt x="515" y="236"/>
                  </a:lnTo>
                  <a:lnTo>
                    <a:pt x="515" y="273"/>
                  </a:lnTo>
                  <a:lnTo>
                    <a:pt x="759" y="74"/>
                  </a:lnTo>
                  <a:cubicBezTo>
                    <a:pt x="750" y="68"/>
                    <a:pt x="742" y="63"/>
                    <a:pt x="733" y="58"/>
                  </a:cubicBezTo>
                  <a:close/>
                  <a:moveTo>
                    <a:pt x="682" y="35"/>
                  </a:moveTo>
                  <a:lnTo>
                    <a:pt x="515" y="171"/>
                  </a:lnTo>
                  <a:lnTo>
                    <a:pt x="515" y="208"/>
                  </a:lnTo>
                  <a:lnTo>
                    <a:pt x="711" y="47"/>
                  </a:lnTo>
                  <a:cubicBezTo>
                    <a:pt x="702" y="43"/>
                    <a:pt x="692" y="39"/>
                    <a:pt x="682" y="35"/>
                  </a:cubicBezTo>
                  <a:close/>
                  <a:moveTo>
                    <a:pt x="624" y="17"/>
                  </a:moveTo>
                  <a:lnTo>
                    <a:pt x="515" y="106"/>
                  </a:lnTo>
                  <a:lnTo>
                    <a:pt x="515" y="143"/>
                  </a:lnTo>
                  <a:lnTo>
                    <a:pt x="658" y="27"/>
                  </a:lnTo>
                  <a:cubicBezTo>
                    <a:pt x="647" y="22"/>
                    <a:pt x="636" y="19"/>
                    <a:pt x="624" y="17"/>
                  </a:cubicBezTo>
                  <a:close/>
                  <a:moveTo>
                    <a:pt x="560" y="4"/>
                  </a:moveTo>
                  <a:lnTo>
                    <a:pt x="515" y="41"/>
                  </a:lnTo>
                  <a:lnTo>
                    <a:pt x="515" y="77"/>
                  </a:lnTo>
                  <a:lnTo>
                    <a:pt x="598" y="11"/>
                  </a:lnTo>
                  <a:cubicBezTo>
                    <a:pt x="586" y="8"/>
                    <a:pt x="573" y="5"/>
                    <a:pt x="560" y="4"/>
                  </a:cubicBezTo>
                  <a:close/>
                  <a:moveTo>
                    <a:pt x="515" y="0"/>
                  </a:moveTo>
                  <a:lnTo>
                    <a:pt x="515" y="13"/>
                  </a:lnTo>
                  <a:lnTo>
                    <a:pt x="529" y="1"/>
                  </a:lnTo>
                  <a:lnTo>
                    <a:pt x="515" y="0"/>
                  </a:lnTo>
                  <a:close/>
                  <a:moveTo>
                    <a:pt x="481" y="511"/>
                  </a:moveTo>
                  <a:lnTo>
                    <a:pt x="480" y="508"/>
                  </a:lnTo>
                  <a:lnTo>
                    <a:pt x="479" y="504"/>
                  </a:lnTo>
                  <a:lnTo>
                    <a:pt x="479" y="0"/>
                  </a:lnTo>
                  <a:cubicBezTo>
                    <a:pt x="213" y="11"/>
                    <a:pt x="0" y="233"/>
                    <a:pt x="0" y="504"/>
                  </a:cubicBezTo>
                  <a:cubicBezTo>
                    <a:pt x="0" y="782"/>
                    <a:pt x="223" y="1007"/>
                    <a:pt x="500" y="1007"/>
                  </a:cubicBezTo>
                  <a:cubicBezTo>
                    <a:pt x="584" y="1007"/>
                    <a:pt x="663" y="987"/>
                    <a:pt x="732" y="950"/>
                  </a:cubicBezTo>
                  <a:lnTo>
                    <a:pt x="482" y="512"/>
                  </a:lnTo>
                  <a:lnTo>
                    <a:pt x="481" y="511"/>
                  </a:lnTo>
                  <a:close/>
                  <a:moveTo>
                    <a:pt x="897" y="199"/>
                  </a:moveTo>
                  <a:lnTo>
                    <a:pt x="520" y="508"/>
                  </a:lnTo>
                  <a:lnTo>
                    <a:pt x="763" y="931"/>
                  </a:lnTo>
                  <a:cubicBezTo>
                    <a:pt x="904" y="842"/>
                    <a:pt x="999" y="685"/>
                    <a:pt x="999" y="504"/>
                  </a:cubicBezTo>
                  <a:cubicBezTo>
                    <a:pt x="999" y="389"/>
                    <a:pt x="961" y="283"/>
                    <a:pt x="897" y="199"/>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sp>
        <p:nvSpPr>
          <p:cNvPr id="97" name="文本框 96"/>
          <p:cNvSpPr txBox="1">
            <a:spLocks/>
          </p:cNvSpPr>
          <p:nvPr/>
        </p:nvSpPr>
        <p:spPr>
          <a:xfrm>
            <a:off x="1427312" y="5352341"/>
            <a:ext cx="947439" cy="430887"/>
          </a:xfrm>
          <a:prstGeom prst="rect">
            <a:avLst/>
          </a:prstGeom>
          <a:noFill/>
        </p:spPr>
        <p:txBody>
          <a:bodyPr wrap="none" rtlCol="0">
            <a:spAutoFit/>
          </a:bodyPr>
          <a:lstStyle/>
          <a:p>
            <a:r>
              <a:rPr lang="en-US" altLang="zh-CN" sz="2200" dirty="0">
                <a:solidFill>
                  <a:srgbClr val="17406D"/>
                </a:solidFill>
                <a:latin typeface="Giorgio Sans Medium" panose="020B0603030202040204" pitchFamily="34" charset="0"/>
              </a:rPr>
              <a:t>PROJECT 1</a:t>
            </a:r>
            <a:endParaRPr lang="zh-CN" altLang="en-US" sz="2200" dirty="0">
              <a:solidFill>
                <a:srgbClr val="17406D"/>
              </a:solidFill>
              <a:latin typeface="Giorgio Sans Medium" panose="020B0603030202040204" pitchFamily="34" charset="0"/>
            </a:endParaRPr>
          </a:p>
        </p:txBody>
      </p:sp>
      <p:sp>
        <p:nvSpPr>
          <p:cNvPr id="98" name="文本框 97"/>
          <p:cNvSpPr txBox="1">
            <a:spLocks/>
          </p:cNvSpPr>
          <p:nvPr/>
        </p:nvSpPr>
        <p:spPr>
          <a:xfrm>
            <a:off x="3532198" y="1666524"/>
            <a:ext cx="976293" cy="430887"/>
          </a:xfrm>
          <a:prstGeom prst="rect">
            <a:avLst/>
          </a:prstGeom>
          <a:noFill/>
        </p:spPr>
        <p:txBody>
          <a:bodyPr wrap="none" rtlCol="0">
            <a:spAutoFit/>
          </a:bodyPr>
          <a:lstStyle/>
          <a:p>
            <a:r>
              <a:rPr lang="en-US" altLang="zh-CN" sz="2200" dirty="0">
                <a:solidFill>
                  <a:srgbClr val="C00000"/>
                </a:solidFill>
                <a:latin typeface="Giorgio Sans Medium" panose="020B0603030202040204" pitchFamily="34" charset="0"/>
              </a:rPr>
              <a:t>PROJECT 2</a:t>
            </a:r>
            <a:endParaRPr lang="zh-CN" altLang="en-US" sz="2200" dirty="0">
              <a:solidFill>
                <a:srgbClr val="C00000"/>
              </a:solidFill>
              <a:latin typeface="Giorgio Sans Medium" panose="020B0603030202040204" pitchFamily="34" charset="0"/>
            </a:endParaRPr>
          </a:p>
        </p:txBody>
      </p:sp>
      <p:sp>
        <p:nvSpPr>
          <p:cNvPr id="99" name="文本框 98"/>
          <p:cNvSpPr txBox="1">
            <a:spLocks/>
          </p:cNvSpPr>
          <p:nvPr/>
        </p:nvSpPr>
        <p:spPr>
          <a:xfrm>
            <a:off x="7767601" y="1666524"/>
            <a:ext cx="985911" cy="430887"/>
          </a:xfrm>
          <a:prstGeom prst="rect">
            <a:avLst/>
          </a:prstGeom>
          <a:noFill/>
        </p:spPr>
        <p:txBody>
          <a:bodyPr wrap="none" rtlCol="0">
            <a:spAutoFit/>
          </a:bodyPr>
          <a:lstStyle/>
          <a:p>
            <a:r>
              <a:rPr lang="en-US" altLang="zh-CN" sz="2200" dirty="0">
                <a:solidFill>
                  <a:srgbClr val="C00000"/>
                </a:solidFill>
                <a:latin typeface="Giorgio Sans Medium" panose="020B0603030202040204" pitchFamily="34" charset="0"/>
              </a:rPr>
              <a:t>PROJECT 4</a:t>
            </a:r>
            <a:endParaRPr lang="zh-CN" altLang="en-US" sz="2200" dirty="0">
              <a:solidFill>
                <a:srgbClr val="C00000"/>
              </a:solidFill>
              <a:latin typeface="Giorgio Sans Medium" panose="020B0603030202040204" pitchFamily="34" charset="0"/>
            </a:endParaRPr>
          </a:p>
        </p:txBody>
      </p:sp>
      <p:sp>
        <p:nvSpPr>
          <p:cNvPr id="100" name="文本框 99"/>
          <p:cNvSpPr txBox="1">
            <a:spLocks/>
          </p:cNvSpPr>
          <p:nvPr/>
        </p:nvSpPr>
        <p:spPr>
          <a:xfrm>
            <a:off x="5650693" y="5352341"/>
            <a:ext cx="981102" cy="430887"/>
          </a:xfrm>
          <a:prstGeom prst="rect">
            <a:avLst/>
          </a:prstGeom>
          <a:noFill/>
        </p:spPr>
        <p:txBody>
          <a:bodyPr wrap="none" rtlCol="0">
            <a:spAutoFit/>
          </a:bodyPr>
          <a:lstStyle/>
          <a:p>
            <a:r>
              <a:rPr lang="en-US" altLang="zh-CN" sz="2200" dirty="0">
                <a:solidFill>
                  <a:srgbClr val="17406D"/>
                </a:solidFill>
                <a:latin typeface="Giorgio Sans Medium" panose="020B0603030202040204" pitchFamily="34" charset="0"/>
              </a:rPr>
              <a:t>PROJECT 3</a:t>
            </a:r>
            <a:endParaRPr lang="zh-CN" altLang="en-US" sz="2200" dirty="0">
              <a:solidFill>
                <a:srgbClr val="17406D"/>
              </a:solidFill>
              <a:latin typeface="Giorgio Sans Medium" panose="020B0603030202040204" pitchFamily="34" charset="0"/>
            </a:endParaRPr>
          </a:p>
        </p:txBody>
      </p:sp>
      <p:sp>
        <p:nvSpPr>
          <p:cNvPr id="101" name="文本框 100"/>
          <p:cNvSpPr txBox="1">
            <a:spLocks/>
          </p:cNvSpPr>
          <p:nvPr/>
        </p:nvSpPr>
        <p:spPr>
          <a:xfrm>
            <a:off x="9888517" y="5352341"/>
            <a:ext cx="982705" cy="430887"/>
          </a:xfrm>
          <a:prstGeom prst="rect">
            <a:avLst/>
          </a:prstGeom>
          <a:noFill/>
        </p:spPr>
        <p:txBody>
          <a:bodyPr wrap="none" rtlCol="0">
            <a:spAutoFit/>
          </a:bodyPr>
          <a:lstStyle/>
          <a:p>
            <a:r>
              <a:rPr lang="en-US" altLang="zh-CN" sz="2200" dirty="0">
                <a:solidFill>
                  <a:srgbClr val="17406D"/>
                </a:solidFill>
                <a:latin typeface="Giorgio Sans Medium" panose="020B0603030202040204" pitchFamily="34" charset="0"/>
              </a:rPr>
              <a:t>PROJECT 5</a:t>
            </a:r>
            <a:endParaRPr lang="zh-CN" altLang="en-US" sz="2200" dirty="0">
              <a:solidFill>
                <a:srgbClr val="17406D"/>
              </a:solidFill>
              <a:latin typeface="Giorgio Sans Medium" panose="020B0603030202040204" pitchFamily="34" charset="0"/>
            </a:endParaRPr>
          </a:p>
        </p:txBody>
      </p:sp>
      <p:sp>
        <p:nvSpPr>
          <p:cNvPr id="102" name="文本框 101"/>
          <p:cNvSpPr txBox="1">
            <a:spLocks/>
          </p:cNvSpPr>
          <p:nvPr/>
        </p:nvSpPr>
        <p:spPr>
          <a:xfrm>
            <a:off x="1251655" y="2969268"/>
            <a:ext cx="1986441" cy="646331"/>
          </a:xfrm>
          <a:prstGeom prst="rect">
            <a:avLst/>
          </a:prstGeom>
          <a:noFill/>
        </p:spPr>
        <p:txBody>
          <a:bodyPr wrap="none" rtlCol="0">
            <a:spAutoFit/>
          </a:bodyPr>
          <a:lstStyle/>
          <a:p>
            <a:r>
              <a:rPr lang="en-US" altLang="zh-CN" sz="3600" b="1" dirty="0">
                <a:solidFill>
                  <a:srgbClr val="17406D"/>
                </a:solidFill>
                <a:latin typeface="Giorgio Sans Medium" panose="020B0603030202040204" pitchFamily="34" charset="0"/>
              </a:rPr>
              <a:t>202X-03</a:t>
            </a:r>
            <a:endParaRPr lang="zh-CN" altLang="en-US" sz="3600" b="1" dirty="0">
              <a:solidFill>
                <a:srgbClr val="17406D"/>
              </a:solidFill>
              <a:latin typeface="Giorgio Sans Medium" panose="020B0603030202040204" pitchFamily="34" charset="0"/>
            </a:endParaRPr>
          </a:p>
        </p:txBody>
      </p:sp>
      <p:sp>
        <p:nvSpPr>
          <p:cNvPr id="103" name="文本框 102"/>
          <p:cNvSpPr txBox="1">
            <a:spLocks/>
          </p:cNvSpPr>
          <p:nvPr/>
        </p:nvSpPr>
        <p:spPr>
          <a:xfrm>
            <a:off x="3367762" y="3732960"/>
            <a:ext cx="1986441" cy="646331"/>
          </a:xfrm>
          <a:prstGeom prst="rect">
            <a:avLst/>
          </a:prstGeom>
          <a:noFill/>
        </p:spPr>
        <p:txBody>
          <a:bodyPr wrap="none" rtlCol="0">
            <a:spAutoFit/>
          </a:bodyPr>
          <a:lstStyle/>
          <a:p>
            <a:r>
              <a:rPr lang="en-US" altLang="zh-CN" sz="3600" b="1" dirty="0">
                <a:solidFill>
                  <a:srgbClr val="C00000"/>
                </a:solidFill>
                <a:latin typeface="Giorgio Sans Medium" panose="020B0603030202040204" pitchFamily="34" charset="0"/>
              </a:rPr>
              <a:t>202X-06</a:t>
            </a:r>
            <a:endParaRPr lang="zh-CN" altLang="en-US" sz="3600" b="1" dirty="0">
              <a:solidFill>
                <a:srgbClr val="C00000"/>
              </a:solidFill>
              <a:latin typeface="Giorgio Sans Medium" panose="020B0603030202040204" pitchFamily="34" charset="0"/>
            </a:endParaRPr>
          </a:p>
        </p:txBody>
      </p:sp>
      <p:sp>
        <p:nvSpPr>
          <p:cNvPr id="104" name="文本框 103"/>
          <p:cNvSpPr txBox="1">
            <a:spLocks/>
          </p:cNvSpPr>
          <p:nvPr/>
        </p:nvSpPr>
        <p:spPr>
          <a:xfrm>
            <a:off x="7645003" y="3732960"/>
            <a:ext cx="1986441" cy="646331"/>
          </a:xfrm>
          <a:prstGeom prst="rect">
            <a:avLst/>
          </a:prstGeom>
          <a:noFill/>
        </p:spPr>
        <p:txBody>
          <a:bodyPr wrap="none" rtlCol="0">
            <a:spAutoFit/>
          </a:bodyPr>
          <a:lstStyle/>
          <a:p>
            <a:r>
              <a:rPr lang="en-US" altLang="zh-CN" sz="3600" b="1" dirty="0">
                <a:solidFill>
                  <a:srgbClr val="C00000"/>
                </a:solidFill>
                <a:latin typeface="Giorgio Sans Medium" panose="020B0603030202040204" pitchFamily="34" charset="0"/>
              </a:rPr>
              <a:t>202X-10</a:t>
            </a:r>
            <a:endParaRPr lang="zh-CN" altLang="en-US" sz="3600" b="1" dirty="0">
              <a:solidFill>
                <a:srgbClr val="C00000"/>
              </a:solidFill>
              <a:latin typeface="Giorgio Sans Medium" panose="020B0603030202040204" pitchFamily="34" charset="0"/>
            </a:endParaRPr>
          </a:p>
        </p:txBody>
      </p:sp>
      <p:sp>
        <p:nvSpPr>
          <p:cNvPr id="105" name="文本框 104"/>
          <p:cNvSpPr txBox="1">
            <a:spLocks/>
          </p:cNvSpPr>
          <p:nvPr/>
        </p:nvSpPr>
        <p:spPr>
          <a:xfrm>
            <a:off x="5487860" y="2969268"/>
            <a:ext cx="1986441" cy="646331"/>
          </a:xfrm>
          <a:prstGeom prst="rect">
            <a:avLst/>
          </a:prstGeom>
          <a:noFill/>
        </p:spPr>
        <p:txBody>
          <a:bodyPr wrap="none" rtlCol="0">
            <a:spAutoFit/>
          </a:bodyPr>
          <a:lstStyle/>
          <a:p>
            <a:r>
              <a:rPr lang="en-US" altLang="zh-CN" sz="3600" b="1" dirty="0">
                <a:solidFill>
                  <a:srgbClr val="17406D"/>
                </a:solidFill>
                <a:latin typeface="Giorgio Sans Medium" panose="020B0603030202040204" pitchFamily="34" charset="0"/>
              </a:rPr>
              <a:t>202X-08</a:t>
            </a:r>
            <a:endParaRPr lang="zh-CN" altLang="en-US" sz="3600" b="1" dirty="0">
              <a:solidFill>
                <a:srgbClr val="17406D"/>
              </a:solidFill>
              <a:latin typeface="Giorgio Sans Medium" panose="020B0603030202040204" pitchFamily="34" charset="0"/>
            </a:endParaRPr>
          </a:p>
        </p:txBody>
      </p:sp>
      <p:sp>
        <p:nvSpPr>
          <p:cNvPr id="106" name="文本框 105"/>
          <p:cNvSpPr txBox="1">
            <a:spLocks/>
          </p:cNvSpPr>
          <p:nvPr/>
        </p:nvSpPr>
        <p:spPr>
          <a:xfrm>
            <a:off x="9772331" y="2969268"/>
            <a:ext cx="1986441" cy="646331"/>
          </a:xfrm>
          <a:prstGeom prst="rect">
            <a:avLst/>
          </a:prstGeom>
          <a:noFill/>
        </p:spPr>
        <p:txBody>
          <a:bodyPr wrap="none" rtlCol="0">
            <a:spAutoFit/>
          </a:bodyPr>
          <a:lstStyle/>
          <a:p>
            <a:r>
              <a:rPr lang="en-US" altLang="zh-CN" sz="3600" b="1" dirty="0">
                <a:solidFill>
                  <a:srgbClr val="17406D"/>
                </a:solidFill>
                <a:latin typeface="Giorgio Sans Medium" panose="020B0603030202040204" pitchFamily="34" charset="0"/>
              </a:rPr>
              <a:t>202X-12</a:t>
            </a:r>
            <a:endParaRPr lang="zh-CN" altLang="en-US" sz="3600" b="1" dirty="0">
              <a:solidFill>
                <a:srgbClr val="17406D"/>
              </a:solidFill>
              <a:latin typeface="Giorgio Sans Medium" panose="020B0603030202040204" pitchFamily="34" charset="0"/>
            </a:endParaRPr>
          </a:p>
        </p:txBody>
      </p:sp>
      <p:sp>
        <p:nvSpPr>
          <p:cNvPr id="107" name="文本框 106"/>
          <p:cNvSpPr txBox="1">
            <a:spLocks/>
          </p:cNvSpPr>
          <p:nvPr/>
        </p:nvSpPr>
        <p:spPr>
          <a:xfrm flipH="1">
            <a:off x="1016307" y="1918352"/>
            <a:ext cx="1769448" cy="1169551"/>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108" name="文本框 107"/>
          <p:cNvSpPr txBox="1">
            <a:spLocks/>
          </p:cNvSpPr>
          <p:nvPr/>
        </p:nvSpPr>
        <p:spPr>
          <a:xfrm flipH="1">
            <a:off x="5256520" y="1918352"/>
            <a:ext cx="1769448" cy="1169551"/>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109" name="文本框 108"/>
          <p:cNvSpPr txBox="1">
            <a:spLocks/>
          </p:cNvSpPr>
          <p:nvPr/>
        </p:nvSpPr>
        <p:spPr>
          <a:xfrm flipH="1">
            <a:off x="9495145" y="1918352"/>
            <a:ext cx="1769448" cy="1169551"/>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110" name="文本框 109"/>
          <p:cNvSpPr txBox="1">
            <a:spLocks/>
          </p:cNvSpPr>
          <p:nvPr/>
        </p:nvSpPr>
        <p:spPr>
          <a:xfrm flipH="1">
            <a:off x="3135620" y="4398233"/>
            <a:ext cx="1769448" cy="1169551"/>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111" name="文本框 110"/>
          <p:cNvSpPr txBox="1">
            <a:spLocks/>
          </p:cNvSpPr>
          <p:nvPr/>
        </p:nvSpPr>
        <p:spPr>
          <a:xfrm flipH="1">
            <a:off x="7375832" y="4398233"/>
            <a:ext cx="1769448" cy="1169551"/>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992590038"/>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p:cTn id="7" dur="500" fill="hold"/>
                                        <p:tgtEl>
                                          <p:spTgt spid="57"/>
                                        </p:tgtEl>
                                        <p:attrNameLst>
                                          <p:attrName>ppt_w</p:attrName>
                                        </p:attrNameLst>
                                      </p:cBhvr>
                                      <p:tavLst>
                                        <p:tav tm="0">
                                          <p:val>
                                            <p:fltVal val="0"/>
                                          </p:val>
                                        </p:tav>
                                        <p:tav tm="100000">
                                          <p:val>
                                            <p:strVal val="#ppt_w"/>
                                          </p:val>
                                        </p:tav>
                                      </p:tavLst>
                                    </p:anim>
                                    <p:anim calcmode="lin" valueType="num">
                                      <p:cBhvr>
                                        <p:cTn id="8" dur="500" fill="hold"/>
                                        <p:tgtEl>
                                          <p:spTgt spid="57"/>
                                        </p:tgtEl>
                                        <p:attrNameLst>
                                          <p:attrName>ppt_h</p:attrName>
                                        </p:attrNameLst>
                                      </p:cBhvr>
                                      <p:tavLst>
                                        <p:tav tm="0">
                                          <p:val>
                                            <p:fltVal val="0"/>
                                          </p:val>
                                        </p:tav>
                                        <p:tav tm="100000">
                                          <p:val>
                                            <p:strVal val="#ppt_h"/>
                                          </p:val>
                                        </p:tav>
                                      </p:tavLst>
                                    </p:anim>
                                    <p:animEffect transition="in" filter="fade">
                                      <p:cBhvr>
                                        <p:cTn id="9" dur="500"/>
                                        <p:tgtEl>
                                          <p:spTgt spid="57"/>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57"/>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60"/>
                                        </p:tgtEl>
                                        <p:attrNameLst>
                                          <p:attrName>style.visibility</p:attrName>
                                        </p:attrNameLst>
                                      </p:cBhvr>
                                      <p:to>
                                        <p:strVal val="visible"/>
                                      </p:to>
                                    </p:set>
                                    <p:anim calcmode="lin" valueType="num">
                                      <p:cBhvr>
                                        <p:cTn id="14" dur="500" fill="hold"/>
                                        <p:tgtEl>
                                          <p:spTgt spid="60"/>
                                        </p:tgtEl>
                                        <p:attrNameLst>
                                          <p:attrName>ppt_w</p:attrName>
                                        </p:attrNameLst>
                                      </p:cBhvr>
                                      <p:tavLst>
                                        <p:tav tm="0">
                                          <p:val>
                                            <p:fltVal val="0"/>
                                          </p:val>
                                        </p:tav>
                                        <p:tav tm="100000">
                                          <p:val>
                                            <p:strVal val="#ppt_w"/>
                                          </p:val>
                                        </p:tav>
                                      </p:tavLst>
                                    </p:anim>
                                    <p:anim calcmode="lin" valueType="num">
                                      <p:cBhvr>
                                        <p:cTn id="15" dur="500" fill="hold"/>
                                        <p:tgtEl>
                                          <p:spTgt spid="60"/>
                                        </p:tgtEl>
                                        <p:attrNameLst>
                                          <p:attrName>ppt_h</p:attrName>
                                        </p:attrNameLst>
                                      </p:cBhvr>
                                      <p:tavLst>
                                        <p:tav tm="0">
                                          <p:val>
                                            <p:fltVal val="0"/>
                                          </p:val>
                                        </p:tav>
                                        <p:tav tm="100000">
                                          <p:val>
                                            <p:strVal val="#ppt_h"/>
                                          </p:val>
                                        </p:tav>
                                      </p:tavLst>
                                    </p:anim>
                                    <p:animEffect transition="in" filter="fade">
                                      <p:cBhvr>
                                        <p:cTn id="16" dur="500"/>
                                        <p:tgtEl>
                                          <p:spTgt spid="60"/>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60"/>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61"/>
                                        </p:tgtEl>
                                        <p:attrNameLst>
                                          <p:attrName>style.visibility</p:attrName>
                                        </p:attrNameLst>
                                      </p:cBhvr>
                                      <p:to>
                                        <p:strVal val="visible"/>
                                      </p:to>
                                    </p:set>
                                    <p:anim calcmode="lin" valueType="num">
                                      <p:cBhvr>
                                        <p:cTn id="21" dur="500" fill="hold"/>
                                        <p:tgtEl>
                                          <p:spTgt spid="61"/>
                                        </p:tgtEl>
                                        <p:attrNameLst>
                                          <p:attrName>ppt_w</p:attrName>
                                        </p:attrNameLst>
                                      </p:cBhvr>
                                      <p:tavLst>
                                        <p:tav tm="0">
                                          <p:val>
                                            <p:fltVal val="0"/>
                                          </p:val>
                                        </p:tav>
                                        <p:tav tm="100000">
                                          <p:val>
                                            <p:strVal val="#ppt_w"/>
                                          </p:val>
                                        </p:tav>
                                      </p:tavLst>
                                    </p:anim>
                                    <p:anim calcmode="lin" valueType="num">
                                      <p:cBhvr>
                                        <p:cTn id="22" dur="500" fill="hold"/>
                                        <p:tgtEl>
                                          <p:spTgt spid="61"/>
                                        </p:tgtEl>
                                        <p:attrNameLst>
                                          <p:attrName>ppt_h</p:attrName>
                                        </p:attrNameLst>
                                      </p:cBhvr>
                                      <p:tavLst>
                                        <p:tav tm="0">
                                          <p:val>
                                            <p:fltVal val="0"/>
                                          </p:val>
                                        </p:tav>
                                        <p:tav tm="100000">
                                          <p:val>
                                            <p:strVal val="#ppt_h"/>
                                          </p:val>
                                        </p:tav>
                                      </p:tavLst>
                                    </p:anim>
                                    <p:animEffect transition="in" filter="fade">
                                      <p:cBhvr>
                                        <p:cTn id="23" dur="500"/>
                                        <p:tgtEl>
                                          <p:spTgt spid="61"/>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61"/>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nodeType="afterEffect">
                                  <p:stCondLst>
                                    <p:cond delay="0"/>
                                  </p:stCondLst>
                                  <p:childTnLst>
                                    <p:set>
                                      <p:cBhvr>
                                        <p:cTn id="28" dur="1" fill="hold">
                                          <p:stCondLst>
                                            <p:cond delay="0"/>
                                          </p:stCondLst>
                                        </p:cTn>
                                        <p:tgtEl>
                                          <p:spTgt spid="79"/>
                                        </p:tgtEl>
                                        <p:attrNameLst>
                                          <p:attrName>style.visibility</p:attrName>
                                        </p:attrNameLst>
                                      </p:cBhvr>
                                      <p:to>
                                        <p:strVal val="visible"/>
                                      </p:to>
                                    </p:set>
                                    <p:anim calcmode="lin" valueType="num">
                                      <p:cBhvr>
                                        <p:cTn id="29" dur="500" fill="hold"/>
                                        <p:tgtEl>
                                          <p:spTgt spid="79"/>
                                        </p:tgtEl>
                                        <p:attrNameLst>
                                          <p:attrName>ppt_w</p:attrName>
                                        </p:attrNameLst>
                                      </p:cBhvr>
                                      <p:tavLst>
                                        <p:tav tm="0">
                                          <p:val>
                                            <p:fltVal val="0"/>
                                          </p:val>
                                        </p:tav>
                                        <p:tav tm="100000">
                                          <p:val>
                                            <p:strVal val="#ppt_w"/>
                                          </p:val>
                                        </p:tav>
                                      </p:tavLst>
                                    </p:anim>
                                    <p:anim calcmode="lin" valueType="num">
                                      <p:cBhvr>
                                        <p:cTn id="30" dur="500" fill="hold"/>
                                        <p:tgtEl>
                                          <p:spTgt spid="79"/>
                                        </p:tgtEl>
                                        <p:attrNameLst>
                                          <p:attrName>ppt_h</p:attrName>
                                        </p:attrNameLst>
                                      </p:cBhvr>
                                      <p:tavLst>
                                        <p:tav tm="0">
                                          <p:val>
                                            <p:fltVal val="0"/>
                                          </p:val>
                                        </p:tav>
                                        <p:tav tm="100000">
                                          <p:val>
                                            <p:strVal val="#ppt_h"/>
                                          </p:val>
                                        </p:tav>
                                      </p:tavLst>
                                    </p:anim>
                                    <p:animEffect transition="in" filter="fade">
                                      <p:cBhvr>
                                        <p:cTn id="31" dur="500"/>
                                        <p:tgtEl>
                                          <p:spTgt spid="79"/>
                                        </p:tgtEl>
                                      </p:cBhvr>
                                    </p:animEffect>
                                  </p:childTnLst>
                                </p:cTn>
                              </p:par>
                              <p:par>
                                <p:cTn id="32" presetID="35" presetClass="path" presetSubtype="0" accel="50000" decel="50000" fill="hold" nodeType="withEffect">
                                  <p:stCondLst>
                                    <p:cond delay="0"/>
                                  </p:stCondLst>
                                  <p:childTnLst>
                                    <p:animMotion origin="layout" path="M -2.08333E-6 4.07407E-6 L -0.08841 4.07407E-6 " pathEditMode="relative" rAng="0" ptsTypes="AA">
                                      <p:cBhvr>
                                        <p:cTn id="33" dur="1000" spd="-100000" fill="hold"/>
                                        <p:tgtEl>
                                          <p:spTgt spid="79"/>
                                        </p:tgtEl>
                                        <p:attrNameLst>
                                          <p:attrName>ppt_x</p:attrName>
                                          <p:attrName>ppt_y</p:attrName>
                                        </p:attrNameLst>
                                      </p:cBhvr>
                                      <p:rCtr x="-4427" y="0"/>
                                    </p:animMotion>
                                  </p:childTnLst>
                                </p:cTn>
                              </p:par>
                              <p:par>
                                <p:cTn id="34" presetID="53" presetClass="entr" presetSubtype="16" fill="hold" nodeType="withEffect">
                                  <p:stCondLst>
                                    <p:cond delay="250"/>
                                  </p:stCondLst>
                                  <p:childTnLst>
                                    <p:set>
                                      <p:cBhvr>
                                        <p:cTn id="35" dur="1" fill="hold">
                                          <p:stCondLst>
                                            <p:cond delay="0"/>
                                          </p:stCondLst>
                                        </p:cTn>
                                        <p:tgtEl>
                                          <p:spTgt spid="76"/>
                                        </p:tgtEl>
                                        <p:attrNameLst>
                                          <p:attrName>style.visibility</p:attrName>
                                        </p:attrNameLst>
                                      </p:cBhvr>
                                      <p:to>
                                        <p:strVal val="visible"/>
                                      </p:to>
                                    </p:set>
                                    <p:anim calcmode="lin" valueType="num">
                                      <p:cBhvr>
                                        <p:cTn id="36" dur="500" fill="hold"/>
                                        <p:tgtEl>
                                          <p:spTgt spid="76"/>
                                        </p:tgtEl>
                                        <p:attrNameLst>
                                          <p:attrName>ppt_w</p:attrName>
                                        </p:attrNameLst>
                                      </p:cBhvr>
                                      <p:tavLst>
                                        <p:tav tm="0">
                                          <p:val>
                                            <p:fltVal val="0"/>
                                          </p:val>
                                        </p:tav>
                                        <p:tav tm="100000">
                                          <p:val>
                                            <p:strVal val="#ppt_w"/>
                                          </p:val>
                                        </p:tav>
                                      </p:tavLst>
                                    </p:anim>
                                    <p:anim calcmode="lin" valueType="num">
                                      <p:cBhvr>
                                        <p:cTn id="37" dur="500" fill="hold"/>
                                        <p:tgtEl>
                                          <p:spTgt spid="76"/>
                                        </p:tgtEl>
                                        <p:attrNameLst>
                                          <p:attrName>ppt_h</p:attrName>
                                        </p:attrNameLst>
                                      </p:cBhvr>
                                      <p:tavLst>
                                        <p:tav tm="0">
                                          <p:val>
                                            <p:fltVal val="0"/>
                                          </p:val>
                                        </p:tav>
                                        <p:tav tm="100000">
                                          <p:val>
                                            <p:strVal val="#ppt_h"/>
                                          </p:val>
                                        </p:tav>
                                      </p:tavLst>
                                    </p:anim>
                                    <p:animEffect transition="in" filter="fade">
                                      <p:cBhvr>
                                        <p:cTn id="38" dur="500"/>
                                        <p:tgtEl>
                                          <p:spTgt spid="76"/>
                                        </p:tgtEl>
                                      </p:cBhvr>
                                    </p:animEffect>
                                  </p:childTnLst>
                                </p:cTn>
                              </p:par>
                              <p:par>
                                <p:cTn id="39" presetID="35" presetClass="path" presetSubtype="0" accel="50000" decel="50000" fill="hold" nodeType="withEffect">
                                  <p:stCondLst>
                                    <p:cond delay="250"/>
                                  </p:stCondLst>
                                  <p:childTnLst>
                                    <p:animMotion origin="layout" path="M -2.08333E-6 4.07407E-6 L -0.08841 4.07407E-6 " pathEditMode="relative" rAng="0" ptsTypes="AA">
                                      <p:cBhvr>
                                        <p:cTn id="40" dur="1000" spd="-100000" fill="hold"/>
                                        <p:tgtEl>
                                          <p:spTgt spid="76"/>
                                        </p:tgtEl>
                                        <p:attrNameLst>
                                          <p:attrName>ppt_x</p:attrName>
                                          <p:attrName>ppt_y</p:attrName>
                                        </p:attrNameLst>
                                      </p:cBhvr>
                                      <p:rCtr x="-4427" y="0"/>
                                    </p:animMotion>
                                  </p:childTnLst>
                                </p:cTn>
                              </p:par>
                              <p:par>
                                <p:cTn id="41" presetID="53" presetClass="entr" presetSubtype="16" fill="hold" nodeType="withEffect">
                                  <p:stCondLst>
                                    <p:cond delay="500"/>
                                  </p:stCondLst>
                                  <p:childTnLst>
                                    <p:set>
                                      <p:cBhvr>
                                        <p:cTn id="42" dur="1" fill="hold">
                                          <p:stCondLst>
                                            <p:cond delay="0"/>
                                          </p:stCondLst>
                                        </p:cTn>
                                        <p:tgtEl>
                                          <p:spTgt spid="73"/>
                                        </p:tgtEl>
                                        <p:attrNameLst>
                                          <p:attrName>style.visibility</p:attrName>
                                        </p:attrNameLst>
                                      </p:cBhvr>
                                      <p:to>
                                        <p:strVal val="visible"/>
                                      </p:to>
                                    </p:set>
                                    <p:anim calcmode="lin" valueType="num">
                                      <p:cBhvr>
                                        <p:cTn id="43" dur="500" fill="hold"/>
                                        <p:tgtEl>
                                          <p:spTgt spid="73"/>
                                        </p:tgtEl>
                                        <p:attrNameLst>
                                          <p:attrName>ppt_w</p:attrName>
                                        </p:attrNameLst>
                                      </p:cBhvr>
                                      <p:tavLst>
                                        <p:tav tm="0">
                                          <p:val>
                                            <p:fltVal val="0"/>
                                          </p:val>
                                        </p:tav>
                                        <p:tav tm="100000">
                                          <p:val>
                                            <p:strVal val="#ppt_w"/>
                                          </p:val>
                                        </p:tav>
                                      </p:tavLst>
                                    </p:anim>
                                    <p:anim calcmode="lin" valueType="num">
                                      <p:cBhvr>
                                        <p:cTn id="44" dur="500" fill="hold"/>
                                        <p:tgtEl>
                                          <p:spTgt spid="73"/>
                                        </p:tgtEl>
                                        <p:attrNameLst>
                                          <p:attrName>ppt_h</p:attrName>
                                        </p:attrNameLst>
                                      </p:cBhvr>
                                      <p:tavLst>
                                        <p:tav tm="0">
                                          <p:val>
                                            <p:fltVal val="0"/>
                                          </p:val>
                                        </p:tav>
                                        <p:tav tm="100000">
                                          <p:val>
                                            <p:strVal val="#ppt_h"/>
                                          </p:val>
                                        </p:tav>
                                      </p:tavLst>
                                    </p:anim>
                                    <p:animEffect transition="in" filter="fade">
                                      <p:cBhvr>
                                        <p:cTn id="45" dur="500"/>
                                        <p:tgtEl>
                                          <p:spTgt spid="73"/>
                                        </p:tgtEl>
                                      </p:cBhvr>
                                    </p:animEffect>
                                  </p:childTnLst>
                                </p:cTn>
                              </p:par>
                              <p:par>
                                <p:cTn id="46" presetID="35" presetClass="path" presetSubtype="0" accel="50000" decel="50000" fill="hold" nodeType="withEffect">
                                  <p:stCondLst>
                                    <p:cond delay="500"/>
                                  </p:stCondLst>
                                  <p:childTnLst>
                                    <p:animMotion origin="layout" path="M -2.08333E-6 4.07407E-6 L -0.08841 4.07407E-6 " pathEditMode="relative" rAng="0" ptsTypes="AA">
                                      <p:cBhvr>
                                        <p:cTn id="47" dur="1000" spd="-100000" fill="hold"/>
                                        <p:tgtEl>
                                          <p:spTgt spid="73"/>
                                        </p:tgtEl>
                                        <p:attrNameLst>
                                          <p:attrName>ppt_x</p:attrName>
                                          <p:attrName>ppt_y</p:attrName>
                                        </p:attrNameLst>
                                      </p:cBhvr>
                                      <p:rCtr x="-4427" y="0"/>
                                    </p:animMotion>
                                  </p:childTnLst>
                                </p:cTn>
                              </p:par>
                              <p:par>
                                <p:cTn id="48" presetID="53" presetClass="entr" presetSubtype="16" fill="hold" nodeType="withEffect">
                                  <p:stCondLst>
                                    <p:cond delay="750"/>
                                  </p:stCondLst>
                                  <p:childTnLst>
                                    <p:set>
                                      <p:cBhvr>
                                        <p:cTn id="49" dur="1" fill="hold">
                                          <p:stCondLst>
                                            <p:cond delay="0"/>
                                          </p:stCondLst>
                                        </p:cTn>
                                        <p:tgtEl>
                                          <p:spTgt spid="70"/>
                                        </p:tgtEl>
                                        <p:attrNameLst>
                                          <p:attrName>style.visibility</p:attrName>
                                        </p:attrNameLst>
                                      </p:cBhvr>
                                      <p:to>
                                        <p:strVal val="visible"/>
                                      </p:to>
                                    </p:set>
                                    <p:anim calcmode="lin" valueType="num">
                                      <p:cBhvr>
                                        <p:cTn id="50" dur="500" fill="hold"/>
                                        <p:tgtEl>
                                          <p:spTgt spid="70"/>
                                        </p:tgtEl>
                                        <p:attrNameLst>
                                          <p:attrName>ppt_w</p:attrName>
                                        </p:attrNameLst>
                                      </p:cBhvr>
                                      <p:tavLst>
                                        <p:tav tm="0">
                                          <p:val>
                                            <p:fltVal val="0"/>
                                          </p:val>
                                        </p:tav>
                                        <p:tav tm="100000">
                                          <p:val>
                                            <p:strVal val="#ppt_w"/>
                                          </p:val>
                                        </p:tav>
                                      </p:tavLst>
                                    </p:anim>
                                    <p:anim calcmode="lin" valueType="num">
                                      <p:cBhvr>
                                        <p:cTn id="51" dur="500" fill="hold"/>
                                        <p:tgtEl>
                                          <p:spTgt spid="70"/>
                                        </p:tgtEl>
                                        <p:attrNameLst>
                                          <p:attrName>ppt_h</p:attrName>
                                        </p:attrNameLst>
                                      </p:cBhvr>
                                      <p:tavLst>
                                        <p:tav tm="0">
                                          <p:val>
                                            <p:fltVal val="0"/>
                                          </p:val>
                                        </p:tav>
                                        <p:tav tm="100000">
                                          <p:val>
                                            <p:strVal val="#ppt_h"/>
                                          </p:val>
                                        </p:tav>
                                      </p:tavLst>
                                    </p:anim>
                                    <p:animEffect transition="in" filter="fade">
                                      <p:cBhvr>
                                        <p:cTn id="52" dur="500"/>
                                        <p:tgtEl>
                                          <p:spTgt spid="70"/>
                                        </p:tgtEl>
                                      </p:cBhvr>
                                    </p:animEffect>
                                  </p:childTnLst>
                                </p:cTn>
                              </p:par>
                              <p:par>
                                <p:cTn id="53" presetID="35" presetClass="path" presetSubtype="0" accel="50000" decel="50000" fill="hold" nodeType="withEffect">
                                  <p:stCondLst>
                                    <p:cond delay="750"/>
                                  </p:stCondLst>
                                  <p:childTnLst>
                                    <p:animMotion origin="layout" path="M -2.08333E-6 4.07407E-6 L -0.08841 4.07407E-6 " pathEditMode="relative" rAng="0" ptsTypes="AA">
                                      <p:cBhvr>
                                        <p:cTn id="54" dur="1000" spd="-100000" fill="hold"/>
                                        <p:tgtEl>
                                          <p:spTgt spid="70"/>
                                        </p:tgtEl>
                                        <p:attrNameLst>
                                          <p:attrName>ppt_x</p:attrName>
                                          <p:attrName>ppt_y</p:attrName>
                                        </p:attrNameLst>
                                      </p:cBhvr>
                                      <p:rCtr x="-4427" y="0"/>
                                    </p:animMotion>
                                  </p:childTnLst>
                                </p:cTn>
                              </p:par>
                              <p:par>
                                <p:cTn id="55" presetID="53" presetClass="entr" presetSubtype="16" fill="hold" nodeType="withEffect">
                                  <p:stCondLst>
                                    <p:cond delay="1000"/>
                                  </p:stCondLst>
                                  <p:childTnLst>
                                    <p:set>
                                      <p:cBhvr>
                                        <p:cTn id="56" dur="1" fill="hold">
                                          <p:stCondLst>
                                            <p:cond delay="0"/>
                                          </p:stCondLst>
                                        </p:cTn>
                                        <p:tgtEl>
                                          <p:spTgt spid="67"/>
                                        </p:tgtEl>
                                        <p:attrNameLst>
                                          <p:attrName>style.visibility</p:attrName>
                                        </p:attrNameLst>
                                      </p:cBhvr>
                                      <p:to>
                                        <p:strVal val="visible"/>
                                      </p:to>
                                    </p:set>
                                    <p:anim calcmode="lin" valueType="num">
                                      <p:cBhvr>
                                        <p:cTn id="57" dur="500" fill="hold"/>
                                        <p:tgtEl>
                                          <p:spTgt spid="67"/>
                                        </p:tgtEl>
                                        <p:attrNameLst>
                                          <p:attrName>ppt_w</p:attrName>
                                        </p:attrNameLst>
                                      </p:cBhvr>
                                      <p:tavLst>
                                        <p:tav tm="0">
                                          <p:val>
                                            <p:fltVal val="0"/>
                                          </p:val>
                                        </p:tav>
                                        <p:tav tm="100000">
                                          <p:val>
                                            <p:strVal val="#ppt_w"/>
                                          </p:val>
                                        </p:tav>
                                      </p:tavLst>
                                    </p:anim>
                                    <p:anim calcmode="lin" valueType="num">
                                      <p:cBhvr>
                                        <p:cTn id="58" dur="500" fill="hold"/>
                                        <p:tgtEl>
                                          <p:spTgt spid="67"/>
                                        </p:tgtEl>
                                        <p:attrNameLst>
                                          <p:attrName>ppt_h</p:attrName>
                                        </p:attrNameLst>
                                      </p:cBhvr>
                                      <p:tavLst>
                                        <p:tav tm="0">
                                          <p:val>
                                            <p:fltVal val="0"/>
                                          </p:val>
                                        </p:tav>
                                        <p:tav tm="100000">
                                          <p:val>
                                            <p:strVal val="#ppt_h"/>
                                          </p:val>
                                        </p:tav>
                                      </p:tavLst>
                                    </p:anim>
                                    <p:animEffect transition="in" filter="fade">
                                      <p:cBhvr>
                                        <p:cTn id="59" dur="500"/>
                                        <p:tgtEl>
                                          <p:spTgt spid="67"/>
                                        </p:tgtEl>
                                      </p:cBhvr>
                                    </p:animEffect>
                                  </p:childTnLst>
                                </p:cTn>
                              </p:par>
                              <p:par>
                                <p:cTn id="60" presetID="35" presetClass="path" presetSubtype="0" accel="50000" decel="50000" fill="hold" nodeType="withEffect">
                                  <p:stCondLst>
                                    <p:cond delay="1000"/>
                                  </p:stCondLst>
                                  <p:childTnLst>
                                    <p:animMotion origin="layout" path="M -2.08333E-6 4.07407E-6 L -0.08841 4.07407E-6 " pathEditMode="relative" rAng="0" ptsTypes="AA">
                                      <p:cBhvr>
                                        <p:cTn id="61" dur="1000" spd="-100000" fill="hold"/>
                                        <p:tgtEl>
                                          <p:spTgt spid="67"/>
                                        </p:tgtEl>
                                        <p:attrNameLst>
                                          <p:attrName>ppt_x</p:attrName>
                                          <p:attrName>ppt_y</p:attrName>
                                        </p:attrNameLst>
                                      </p:cBhvr>
                                      <p:rCtr x="-4427" y="0"/>
                                    </p:animMotion>
                                  </p:childTnLst>
                                </p:cTn>
                              </p:par>
                            </p:childTnLst>
                          </p:cTn>
                        </p:par>
                        <p:par>
                          <p:cTn id="62" fill="hold">
                            <p:stCondLst>
                              <p:cond delay="3500"/>
                            </p:stCondLst>
                            <p:childTnLst>
                              <p:par>
                                <p:cTn id="63" presetID="53" presetClass="entr" presetSubtype="16" fill="hold" grpId="0" nodeType="afterEffect">
                                  <p:stCondLst>
                                    <p:cond delay="0"/>
                                  </p:stCondLst>
                                  <p:childTnLst>
                                    <p:set>
                                      <p:cBhvr>
                                        <p:cTn id="64" dur="1" fill="hold">
                                          <p:stCondLst>
                                            <p:cond delay="0"/>
                                          </p:stCondLst>
                                        </p:cTn>
                                        <p:tgtEl>
                                          <p:spTgt spid="97"/>
                                        </p:tgtEl>
                                        <p:attrNameLst>
                                          <p:attrName>style.visibility</p:attrName>
                                        </p:attrNameLst>
                                      </p:cBhvr>
                                      <p:to>
                                        <p:strVal val="visible"/>
                                      </p:to>
                                    </p:set>
                                    <p:anim calcmode="lin" valueType="num">
                                      <p:cBhvr>
                                        <p:cTn id="65" dur="250" fill="hold"/>
                                        <p:tgtEl>
                                          <p:spTgt spid="97"/>
                                        </p:tgtEl>
                                        <p:attrNameLst>
                                          <p:attrName>ppt_w</p:attrName>
                                        </p:attrNameLst>
                                      </p:cBhvr>
                                      <p:tavLst>
                                        <p:tav tm="0">
                                          <p:val>
                                            <p:fltVal val="0"/>
                                          </p:val>
                                        </p:tav>
                                        <p:tav tm="100000">
                                          <p:val>
                                            <p:strVal val="#ppt_w"/>
                                          </p:val>
                                        </p:tav>
                                      </p:tavLst>
                                    </p:anim>
                                    <p:anim calcmode="lin" valueType="num">
                                      <p:cBhvr>
                                        <p:cTn id="66" dur="250" fill="hold"/>
                                        <p:tgtEl>
                                          <p:spTgt spid="97"/>
                                        </p:tgtEl>
                                        <p:attrNameLst>
                                          <p:attrName>ppt_h</p:attrName>
                                        </p:attrNameLst>
                                      </p:cBhvr>
                                      <p:tavLst>
                                        <p:tav tm="0">
                                          <p:val>
                                            <p:fltVal val="0"/>
                                          </p:val>
                                        </p:tav>
                                        <p:tav tm="100000">
                                          <p:val>
                                            <p:strVal val="#ppt_h"/>
                                          </p:val>
                                        </p:tav>
                                      </p:tavLst>
                                    </p:anim>
                                    <p:animEffect transition="in" filter="fade">
                                      <p:cBhvr>
                                        <p:cTn id="67" dur="250"/>
                                        <p:tgtEl>
                                          <p:spTgt spid="97"/>
                                        </p:tgtEl>
                                      </p:cBhvr>
                                    </p:animEffect>
                                  </p:childTnLst>
                                </p:cTn>
                              </p:par>
                              <p:par>
                                <p:cTn id="68" presetID="6" presetClass="emph" presetSubtype="0" decel="100000" fill="hold" grpId="1" nodeType="withEffect">
                                  <p:stCondLst>
                                    <p:cond delay="200"/>
                                  </p:stCondLst>
                                  <p:childTnLst>
                                    <p:animScale>
                                      <p:cBhvr>
                                        <p:cTn id="69" dur="250" fill="hold"/>
                                        <p:tgtEl>
                                          <p:spTgt spid="97"/>
                                        </p:tgtEl>
                                      </p:cBhvr>
                                      <p:by x="120000" y="120000"/>
                                    </p:animScale>
                                  </p:childTnLst>
                                </p:cTn>
                              </p:par>
                              <p:par>
                                <p:cTn id="70" presetID="6" presetClass="emph" presetSubtype="0" decel="100000" fill="hold" grpId="2" nodeType="withEffect">
                                  <p:stCondLst>
                                    <p:cond delay="400"/>
                                  </p:stCondLst>
                                  <p:childTnLst>
                                    <p:animScale>
                                      <p:cBhvr>
                                        <p:cTn id="71" dur="250" fill="hold"/>
                                        <p:tgtEl>
                                          <p:spTgt spid="97"/>
                                        </p:tgtEl>
                                      </p:cBhvr>
                                      <p:by x="83000" y="83000"/>
                                    </p:animScale>
                                  </p:childTnLst>
                                </p:cTn>
                              </p:par>
                              <p:par>
                                <p:cTn id="72" presetID="53" presetClass="entr" presetSubtype="16" fill="hold" nodeType="withEffect">
                                  <p:stCondLst>
                                    <p:cond delay="400"/>
                                  </p:stCondLst>
                                  <p:childTnLst>
                                    <p:set>
                                      <p:cBhvr>
                                        <p:cTn id="73" dur="1" fill="hold">
                                          <p:stCondLst>
                                            <p:cond delay="0"/>
                                          </p:stCondLst>
                                        </p:cTn>
                                        <p:tgtEl>
                                          <p:spTgt spid="88"/>
                                        </p:tgtEl>
                                        <p:attrNameLst>
                                          <p:attrName>style.visibility</p:attrName>
                                        </p:attrNameLst>
                                      </p:cBhvr>
                                      <p:to>
                                        <p:strVal val="visible"/>
                                      </p:to>
                                    </p:set>
                                    <p:anim calcmode="lin" valueType="num">
                                      <p:cBhvr>
                                        <p:cTn id="74" dur="250" fill="hold"/>
                                        <p:tgtEl>
                                          <p:spTgt spid="88"/>
                                        </p:tgtEl>
                                        <p:attrNameLst>
                                          <p:attrName>ppt_w</p:attrName>
                                        </p:attrNameLst>
                                      </p:cBhvr>
                                      <p:tavLst>
                                        <p:tav tm="0">
                                          <p:val>
                                            <p:fltVal val="0"/>
                                          </p:val>
                                        </p:tav>
                                        <p:tav tm="100000">
                                          <p:val>
                                            <p:strVal val="#ppt_w"/>
                                          </p:val>
                                        </p:tav>
                                      </p:tavLst>
                                    </p:anim>
                                    <p:anim calcmode="lin" valueType="num">
                                      <p:cBhvr>
                                        <p:cTn id="75" dur="250" fill="hold"/>
                                        <p:tgtEl>
                                          <p:spTgt spid="88"/>
                                        </p:tgtEl>
                                        <p:attrNameLst>
                                          <p:attrName>ppt_h</p:attrName>
                                        </p:attrNameLst>
                                      </p:cBhvr>
                                      <p:tavLst>
                                        <p:tav tm="0">
                                          <p:val>
                                            <p:fltVal val="0"/>
                                          </p:val>
                                        </p:tav>
                                        <p:tav tm="100000">
                                          <p:val>
                                            <p:strVal val="#ppt_h"/>
                                          </p:val>
                                        </p:tav>
                                      </p:tavLst>
                                    </p:anim>
                                    <p:animEffect transition="in" filter="fade">
                                      <p:cBhvr>
                                        <p:cTn id="76" dur="250"/>
                                        <p:tgtEl>
                                          <p:spTgt spid="88"/>
                                        </p:tgtEl>
                                      </p:cBhvr>
                                    </p:animEffect>
                                  </p:childTnLst>
                                </p:cTn>
                              </p:par>
                              <p:par>
                                <p:cTn id="77" presetID="6" presetClass="emph" presetSubtype="0" decel="100000" fill="hold" nodeType="withEffect">
                                  <p:stCondLst>
                                    <p:cond delay="600"/>
                                  </p:stCondLst>
                                  <p:childTnLst>
                                    <p:animScale>
                                      <p:cBhvr>
                                        <p:cTn id="78" dur="250" fill="hold"/>
                                        <p:tgtEl>
                                          <p:spTgt spid="88"/>
                                        </p:tgtEl>
                                      </p:cBhvr>
                                      <p:by x="120000" y="120000"/>
                                    </p:animScale>
                                  </p:childTnLst>
                                </p:cTn>
                              </p:par>
                              <p:par>
                                <p:cTn id="79" presetID="6" presetClass="emph" presetSubtype="0" decel="100000" fill="hold" nodeType="withEffect">
                                  <p:stCondLst>
                                    <p:cond delay="800"/>
                                  </p:stCondLst>
                                  <p:childTnLst>
                                    <p:animScale>
                                      <p:cBhvr>
                                        <p:cTn id="80" dur="250" fill="hold"/>
                                        <p:tgtEl>
                                          <p:spTgt spid="88"/>
                                        </p:tgtEl>
                                      </p:cBhvr>
                                      <p:by x="83000" y="83000"/>
                                    </p:animScale>
                                  </p:childTnLst>
                                </p:cTn>
                              </p:par>
                              <p:par>
                                <p:cTn id="81" presetID="53" presetClass="entr" presetSubtype="16" fill="hold" grpId="0" nodeType="withEffect">
                                  <p:stCondLst>
                                    <p:cond delay="600"/>
                                  </p:stCondLst>
                                  <p:childTnLst>
                                    <p:set>
                                      <p:cBhvr>
                                        <p:cTn id="82" dur="1" fill="hold">
                                          <p:stCondLst>
                                            <p:cond delay="0"/>
                                          </p:stCondLst>
                                        </p:cTn>
                                        <p:tgtEl>
                                          <p:spTgt spid="62"/>
                                        </p:tgtEl>
                                        <p:attrNameLst>
                                          <p:attrName>style.visibility</p:attrName>
                                        </p:attrNameLst>
                                      </p:cBhvr>
                                      <p:to>
                                        <p:strVal val="visible"/>
                                      </p:to>
                                    </p:set>
                                    <p:anim calcmode="lin" valueType="num">
                                      <p:cBhvr>
                                        <p:cTn id="83" dur="250" fill="hold"/>
                                        <p:tgtEl>
                                          <p:spTgt spid="62"/>
                                        </p:tgtEl>
                                        <p:attrNameLst>
                                          <p:attrName>ppt_w</p:attrName>
                                        </p:attrNameLst>
                                      </p:cBhvr>
                                      <p:tavLst>
                                        <p:tav tm="0">
                                          <p:val>
                                            <p:fltVal val="0"/>
                                          </p:val>
                                        </p:tav>
                                        <p:tav tm="100000">
                                          <p:val>
                                            <p:strVal val="#ppt_w"/>
                                          </p:val>
                                        </p:tav>
                                      </p:tavLst>
                                    </p:anim>
                                    <p:anim calcmode="lin" valueType="num">
                                      <p:cBhvr>
                                        <p:cTn id="84" dur="250" fill="hold"/>
                                        <p:tgtEl>
                                          <p:spTgt spid="62"/>
                                        </p:tgtEl>
                                        <p:attrNameLst>
                                          <p:attrName>ppt_h</p:attrName>
                                        </p:attrNameLst>
                                      </p:cBhvr>
                                      <p:tavLst>
                                        <p:tav tm="0">
                                          <p:val>
                                            <p:fltVal val="0"/>
                                          </p:val>
                                        </p:tav>
                                        <p:tav tm="100000">
                                          <p:val>
                                            <p:strVal val="#ppt_h"/>
                                          </p:val>
                                        </p:tav>
                                      </p:tavLst>
                                    </p:anim>
                                    <p:animEffect transition="in" filter="fade">
                                      <p:cBhvr>
                                        <p:cTn id="85" dur="250"/>
                                        <p:tgtEl>
                                          <p:spTgt spid="62"/>
                                        </p:tgtEl>
                                      </p:cBhvr>
                                    </p:animEffect>
                                  </p:childTnLst>
                                </p:cTn>
                              </p:par>
                              <p:par>
                                <p:cTn id="86" presetID="6" presetClass="emph" presetSubtype="0" decel="100000" fill="hold" grpId="1" nodeType="withEffect">
                                  <p:stCondLst>
                                    <p:cond delay="800"/>
                                  </p:stCondLst>
                                  <p:childTnLst>
                                    <p:animScale>
                                      <p:cBhvr>
                                        <p:cTn id="87" dur="250" fill="hold"/>
                                        <p:tgtEl>
                                          <p:spTgt spid="62"/>
                                        </p:tgtEl>
                                      </p:cBhvr>
                                      <p:by x="120000" y="120000"/>
                                    </p:animScale>
                                  </p:childTnLst>
                                </p:cTn>
                              </p:par>
                              <p:par>
                                <p:cTn id="88" presetID="6" presetClass="emph" presetSubtype="0" decel="100000" fill="hold" grpId="2" nodeType="withEffect">
                                  <p:stCondLst>
                                    <p:cond delay="1000"/>
                                  </p:stCondLst>
                                  <p:childTnLst>
                                    <p:animScale>
                                      <p:cBhvr>
                                        <p:cTn id="89" dur="250" fill="hold"/>
                                        <p:tgtEl>
                                          <p:spTgt spid="62"/>
                                        </p:tgtEl>
                                      </p:cBhvr>
                                      <p:by x="83000" y="83000"/>
                                    </p:animScale>
                                  </p:childTnLst>
                                </p:cTn>
                              </p:par>
                              <p:par>
                                <p:cTn id="90" presetID="53" presetClass="entr" presetSubtype="16" fill="hold" grpId="0" nodeType="withEffect">
                                  <p:stCondLst>
                                    <p:cond delay="800"/>
                                  </p:stCondLst>
                                  <p:childTnLst>
                                    <p:set>
                                      <p:cBhvr>
                                        <p:cTn id="91" dur="1" fill="hold">
                                          <p:stCondLst>
                                            <p:cond delay="0"/>
                                          </p:stCondLst>
                                        </p:cTn>
                                        <p:tgtEl>
                                          <p:spTgt spid="102"/>
                                        </p:tgtEl>
                                        <p:attrNameLst>
                                          <p:attrName>style.visibility</p:attrName>
                                        </p:attrNameLst>
                                      </p:cBhvr>
                                      <p:to>
                                        <p:strVal val="visible"/>
                                      </p:to>
                                    </p:set>
                                    <p:anim calcmode="lin" valueType="num">
                                      <p:cBhvr>
                                        <p:cTn id="92" dur="250" fill="hold"/>
                                        <p:tgtEl>
                                          <p:spTgt spid="102"/>
                                        </p:tgtEl>
                                        <p:attrNameLst>
                                          <p:attrName>ppt_w</p:attrName>
                                        </p:attrNameLst>
                                      </p:cBhvr>
                                      <p:tavLst>
                                        <p:tav tm="0">
                                          <p:val>
                                            <p:fltVal val="0"/>
                                          </p:val>
                                        </p:tav>
                                        <p:tav tm="100000">
                                          <p:val>
                                            <p:strVal val="#ppt_w"/>
                                          </p:val>
                                        </p:tav>
                                      </p:tavLst>
                                    </p:anim>
                                    <p:anim calcmode="lin" valueType="num">
                                      <p:cBhvr>
                                        <p:cTn id="93" dur="250" fill="hold"/>
                                        <p:tgtEl>
                                          <p:spTgt spid="102"/>
                                        </p:tgtEl>
                                        <p:attrNameLst>
                                          <p:attrName>ppt_h</p:attrName>
                                        </p:attrNameLst>
                                      </p:cBhvr>
                                      <p:tavLst>
                                        <p:tav tm="0">
                                          <p:val>
                                            <p:fltVal val="0"/>
                                          </p:val>
                                        </p:tav>
                                        <p:tav tm="100000">
                                          <p:val>
                                            <p:strVal val="#ppt_h"/>
                                          </p:val>
                                        </p:tav>
                                      </p:tavLst>
                                    </p:anim>
                                    <p:animEffect transition="in" filter="fade">
                                      <p:cBhvr>
                                        <p:cTn id="94" dur="250"/>
                                        <p:tgtEl>
                                          <p:spTgt spid="102"/>
                                        </p:tgtEl>
                                      </p:cBhvr>
                                    </p:animEffect>
                                  </p:childTnLst>
                                </p:cTn>
                              </p:par>
                              <p:par>
                                <p:cTn id="95" presetID="6" presetClass="emph" presetSubtype="0" decel="100000" fill="hold" grpId="1" nodeType="withEffect">
                                  <p:stCondLst>
                                    <p:cond delay="1000"/>
                                  </p:stCondLst>
                                  <p:childTnLst>
                                    <p:animScale>
                                      <p:cBhvr>
                                        <p:cTn id="96" dur="250" fill="hold"/>
                                        <p:tgtEl>
                                          <p:spTgt spid="102"/>
                                        </p:tgtEl>
                                      </p:cBhvr>
                                      <p:by x="120000" y="120000"/>
                                    </p:animScale>
                                  </p:childTnLst>
                                </p:cTn>
                              </p:par>
                              <p:par>
                                <p:cTn id="97" presetID="6" presetClass="emph" presetSubtype="0" decel="100000" fill="hold" grpId="2" nodeType="withEffect">
                                  <p:stCondLst>
                                    <p:cond delay="1200"/>
                                  </p:stCondLst>
                                  <p:childTnLst>
                                    <p:animScale>
                                      <p:cBhvr>
                                        <p:cTn id="98" dur="250" fill="hold"/>
                                        <p:tgtEl>
                                          <p:spTgt spid="102"/>
                                        </p:tgtEl>
                                      </p:cBhvr>
                                      <p:by x="83000" y="83000"/>
                                    </p:animScale>
                                  </p:childTnLst>
                                </p:cTn>
                              </p:par>
                              <p:par>
                                <p:cTn id="99" presetID="53" presetClass="entr" presetSubtype="16" fill="hold" grpId="0" nodeType="withEffect">
                                  <p:stCondLst>
                                    <p:cond delay="1000"/>
                                  </p:stCondLst>
                                  <p:iterate type="lt">
                                    <p:tmPct val="10000"/>
                                  </p:iterate>
                                  <p:childTnLst>
                                    <p:set>
                                      <p:cBhvr>
                                        <p:cTn id="100" dur="1" fill="hold">
                                          <p:stCondLst>
                                            <p:cond delay="0"/>
                                          </p:stCondLst>
                                        </p:cTn>
                                        <p:tgtEl>
                                          <p:spTgt spid="107"/>
                                        </p:tgtEl>
                                        <p:attrNameLst>
                                          <p:attrName>style.visibility</p:attrName>
                                        </p:attrNameLst>
                                      </p:cBhvr>
                                      <p:to>
                                        <p:strVal val="visible"/>
                                      </p:to>
                                    </p:set>
                                    <p:anim calcmode="lin" valueType="num">
                                      <p:cBhvr>
                                        <p:cTn id="101" dur="250" fill="hold"/>
                                        <p:tgtEl>
                                          <p:spTgt spid="107"/>
                                        </p:tgtEl>
                                        <p:attrNameLst>
                                          <p:attrName>ppt_w</p:attrName>
                                        </p:attrNameLst>
                                      </p:cBhvr>
                                      <p:tavLst>
                                        <p:tav tm="0">
                                          <p:val>
                                            <p:fltVal val="0"/>
                                          </p:val>
                                        </p:tav>
                                        <p:tav tm="100000">
                                          <p:val>
                                            <p:strVal val="#ppt_w"/>
                                          </p:val>
                                        </p:tav>
                                      </p:tavLst>
                                    </p:anim>
                                    <p:anim calcmode="lin" valueType="num">
                                      <p:cBhvr>
                                        <p:cTn id="102" dur="250" fill="hold"/>
                                        <p:tgtEl>
                                          <p:spTgt spid="107"/>
                                        </p:tgtEl>
                                        <p:attrNameLst>
                                          <p:attrName>ppt_h</p:attrName>
                                        </p:attrNameLst>
                                      </p:cBhvr>
                                      <p:tavLst>
                                        <p:tav tm="0">
                                          <p:val>
                                            <p:fltVal val="0"/>
                                          </p:val>
                                        </p:tav>
                                        <p:tav tm="100000">
                                          <p:val>
                                            <p:strVal val="#ppt_h"/>
                                          </p:val>
                                        </p:tav>
                                      </p:tavLst>
                                    </p:anim>
                                    <p:animEffect transition="in" filter="fade">
                                      <p:cBhvr>
                                        <p:cTn id="103" dur="250"/>
                                        <p:tgtEl>
                                          <p:spTgt spid="107"/>
                                        </p:tgtEl>
                                      </p:cBhvr>
                                    </p:animEffect>
                                  </p:childTnLst>
                                </p:cTn>
                              </p:par>
                            </p:childTnLst>
                          </p:cTn>
                        </p:par>
                        <p:par>
                          <p:cTn id="104" fill="hold">
                            <p:stCondLst>
                              <p:cond delay="5675"/>
                            </p:stCondLst>
                            <p:childTnLst>
                              <p:par>
                                <p:cTn id="105" presetID="53" presetClass="entr" presetSubtype="16" fill="hold" grpId="0" nodeType="afterEffect">
                                  <p:stCondLst>
                                    <p:cond delay="0"/>
                                  </p:stCondLst>
                                  <p:childTnLst>
                                    <p:set>
                                      <p:cBhvr>
                                        <p:cTn id="106" dur="1" fill="hold">
                                          <p:stCondLst>
                                            <p:cond delay="0"/>
                                          </p:stCondLst>
                                        </p:cTn>
                                        <p:tgtEl>
                                          <p:spTgt spid="98"/>
                                        </p:tgtEl>
                                        <p:attrNameLst>
                                          <p:attrName>style.visibility</p:attrName>
                                        </p:attrNameLst>
                                      </p:cBhvr>
                                      <p:to>
                                        <p:strVal val="visible"/>
                                      </p:to>
                                    </p:set>
                                    <p:anim calcmode="lin" valueType="num">
                                      <p:cBhvr>
                                        <p:cTn id="107" dur="250" fill="hold"/>
                                        <p:tgtEl>
                                          <p:spTgt spid="98"/>
                                        </p:tgtEl>
                                        <p:attrNameLst>
                                          <p:attrName>ppt_w</p:attrName>
                                        </p:attrNameLst>
                                      </p:cBhvr>
                                      <p:tavLst>
                                        <p:tav tm="0">
                                          <p:val>
                                            <p:fltVal val="0"/>
                                          </p:val>
                                        </p:tav>
                                        <p:tav tm="100000">
                                          <p:val>
                                            <p:strVal val="#ppt_w"/>
                                          </p:val>
                                        </p:tav>
                                      </p:tavLst>
                                    </p:anim>
                                    <p:anim calcmode="lin" valueType="num">
                                      <p:cBhvr>
                                        <p:cTn id="108" dur="250" fill="hold"/>
                                        <p:tgtEl>
                                          <p:spTgt spid="98"/>
                                        </p:tgtEl>
                                        <p:attrNameLst>
                                          <p:attrName>ppt_h</p:attrName>
                                        </p:attrNameLst>
                                      </p:cBhvr>
                                      <p:tavLst>
                                        <p:tav tm="0">
                                          <p:val>
                                            <p:fltVal val="0"/>
                                          </p:val>
                                        </p:tav>
                                        <p:tav tm="100000">
                                          <p:val>
                                            <p:strVal val="#ppt_h"/>
                                          </p:val>
                                        </p:tav>
                                      </p:tavLst>
                                    </p:anim>
                                    <p:animEffect transition="in" filter="fade">
                                      <p:cBhvr>
                                        <p:cTn id="109" dur="250"/>
                                        <p:tgtEl>
                                          <p:spTgt spid="98"/>
                                        </p:tgtEl>
                                      </p:cBhvr>
                                    </p:animEffect>
                                  </p:childTnLst>
                                </p:cTn>
                              </p:par>
                              <p:par>
                                <p:cTn id="110" presetID="6" presetClass="emph" presetSubtype="0" decel="100000" fill="hold" grpId="1" nodeType="withEffect">
                                  <p:stCondLst>
                                    <p:cond delay="200"/>
                                  </p:stCondLst>
                                  <p:childTnLst>
                                    <p:animScale>
                                      <p:cBhvr>
                                        <p:cTn id="111" dur="250" fill="hold"/>
                                        <p:tgtEl>
                                          <p:spTgt spid="98"/>
                                        </p:tgtEl>
                                      </p:cBhvr>
                                      <p:by x="120000" y="120000"/>
                                    </p:animScale>
                                  </p:childTnLst>
                                </p:cTn>
                              </p:par>
                              <p:par>
                                <p:cTn id="112" presetID="6" presetClass="emph" presetSubtype="0" decel="100000" fill="hold" grpId="2" nodeType="withEffect">
                                  <p:stCondLst>
                                    <p:cond delay="400"/>
                                  </p:stCondLst>
                                  <p:childTnLst>
                                    <p:animScale>
                                      <p:cBhvr>
                                        <p:cTn id="113" dur="250" fill="hold"/>
                                        <p:tgtEl>
                                          <p:spTgt spid="98"/>
                                        </p:tgtEl>
                                      </p:cBhvr>
                                      <p:by x="83000" y="83000"/>
                                    </p:animScale>
                                  </p:childTnLst>
                                </p:cTn>
                              </p:par>
                              <p:par>
                                <p:cTn id="114" presetID="53" presetClass="entr" presetSubtype="16" fill="hold" nodeType="withEffect">
                                  <p:stCondLst>
                                    <p:cond delay="400"/>
                                  </p:stCondLst>
                                  <p:childTnLst>
                                    <p:set>
                                      <p:cBhvr>
                                        <p:cTn id="115" dur="1" fill="hold">
                                          <p:stCondLst>
                                            <p:cond delay="0"/>
                                          </p:stCondLst>
                                        </p:cTn>
                                        <p:tgtEl>
                                          <p:spTgt spid="94"/>
                                        </p:tgtEl>
                                        <p:attrNameLst>
                                          <p:attrName>style.visibility</p:attrName>
                                        </p:attrNameLst>
                                      </p:cBhvr>
                                      <p:to>
                                        <p:strVal val="visible"/>
                                      </p:to>
                                    </p:set>
                                    <p:anim calcmode="lin" valueType="num">
                                      <p:cBhvr>
                                        <p:cTn id="116" dur="250" fill="hold"/>
                                        <p:tgtEl>
                                          <p:spTgt spid="94"/>
                                        </p:tgtEl>
                                        <p:attrNameLst>
                                          <p:attrName>ppt_w</p:attrName>
                                        </p:attrNameLst>
                                      </p:cBhvr>
                                      <p:tavLst>
                                        <p:tav tm="0">
                                          <p:val>
                                            <p:fltVal val="0"/>
                                          </p:val>
                                        </p:tav>
                                        <p:tav tm="100000">
                                          <p:val>
                                            <p:strVal val="#ppt_w"/>
                                          </p:val>
                                        </p:tav>
                                      </p:tavLst>
                                    </p:anim>
                                    <p:anim calcmode="lin" valueType="num">
                                      <p:cBhvr>
                                        <p:cTn id="117" dur="250" fill="hold"/>
                                        <p:tgtEl>
                                          <p:spTgt spid="94"/>
                                        </p:tgtEl>
                                        <p:attrNameLst>
                                          <p:attrName>ppt_h</p:attrName>
                                        </p:attrNameLst>
                                      </p:cBhvr>
                                      <p:tavLst>
                                        <p:tav tm="0">
                                          <p:val>
                                            <p:fltVal val="0"/>
                                          </p:val>
                                        </p:tav>
                                        <p:tav tm="100000">
                                          <p:val>
                                            <p:strVal val="#ppt_h"/>
                                          </p:val>
                                        </p:tav>
                                      </p:tavLst>
                                    </p:anim>
                                    <p:animEffect transition="in" filter="fade">
                                      <p:cBhvr>
                                        <p:cTn id="118" dur="250"/>
                                        <p:tgtEl>
                                          <p:spTgt spid="94"/>
                                        </p:tgtEl>
                                      </p:cBhvr>
                                    </p:animEffect>
                                  </p:childTnLst>
                                </p:cTn>
                              </p:par>
                              <p:par>
                                <p:cTn id="119" presetID="6" presetClass="emph" presetSubtype="0" decel="100000" fill="hold" nodeType="withEffect">
                                  <p:stCondLst>
                                    <p:cond delay="600"/>
                                  </p:stCondLst>
                                  <p:childTnLst>
                                    <p:animScale>
                                      <p:cBhvr>
                                        <p:cTn id="120" dur="250" fill="hold"/>
                                        <p:tgtEl>
                                          <p:spTgt spid="94"/>
                                        </p:tgtEl>
                                      </p:cBhvr>
                                      <p:by x="120000" y="120000"/>
                                    </p:animScale>
                                  </p:childTnLst>
                                </p:cTn>
                              </p:par>
                              <p:par>
                                <p:cTn id="121" presetID="6" presetClass="emph" presetSubtype="0" decel="100000" fill="hold" nodeType="withEffect">
                                  <p:stCondLst>
                                    <p:cond delay="800"/>
                                  </p:stCondLst>
                                  <p:childTnLst>
                                    <p:animScale>
                                      <p:cBhvr>
                                        <p:cTn id="122" dur="250" fill="hold"/>
                                        <p:tgtEl>
                                          <p:spTgt spid="94"/>
                                        </p:tgtEl>
                                      </p:cBhvr>
                                      <p:by x="83000" y="83000"/>
                                    </p:animScale>
                                  </p:childTnLst>
                                </p:cTn>
                              </p:par>
                              <p:par>
                                <p:cTn id="123" presetID="53" presetClass="entr" presetSubtype="16" fill="hold" grpId="0" nodeType="withEffect">
                                  <p:stCondLst>
                                    <p:cond delay="600"/>
                                  </p:stCondLst>
                                  <p:childTnLst>
                                    <p:set>
                                      <p:cBhvr>
                                        <p:cTn id="124" dur="1" fill="hold">
                                          <p:stCondLst>
                                            <p:cond delay="0"/>
                                          </p:stCondLst>
                                        </p:cTn>
                                        <p:tgtEl>
                                          <p:spTgt spid="65"/>
                                        </p:tgtEl>
                                        <p:attrNameLst>
                                          <p:attrName>style.visibility</p:attrName>
                                        </p:attrNameLst>
                                      </p:cBhvr>
                                      <p:to>
                                        <p:strVal val="visible"/>
                                      </p:to>
                                    </p:set>
                                    <p:anim calcmode="lin" valueType="num">
                                      <p:cBhvr>
                                        <p:cTn id="125" dur="250" fill="hold"/>
                                        <p:tgtEl>
                                          <p:spTgt spid="65"/>
                                        </p:tgtEl>
                                        <p:attrNameLst>
                                          <p:attrName>ppt_w</p:attrName>
                                        </p:attrNameLst>
                                      </p:cBhvr>
                                      <p:tavLst>
                                        <p:tav tm="0">
                                          <p:val>
                                            <p:fltVal val="0"/>
                                          </p:val>
                                        </p:tav>
                                        <p:tav tm="100000">
                                          <p:val>
                                            <p:strVal val="#ppt_w"/>
                                          </p:val>
                                        </p:tav>
                                      </p:tavLst>
                                    </p:anim>
                                    <p:anim calcmode="lin" valueType="num">
                                      <p:cBhvr>
                                        <p:cTn id="126" dur="250" fill="hold"/>
                                        <p:tgtEl>
                                          <p:spTgt spid="65"/>
                                        </p:tgtEl>
                                        <p:attrNameLst>
                                          <p:attrName>ppt_h</p:attrName>
                                        </p:attrNameLst>
                                      </p:cBhvr>
                                      <p:tavLst>
                                        <p:tav tm="0">
                                          <p:val>
                                            <p:fltVal val="0"/>
                                          </p:val>
                                        </p:tav>
                                        <p:tav tm="100000">
                                          <p:val>
                                            <p:strVal val="#ppt_h"/>
                                          </p:val>
                                        </p:tav>
                                      </p:tavLst>
                                    </p:anim>
                                    <p:animEffect transition="in" filter="fade">
                                      <p:cBhvr>
                                        <p:cTn id="127" dur="250"/>
                                        <p:tgtEl>
                                          <p:spTgt spid="65"/>
                                        </p:tgtEl>
                                      </p:cBhvr>
                                    </p:animEffect>
                                  </p:childTnLst>
                                </p:cTn>
                              </p:par>
                              <p:par>
                                <p:cTn id="128" presetID="6" presetClass="emph" presetSubtype="0" decel="100000" fill="hold" grpId="1" nodeType="withEffect">
                                  <p:stCondLst>
                                    <p:cond delay="800"/>
                                  </p:stCondLst>
                                  <p:childTnLst>
                                    <p:animScale>
                                      <p:cBhvr>
                                        <p:cTn id="129" dur="250" fill="hold"/>
                                        <p:tgtEl>
                                          <p:spTgt spid="65"/>
                                        </p:tgtEl>
                                      </p:cBhvr>
                                      <p:by x="120000" y="120000"/>
                                    </p:animScale>
                                  </p:childTnLst>
                                </p:cTn>
                              </p:par>
                              <p:par>
                                <p:cTn id="130" presetID="6" presetClass="emph" presetSubtype="0" decel="100000" fill="hold" grpId="2" nodeType="withEffect">
                                  <p:stCondLst>
                                    <p:cond delay="1000"/>
                                  </p:stCondLst>
                                  <p:childTnLst>
                                    <p:animScale>
                                      <p:cBhvr>
                                        <p:cTn id="131" dur="250" fill="hold"/>
                                        <p:tgtEl>
                                          <p:spTgt spid="65"/>
                                        </p:tgtEl>
                                      </p:cBhvr>
                                      <p:by x="83000" y="83000"/>
                                    </p:animScale>
                                  </p:childTnLst>
                                </p:cTn>
                              </p:par>
                              <p:par>
                                <p:cTn id="132" presetID="53" presetClass="entr" presetSubtype="16" fill="hold" grpId="0" nodeType="withEffect">
                                  <p:stCondLst>
                                    <p:cond delay="800"/>
                                  </p:stCondLst>
                                  <p:childTnLst>
                                    <p:set>
                                      <p:cBhvr>
                                        <p:cTn id="133" dur="1" fill="hold">
                                          <p:stCondLst>
                                            <p:cond delay="0"/>
                                          </p:stCondLst>
                                        </p:cTn>
                                        <p:tgtEl>
                                          <p:spTgt spid="103"/>
                                        </p:tgtEl>
                                        <p:attrNameLst>
                                          <p:attrName>style.visibility</p:attrName>
                                        </p:attrNameLst>
                                      </p:cBhvr>
                                      <p:to>
                                        <p:strVal val="visible"/>
                                      </p:to>
                                    </p:set>
                                    <p:anim calcmode="lin" valueType="num">
                                      <p:cBhvr>
                                        <p:cTn id="134" dur="250" fill="hold"/>
                                        <p:tgtEl>
                                          <p:spTgt spid="103"/>
                                        </p:tgtEl>
                                        <p:attrNameLst>
                                          <p:attrName>ppt_w</p:attrName>
                                        </p:attrNameLst>
                                      </p:cBhvr>
                                      <p:tavLst>
                                        <p:tav tm="0">
                                          <p:val>
                                            <p:fltVal val="0"/>
                                          </p:val>
                                        </p:tav>
                                        <p:tav tm="100000">
                                          <p:val>
                                            <p:strVal val="#ppt_w"/>
                                          </p:val>
                                        </p:tav>
                                      </p:tavLst>
                                    </p:anim>
                                    <p:anim calcmode="lin" valueType="num">
                                      <p:cBhvr>
                                        <p:cTn id="135" dur="250" fill="hold"/>
                                        <p:tgtEl>
                                          <p:spTgt spid="103"/>
                                        </p:tgtEl>
                                        <p:attrNameLst>
                                          <p:attrName>ppt_h</p:attrName>
                                        </p:attrNameLst>
                                      </p:cBhvr>
                                      <p:tavLst>
                                        <p:tav tm="0">
                                          <p:val>
                                            <p:fltVal val="0"/>
                                          </p:val>
                                        </p:tav>
                                        <p:tav tm="100000">
                                          <p:val>
                                            <p:strVal val="#ppt_h"/>
                                          </p:val>
                                        </p:tav>
                                      </p:tavLst>
                                    </p:anim>
                                    <p:animEffect transition="in" filter="fade">
                                      <p:cBhvr>
                                        <p:cTn id="136" dur="250"/>
                                        <p:tgtEl>
                                          <p:spTgt spid="103"/>
                                        </p:tgtEl>
                                      </p:cBhvr>
                                    </p:animEffect>
                                  </p:childTnLst>
                                </p:cTn>
                              </p:par>
                              <p:par>
                                <p:cTn id="137" presetID="6" presetClass="emph" presetSubtype="0" decel="100000" fill="hold" grpId="1" nodeType="withEffect">
                                  <p:stCondLst>
                                    <p:cond delay="1000"/>
                                  </p:stCondLst>
                                  <p:childTnLst>
                                    <p:animScale>
                                      <p:cBhvr>
                                        <p:cTn id="138" dur="250" fill="hold"/>
                                        <p:tgtEl>
                                          <p:spTgt spid="103"/>
                                        </p:tgtEl>
                                      </p:cBhvr>
                                      <p:by x="120000" y="120000"/>
                                    </p:animScale>
                                  </p:childTnLst>
                                </p:cTn>
                              </p:par>
                              <p:par>
                                <p:cTn id="139" presetID="6" presetClass="emph" presetSubtype="0" decel="100000" fill="hold" grpId="2" nodeType="withEffect">
                                  <p:stCondLst>
                                    <p:cond delay="1200"/>
                                  </p:stCondLst>
                                  <p:childTnLst>
                                    <p:animScale>
                                      <p:cBhvr>
                                        <p:cTn id="140" dur="250" fill="hold"/>
                                        <p:tgtEl>
                                          <p:spTgt spid="103"/>
                                        </p:tgtEl>
                                      </p:cBhvr>
                                      <p:by x="83000" y="83000"/>
                                    </p:animScale>
                                  </p:childTnLst>
                                </p:cTn>
                              </p:par>
                              <p:par>
                                <p:cTn id="141" presetID="53" presetClass="entr" presetSubtype="16" fill="hold" grpId="0" nodeType="withEffect">
                                  <p:stCondLst>
                                    <p:cond delay="1000"/>
                                  </p:stCondLst>
                                  <p:iterate type="lt">
                                    <p:tmPct val="10000"/>
                                  </p:iterate>
                                  <p:childTnLst>
                                    <p:set>
                                      <p:cBhvr>
                                        <p:cTn id="142" dur="1" fill="hold">
                                          <p:stCondLst>
                                            <p:cond delay="0"/>
                                          </p:stCondLst>
                                        </p:cTn>
                                        <p:tgtEl>
                                          <p:spTgt spid="110"/>
                                        </p:tgtEl>
                                        <p:attrNameLst>
                                          <p:attrName>style.visibility</p:attrName>
                                        </p:attrNameLst>
                                      </p:cBhvr>
                                      <p:to>
                                        <p:strVal val="visible"/>
                                      </p:to>
                                    </p:set>
                                    <p:anim calcmode="lin" valueType="num">
                                      <p:cBhvr>
                                        <p:cTn id="143" dur="250" fill="hold"/>
                                        <p:tgtEl>
                                          <p:spTgt spid="110"/>
                                        </p:tgtEl>
                                        <p:attrNameLst>
                                          <p:attrName>ppt_w</p:attrName>
                                        </p:attrNameLst>
                                      </p:cBhvr>
                                      <p:tavLst>
                                        <p:tav tm="0">
                                          <p:val>
                                            <p:fltVal val="0"/>
                                          </p:val>
                                        </p:tav>
                                        <p:tav tm="100000">
                                          <p:val>
                                            <p:strVal val="#ppt_w"/>
                                          </p:val>
                                        </p:tav>
                                      </p:tavLst>
                                    </p:anim>
                                    <p:anim calcmode="lin" valueType="num">
                                      <p:cBhvr>
                                        <p:cTn id="144" dur="250" fill="hold"/>
                                        <p:tgtEl>
                                          <p:spTgt spid="110"/>
                                        </p:tgtEl>
                                        <p:attrNameLst>
                                          <p:attrName>ppt_h</p:attrName>
                                        </p:attrNameLst>
                                      </p:cBhvr>
                                      <p:tavLst>
                                        <p:tav tm="0">
                                          <p:val>
                                            <p:fltVal val="0"/>
                                          </p:val>
                                        </p:tav>
                                        <p:tav tm="100000">
                                          <p:val>
                                            <p:strVal val="#ppt_h"/>
                                          </p:val>
                                        </p:tav>
                                      </p:tavLst>
                                    </p:anim>
                                    <p:animEffect transition="in" filter="fade">
                                      <p:cBhvr>
                                        <p:cTn id="145" dur="250"/>
                                        <p:tgtEl>
                                          <p:spTgt spid="110"/>
                                        </p:tgtEl>
                                      </p:cBhvr>
                                    </p:animEffect>
                                  </p:childTnLst>
                                </p:cTn>
                              </p:par>
                            </p:childTnLst>
                          </p:cTn>
                        </p:par>
                        <p:par>
                          <p:cTn id="146" fill="hold">
                            <p:stCondLst>
                              <p:cond delay="7850"/>
                            </p:stCondLst>
                            <p:childTnLst>
                              <p:par>
                                <p:cTn id="147" presetID="53" presetClass="entr" presetSubtype="16" fill="hold" grpId="0" nodeType="afterEffect">
                                  <p:stCondLst>
                                    <p:cond delay="0"/>
                                  </p:stCondLst>
                                  <p:childTnLst>
                                    <p:set>
                                      <p:cBhvr>
                                        <p:cTn id="148" dur="1" fill="hold">
                                          <p:stCondLst>
                                            <p:cond delay="0"/>
                                          </p:stCondLst>
                                        </p:cTn>
                                        <p:tgtEl>
                                          <p:spTgt spid="100"/>
                                        </p:tgtEl>
                                        <p:attrNameLst>
                                          <p:attrName>style.visibility</p:attrName>
                                        </p:attrNameLst>
                                      </p:cBhvr>
                                      <p:to>
                                        <p:strVal val="visible"/>
                                      </p:to>
                                    </p:set>
                                    <p:anim calcmode="lin" valueType="num">
                                      <p:cBhvr>
                                        <p:cTn id="149" dur="250" fill="hold"/>
                                        <p:tgtEl>
                                          <p:spTgt spid="100"/>
                                        </p:tgtEl>
                                        <p:attrNameLst>
                                          <p:attrName>ppt_w</p:attrName>
                                        </p:attrNameLst>
                                      </p:cBhvr>
                                      <p:tavLst>
                                        <p:tav tm="0">
                                          <p:val>
                                            <p:fltVal val="0"/>
                                          </p:val>
                                        </p:tav>
                                        <p:tav tm="100000">
                                          <p:val>
                                            <p:strVal val="#ppt_w"/>
                                          </p:val>
                                        </p:tav>
                                      </p:tavLst>
                                    </p:anim>
                                    <p:anim calcmode="lin" valueType="num">
                                      <p:cBhvr>
                                        <p:cTn id="150" dur="250" fill="hold"/>
                                        <p:tgtEl>
                                          <p:spTgt spid="100"/>
                                        </p:tgtEl>
                                        <p:attrNameLst>
                                          <p:attrName>ppt_h</p:attrName>
                                        </p:attrNameLst>
                                      </p:cBhvr>
                                      <p:tavLst>
                                        <p:tav tm="0">
                                          <p:val>
                                            <p:fltVal val="0"/>
                                          </p:val>
                                        </p:tav>
                                        <p:tav tm="100000">
                                          <p:val>
                                            <p:strVal val="#ppt_h"/>
                                          </p:val>
                                        </p:tav>
                                      </p:tavLst>
                                    </p:anim>
                                    <p:animEffect transition="in" filter="fade">
                                      <p:cBhvr>
                                        <p:cTn id="151" dur="250"/>
                                        <p:tgtEl>
                                          <p:spTgt spid="100"/>
                                        </p:tgtEl>
                                      </p:cBhvr>
                                    </p:animEffect>
                                  </p:childTnLst>
                                </p:cTn>
                              </p:par>
                              <p:par>
                                <p:cTn id="152" presetID="6" presetClass="emph" presetSubtype="0" decel="100000" fill="hold" grpId="1" nodeType="withEffect">
                                  <p:stCondLst>
                                    <p:cond delay="200"/>
                                  </p:stCondLst>
                                  <p:childTnLst>
                                    <p:animScale>
                                      <p:cBhvr>
                                        <p:cTn id="153" dur="250" fill="hold"/>
                                        <p:tgtEl>
                                          <p:spTgt spid="100"/>
                                        </p:tgtEl>
                                      </p:cBhvr>
                                      <p:by x="120000" y="120000"/>
                                    </p:animScale>
                                  </p:childTnLst>
                                </p:cTn>
                              </p:par>
                              <p:par>
                                <p:cTn id="154" presetID="6" presetClass="emph" presetSubtype="0" decel="100000" fill="hold" grpId="2" nodeType="withEffect">
                                  <p:stCondLst>
                                    <p:cond delay="400"/>
                                  </p:stCondLst>
                                  <p:childTnLst>
                                    <p:animScale>
                                      <p:cBhvr>
                                        <p:cTn id="155" dur="250" fill="hold"/>
                                        <p:tgtEl>
                                          <p:spTgt spid="100"/>
                                        </p:tgtEl>
                                      </p:cBhvr>
                                      <p:by x="83000" y="83000"/>
                                    </p:animScale>
                                  </p:childTnLst>
                                </p:cTn>
                              </p:par>
                              <p:par>
                                <p:cTn id="156" presetID="53" presetClass="entr" presetSubtype="16" fill="hold" nodeType="withEffect">
                                  <p:stCondLst>
                                    <p:cond delay="400"/>
                                  </p:stCondLst>
                                  <p:childTnLst>
                                    <p:set>
                                      <p:cBhvr>
                                        <p:cTn id="157" dur="1" fill="hold">
                                          <p:stCondLst>
                                            <p:cond delay="0"/>
                                          </p:stCondLst>
                                        </p:cTn>
                                        <p:tgtEl>
                                          <p:spTgt spid="82"/>
                                        </p:tgtEl>
                                        <p:attrNameLst>
                                          <p:attrName>style.visibility</p:attrName>
                                        </p:attrNameLst>
                                      </p:cBhvr>
                                      <p:to>
                                        <p:strVal val="visible"/>
                                      </p:to>
                                    </p:set>
                                    <p:anim calcmode="lin" valueType="num">
                                      <p:cBhvr>
                                        <p:cTn id="158" dur="250" fill="hold"/>
                                        <p:tgtEl>
                                          <p:spTgt spid="82"/>
                                        </p:tgtEl>
                                        <p:attrNameLst>
                                          <p:attrName>ppt_w</p:attrName>
                                        </p:attrNameLst>
                                      </p:cBhvr>
                                      <p:tavLst>
                                        <p:tav tm="0">
                                          <p:val>
                                            <p:fltVal val="0"/>
                                          </p:val>
                                        </p:tav>
                                        <p:tav tm="100000">
                                          <p:val>
                                            <p:strVal val="#ppt_w"/>
                                          </p:val>
                                        </p:tav>
                                      </p:tavLst>
                                    </p:anim>
                                    <p:anim calcmode="lin" valueType="num">
                                      <p:cBhvr>
                                        <p:cTn id="159" dur="250" fill="hold"/>
                                        <p:tgtEl>
                                          <p:spTgt spid="82"/>
                                        </p:tgtEl>
                                        <p:attrNameLst>
                                          <p:attrName>ppt_h</p:attrName>
                                        </p:attrNameLst>
                                      </p:cBhvr>
                                      <p:tavLst>
                                        <p:tav tm="0">
                                          <p:val>
                                            <p:fltVal val="0"/>
                                          </p:val>
                                        </p:tav>
                                        <p:tav tm="100000">
                                          <p:val>
                                            <p:strVal val="#ppt_h"/>
                                          </p:val>
                                        </p:tav>
                                      </p:tavLst>
                                    </p:anim>
                                    <p:animEffect transition="in" filter="fade">
                                      <p:cBhvr>
                                        <p:cTn id="160" dur="250"/>
                                        <p:tgtEl>
                                          <p:spTgt spid="82"/>
                                        </p:tgtEl>
                                      </p:cBhvr>
                                    </p:animEffect>
                                  </p:childTnLst>
                                </p:cTn>
                              </p:par>
                              <p:par>
                                <p:cTn id="161" presetID="6" presetClass="emph" presetSubtype="0" decel="100000" fill="hold" nodeType="withEffect">
                                  <p:stCondLst>
                                    <p:cond delay="600"/>
                                  </p:stCondLst>
                                  <p:childTnLst>
                                    <p:animScale>
                                      <p:cBhvr>
                                        <p:cTn id="162" dur="250" fill="hold"/>
                                        <p:tgtEl>
                                          <p:spTgt spid="82"/>
                                        </p:tgtEl>
                                      </p:cBhvr>
                                      <p:by x="120000" y="120000"/>
                                    </p:animScale>
                                  </p:childTnLst>
                                </p:cTn>
                              </p:par>
                              <p:par>
                                <p:cTn id="163" presetID="6" presetClass="emph" presetSubtype="0" decel="100000" fill="hold" nodeType="withEffect">
                                  <p:stCondLst>
                                    <p:cond delay="800"/>
                                  </p:stCondLst>
                                  <p:childTnLst>
                                    <p:animScale>
                                      <p:cBhvr>
                                        <p:cTn id="164" dur="250" fill="hold"/>
                                        <p:tgtEl>
                                          <p:spTgt spid="82"/>
                                        </p:tgtEl>
                                      </p:cBhvr>
                                      <p:by x="83000" y="83000"/>
                                    </p:animScale>
                                  </p:childTnLst>
                                </p:cTn>
                              </p:par>
                              <p:par>
                                <p:cTn id="165" presetID="53" presetClass="entr" presetSubtype="16" fill="hold" grpId="0" nodeType="withEffect">
                                  <p:stCondLst>
                                    <p:cond delay="600"/>
                                  </p:stCondLst>
                                  <p:childTnLst>
                                    <p:set>
                                      <p:cBhvr>
                                        <p:cTn id="166" dur="1" fill="hold">
                                          <p:stCondLst>
                                            <p:cond delay="0"/>
                                          </p:stCondLst>
                                        </p:cTn>
                                        <p:tgtEl>
                                          <p:spTgt spid="63"/>
                                        </p:tgtEl>
                                        <p:attrNameLst>
                                          <p:attrName>style.visibility</p:attrName>
                                        </p:attrNameLst>
                                      </p:cBhvr>
                                      <p:to>
                                        <p:strVal val="visible"/>
                                      </p:to>
                                    </p:set>
                                    <p:anim calcmode="lin" valueType="num">
                                      <p:cBhvr>
                                        <p:cTn id="167" dur="250" fill="hold"/>
                                        <p:tgtEl>
                                          <p:spTgt spid="63"/>
                                        </p:tgtEl>
                                        <p:attrNameLst>
                                          <p:attrName>ppt_w</p:attrName>
                                        </p:attrNameLst>
                                      </p:cBhvr>
                                      <p:tavLst>
                                        <p:tav tm="0">
                                          <p:val>
                                            <p:fltVal val="0"/>
                                          </p:val>
                                        </p:tav>
                                        <p:tav tm="100000">
                                          <p:val>
                                            <p:strVal val="#ppt_w"/>
                                          </p:val>
                                        </p:tav>
                                      </p:tavLst>
                                    </p:anim>
                                    <p:anim calcmode="lin" valueType="num">
                                      <p:cBhvr>
                                        <p:cTn id="168" dur="250" fill="hold"/>
                                        <p:tgtEl>
                                          <p:spTgt spid="63"/>
                                        </p:tgtEl>
                                        <p:attrNameLst>
                                          <p:attrName>ppt_h</p:attrName>
                                        </p:attrNameLst>
                                      </p:cBhvr>
                                      <p:tavLst>
                                        <p:tav tm="0">
                                          <p:val>
                                            <p:fltVal val="0"/>
                                          </p:val>
                                        </p:tav>
                                        <p:tav tm="100000">
                                          <p:val>
                                            <p:strVal val="#ppt_h"/>
                                          </p:val>
                                        </p:tav>
                                      </p:tavLst>
                                    </p:anim>
                                    <p:animEffect transition="in" filter="fade">
                                      <p:cBhvr>
                                        <p:cTn id="169" dur="250"/>
                                        <p:tgtEl>
                                          <p:spTgt spid="63"/>
                                        </p:tgtEl>
                                      </p:cBhvr>
                                    </p:animEffect>
                                  </p:childTnLst>
                                </p:cTn>
                              </p:par>
                              <p:par>
                                <p:cTn id="170" presetID="6" presetClass="emph" presetSubtype="0" decel="100000" fill="hold" grpId="1" nodeType="withEffect">
                                  <p:stCondLst>
                                    <p:cond delay="800"/>
                                  </p:stCondLst>
                                  <p:childTnLst>
                                    <p:animScale>
                                      <p:cBhvr>
                                        <p:cTn id="171" dur="250" fill="hold"/>
                                        <p:tgtEl>
                                          <p:spTgt spid="63"/>
                                        </p:tgtEl>
                                      </p:cBhvr>
                                      <p:by x="120000" y="120000"/>
                                    </p:animScale>
                                  </p:childTnLst>
                                </p:cTn>
                              </p:par>
                              <p:par>
                                <p:cTn id="172" presetID="6" presetClass="emph" presetSubtype="0" decel="100000" fill="hold" grpId="2" nodeType="withEffect">
                                  <p:stCondLst>
                                    <p:cond delay="1000"/>
                                  </p:stCondLst>
                                  <p:childTnLst>
                                    <p:animScale>
                                      <p:cBhvr>
                                        <p:cTn id="173" dur="250" fill="hold"/>
                                        <p:tgtEl>
                                          <p:spTgt spid="63"/>
                                        </p:tgtEl>
                                      </p:cBhvr>
                                      <p:by x="83000" y="83000"/>
                                    </p:animScale>
                                  </p:childTnLst>
                                </p:cTn>
                              </p:par>
                              <p:par>
                                <p:cTn id="174" presetID="53" presetClass="entr" presetSubtype="16" fill="hold" grpId="0" nodeType="withEffect">
                                  <p:stCondLst>
                                    <p:cond delay="800"/>
                                  </p:stCondLst>
                                  <p:childTnLst>
                                    <p:set>
                                      <p:cBhvr>
                                        <p:cTn id="175" dur="1" fill="hold">
                                          <p:stCondLst>
                                            <p:cond delay="0"/>
                                          </p:stCondLst>
                                        </p:cTn>
                                        <p:tgtEl>
                                          <p:spTgt spid="105"/>
                                        </p:tgtEl>
                                        <p:attrNameLst>
                                          <p:attrName>style.visibility</p:attrName>
                                        </p:attrNameLst>
                                      </p:cBhvr>
                                      <p:to>
                                        <p:strVal val="visible"/>
                                      </p:to>
                                    </p:set>
                                    <p:anim calcmode="lin" valueType="num">
                                      <p:cBhvr>
                                        <p:cTn id="176" dur="250" fill="hold"/>
                                        <p:tgtEl>
                                          <p:spTgt spid="105"/>
                                        </p:tgtEl>
                                        <p:attrNameLst>
                                          <p:attrName>ppt_w</p:attrName>
                                        </p:attrNameLst>
                                      </p:cBhvr>
                                      <p:tavLst>
                                        <p:tav tm="0">
                                          <p:val>
                                            <p:fltVal val="0"/>
                                          </p:val>
                                        </p:tav>
                                        <p:tav tm="100000">
                                          <p:val>
                                            <p:strVal val="#ppt_w"/>
                                          </p:val>
                                        </p:tav>
                                      </p:tavLst>
                                    </p:anim>
                                    <p:anim calcmode="lin" valueType="num">
                                      <p:cBhvr>
                                        <p:cTn id="177" dur="250" fill="hold"/>
                                        <p:tgtEl>
                                          <p:spTgt spid="105"/>
                                        </p:tgtEl>
                                        <p:attrNameLst>
                                          <p:attrName>ppt_h</p:attrName>
                                        </p:attrNameLst>
                                      </p:cBhvr>
                                      <p:tavLst>
                                        <p:tav tm="0">
                                          <p:val>
                                            <p:fltVal val="0"/>
                                          </p:val>
                                        </p:tav>
                                        <p:tav tm="100000">
                                          <p:val>
                                            <p:strVal val="#ppt_h"/>
                                          </p:val>
                                        </p:tav>
                                      </p:tavLst>
                                    </p:anim>
                                    <p:animEffect transition="in" filter="fade">
                                      <p:cBhvr>
                                        <p:cTn id="178" dur="250"/>
                                        <p:tgtEl>
                                          <p:spTgt spid="105"/>
                                        </p:tgtEl>
                                      </p:cBhvr>
                                    </p:animEffect>
                                  </p:childTnLst>
                                </p:cTn>
                              </p:par>
                              <p:par>
                                <p:cTn id="179" presetID="6" presetClass="emph" presetSubtype="0" decel="100000" fill="hold" grpId="1" nodeType="withEffect">
                                  <p:stCondLst>
                                    <p:cond delay="1000"/>
                                  </p:stCondLst>
                                  <p:childTnLst>
                                    <p:animScale>
                                      <p:cBhvr>
                                        <p:cTn id="180" dur="250" fill="hold"/>
                                        <p:tgtEl>
                                          <p:spTgt spid="105"/>
                                        </p:tgtEl>
                                      </p:cBhvr>
                                      <p:by x="120000" y="120000"/>
                                    </p:animScale>
                                  </p:childTnLst>
                                </p:cTn>
                              </p:par>
                              <p:par>
                                <p:cTn id="181" presetID="6" presetClass="emph" presetSubtype="0" decel="100000" fill="hold" grpId="2" nodeType="withEffect">
                                  <p:stCondLst>
                                    <p:cond delay="1200"/>
                                  </p:stCondLst>
                                  <p:childTnLst>
                                    <p:animScale>
                                      <p:cBhvr>
                                        <p:cTn id="182" dur="250" fill="hold"/>
                                        <p:tgtEl>
                                          <p:spTgt spid="105"/>
                                        </p:tgtEl>
                                      </p:cBhvr>
                                      <p:by x="83000" y="83000"/>
                                    </p:animScale>
                                  </p:childTnLst>
                                </p:cTn>
                              </p:par>
                              <p:par>
                                <p:cTn id="183" presetID="53" presetClass="entr" presetSubtype="16" fill="hold" grpId="0" nodeType="withEffect">
                                  <p:stCondLst>
                                    <p:cond delay="1000"/>
                                  </p:stCondLst>
                                  <p:iterate type="lt">
                                    <p:tmPct val="10000"/>
                                  </p:iterate>
                                  <p:childTnLst>
                                    <p:set>
                                      <p:cBhvr>
                                        <p:cTn id="184" dur="1" fill="hold">
                                          <p:stCondLst>
                                            <p:cond delay="0"/>
                                          </p:stCondLst>
                                        </p:cTn>
                                        <p:tgtEl>
                                          <p:spTgt spid="108"/>
                                        </p:tgtEl>
                                        <p:attrNameLst>
                                          <p:attrName>style.visibility</p:attrName>
                                        </p:attrNameLst>
                                      </p:cBhvr>
                                      <p:to>
                                        <p:strVal val="visible"/>
                                      </p:to>
                                    </p:set>
                                    <p:anim calcmode="lin" valueType="num">
                                      <p:cBhvr>
                                        <p:cTn id="185" dur="250" fill="hold"/>
                                        <p:tgtEl>
                                          <p:spTgt spid="108"/>
                                        </p:tgtEl>
                                        <p:attrNameLst>
                                          <p:attrName>ppt_w</p:attrName>
                                        </p:attrNameLst>
                                      </p:cBhvr>
                                      <p:tavLst>
                                        <p:tav tm="0">
                                          <p:val>
                                            <p:fltVal val="0"/>
                                          </p:val>
                                        </p:tav>
                                        <p:tav tm="100000">
                                          <p:val>
                                            <p:strVal val="#ppt_w"/>
                                          </p:val>
                                        </p:tav>
                                      </p:tavLst>
                                    </p:anim>
                                    <p:anim calcmode="lin" valueType="num">
                                      <p:cBhvr>
                                        <p:cTn id="186" dur="250" fill="hold"/>
                                        <p:tgtEl>
                                          <p:spTgt spid="108"/>
                                        </p:tgtEl>
                                        <p:attrNameLst>
                                          <p:attrName>ppt_h</p:attrName>
                                        </p:attrNameLst>
                                      </p:cBhvr>
                                      <p:tavLst>
                                        <p:tav tm="0">
                                          <p:val>
                                            <p:fltVal val="0"/>
                                          </p:val>
                                        </p:tav>
                                        <p:tav tm="100000">
                                          <p:val>
                                            <p:strVal val="#ppt_h"/>
                                          </p:val>
                                        </p:tav>
                                      </p:tavLst>
                                    </p:anim>
                                    <p:animEffect transition="in" filter="fade">
                                      <p:cBhvr>
                                        <p:cTn id="187" dur="250"/>
                                        <p:tgtEl>
                                          <p:spTgt spid="108"/>
                                        </p:tgtEl>
                                      </p:cBhvr>
                                    </p:animEffect>
                                  </p:childTnLst>
                                </p:cTn>
                              </p:par>
                            </p:childTnLst>
                          </p:cTn>
                        </p:par>
                        <p:par>
                          <p:cTn id="188" fill="hold">
                            <p:stCondLst>
                              <p:cond delay="10025"/>
                            </p:stCondLst>
                            <p:childTnLst>
                              <p:par>
                                <p:cTn id="189" presetID="53" presetClass="entr" presetSubtype="16" fill="hold" grpId="0" nodeType="afterEffect">
                                  <p:stCondLst>
                                    <p:cond delay="0"/>
                                  </p:stCondLst>
                                  <p:childTnLst>
                                    <p:set>
                                      <p:cBhvr>
                                        <p:cTn id="190" dur="1" fill="hold">
                                          <p:stCondLst>
                                            <p:cond delay="0"/>
                                          </p:stCondLst>
                                        </p:cTn>
                                        <p:tgtEl>
                                          <p:spTgt spid="99"/>
                                        </p:tgtEl>
                                        <p:attrNameLst>
                                          <p:attrName>style.visibility</p:attrName>
                                        </p:attrNameLst>
                                      </p:cBhvr>
                                      <p:to>
                                        <p:strVal val="visible"/>
                                      </p:to>
                                    </p:set>
                                    <p:anim calcmode="lin" valueType="num">
                                      <p:cBhvr>
                                        <p:cTn id="191" dur="250" fill="hold"/>
                                        <p:tgtEl>
                                          <p:spTgt spid="99"/>
                                        </p:tgtEl>
                                        <p:attrNameLst>
                                          <p:attrName>ppt_w</p:attrName>
                                        </p:attrNameLst>
                                      </p:cBhvr>
                                      <p:tavLst>
                                        <p:tav tm="0">
                                          <p:val>
                                            <p:fltVal val="0"/>
                                          </p:val>
                                        </p:tav>
                                        <p:tav tm="100000">
                                          <p:val>
                                            <p:strVal val="#ppt_w"/>
                                          </p:val>
                                        </p:tav>
                                      </p:tavLst>
                                    </p:anim>
                                    <p:anim calcmode="lin" valueType="num">
                                      <p:cBhvr>
                                        <p:cTn id="192" dur="250" fill="hold"/>
                                        <p:tgtEl>
                                          <p:spTgt spid="99"/>
                                        </p:tgtEl>
                                        <p:attrNameLst>
                                          <p:attrName>ppt_h</p:attrName>
                                        </p:attrNameLst>
                                      </p:cBhvr>
                                      <p:tavLst>
                                        <p:tav tm="0">
                                          <p:val>
                                            <p:fltVal val="0"/>
                                          </p:val>
                                        </p:tav>
                                        <p:tav tm="100000">
                                          <p:val>
                                            <p:strVal val="#ppt_h"/>
                                          </p:val>
                                        </p:tav>
                                      </p:tavLst>
                                    </p:anim>
                                    <p:animEffect transition="in" filter="fade">
                                      <p:cBhvr>
                                        <p:cTn id="193" dur="250"/>
                                        <p:tgtEl>
                                          <p:spTgt spid="99"/>
                                        </p:tgtEl>
                                      </p:cBhvr>
                                    </p:animEffect>
                                  </p:childTnLst>
                                </p:cTn>
                              </p:par>
                              <p:par>
                                <p:cTn id="194" presetID="6" presetClass="emph" presetSubtype="0" decel="100000" fill="hold" grpId="1" nodeType="withEffect">
                                  <p:stCondLst>
                                    <p:cond delay="200"/>
                                  </p:stCondLst>
                                  <p:childTnLst>
                                    <p:animScale>
                                      <p:cBhvr>
                                        <p:cTn id="195" dur="250" fill="hold"/>
                                        <p:tgtEl>
                                          <p:spTgt spid="99"/>
                                        </p:tgtEl>
                                      </p:cBhvr>
                                      <p:by x="120000" y="120000"/>
                                    </p:animScale>
                                  </p:childTnLst>
                                </p:cTn>
                              </p:par>
                              <p:par>
                                <p:cTn id="196" presetID="6" presetClass="emph" presetSubtype="0" decel="100000" fill="hold" grpId="2" nodeType="withEffect">
                                  <p:stCondLst>
                                    <p:cond delay="400"/>
                                  </p:stCondLst>
                                  <p:childTnLst>
                                    <p:animScale>
                                      <p:cBhvr>
                                        <p:cTn id="197" dur="250" fill="hold"/>
                                        <p:tgtEl>
                                          <p:spTgt spid="99"/>
                                        </p:tgtEl>
                                      </p:cBhvr>
                                      <p:by x="83000" y="83000"/>
                                    </p:animScale>
                                  </p:childTnLst>
                                </p:cTn>
                              </p:par>
                              <p:par>
                                <p:cTn id="198" presetID="53" presetClass="entr" presetSubtype="16" fill="hold" nodeType="withEffect">
                                  <p:stCondLst>
                                    <p:cond delay="400"/>
                                  </p:stCondLst>
                                  <p:childTnLst>
                                    <p:set>
                                      <p:cBhvr>
                                        <p:cTn id="199" dur="1" fill="hold">
                                          <p:stCondLst>
                                            <p:cond delay="0"/>
                                          </p:stCondLst>
                                        </p:cTn>
                                        <p:tgtEl>
                                          <p:spTgt spid="85"/>
                                        </p:tgtEl>
                                        <p:attrNameLst>
                                          <p:attrName>style.visibility</p:attrName>
                                        </p:attrNameLst>
                                      </p:cBhvr>
                                      <p:to>
                                        <p:strVal val="visible"/>
                                      </p:to>
                                    </p:set>
                                    <p:anim calcmode="lin" valueType="num">
                                      <p:cBhvr>
                                        <p:cTn id="200" dur="250" fill="hold"/>
                                        <p:tgtEl>
                                          <p:spTgt spid="85"/>
                                        </p:tgtEl>
                                        <p:attrNameLst>
                                          <p:attrName>ppt_w</p:attrName>
                                        </p:attrNameLst>
                                      </p:cBhvr>
                                      <p:tavLst>
                                        <p:tav tm="0">
                                          <p:val>
                                            <p:fltVal val="0"/>
                                          </p:val>
                                        </p:tav>
                                        <p:tav tm="100000">
                                          <p:val>
                                            <p:strVal val="#ppt_w"/>
                                          </p:val>
                                        </p:tav>
                                      </p:tavLst>
                                    </p:anim>
                                    <p:anim calcmode="lin" valueType="num">
                                      <p:cBhvr>
                                        <p:cTn id="201" dur="250" fill="hold"/>
                                        <p:tgtEl>
                                          <p:spTgt spid="85"/>
                                        </p:tgtEl>
                                        <p:attrNameLst>
                                          <p:attrName>ppt_h</p:attrName>
                                        </p:attrNameLst>
                                      </p:cBhvr>
                                      <p:tavLst>
                                        <p:tav tm="0">
                                          <p:val>
                                            <p:fltVal val="0"/>
                                          </p:val>
                                        </p:tav>
                                        <p:tav tm="100000">
                                          <p:val>
                                            <p:strVal val="#ppt_h"/>
                                          </p:val>
                                        </p:tav>
                                      </p:tavLst>
                                    </p:anim>
                                    <p:animEffect transition="in" filter="fade">
                                      <p:cBhvr>
                                        <p:cTn id="202" dur="250"/>
                                        <p:tgtEl>
                                          <p:spTgt spid="85"/>
                                        </p:tgtEl>
                                      </p:cBhvr>
                                    </p:animEffect>
                                  </p:childTnLst>
                                </p:cTn>
                              </p:par>
                              <p:par>
                                <p:cTn id="203" presetID="6" presetClass="emph" presetSubtype="0" decel="100000" fill="hold" nodeType="withEffect">
                                  <p:stCondLst>
                                    <p:cond delay="600"/>
                                  </p:stCondLst>
                                  <p:childTnLst>
                                    <p:animScale>
                                      <p:cBhvr>
                                        <p:cTn id="204" dur="250" fill="hold"/>
                                        <p:tgtEl>
                                          <p:spTgt spid="85"/>
                                        </p:tgtEl>
                                      </p:cBhvr>
                                      <p:by x="120000" y="120000"/>
                                    </p:animScale>
                                  </p:childTnLst>
                                </p:cTn>
                              </p:par>
                              <p:par>
                                <p:cTn id="205" presetID="6" presetClass="emph" presetSubtype="0" decel="100000" fill="hold" nodeType="withEffect">
                                  <p:stCondLst>
                                    <p:cond delay="800"/>
                                  </p:stCondLst>
                                  <p:childTnLst>
                                    <p:animScale>
                                      <p:cBhvr>
                                        <p:cTn id="206" dur="250" fill="hold"/>
                                        <p:tgtEl>
                                          <p:spTgt spid="85"/>
                                        </p:tgtEl>
                                      </p:cBhvr>
                                      <p:by x="83000" y="83000"/>
                                    </p:animScale>
                                  </p:childTnLst>
                                </p:cTn>
                              </p:par>
                              <p:par>
                                <p:cTn id="207" presetID="53" presetClass="entr" presetSubtype="16" fill="hold" grpId="0" nodeType="withEffect">
                                  <p:stCondLst>
                                    <p:cond delay="600"/>
                                  </p:stCondLst>
                                  <p:childTnLst>
                                    <p:set>
                                      <p:cBhvr>
                                        <p:cTn id="208" dur="1" fill="hold">
                                          <p:stCondLst>
                                            <p:cond delay="0"/>
                                          </p:stCondLst>
                                        </p:cTn>
                                        <p:tgtEl>
                                          <p:spTgt spid="66"/>
                                        </p:tgtEl>
                                        <p:attrNameLst>
                                          <p:attrName>style.visibility</p:attrName>
                                        </p:attrNameLst>
                                      </p:cBhvr>
                                      <p:to>
                                        <p:strVal val="visible"/>
                                      </p:to>
                                    </p:set>
                                    <p:anim calcmode="lin" valueType="num">
                                      <p:cBhvr>
                                        <p:cTn id="209" dur="250" fill="hold"/>
                                        <p:tgtEl>
                                          <p:spTgt spid="66"/>
                                        </p:tgtEl>
                                        <p:attrNameLst>
                                          <p:attrName>ppt_w</p:attrName>
                                        </p:attrNameLst>
                                      </p:cBhvr>
                                      <p:tavLst>
                                        <p:tav tm="0">
                                          <p:val>
                                            <p:fltVal val="0"/>
                                          </p:val>
                                        </p:tav>
                                        <p:tav tm="100000">
                                          <p:val>
                                            <p:strVal val="#ppt_w"/>
                                          </p:val>
                                        </p:tav>
                                      </p:tavLst>
                                    </p:anim>
                                    <p:anim calcmode="lin" valueType="num">
                                      <p:cBhvr>
                                        <p:cTn id="210" dur="250" fill="hold"/>
                                        <p:tgtEl>
                                          <p:spTgt spid="66"/>
                                        </p:tgtEl>
                                        <p:attrNameLst>
                                          <p:attrName>ppt_h</p:attrName>
                                        </p:attrNameLst>
                                      </p:cBhvr>
                                      <p:tavLst>
                                        <p:tav tm="0">
                                          <p:val>
                                            <p:fltVal val="0"/>
                                          </p:val>
                                        </p:tav>
                                        <p:tav tm="100000">
                                          <p:val>
                                            <p:strVal val="#ppt_h"/>
                                          </p:val>
                                        </p:tav>
                                      </p:tavLst>
                                    </p:anim>
                                    <p:animEffect transition="in" filter="fade">
                                      <p:cBhvr>
                                        <p:cTn id="211" dur="250"/>
                                        <p:tgtEl>
                                          <p:spTgt spid="66"/>
                                        </p:tgtEl>
                                      </p:cBhvr>
                                    </p:animEffect>
                                  </p:childTnLst>
                                </p:cTn>
                              </p:par>
                              <p:par>
                                <p:cTn id="212" presetID="6" presetClass="emph" presetSubtype="0" decel="100000" fill="hold" grpId="1" nodeType="withEffect">
                                  <p:stCondLst>
                                    <p:cond delay="800"/>
                                  </p:stCondLst>
                                  <p:childTnLst>
                                    <p:animScale>
                                      <p:cBhvr>
                                        <p:cTn id="213" dur="250" fill="hold"/>
                                        <p:tgtEl>
                                          <p:spTgt spid="66"/>
                                        </p:tgtEl>
                                      </p:cBhvr>
                                      <p:by x="120000" y="120000"/>
                                    </p:animScale>
                                  </p:childTnLst>
                                </p:cTn>
                              </p:par>
                              <p:par>
                                <p:cTn id="214" presetID="6" presetClass="emph" presetSubtype="0" decel="100000" fill="hold" grpId="2" nodeType="withEffect">
                                  <p:stCondLst>
                                    <p:cond delay="1000"/>
                                  </p:stCondLst>
                                  <p:childTnLst>
                                    <p:animScale>
                                      <p:cBhvr>
                                        <p:cTn id="215" dur="250" fill="hold"/>
                                        <p:tgtEl>
                                          <p:spTgt spid="66"/>
                                        </p:tgtEl>
                                      </p:cBhvr>
                                      <p:by x="83000" y="83000"/>
                                    </p:animScale>
                                  </p:childTnLst>
                                </p:cTn>
                              </p:par>
                              <p:par>
                                <p:cTn id="216" presetID="53" presetClass="entr" presetSubtype="16" fill="hold" grpId="0" nodeType="withEffect">
                                  <p:stCondLst>
                                    <p:cond delay="800"/>
                                  </p:stCondLst>
                                  <p:childTnLst>
                                    <p:set>
                                      <p:cBhvr>
                                        <p:cTn id="217" dur="1" fill="hold">
                                          <p:stCondLst>
                                            <p:cond delay="0"/>
                                          </p:stCondLst>
                                        </p:cTn>
                                        <p:tgtEl>
                                          <p:spTgt spid="104"/>
                                        </p:tgtEl>
                                        <p:attrNameLst>
                                          <p:attrName>style.visibility</p:attrName>
                                        </p:attrNameLst>
                                      </p:cBhvr>
                                      <p:to>
                                        <p:strVal val="visible"/>
                                      </p:to>
                                    </p:set>
                                    <p:anim calcmode="lin" valueType="num">
                                      <p:cBhvr>
                                        <p:cTn id="218" dur="250" fill="hold"/>
                                        <p:tgtEl>
                                          <p:spTgt spid="104"/>
                                        </p:tgtEl>
                                        <p:attrNameLst>
                                          <p:attrName>ppt_w</p:attrName>
                                        </p:attrNameLst>
                                      </p:cBhvr>
                                      <p:tavLst>
                                        <p:tav tm="0">
                                          <p:val>
                                            <p:fltVal val="0"/>
                                          </p:val>
                                        </p:tav>
                                        <p:tav tm="100000">
                                          <p:val>
                                            <p:strVal val="#ppt_w"/>
                                          </p:val>
                                        </p:tav>
                                      </p:tavLst>
                                    </p:anim>
                                    <p:anim calcmode="lin" valueType="num">
                                      <p:cBhvr>
                                        <p:cTn id="219" dur="250" fill="hold"/>
                                        <p:tgtEl>
                                          <p:spTgt spid="104"/>
                                        </p:tgtEl>
                                        <p:attrNameLst>
                                          <p:attrName>ppt_h</p:attrName>
                                        </p:attrNameLst>
                                      </p:cBhvr>
                                      <p:tavLst>
                                        <p:tav tm="0">
                                          <p:val>
                                            <p:fltVal val="0"/>
                                          </p:val>
                                        </p:tav>
                                        <p:tav tm="100000">
                                          <p:val>
                                            <p:strVal val="#ppt_h"/>
                                          </p:val>
                                        </p:tav>
                                      </p:tavLst>
                                    </p:anim>
                                    <p:animEffect transition="in" filter="fade">
                                      <p:cBhvr>
                                        <p:cTn id="220" dur="250"/>
                                        <p:tgtEl>
                                          <p:spTgt spid="104"/>
                                        </p:tgtEl>
                                      </p:cBhvr>
                                    </p:animEffect>
                                  </p:childTnLst>
                                </p:cTn>
                              </p:par>
                              <p:par>
                                <p:cTn id="221" presetID="6" presetClass="emph" presetSubtype="0" decel="100000" fill="hold" grpId="1" nodeType="withEffect">
                                  <p:stCondLst>
                                    <p:cond delay="1000"/>
                                  </p:stCondLst>
                                  <p:childTnLst>
                                    <p:animScale>
                                      <p:cBhvr>
                                        <p:cTn id="222" dur="250" fill="hold"/>
                                        <p:tgtEl>
                                          <p:spTgt spid="104"/>
                                        </p:tgtEl>
                                      </p:cBhvr>
                                      <p:by x="120000" y="120000"/>
                                    </p:animScale>
                                  </p:childTnLst>
                                </p:cTn>
                              </p:par>
                              <p:par>
                                <p:cTn id="223" presetID="6" presetClass="emph" presetSubtype="0" decel="100000" fill="hold" grpId="2" nodeType="withEffect">
                                  <p:stCondLst>
                                    <p:cond delay="1200"/>
                                  </p:stCondLst>
                                  <p:childTnLst>
                                    <p:animScale>
                                      <p:cBhvr>
                                        <p:cTn id="224" dur="250" fill="hold"/>
                                        <p:tgtEl>
                                          <p:spTgt spid="104"/>
                                        </p:tgtEl>
                                      </p:cBhvr>
                                      <p:by x="83000" y="83000"/>
                                    </p:animScale>
                                  </p:childTnLst>
                                </p:cTn>
                              </p:par>
                              <p:par>
                                <p:cTn id="225" presetID="53" presetClass="entr" presetSubtype="16" fill="hold" grpId="0" nodeType="withEffect">
                                  <p:stCondLst>
                                    <p:cond delay="1000"/>
                                  </p:stCondLst>
                                  <p:iterate type="lt">
                                    <p:tmPct val="10000"/>
                                  </p:iterate>
                                  <p:childTnLst>
                                    <p:set>
                                      <p:cBhvr>
                                        <p:cTn id="226" dur="1" fill="hold">
                                          <p:stCondLst>
                                            <p:cond delay="0"/>
                                          </p:stCondLst>
                                        </p:cTn>
                                        <p:tgtEl>
                                          <p:spTgt spid="111"/>
                                        </p:tgtEl>
                                        <p:attrNameLst>
                                          <p:attrName>style.visibility</p:attrName>
                                        </p:attrNameLst>
                                      </p:cBhvr>
                                      <p:to>
                                        <p:strVal val="visible"/>
                                      </p:to>
                                    </p:set>
                                    <p:anim calcmode="lin" valueType="num">
                                      <p:cBhvr>
                                        <p:cTn id="227" dur="250" fill="hold"/>
                                        <p:tgtEl>
                                          <p:spTgt spid="111"/>
                                        </p:tgtEl>
                                        <p:attrNameLst>
                                          <p:attrName>ppt_w</p:attrName>
                                        </p:attrNameLst>
                                      </p:cBhvr>
                                      <p:tavLst>
                                        <p:tav tm="0">
                                          <p:val>
                                            <p:fltVal val="0"/>
                                          </p:val>
                                        </p:tav>
                                        <p:tav tm="100000">
                                          <p:val>
                                            <p:strVal val="#ppt_w"/>
                                          </p:val>
                                        </p:tav>
                                      </p:tavLst>
                                    </p:anim>
                                    <p:anim calcmode="lin" valueType="num">
                                      <p:cBhvr>
                                        <p:cTn id="228" dur="250" fill="hold"/>
                                        <p:tgtEl>
                                          <p:spTgt spid="111"/>
                                        </p:tgtEl>
                                        <p:attrNameLst>
                                          <p:attrName>ppt_h</p:attrName>
                                        </p:attrNameLst>
                                      </p:cBhvr>
                                      <p:tavLst>
                                        <p:tav tm="0">
                                          <p:val>
                                            <p:fltVal val="0"/>
                                          </p:val>
                                        </p:tav>
                                        <p:tav tm="100000">
                                          <p:val>
                                            <p:strVal val="#ppt_h"/>
                                          </p:val>
                                        </p:tav>
                                      </p:tavLst>
                                    </p:anim>
                                    <p:animEffect transition="in" filter="fade">
                                      <p:cBhvr>
                                        <p:cTn id="229" dur="250"/>
                                        <p:tgtEl>
                                          <p:spTgt spid="111"/>
                                        </p:tgtEl>
                                      </p:cBhvr>
                                    </p:animEffect>
                                  </p:childTnLst>
                                </p:cTn>
                              </p:par>
                            </p:childTnLst>
                          </p:cTn>
                        </p:par>
                        <p:par>
                          <p:cTn id="230" fill="hold">
                            <p:stCondLst>
                              <p:cond delay="12200"/>
                            </p:stCondLst>
                            <p:childTnLst>
                              <p:par>
                                <p:cTn id="231" presetID="53" presetClass="entr" presetSubtype="16" fill="hold" grpId="0" nodeType="afterEffect">
                                  <p:stCondLst>
                                    <p:cond delay="0"/>
                                  </p:stCondLst>
                                  <p:childTnLst>
                                    <p:set>
                                      <p:cBhvr>
                                        <p:cTn id="232" dur="1" fill="hold">
                                          <p:stCondLst>
                                            <p:cond delay="0"/>
                                          </p:stCondLst>
                                        </p:cTn>
                                        <p:tgtEl>
                                          <p:spTgt spid="101"/>
                                        </p:tgtEl>
                                        <p:attrNameLst>
                                          <p:attrName>style.visibility</p:attrName>
                                        </p:attrNameLst>
                                      </p:cBhvr>
                                      <p:to>
                                        <p:strVal val="visible"/>
                                      </p:to>
                                    </p:set>
                                    <p:anim calcmode="lin" valueType="num">
                                      <p:cBhvr>
                                        <p:cTn id="233" dur="250" fill="hold"/>
                                        <p:tgtEl>
                                          <p:spTgt spid="101"/>
                                        </p:tgtEl>
                                        <p:attrNameLst>
                                          <p:attrName>ppt_w</p:attrName>
                                        </p:attrNameLst>
                                      </p:cBhvr>
                                      <p:tavLst>
                                        <p:tav tm="0">
                                          <p:val>
                                            <p:fltVal val="0"/>
                                          </p:val>
                                        </p:tav>
                                        <p:tav tm="100000">
                                          <p:val>
                                            <p:strVal val="#ppt_w"/>
                                          </p:val>
                                        </p:tav>
                                      </p:tavLst>
                                    </p:anim>
                                    <p:anim calcmode="lin" valueType="num">
                                      <p:cBhvr>
                                        <p:cTn id="234" dur="250" fill="hold"/>
                                        <p:tgtEl>
                                          <p:spTgt spid="101"/>
                                        </p:tgtEl>
                                        <p:attrNameLst>
                                          <p:attrName>ppt_h</p:attrName>
                                        </p:attrNameLst>
                                      </p:cBhvr>
                                      <p:tavLst>
                                        <p:tav tm="0">
                                          <p:val>
                                            <p:fltVal val="0"/>
                                          </p:val>
                                        </p:tav>
                                        <p:tav tm="100000">
                                          <p:val>
                                            <p:strVal val="#ppt_h"/>
                                          </p:val>
                                        </p:tav>
                                      </p:tavLst>
                                    </p:anim>
                                    <p:animEffect transition="in" filter="fade">
                                      <p:cBhvr>
                                        <p:cTn id="235" dur="250"/>
                                        <p:tgtEl>
                                          <p:spTgt spid="101"/>
                                        </p:tgtEl>
                                      </p:cBhvr>
                                    </p:animEffect>
                                  </p:childTnLst>
                                </p:cTn>
                              </p:par>
                              <p:par>
                                <p:cTn id="236" presetID="6" presetClass="emph" presetSubtype="0" decel="100000" fill="hold" grpId="1" nodeType="withEffect">
                                  <p:stCondLst>
                                    <p:cond delay="200"/>
                                  </p:stCondLst>
                                  <p:childTnLst>
                                    <p:animScale>
                                      <p:cBhvr>
                                        <p:cTn id="237" dur="250" fill="hold"/>
                                        <p:tgtEl>
                                          <p:spTgt spid="101"/>
                                        </p:tgtEl>
                                      </p:cBhvr>
                                      <p:by x="120000" y="120000"/>
                                    </p:animScale>
                                  </p:childTnLst>
                                </p:cTn>
                              </p:par>
                              <p:par>
                                <p:cTn id="238" presetID="6" presetClass="emph" presetSubtype="0" decel="100000" fill="hold" grpId="2" nodeType="withEffect">
                                  <p:stCondLst>
                                    <p:cond delay="400"/>
                                  </p:stCondLst>
                                  <p:childTnLst>
                                    <p:animScale>
                                      <p:cBhvr>
                                        <p:cTn id="239" dur="250" fill="hold"/>
                                        <p:tgtEl>
                                          <p:spTgt spid="101"/>
                                        </p:tgtEl>
                                      </p:cBhvr>
                                      <p:by x="83000" y="83000"/>
                                    </p:animScale>
                                  </p:childTnLst>
                                </p:cTn>
                              </p:par>
                              <p:par>
                                <p:cTn id="240" presetID="53" presetClass="entr" presetSubtype="16" fill="hold" nodeType="withEffect">
                                  <p:stCondLst>
                                    <p:cond delay="400"/>
                                  </p:stCondLst>
                                  <p:childTnLst>
                                    <p:set>
                                      <p:cBhvr>
                                        <p:cTn id="241" dur="1" fill="hold">
                                          <p:stCondLst>
                                            <p:cond delay="0"/>
                                          </p:stCondLst>
                                        </p:cTn>
                                        <p:tgtEl>
                                          <p:spTgt spid="91"/>
                                        </p:tgtEl>
                                        <p:attrNameLst>
                                          <p:attrName>style.visibility</p:attrName>
                                        </p:attrNameLst>
                                      </p:cBhvr>
                                      <p:to>
                                        <p:strVal val="visible"/>
                                      </p:to>
                                    </p:set>
                                    <p:anim calcmode="lin" valueType="num">
                                      <p:cBhvr>
                                        <p:cTn id="242" dur="250" fill="hold"/>
                                        <p:tgtEl>
                                          <p:spTgt spid="91"/>
                                        </p:tgtEl>
                                        <p:attrNameLst>
                                          <p:attrName>ppt_w</p:attrName>
                                        </p:attrNameLst>
                                      </p:cBhvr>
                                      <p:tavLst>
                                        <p:tav tm="0">
                                          <p:val>
                                            <p:fltVal val="0"/>
                                          </p:val>
                                        </p:tav>
                                        <p:tav tm="100000">
                                          <p:val>
                                            <p:strVal val="#ppt_w"/>
                                          </p:val>
                                        </p:tav>
                                      </p:tavLst>
                                    </p:anim>
                                    <p:anim calcmode="lin" valueType="num">
                                      <p:cBhvr>
                                        <p:cTn id="243" dur="250" fill="hold"/>
                                        <p:tgtEl>
                                          <p:spTgt spid="91"/>
                                        </p:tgtEl>
                                        <p:attrNameLst>
                                          <p:attrName>ppt_h</p:attrName>
                                        </p:attrNameLst>
                                      </p:cBhvr>
                                      <p:tavLst>
                                        <p:tav tm="0">
                                          <p:val>
                                            <p:fltVal val="0"/>
                                          </p:val>
                                        </p:tav>
                                        <p:tav tm="100000">
                                          <p:val>
                                            <p:strVal val="#ppt_h"/>
                                          </p:val>
                                        </p:tav>
                                      </p:tavLst>
                                    </p:anim>
                                    <p:animEffect transition="in" filter="fade">
                                      <p:cBhvr>
                                        <p:cTn id="244" dur="250"/>
                                        <p:tgtEl>
                                          <p:spTgt spid="91"/>
                                        </p:tgtEl>
                                      </p:cBhvr>
                                    </p:animEffect>
                                  </p:childTnLst>
                                </p:cTn>
                              </p:par>
                              <p:par>
                                <p:cTn id="245" presetID="6" presetClass="emph" presetSubtype="0" decel="100000" fill="hold" nodeType="withEffect">
                                  <p:stCondLst>
                                    <p:cond delay="600"/>
                                  </p:stCondLst>
                                  <p:childTnLst>
                                    <p:animScale>
                                      <p:cBhvr>
                                        <p:cTn id="246" dur="250" fill="hold"/>
                                        <p:tgtEl>
                                          <p:spTgt spid="91"/>
                                        </p:tgtEl>
                                      </p:cBhvr>
                                      <p:by x="120000" y="120000"/>
                                    </p:animScale>
                                  </p:childTnLst>
                                </p:cTn>
                              </p:par>
                              <p:par>
                                <p:cTn id="247" presetID="6" presetClass="emph" presetSubtype="0" decel="100000" fill="hold" nodeType="withEffect">
                                  <p:stCondLst>
                                    <p:cond delay="800"/>
                                  </p:stCondLst>
                                  <p:childTnLst>
                                    <p:animScale>
                                      <p:cBhvr>
                                        <p:cTn id="248" dur="250" fill="hold"/>
                                        <p:tgtEl>
                                          <p:spTgt spid="91"/>
                                        </p:tgtEl>
                                      </p:cBhvr>
                                      <p:by x="83000" y="83000"/>
                                    </p:animScale>
                                  </p:childTnLst>
                                </p:cTn>
                              </p:par>
                              <p:par>
                                <p:cTn id="249" presetID="53" presetClass="entr" presetSubtype="16" fill="hold" grpId="0" nodeType="withEffect">
                                  <p:stCondLst>
                                    <p:cond delay="600"/>
                                  </p:stCondLst>
                                  <p:childTnLst>
                                    <p:set>
                                      <p:cBhvr>
                                        <p:cTn id="250" dur="1" fill="hold">
                                          <p:stCondLst>
                                            <p:cond delay="0"/>
                                          </p:stCondLst>
                                        </p:cTn>
                                        <p:tgtEl>
                                          <p:spTgt spid="64"/>
                                        </p:tgtEl>
                                        <p:attrNameLst>
                                          <p:attrName>style.visibility</p:attrName>
                                        </p:attrNameLst>
                                      </p:cBhvr>
                                      <p:to>
                                        <p:strVal val="visible"/>
                                      </p:to>
                                    </p:set>
                                    <p:anim calcmode="lin" valueType="num">
                                      <p:cBhvr>
                                        <p:cTn id="251" dur="250" fill="hold"/>
                                        <p:tgtEl>
                                          <p:spTgt spid="64"/>
                                        </p:tgtEl>
                                        <p:attrNameLst>
                                          <p:attrName>ppt_w</p:attrName>
                                        </p:attrNameLst>
                                      </p:cBhvr>
                                      <p:tavLst>
                                        <p:tav tm="0">
                                          <p:val>
                                            <p:fltVal val="0"/>
                                          </p:val>
                                        </p:tav>
                                        <p:tav tm="100000">
                                          <p:val>
                                            <p:strVal val="#ppt_w"/>
                                          </p:val>
                                        </p:tav>
                                      </p:tavLst>
                                    </p:anim>
                                    <p:anim calcmode="lin" valueType="num">
                                      <p:cBhvr>
                                        <p:cTn id="252" dur="250" fill="hold"/>
                                        <p:tgtEl>
                                          <p:spTgt spid="64"/>
                                        </p:tgtEl>
                                        <p:attrNameLst>
                                          <p:attrName>ppt_h</p:attrName>
                                        </p:attrNameLst>
                                      </p:cBhvr>
                                      <p:tavLst>
                                        <p:tav tm="0">
                                          <p:val>
                                            <p:fltVal val="0"/>
                                          </p:val>
                                        </p:tav>
                                        <p:tav tm="100000">
                                          <p:val>
                                            <p:strVal val="#ppt_h"/>
                                          </p:val>
                                        </p:tav>
                                      </p:tavLst>
                                    </p:anim>
                                    <p:animEffect transition="in" filter="fade">
                                      <p:cBhvr>
                                        <p:cTn id="253" dur="250"/>
                                        <p:tgtEl>
                                          <p:spTgt spid="64"/>
                                        </p:tgtEl>
                                      </p:cBhvr>
                                    </p:animEffect>
                                  </p:childTnLst>
                                </p:cTn>
                              </p:par>
                              <p:par>
                                <p:cTn id="254" presetID="6" presetClass="emph" presetSubtype="0" decel="100000" fill="hold" grpId="1" nodeType="withEffect">
                                  <p:stCondLst>
                                    <p:cond delay="800"/>
                                  </p:stCondLst>
                                  <p:childTnLst>
                                    <p:animScale>
                                      <p:cBhvr>
                                        <p:cTn id="255" dur="250" fill="hold"/>
                                        <p:tgtEl>
                                          <p:spTgt spid="64"/>
                                        </p:tgtEl>
                                      </p:cBhvr>
                                      <p:by x="120000" y="120000"/>
                                    </p:animScale>
                                  </p:childTnLst>
                                </p:cTn>
                              </p:par>
                              <p:par>
                                <p:cTn id="256" presetID="6" presetClass="emph" presetSubtype="0" decel="100000" fill="hold" grpId="2" nodeType="withEffect">
                                  <p:stCondLst>
                                    <p:cond delay="1000"/>
                                  </p:stCondLst>
                                  <p:childTnLst>
                                    <p:animScale>
                                      <p:cBhvr>
                                        <p:cTn id="257" dur="250" fill="hold"/>
                                        <p:tgtEl>
                                          <p:spTgt spid="64"/>
                                        </p:tgtEl>
                                      </p:cBhvr>
                                      <p:by x="83000" y="83000"/>
                                    </p:animScale>
                                  </p:childTnLst>
                                </p:cTn>
                              </p:par>
                              <p:par>
                                <p:cTn id="258" presetID="53" presetClass="entr" presetSubtype="16" fill="hold" grpId="0" nodeType="withEffect">
                                  <p:stCondLst>
                                    <p:cond delay="800"/>
                                  </p:stCondLst>
                                  <p:childTnLst>
                                    <p:set>
                                      <p:cBhvr>
                                        <p:cTn id="259" dur="1" fill="hold">
                                          <p:stCondLst>
                                            <p:cond delay="0"/>
                                          </p:stCondLst>
                                        </p:cTn>
                                        <p:tgtEl>
                                          <p:spTgt spid="106"/>
                                        </p:tgtEl>
                                        <p:attrNameLst>
                                          <p:attrName>style.visibility</p:attrName>
                                        </p:attrNameLst>
                                      </p:cBhvr>
                                      <p:to>
                                        <p:strVal val="visible"/>
                                      </p:to>
                                    </p:set>
                                    <p:anim calcmode="lin" valueType="num">
                                      <p:cBhvr>
                                        <p:cTn id="260" dur="250" fill="hold"/>
                                        <p:tgtEl>
                                          <p:spTgt spid="106"/>
                                        </p:tgtEl>
                                        <p:attrNameLst>
                                          <p:attrName>ppt_w</p:attrName>
                                        </p:attrNameLst>
                                      </p:cBhvr>
                                      <p:tavLst>
                                        <p:tav tm="0">
                                          <p:val>
                                            <p:fltVal val="0"/>
                                          </p:val>
                                        </p:tav>
                                        <p:tav tm="100000">
                                          <p:val>
                                            <p:strVal val="#ppt_w"/>
                                          </p:val>
                                        </p:tav>
                                      </p:tavLst>
                                    </p:anim>
                                    <p:anim calcmode="lin" valueType="num">
                                      <p:cBhvr>
                                        <p:cTn id="261" dur="250" fill="hold"/>
                                        <p:tgtEl>
                                          <p:spTgt spid="106"/>
                                        </p:tgtEl>
                                        <p:attrNameLst>
                                          <p:attrName>ppt_h</p:attrName>
                                        </p:attrNameLst>
                                      </p:cBhvr>
                                      <p:tavLst>
                                        <p:tav tm="0">
                                          <p:val>
                                            <p:fltVal val="0"/>
                                          </p:val>
                                        </p:tav>
                                        <p:tav tm="100000">
                                          <p:val>
                                            <p:strVal val="#ppt_h"/>
                                          </p:val>
                                        </p:tav>
                                      </p:tavLst>
                                    </p:anim>
                                    <p:animEffect transition="in" filter="fade">
                                      <p:cBhvr>
                                        <p:cTn id="262" dur="250"/>
                                        <p:tgtEl>
                                          <p:spTgt spid="106"/>
                                        </p:tgtEl>
                                      </p:cBhvr>
                                    </p:animEffect>
                                  </p:childTnLst>
                                </p:cTn>
                              </p:par>
                              <p:par>
                                <p:cTn id="263" presetID="6" presetClass="emph" presetSubtype="0" decel="100000" fill="hold" grpId="1" nodeType="withEffect">
                                  <p:stCondLst>
                                    <p:cond delay="1000"/>
                                  </p:stCondLst>
                                  <p:childTnLst>
                                    <p:animScale>
                                      <p:cBhvr>
                                        <p:cTn id="264" dur="250" fill="hold"/>
                                        <p:tgtEl>
                                          <p:spTgt spid="106"/>
                                        </p:tgtEl>
                                      </p:cBhvr>
                                      <p:by x="120000" y="120000"/>
                                    </p:animScale>
                                  </p:childTnLst>
                                </p:cTn>
                              </p:par>
                              <p:par>
                                <p:cTn id="265" presetID="6" presetClass="emph" presetSubtype="0" decel="100000" fill="hold" grpId="2" nodeType="withEffect">
                                  <p:stCondLst>
                                    <p:cond delay="1200"/>
                                  </p:stCondLst>
                                  <p:childTnLst>
                                    <p:animScale>
                                      <p:cBhvr>
                                        <p:cTn id="266" dur="250" fill="hold"/>
                                        <p:tgtEl>
                                          <p:spTgt spid="106"/>
                                        </p:tgtEl>
                                      </p:cBhvr>
                                      <p:by x="83000" y="83000"/>
                                    </p:animScale>
                                  </p:childTnLst>
                                </p:cTn>
                              </p:par>
                              <p:par>
                                <p:cTn id="267" presetID="53" presetClass="entr" presetSubtype="16" fill="hold" grpId="0" nodeType="withEffect">
                                  <p:stCondLst>
                                    <p:cond delay="1000"/>
                                  </p:stCondLst>
                                  <p:iterate type="lt">
                                    <p:tmPct val="10000"/>
                                  </p:iterate>
                                  <p:childTnLst>
                                    <p:set>
                                      <p:cBhvr>
                                        <p:cTn id="268" dur="1" fill="hold">
                                          <p:stCondLst>
                                            <p:cond delay="0"/>
                                          </p:stCondLst>
                                        </p:cTn>
                                        <p:tgtEl>
                                          <p:spTgt spid="109"/>
                                        </p:tgtEl>
                                        <p:attrNameLst>
                                          <p:attrName>style.visibility</p:attrName>
                                        </p:attrNameLst>
                                      </p:cBhvr>
                                      <p:to>
                                        <p:strVal val="visible"/>
                                      </p:to>
                                    </p:set>
                                    <p:anim calcmode="lin" valueType="num">
                                      <p:cBhvr>
                                        <p:cTn id="269" dur="250" fill="hold"/>
                                        <p:tgtEl>
                                          <p:spTgt spid="109"/>
                                        </p:tgtEl>
                                        <p:attrNameLst>
                                          <p:attrName>ppt_w</p:attrName>
                                        </p:attrNameLst>
                                      </p:cBhvr>
                                      <p:tavLst>
                                        <p:tav tm="0">
                                          <p:val>
                                            <p:fltVal val="0"/>
                                          </p:val>
                                        </p:tav>
                                        <p:tav tm="100000">
                                          <p:val>
                                            <p:strVal val="#ppt_w"/>
                                          </p:val>
                                        </p:tav>
                                      </p:tavLst>
                                    </p:anim>
                                    <p:anim calcmode="lin" valueType="num">
                                      <p:cBhvr>
                                        <p:cTn id="270" dur="250" fill="hold"/>
                                        <p:tgtEl>
                                          <p:spTgt spid="109"/>
                                        </p:tgtEl>
                                        <p:attrNameLst>
                                          <p:attrName>ppt_h</p:attrName>
                                        </p:attrNameLst>
                                      </p:cBhvr>
                                      <p:tavLst>
                                        <p:tav tm="0">
                                          <p:val>
                                            <p:fltVal val="0"/>
                                          </p:val>
                                        </p:tav>
                                        <p:tav tm="100000">
                                          <p:val>
                                            <p:strVal val="#ppt_h"/>
                                          </p:val>
                                        </p:tav>
                                      </p:tavLst>
                                    </p:anim>
                                    <p:animEffect transition="in" filter="fade">
                                      <p:cBhvr>
                                        <p:cTn id="271" dur="25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0" grpId="1"/>
      <p:bldP spid="62" grpId="0" animBg="1"/>
      <p:bldP spid="62" grpId="1" animBg="1"/>
      <p:bldP spid="62" grpId="2" animBg="1"/>
      <p:bldP spid="63" grpId="0" animBg="1"/>
      <p:bldP spid="63" grpId="1" animBg="1"/>
      <p:bldP spid="63" grpId="2" animBg="1"/>
      <p:bldP spid="64" grpId="0" animBg="1"/>
      <p:bldP spid="64" grpId="1" animBg="1"/>
      <p:bldP spid="64" grpId="2" animBg="1"/>
      <p:bldP spid="65" grpId="0" animBg="1"/>
      <p:bldP spid="65" grpId="1" animBg="1"/>
      <p:bldP spid="65" grpId="2" animBg="1"/>
      <p:bldP spid="66" grpId="0" animBg="1"/>
      <p:bldP spid="66" grpId="1" animBg="1"/>
      <p:bldP spid="66" grpId="2" animBg="1"/>
      <p:bldP spid="97" grpId="0"/>
      <p:bldP spid="97" grpId="1"/>
      <p:bldP spid="97" grpId="2"/>
      <p:bldP spid="98" grpId="0"/>
      <p:bldP spid="98" grpId="1"/>
      <p:bldP spid="98" grpId="2"/>
      <p:bldP spid="99" grpId="0"/>
      <p:bldP spid="99" grpId="1"/>
      <p:bldP spid="99" grpId="2"/>
      <p:bldP spid="100" grpId="0"/>
      <p:bldP spid="100" grpId="1"/>
      <p:bldP spid="100" grpId="2"/>
      <p:bldP spid="101" grpId="0"/>
      <p:bldP spid="101" grpId="1"/>
      <p:bldP spid="101" grpId="2"/>
      <p:bldP spid="102" grpId="0"/>
      <p:bldP spid="102" grpId="1"/>
      <p:bldP spid="102" grpId="2"/>
      <p:bldP spid="103" grpId="0"/>
      <p:bldP spid="103" grpId="1"/>
      <p:bldP spid="103" grpId="2"/>
      <p:bldP spid="104" grpId="0"/>
      <p:bldP spid="104" grpId="1"/>
      <p:bldP spid="104" grpId="2"/>
      <p:bldP spid="105" grpId="0"/>
      <p:bldP spid="105" grpId="1"/>
      <p:bldP spid="105" grpId="2"/>
      <p:bldP spid="106" grpId="0"/>
      <p:bldP spid="106" grpId="1"/>
      <p:bldP spid="106" grpId="2"/>
      <p:bldP spid="107" grpId="0"/>
      <p:bldP spid="108" grpId="0"/>
      <p:bldP spid="109" grpId="0"/>
      <p:bldP spid="110" grpId="0"/>
      <p:bldP spid="1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450633" y="228814"/>
            <a:ext cx="720000" cy="720000"/>
            <a:chOff x="450633" y="228814"/>
            <a:chExt cx="720000" cy="720000"/>
          </a:xfrm>
        </p:grpSpPr>
        <p:sp>
          <p:nvSpPr>
            <p:cNvPr id="23" name="椭圆 22"/>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24"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25" name="文本框 24"/>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重点工作回顾</a:t>
            </a:r>
          </a:p>
        </p:txBody>
      </p:sp>
      <p:cxnSp>
        <p:nvCxnSpPr>
          <p:cNvPr id="26" name="直接连接符 25"/>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27" name="Freeform 8"/>
          <p:cNvSpPr>
            <a:spLocks noChangeAspect="1"/>
          </p:cNvSpPr>
          <p:nvPr/>
        </p:nvSpPr>
        <p:spPr bwMode="auto">
          <a:xfrm>
            <a:off x="6096000" y="1727527"/>
            <a:ext cx="2032000" cy="3708400"/>
          </a:xfrm>
          <a:custGeom>
            <a:avLst/>
            <a:gdLst>
              <a:gd name="T0" fmla="*/ 0 w 3840"/>
              <a:gd name="T1" fmla="*/ 0 h 7008"/>
              <a:gd name="T2" fmla="*/ 3561 w 3840"/>
              <a:gd name="T3" fmla="*/ 626 h 7008"/>
              <a:gd name="T4" fmla="*/ 3590 w 3840"/>
              <a:gd name="T5" fmla="*/ 634 h 7008"/>
              <a:gd name="T6" fmla="*/ 3619 w 3840"/>
              <a:gd name="T7" fmla="*/ 642 h 7008"/>
              <a:gd name="T8" fmla="*/ 3648 w 3840"/>
              <a:gd name="T9" fmla="*/ 654 h 7008"/>
              <a:gd name="T10" fmla="*/ 3673 w 3840"/>
              <a:gd name="T11" fmla="*/ 668 h 7008"/>
              <a:gd name="T12" fmla="*/ 3698 w 3840"/>
              <a:gd name="T13" fmla="*/ 684 h 7008"/>
              <a:gd name="T14" fmla="*/ 3721 w 3840"/>
              <a:gd name="T15" fmla="*/ 701 h 7008"/>
              <a:gd name="T16" fmla="*/ 3743 w 3840"/>
              <a:gd name="T17" fmla="*/ 720 h 7008"/>
              <a:gd name="T18" fmla="*/ 3761 w 3840"/>
              <a:gd name="T19" fmla="*/ 742 h 7008"/>
              <a:gd name="T20" fmla="*/ 3779 w 3840"/>
              <a:gd name="T21" fmla="*/ 765 h 7008"/>
              <a:gd name="T22" fmla="*/ 3794 w 3840"/>
              <a:gd name="T23" fmla="*/ 789 h 7008"/>
              <a:gd name="T24" fmla="*/ 3807 w 3840"/>
              <a:gd name="T25" fmla="*/ 815 h 7008"/>
              <a:gd name="T26" fmla="*/ 3819 w 3840"/>
              <a:gd name="T27" fmla="*/ 843 h 7008"/>
              <a:gd name="T28" fmla="*/ 3828 w 3840"/>
              <a:gd name="T29" fmla="*/ 870 h 7008"/>
              <a:gd name="T30" fmla="*/ 3835 w 3840"/>
              <a:gd name="T31" fmla="*/ 899 h 7008"/>
              <a:gd name="T32" fmla="*/ 3839 w 3840"/>
              <a:gd name="T33" fmla="*/ 929 h 7008"/>
              <a:gd name="T34" fmla="*/ 3840 w 3840"/>
              <a:gd name="T35" fmla="*/ 959 h 7008"/>
              <a:gd name="T36" fmla="*/ 3840 w 3840"/>
              <a:gd name="T37" fmla="*/ 6049 h 7008"/>
              <a:gd name="T38" fmla="*/ 3839 w 3840"/>
              <a:gd name="T39" fmla="*/ 6079 h 7008"/>
              <a:gd name="T40" fmla="*/ 3835 w 3840"/>
              <a:gd name="T41" fmla="*/ 6109 h 7008"/>
              <a:gd name="T42" fmla="*/ 3828 w 3840"/>
              <a:gd name="T43" fmla="*/ 6138 h 7008"/>
              <a:gd name="T44" fmla="*/ 3819 w 3840"/>
              <a:gd name="T45" fmla="*/ 6165 h 7008"/>
              <a:gd name="T46" fmla="*/ 3807 w 3840"/>
              <a:gd name="T47" fmla="*/ 6193 h 7008"/>
              <a:gd name="T48" fmla="*/ 3794 w 3840"/>
              <a:gd name="T49" fmla="*/ 6219 h 7008"/>
              <a:gd name="T50" fmla="*/ 3779 w 3840"/>
              <a:gd name="T51" fmla="*/ 6243 h 7008"/>
              <a:gd name="T52" fmla="*/ 3761 w 3840"/>
              <a:gd name="T53" fmla="*/ 6266 h 7008"/>
              <a:gd name="T54" fmla="*/ 3743 w 3840"/>
              <a:gd name="T55" fmla="*/ 6288 h 7008"/>
              <a:gd name="T56" fmla="*/ 3721 w 3840"/>
              <a:gd name="T57" fmla="*/ 6307 h 7008"/>
              <a:gd name="T58" fmla="*/ 3698 w 3840"/>
              <a:gd name="T59" fmla="*/ 6324 h 7008"/>
              <a:gd name="T60" fmla="*/ 3673 w 3840"/>
              <a:gd name="T61" fmla="*/ 6340 h 7008"/>
              <a:gd name="T62" fmla="*/ 3648 w 3840"/>
              <a:gd name="T63" fmla="*/ 6354 h 7008"/>
              <a:gd name="T64" fmla="*/ 3619 w 3840"/>
              <a:gd name="T65" fmla="*/ 6366 h 7008"/>
              <a:gd name="T66" fmla="*/ 3590 w 3840"/>
              <a:gd name="T67" fmla="*/ 6374 h 7008"/>
              <a:gd name="T68" fmla="*/ 3561 w 3840"/>
              <a:gd name="T69" fmla="*/ 6382 h 7008"/>
              <a:gd name="T70" fmla="*/ 0 w 3840"/>
              <a:gd name="T71" fmla="*/ 7008 h 7008"/>
              <a:gd name="T72" fmla="*/ 0 w 3840"/>
              <a:gd name="T73" fmla="*/ 0 h 7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40" h="7008">
                <a:moveTo>
                  <a:pt x="0" y="0"/>
                </a:moveTo>
                <a:lnTo>
                  <a:pt x="3561" y="626"/>
                </a:lnTo>
                <a:lnTo>
                  <a:pt x="3590" y="634"/>
                </a:lnTo>
                <a:lnTo>
                  <a:pt x="3619" y="642"/>
                </a:lnTo>
                <a:lnTo>
                  <a:pt x="3648" y="654"/>
                </a:lnTo>
                <a:lnTo>
                  <a:pt x="3673" y="668"/>
                </a:lnTo>
                <a:lnTo>
                  <a:pt x="3698" y="684"/>
                </a:lnTo>
                <a:lnTo>
                  <a:pt x="3721" y="701"/>
                </a:lnTo>
                <a:lnTo>
                  <a:pt x="3743" y="720"/>
                </a:lnTo>
                <a:lnTo>
                  <a:pt x="3761" y="742"/>
                </a:lnTo>
                <a:lnTo>
                  <a:pt x="3779" y="765"/>
                </a:lnTo>
                <a:lnTo>
                  <a:pt x="3794" y="789"/>
                </a:lnTo>
                <a:lnTo>
                  <a:pt x="3807" y="815"/>
                </a:lnTo>
                <a:lnTo>
                  <a:pt x="3819" y="843"/>
                </a:lnTo>
                <a:lnTo>
                  <a:pt x="3828" y="870"/>
                </a:lnTo>
                <a:lnTo>
                  <a:pt x="3835" y="899"/>
                </a:lnTo>
                <a:lnTo>
                  <a:pt x="3839" y="929"/>
                </a:lnTo>
                <a:lnTo>
                  <a:pt x="3840" y="959"/>
                </a:lnTo>
                <a:lnTo>
                  <a:pt x="3840" y="6049"/>
                </a:lnTo>
                <a:lnTo>
                  <a:pt x="3839" y="6079"/>
                </a:lnTo>
                <a:lnTo>
                  <a:pt x="3835" y="6109"/>
                </a:lnTo>
                <a:lnTo>
                  <a:pt x="3828" y="6138"/>
                </a:lnTo>
                <a:lnTo>
                  <a:pt x="3819" y="6165"/>
                </a:lnTo>
                <a:lnTo>
                  <a:pt x="3807" y="6193"/>
                </a:lnTo>
                <a:lnTo>
                  <a:pt x="3794" y="6219"/>
                </a:lnTo>
                <a:lnTo>
                  <a:pt x="3779" y="6243"/>
                </a:lnTo>
                <a:lnTo>
                  <a:pt x="3761" y="6266"/>
                </a:lnTo>
                <a:lnTo>
                  <a:pt x="3743" y="6288"/>
                </a:lnTo>
                <a:lnTo>
                  <a:pt x="3721" y="6307"/>
                </a:lnTo>
                <a:lnTo>
                  <a:pt x="3698" y="6324"/>
                </a:lnTo>
                <a:lnTo>
                  <a:pt x="3673" y="6340"/>
                </a:lnTo>
                <a:lnTo>
                  <a:pt x="3648" y="6354"/>
                </a:lnTo>
                <a:lnTo>
                  <a:pt x="3619" y="6366"/>
                </a:lnTo>
                <a:lnTo>
                  <a:pt x="3590" y="6374"/>
                </a:lnTo>
                <a:lnTo>
                  <a:pt x="3561" y="6382"/>
                </a:lnTo>
                <a:lnTo>
                  <a:pt x="0" y="7008"/>
                </a:lnTo>
                <a:lnTo>
                  <a:pt x="0" y="0"/>
                </a:lnTo>
                <a:close/>
              </a:path>
            </a:pathLst>
          </a:custGeom>
          <a:solidFill>
            <a:srgbClr val="C00000"/>
          </a:solidFill>
          <a:ln w="25400" cap="flat" cmpd="sng" algn="ctr">
            <a:noFill/>
            <a:prstDash val="solid"/>
            <a:miter lim="800000"/>
          </a:ln>
          <a:effectLst>
            <a:outerShdw blurRad="254000" dist="152400" dir="5400000" algn="t" rotWithShape="0">
              <a:prstClr val="black">
                <a:alpha val="60000"/>
              </a:prstClr>
            </a:outerShdw>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FFFFFF"/>
              </a:solidFill>
              <a:effectLst/>
              <a:uLnTx/>
              <a:uFillTx/>
              <a:latin typeface="微软雅黑" panose="020B0503020204020204" pitchFamily="34" charset="-122"/>
              <a:ea typeface="宋体" panose="02010600030101010101" pitchFamily="2" charset="-122"/>
            </a:endParaRPr>
          </a:p>
        </p:txBody>
      </p:sp>
      <p:sp>
        <p:nvSpPr>
          <p:cNvPr id="28" name="Freeform 7"/>
          <p:cNvSpPr>
            <a:spLocks noChangeAspect="1"/>
          </p:cNvSpPr>
          <p:nvPr/>
        </p:nvSpPr>
        <p:spPr bwMode="auto">
          <a:xfrm>
            <a:off x="4064000" y="1727527"/>
            <a:ext cx="2032000" cy="3708400"/>
          </a:xfrm>
          <a:custGeom>
            <a:avLst/>
            <a:gdLst>
              <a:gd name="T0" fmla="*/ 279 w 3840"/>
              <a:gd name="T1" fmla="*/ 626 h 7008"/>
              <a:gd name="T2" fmla="*/ 3840 w 3840"/>
              <a:gd name="T3" fmla="*/ 0 h 7008"/>
              <a:gd name="T4" fmla="*/ 3840 w 3840"/>
              <a:gd name="T5" fmla="*/ 7008 h 7008"/>
              <a:gd name="T6" fmla="*/ 279 w 3840"/>
              <a:gd name="T7" fmla="*/ 6382 h 7008"/>
              <a:gd name="T8" fmla="*/ 249 w 3840"/>
              <a:gd name="T9" fmla="*/ 6374 h 7008"/>
              <a:gd name="T10" fmla="*/ 220 w 3840"/>
              <a:gd name="T11" fmla="*/ 6366 h 7008"/>
              <a:gd name="T12" fmla="*/ 192 w 3840"/>
              <a:gd name="T13" fmla="*/ 6354 h 7008"/>
              <a:gd name="T14" fmla="*/ 167 w 3840"/>
              <a:gd name="T15" fmla="*/ 6340 h 7008"/>
              <a:gd name="T16" fmla="*/ 142 w 3840"/>
              <a:gd name="T17" fmla="*/ 6324 h 7008"/>
              <a:gd name="T18" fmla="*/ 119 w 3840"/>
              <a:gd name="T19" fmla="*/ 6307 h 7008"/>
              <a:gd name="T20" fmla="*/ 97 w 3840"/>
              <a:gd name="T21" fmla="*/ 6288 h 7008"/>
              <a:gd name="T22" fmla="*/ 79 w 3840"/>
              <a:gd name="T23" fmla="*/ 6266 h 7008"/>
              <a:gd name="T24" fmla="*/ 61 w 3840"/>
              <a:gd name="T25" fmla="*/ 6243 h 7008"/>
              <a:gd name="T26" fmla="*/ 46 w 3840"/>
              <a:gd name="T27" fmla="*/ 6219 h 7008"/>
              <a:gd name="T28" fmla="*/ 33 w 3840"/>
              <a:gd name="T29" fmla="*/ 6193 h 7008"/>
              <a:gd name="T30" fmla="*/ 21 w 3840"/>
              <a:gd name="T31" fmla="*/ 6165 h 7008"/>
              <a:gd name="T32" fmla="*/ 12 w 3840"/>
              <a:gd name="T33" fmla="*/ 6138 h 7008"/>
              <a:gd name="T34" fmla="*/ 5 w 3840"/>
              <a:gd name="T35" fmla="*/ 6109 h 7008"/>
              <a:gd name="T36" fmla="*/ 1 w 3840"/>
              <a:gd name="T37" fmla="*/ 6079 h 7008"/>
              <a:gd name="T38" fmla="*/ 0 w 3840"/>
              <a:gd name="T39" fmla="*/ 6049 h 7008"/>
              <a:gd name="T40" fmla="*/ 0 w 3840"/>
              <a:gd name="T41" fmla="*/ 959 h 7008"/>
              <a:gd name="T42" fmla="*/ 1 w 3840"/>
              <a:gd name="T43" fmla="*/ 929 h 7008"/>
              <a:gd name="T44" fmla="*/ 5 w 3840"/>
              <a:gd name="T45" fmla="*/ 899 h 7008"/>
              <a:gd name="T46" fmla="*/ 12 w 3840"/>
              <a:gd name="T47" fmla="*/ 870 h 7008"/>
              <a:gd name="T48" fmla="*/ 21 w 3840"/>
              <a:gd name="T49" fmla="*/ 843 h 7008"/>
              <a:gd name="T50" fmla="*/ 33 w 3840"/>
              <a:gd name="T51" fmla="*/ 815 h 7008"/>
              <a:gd name="T52" fmla="*/ 46 w 3840"/>
              <a:gd name="T53" fmla="*/ 789 h 7008"/>
              <a:gd name="T54" fmla="*/ 61 w 3840"/>
              <a:gd name="T55" fmla="*/ 765 h 7008"/>
              <a:gd name="T56" fmla="*/ 79 w 3840"/>
              <a:gd name="T57" fmla="*/ 742 h 7008"/>
              <a:gd name="T58" fmla="*/ 97 w 3840"/>
              <a:gd name="T59" fmla="*/ 720 h 7008"/>
              <a:gd name="T60" fmla="*/ 119 w 3840"/>
              <a:gd name="T61" fmla="*/ 701 h 7008"/>
              <a:gd name="T62" fmla="*/ 142 w 3840"/>
              <a:gd name="T63" fmla="*/ 684 h 7008"/>
              <a:gd name="T64" fmla="*/ 167 w 3840"/>
              <a:gd name="T65" fmla="*/ 668 h 7008"/>
              <a:gd name="T66" fmla="*/ 192 w 3840"/>
              <a:gd name="T67" fmla="*/ 654 h 7008"/>
              <a:gd name="T68" fmla="*/ 220 w 3840"/>
              <a:gd name="T69" fmla="*/ 642 h 7008"/>
              <a:gd name="T70" fmla="*/ 249 w 3840"/>
              <a:gd name="T71" fmla="*/ 634 h 7008"/>
              <a:gd name="T72" fmla="*/ 279 w 3840"/>
              <a:gd name="T73" fmla="*/ 626 h 7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840" h="7008">
                <a:moveTo>
                  <a:pt x="279" y="626"/>
                </a:moveTo>
                <a:lnTo>
                  <a:pt x="3840" y="0"/>
                </a:lnTo>
                <a:lnTo>
                  <a:pt x="3840" y="7008"/>
                </a:lnTo>
                <a:lnTo>
                  <a:pt x="279" y="6382"/>
                </a:lnTo>
                <a:lnTo>
                  <a:pt x="249" y="6374"/>
                </a:lnTo>
                <a:lnTo>
                  <a:pt x="220" y="6366"/>
                </a:lnTo>
                <a:lnTo>
                  <a:pt x="192" y="6354"/>
                </a:lnTo>
                <a:lnTo>
                  <a:pt x="167" y="6340"/>
                </a:lnTo>
                <a:lnTo>
                  <a:pt x="142" y="6324"/>
                </a:lnTo>
                <a:lnTo>
                  <a:pt x="119" y="6307"/>
                </a:lnTo>
                <a:lnTo>
                  <a:pt x="97" y="6288"/>
                </a:lnTo>
                <a:lnTo>
                  <a:pt x="79" y="6266"/>
                </a:lnTo>
                <a:lnTo>
                  <a:pt x="61" y="6243"/>
                </a:lnTo>
                <a:lnTo>
                  <a:pt x="46" y="6219"/>
                </a:lnTo>
                <a:lnTo>
                  <a:pt x="33" y="6193"/>
                </a:lnTo>
                <a:lnTo>
                  <a:pt x="21" y="6165"/>
                </a:lnTo>
                <a:lnTo>
                  <a:pt x="12" y="6138"/>
                </a:lnTo>
                <a:lnTo>
                  <a:pt x="5" y="6109"/>
                </a:lnTo>
                <a:lnTo>
                  <a:pt x="1" y="6079"/>
                </a:lnTo>
                <a:lnTo>
                  <a:pt x="0" y="6049"/>
                </a:lnTo>
                <a:lnTo>
                  <a:pt x="0" y="959"/>
                </a:lnTo>
                <a:lnTo>
                  <a:pt x="1" y="929"/>
                </a:lnTo>
                <a:lnTo>
                  <a:pt x="5" y="899"/>
                </a:lnTo>
                <a:lnTo>
                  <a:pt x="12" y="870"/>
                </a:lnTo>
                <a:lnTo>
                  <a:pt x="21" y="843"/>
                </a:lnTo>
                <a:lnTo>
                  <a:pt x="33" y="815"/>
                </a:lnTo>
                <a:lnTo>
                  <a:pt x="46" y="789"/>
                </a:lnTo>
                <a:lnTo>
                  <a:pt x="61" y="765"/>
                </a:lnTo>
                <a:lnTo>
                  <a:pt x="79" y="742"/>
                </a:lnTo>
                <a:lnTo>
                  <a:pt x="97" y="720"/>
                </a:lnTo>
                <a:lnTo>
                  <a:pt x="119" y="701"/>
                </a:lnTo>
                <a:lnTo>
                  <a:pt x="142" y="684"/>
                </a:lnTo>
                <a:lnTo>
                  <a:pt x="167" y="668"/>
                </a:lnTo>
                <a:lnTo>
                  <a:pt x="192" y="654"/>
                </a:lnTo>
                <a:lnTo>
                  <a:pt x="220" y="642"/>
                </a:lnTo>
                <a:lnTo>
                  <a:pt x="249" y="634"/>
                </a:lnTo>
                <a:lnTo>
                  <a:pt x="279" y="626"/>
                </a:lnTo>
                <a:close/>
              </a:path>
            </a:pathLst>
          </a:custGeom>
          <a:solidFill>
            <a:srgbClr val="17406D"/>
          </a:solidFill>
          <a:ln w="25400" cap="flat" cmpd="sng" algn="ctr">
            <a:noFill/>
            <a:prstDash val="solid"/>
            <a:miter lim="800000"/>
          </a:ln>
          <a:effectLst>
            <a:outerShdw blurRad="254000" dist="152400" dir="5400000" algn="t" rotWithShape="0">
              <a:prstClr val="black">
                <a:alpha val="60000"/>
              </a:prstClr>
            </a:outerShdw>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FFFFFF"/>
              </a:solidFill>
              <a:effectLst/>
              <a:uLnTx/>
              <a:uFillTx/>
              <a:latin typeface="微软雅黑" panose="020B0503020204020204" pitchFamily="34" charset="-122"/>
              <a:ea typeface="宋体" panose="02010600030101010101" pitchFamily="2" charset="-122"/>
            </a:endParaRPr>
          </a:p>
        </p:txBody>
      </p:sp>
      <p:sp>
        <p:nvSpPr>
          <p:cNvPr id="29" name="Freeform 87"/>
          <p:cNvSpPr>
            <a:spLocks noChangeAspect="1" noEditPoints="1"/>
          </p:cNvSpPr>
          <p:nvPr/>
        </p:nvSpPr>
        <p:spPr bwMode="auto">
          <a:xfrm>
            <a:off x="4622027" y="2446318"/>
            <a:ext cx="915946" cy="756019"/>
          </a:xfrm>
          <a:custGeom>
            <a:avLst/>
            <a:gdLst>
              <a:gd name="T0" fmla="*/ 499 w 1100"/>
              <a:gd name="T1" fmla="*/ 528 h 910"/>
              <a:gd name="T2" fmla="*/ 575 w 1100"/>
              <a:gd name="T3" fmla="*/ 353 h 910"/>
              <a:gd name="T4" fmla="*/ 493 w 1100"/>
              <a:gd name="T5" fmla="*/ 353 h 910"/>
              <a:gd name="T6" fmla="*/ 741 w 1100"/>
              <a:gd name="T7" fmla="*/ 26 h 910"/>
              <a:gd name="T8" fmla="*/ 688 w 1100"/>
              <a:gd name="T9" fmla="*/ 26 h 910"/>
              <a:gd name="T10" fmla="*/ 328 w 1100"/>
              <a:gd name="T11" fmla="*/ 138 h 910"/>
              <a:gd name="T12" fmla="*/ 358 w 1100"/>
              <a:gd name="T13" fmla="*/ 138 h 910"/>
              <a:gd name="T14" fmla="*/ 688 w 1100"/>
              <a:gd name="T15" fmla="*/ 118 h 910"/>
              <a:gd name="T16" fmla="*/ 1064 w 1100"/>
              <a:gd name="T17" fmla="*/ 124 h 910"/>
              <a:gd name="T18" fmla="*/ 1064 w 1100"/>
              <a:gd name="T19" fmla="*/ 641 h 910"/>
              <a:gd name="T20" fmla="*/ 364 w 1100"/>
              <a:gd name="T21" fmla="*/ 641 h 910"/>
              <a:gd name="T22" fmla="*/ 356 w 1100"/>
              <a:gd name="T23" fmla="*/ 435 h 910"/>
              <a:gd name="T24" fmla="*/ 330 w 1100"/>
              <a:gd name="T25" fmla="*/ 418 h 910"/>
              <a:gd name="T26" fmla="*/ 378 w 1100"/>
              <a:gd name="T27" fmla="*/ 677 h 910"/>
              <a:gd name="T28" fmla="*/ 1100 w 1100"/>
              <a:gd name="T29" fmla="*/ 138 h 910"/>
              <a:gd name="T30" fmla="*/ 502 w 1100"/>
              <a:gd name="T31" fmla="*/ 715 h 910"/>
              <a:gd name="T32" fmla="*/ 508 w 1100"/>
              <a:gd name="T33" fmla="*/ 907 h 910"/>
              <a:gd name="T34" fmla="*/ 582 w 1100"/>
              <a:gd name="T35" fmla="*/ 715 h 910"/>
              <a:gd name="T36" fmla="*/ 714 w 1100"/>
              <a:gd name="T37" fmla="*/ 826 h 910"/>
              <a:gd name="T38" fmla="*/ 741 w 1100"/>
              <a:gd name="T39" fmla="*/ 715 h 910"/>
              <a:gd name="T40" fmla="*/ 918 w 1100"/>
              <a:gd name="T41" fmla="*/ 908 h 910"/>
              <a:gd name="T42" fmla="*/ 902 w 1100"/>
              <a:gd name="T43" fmla="*/ 715 h 910"/>
              <a:gd name="T44" fmla="*/ 948 w 1100"/>
              <a:gd name="T45" fmla="*/ 691 h 910"/>
              <a:gd name="T46" fmla="*/ 339 w 1100"/>
              <a:gd name="T47" fmla="*/ 407 h 910"/>
              <a:gd name="T48" fmla="*/ 359 w 1100"/>
              <a:gd name="T49" fmla="*/ 421 h 910"/>
              <a:gd name="T50" fmla="*/ 379 w 1100"/>
              <a:gd name="T51" fmla="*/ 420 h 910"/>
              <a:gd name="T52" fmla="*/ 432 w 1100"/>
              <a:gd name="T53" fmla="*/ 379 h 910"/>
              <a:gd name="T54" fmla="*/ 558 w 1100"/>
              <a:gd name="T55" fmla="*/ 208 h 910"/>
              <a:gd name="T56" fmla="*/ 471 w 1100"/>
              <a:gd name="T57" fmla="*/ 265 h 910"/>
              <a:gd name="T58" fmla="*/ 396 w 1100"/>
              <a:gd name="T59" fmla="*/ 325 h 910"/>
              <a:gd name="T60" fmla="*/ 315 w 1100"/>
              <a:gd name="T61" fmla="*/ 283 h 910"/>
              <a:gd name="T62" fmla="*/ 296 w 1100"/>
              <a:gd name="T63" fmla="*/ 261 h 910"/>
              <a:gd name="T64" fmla="*/ 225 w 1100"/>
              <a:gd name="T65" fmla="*/ 231 h 910"/>
              <a:gd name="T66" fmla="*/ 197 w 1100"/>
              <a:gd name="T67" fmla="*/ 330 h 910"/>
              <a:gd name="T68" fmla="*/ 183 w 1100"/>
              <a:gd name="T69" fmla="*/ 238 h 910"/>
              <a:gd name="T70" fmla="*/ 168 w 1100"/>
              <a:gd name="T71" fmla="*/ 270 h 910"/>
              <a:gd name="T72" fmla="*/ 129 w 1100"/>
              <a:gd name="T73" fmla="*/ 231 h 910"/>
              <a:gd name="T74" fmla="*/ 47 w 1100"/>
              <a:gd name="T75" fmla="*/ 263 h 910"/>
              <a:gd name="T76" fmla="*/ 36 w 1100"/>
              <a:gd name="T77" fmla="*/ 585 h 910"/>
              <a:gd name="T78" fmla="*/ 82 w 1100"/>
              <a:gd name="T79" fmla="*/ 335 h 910"/>
              <a:gd name="T80" fmla="*/ 84 w 1100"/>
              <a:gd name="T81" fmla="*/ 552 h 910"/>
              <a:gd name="T82" fmla="*/ 126 w 1100"/>
              <a:gd name="T83" fmla="*/ 908 h 910"/>
              <a:gd name="T84" fmla="*/ 167 w 1100"/>
              <a:gd name="T85" fmla="*/ 585 h 910"/>
              <a:gd name="T86" fmla="*/ 230 w 1100"/>
              <a:gd name="T87" fmla="*/ 908 h 910"/>
              <a:gd name="T88" fmla="*/ 271 w 1100"/>
              <a:gd name="T89" fmla="*/ 866 h 910"/>
              <a:gd name="T90" fmla="*/ 274 w 1100"/>
              <a:gd name="T91" fmla="*/ 335 h 910"/>
              <a:gd name="T92" fmla="*/ 291 w 1100"/>
              <a:gd name="T93" fmla="*/ 354 h 910"/>
              <a:gd name="T94" fmla="*/ 111 w 1100"/>
              <a:gd name="T95" fmla="*/ 153 h 910"/>
              <a:gd name="T96" fmla="*/ 262 w 1100"/>
              <a:gd name="T97" fmla="*/ 122 h 910"/>
              <a:gd name="T98" fmla="*/ 105 w 1100"/>
              <a:gd name="T99" fmla="*/ 108 h 910"/>
              <a:gd name="T100" fmla="*/ 929 w 1100"/>
              <a:gd name="T101" fmla="*/ 528 h 910"/>
              <a:gd name="T102" fmla="*/ 929 w 1100"/>
              <a:gd name="T103" fmla="*/ 307 h 910"/>
              <a:gd name="T104" fmla="*/ 852 w 1100"/>
              <a:gd name="T105" fmla="*/ 520 h 910"/>
              <a:gd name="T106" fmla="*/ 808 w 1100"/>
              <a:gd name="T107" fmla="*/ 528 h 910"/>
              <a:gd name="T108" fmla="*/ 808 w 1100"/>
              <a:gd name="T109" fmla="*/ 378 h 910"/>
              <a:gd name="T110" fmla="*/ 733 w 1100"/>
              <a:gd name="T111" fmla="*/ 520 h 910"/>
              <a:gd name="T112" fmla="*/ 688 w 1100"/>
              <a:gd name="T113" fmla="*/ 528 h 910"/>
              <a:gd name="T114" fmla="*/ 688 w 1100"/>
              <a:gd name="T115" fmla="*/ 261 h 910"/>
              <a:gd name="T116" fmla="*/ 613 w 1100"/>
              <a:gd name="T117" fmla="*/ 520 h 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00" h="910">
                <a:moveTo>
                  <a:pt x="493" y="353"/>
                </a:moveTo>
                <a:lnTo>
                  <a:pt x="493" y="520"/>
                </a:lnTo>
                <a:cubicBezTo>
                  <a:pt x="493" y="524"/>
                  <a:pt x="496" y="528"/>
                  <a:pt x="499" y="528"/>
                </a:cubicBezTo>
                <a:lnTo>
                  <a:pt x="569" y="528"/>
                </a:lnTo>
                <a:cubicBezTo>
                  <a:pt x="573" y="528"/>
                  <a:pt x="575" y="524"/>
                  <a:pt x="575" y="520"/>
                </a:cubicBezTo>
                <a:lnTo>
                  <a:pt x="575" y="353"/>
                </a:lnTo>
                <a:cubicBezTo>
                  <a:pt x="575" y="348"/>
                  <a:pt x="573" y="345"/>
                  <a:pt x="569" y="345"/>
                </a:cubicBezTo>
                <a:lnTo>
                  <a:pt x="499" y="345"/>
                </a:lnTo>
                <a:cubicBezTo>
                  <a:pt x="496" y="345"/>
                  <a:pt x="493" y="348"/>
                  <a:pt x="493" y="353"/>
                </a:cubicBezTo>
                <a:close/>
                <a:moveTo>
                  <a:pt x="1050" y="87"/>
                </a:moveTo>
                <a:lnTo>
                  <a:pt x="741" y="87"/>
                </a:lnTo>
                <a:lnTo>
                  <a:pt x="741" y="26"/>
                </a:lnTo>
                <a:cubicBezTo>
                  <a:pt x="741" y="11"/>
                  <a:pt x="730" y="0"/>
                  <a:pt x="716" y="0"/>
                </a:cubicBezTo>
                <a:lnTo>
                  <a:pt x="714" y="0"/>
                </a:lnTo>
                <a:cubicBezTo>
                  <a:pt x="700" y="0"/>
                  <a:pt x="688" y="11"/>
                  <a:pt x="688" y="26"/>
                </a:cubicBezTo>
                <a:lnTo>
                  <a:pt x="688" y="87"/>
                </a:lnTo>
                <a:lnTo>
                  <a:pt x="378" y="87"/>
                </a:lnTo>
                <a:cubicBezTo>
                  <a:pt x="350" y="87"/>
                  <a:pt x="328" y="110"/>
                  <a:pt x="328" y="138"/>
                </a:cubicBezTo>
                <a:lnTo>
                  <a:pt x="328" y="276"/>
                </a:lnTo>
                <a:cubicBezTo>
                  <a:pt x="336" y="286"/>
                  <a:pt x="347" y="300"/>
                  <a:pt x="358" y="313"/>
                </a:cubicBezTo>
                <a:lnTo>
                  <a:pt x="358" y="138"/>
                </a:lnTo>
                <a:cubicBezTo>
                  <a:pt x="358" y="133"/>
                  <a:pt x="361" y="127"/>
                  <a:pt x="364" y="124"/>
                </a:cubicBezTo>
                <a:cubicBezTo>
                  <a:pt x="368" y="120"/>
                  <a:pt x="374" y="118"/>
                  <a:pt x="378" y="118"/>
                </a:cubicBezTo>
                <a:lnTo>
                  <a:pt x="688" y="118"/>
                </a:lnTo>
                <a:lnTo>
                  <a:pt x="741" y="118"/>
                </a:lnTo>
                <a:lnTo>
                  <a:pt x="1050" y="118"/>
                </a:lnTo>
                <a:cubicBezTo>
                  <a:pt x="1055" y="118"/>
                  <a:pt x="1060" y="120"/>
                  <a:pt x="1064" y="124"/>
                </a:cubicBezTo>
                <a:cubicBezTo>
                  <a:pt x="1068" y="127"/>
                  <a:pt x="1070" y="133"/>
                  <a:pt x="1070" y="138"/>
                </a:cubicBezTo>
                <a:lnTo>
                  <a:pt x="1070" y="625"/>
                </a:lnTo>
                <a:cubicBezTo>
                  <a:pt x="1070" y="631"/>
                  <a:pt x="1068" y="636"/>
                  <a:pt x="1064" y="641"/>
                </a:cubicBezTo>
                <a:cubicBezTo>
                  <a:pt x="1060" y="644"/>
                  <a:pt x="1055" y="646"/>
                  <a:pt x="1050" y="646"/>
                </a:cubicBezTo>
                <a:lnTo>
                  <a:pt x="378" y="646"/>
                </a:lnTo>
                <a:cubicBezTo>
                  <a:pt x="374" y="646"/>
                  <a:pt x="368" y="644"/>
                  <a:pt x="364" y="641"/>
                </a:cubicBezTo>
                <a:cubicBezTo>
                  <a:pt x="361" y="636"/>
                  <a:pt x="358" y="631"/>
                  <a:pt x="358" y="625"/>
                </a:cubicBezTo>
                <a:lnTo>
                  <a:pt x="358" y="435"/>
                </a:lnTo>
                <a:cubicBezTo>
                  <a:pt x="357" y="435"/>
                  <a:pt x="357" y="435"/>
                  <a:pt x="356" y="435"/>
                </a:cubicBezTo>
                <a:cubicBezTo>
                  <a:pt x="350" y="433"/>
                  <a:pt x="346" y="431"/>
                  <a:pt x="344" y="429"/>
                </a:cubicBezTo>
                <a:cubicBezTo>
                  <a:pt x="341" y="428"/>
                  <a:pt x="339" y="427"/>
                  <a:pt x="337" y="425"/>
                </a:cubicBezTo>
                <a:cubicBezTo>
                  <a:pt x="334" y="424"/>
                  <a:pt x="332" y="421"/>
                  <a:pt x="330" y="418"/>
                </a:cubicBezTo>
                <a:cubicBezTo>
                  <a:pt x="329" y="417"/>
                  <a:pt x="328" y="417"/>
                  <a:pt x="328" y="417"/>
                </a:cubicBezTo>
                <a:lnTo>
                  <a:pt x="328" y="625"/>
                </a:lnTo>
                <a:cubicBezTo>
                  <a:pt x="328" y="654"/>
                  <a:pt x="350" y="677"/>
                  <a:pt x="378" y="677"/>
                </a:cubicBezTo>
                <a:lnTo>
                  <a:pt x="1050" y="677"/>
                </a:lnTo>
                <a:cubicBezTo>
                  <a:pt x="1077" y="677"/>
                  <a:pt x="1100" y="654"/>
                  <a:pt x="1100" y="625"/>
                </a:cubicBezTo>
                <a:lnTo>
                  <a:pt x="1100" y="138"/>
                </a:lnTo>
                <a:cubicBezTo>
                  <a:pt x="1100" y="110"/>
                  <a:pt x="1077" y="87"/>
                  <a:pt x="1050" y="87"/>
                </a:cubicBezTo>
                <a:close/>
                <a:moveTo>
                  <a:pt x="480" y="693"/>
                </a:moveTo>
                <a:cubicBezTo>
                  <a:pt x="480" y="705"/>
                  <a:pt x="490" y="715"/>
                  <a:pt x="502" y="715"/>
                </a:cubicBezTo>
                <a:lnTo>
                  <a:pt x="528" y="715"/>
                </a:lnTo>
                <a:lnTo>
                  <a:pt x="492" y="878"/>
                </a:lnTo>
                <a:cubicBezTo>
                  <a:pt x="488" y="890"/>
                  <a:pt x="496" y="904"/>
                  <a:pt x="508" y="907"/>
                </a:cubicBezTo>
                <a:lnTo>
                  <a:pt x="511" y="908"/>
                </a:lnTo>
                <a:cubicBezTo>
                  <a:pt x="525" y="910"/>
                  <a:pt x="538" y="902"/>
                  <a:pt x="542" y="890"/>
                </a:cubicBezTo>
                <a:lnTo>
                  <a:pt x="582" y="715"/>
                </a:lnTo>
                <a:lnTo>
                  <a:pt x="688" y="715"/>
                </a:lnTo>
                <a:lnTo>
                  <a:pt x="688" y="801"/>
                </a:lnTo>
                <a:cubicBezTo>
                  <a:pt x="688" y="815"/>
                  <a:pt x="700" y="826"/>
                  <a:pt x="714" y="826"/>
                </a:cubicBezTo>
                <a:lnTo>
                  <a:pt x="716" y="826"/>
                </a:lnTo>
                <a:cubicBezTo>
                  <a:pt x="730" y="826"/>
                  <a:pt x="741" y="815"/>
                  <a:pt x="741" y="801"/>
                </a:cubicBezTo>
                <a:lnTo>
                  <a:pt x="741" y="715"/>
                </a:lnTo>
                <a:lnTo>
                  <a:pt x="848" y="715"/>
                </a:lnTo>
                <a:lnTo>
                  <a:pt x="887" y="890"/>
                </a:lnTo>
                <a:cubicBezTo>
                  <a:pt x="891" y="902"/>
                  <a:pt x="905" y="910"/>
                  <a:pt x="918" y="908"/>
                </a:cubicBezTo>
                <a:lnTo>
                  <a:pt x="921" y="907"/>
                </a:lnTo>
                <a:cubicBezTo>
                  <a:pt x="934" y="904"/>
                  <a:pt x="942" y="890"/>
                  <a:pt x="938" y="878"/>
                </a:cubicBezTo>
                <a:lnTo>
                  <a:pt x="902" y="715"/>
                </a:lnTo>
                <a:lnTo>
                  <a:pt x="926" y="715"/>
                </a:lnTo>
                <a:cubicBezTo>
                  <a:pt x="938" y="715"/>
                  <a:pt x="948" y="705"/>
                  <a:pt x="948" y="693"/>
                </a:cubicBezTo>
                <a:lnTo>
                  <a:pt x="948" y="691"/>
                </a:lnTo>
                <a:lnTo>
                  <a:pt x="480" y="691"/>
                </a:lnTo>
                <a:lnTo>
                  <a:pt x="480" y="693"/>
                </a:lnTo>
                <a:close/>
                <a:moveTo>
                  <a:pt x="339" y="407"/>
                </a:moveTo>
                <a:cubicBezTo>
                  <a:pt x="341" y="410"/>
                  <a:pt x="344" y="411"/>
                  <a:pt x="346" y="413"/>
                </a:cubicBezTo>
                <a:cubicBezTo>
                  <a:pt x="347" y="415"/>
                  <a:pt x="349" y="416"/>
                  <a:pt x="350" y="417"/>
                </a:cubicBezTo>
                <a:cubicBezTo>
                  <a:pt x="353" y="418"/>
                  <a:pt x="355" y="419"/>
                  <a:pt x="359" y="421"/>
                </a:cubicBezTo>
                <a:lnTo>
                  <a:pt x="359" y="421"/>
                </a:lnTo>
                <a:cubicBezTo>
                  <a:pt x="363" y="422"/>
                  <a:pt x="367" y="422"/>
                  <a:pt x="369" y="422"/>
                </a:cubicBezTo>
                <a:cubicBezTo>
                  <a:pt x="374" y="422"/>
                  <a:pt x="377" y="421"/>
                  <a:pt x="379" y="420"/>
                </a:cubicBezTo>
                <a:cubicBezTo>
                  <a:pt x="384" y="418"/>
                  <a:pt x="388" y="417"/>
                  <a:pt x="391" y="415"/>
                </a:cubicBezTo>
                <a:cubicBezTo>
                  <a:pt x="396" y="412"/>
                  <a:pt x="401" y="408"/>
                  <a:pt x="405" y="405"/>
                </a:cubicBezTo>
                <a:cubicBezTo>
                  <a:pt x="414" y="397"/>
                  <a:pt x="423" y="389"/>
                  <a:pt x="432" y="379"/>
                </a:cubicBezTo>
                <a:cubicBezTo>
                  <a:pt x="460" y="352"/>
                  <a:pt x="490" y="318"/>
                  <a:pt x="490" y="318"/>
                </a:cubicBezTo>
                <a:cubicBezTo>
                  <a:pt x="502" y="306"/>
                  <a:pt x="501" y="287"/>
                  <a:pt x="489" y="274"/>
                </a:cubicBezTo>
                <a:lnTo>
                  <a:pt x="558" y="208"/>
                </a:lnTo>
                <a:cubicBezTo>
                  <a:pt x="561" y="204"/>
                  <a:pt x="561" y="197"/>
                  <a:pt x="558" y="194"/>
                </a:cubicBezTo>
                <a:cubicBezTo>
                  <a:pt x="553" y="190"/>
                  <a:pt x="548" y="190"/>
                  <a:pt x="544" y="194"/>
                </a:cubicBezTo>
                <a:lnTo>
                  <a:pt x="471" y="265"/>
                </a:lnTo>
                <a:cubicBezTo>
                  <a:pt x="461" y="264"/>
                  <a:pt x="450" y="267"/>
                  <a:pt x="443" y="275"/>
                </a:cubicBezTo>
                <a:lnTo>
                  <a:pt x="442" y="276"/>
                </a:lnTo>
                <a:cubicBezTo>
                  <a:pt x="438" y="281"/>
                  <a:pt x="417" y="304"/>
                  <a:pt x="396" y="325"/>
                </a:cubicBezTo>
                <a:cubicBezTo>
                  <a:pt x="388" y="334"/>
                  <a:pt x="378" y="342"/>
                  <a:pt x="371" y="349"/>
                </a:cubicBezTo>
                <a:cubicBezTo>
                  <a:pt x="366" y="343"/>
                  <a:pt x="360" y="336"/>
                  <a:pt x="354" y="329"/>
                </a:cubicBezTo>
                <a:cubicBezTo>
                  <a:pt x="340" y="314"/>
                  <a:pt x="326" y="296"/>
                  <a:pt x="315" y="283"/>
                </a:cubicBezTo>
                <a:cubicBezTo>
                  <a:pt x="309" y="277"/>
                  <a:pt x="305" y="271"/>
                  <a:pt x="302" y="266"/>
                </a:cubicBezTo>
                <a:cubicBezTo>
                  <a:pt x="300" y="265"/>
                  <a:pt x="298" y="263"/>
                  <a:pt x="297" y="262"/>
                </a:cubicBezTo>
                <a:cubicBezTo>
                  <a:pt x="296" y="261"/>
                  <a:pt x="296" y="261"/>
                  <a:pt x="296" y="261"/>
                </a:cubicBezTo>
                <a:cubicBezTo>
                  <a:pt x="296" y="259"/>
                  <a:pt x="294" y="258"/>
                  <a:pt x="293" y="257"/>
                </a:cubicBezTo>
                <a:cubicBezTo>
                  <a:pt x="289" y="252"/>
                  <a:pt x="279" y="246"/>
                  <a:pt x="248" y="236"/>
                </a:cubicBezTo>
                <a:cubicBezTo>
                  <a:pt x="240" y="234"/>
                  <a:pt x="232" y="232"/>
                  <a:pt x="225" y="231"/>
                </a:cubicBezTo>
                <a:lnTo>
                  <a:pt x="225" y="231"/>
                </a:lnTo>
                <a:lnTo>
                  <a:pt x="225" y="231"/>
                </a:lnTo>
                <a:cubicBezTo>
                  <a:pt x="224" y="247"/>
                  <a:pt x="219" y="284"/>
                  <a:pt x="197" y="330"/>
                </a:cubicBezTo>
                <a:cubicBezTo>
                  <a:pt x="193" y="300"/>
                  <a:pt x="188" y="272"/>
                  <a:pt x="187" y="270"/>
                </a:cubicBezTo>
                <a:lnTo>
                  <a:pt x="195" y="251"/>
                </a:lnTo>
                <a:lnTo>
                  <a:pt x="183" y="238"/>
                </a:lnTo>
                <a:lnTo>
                  <a:pt x="173" y="238"/>
                </a:lnTo>
                <a:lnTo>
                  <a:pt x="159" y="251"/>
                </a:lnTo>
                <a:lnTo>
                  <a:pt x="168" y="270"/>
                </a:lnTo>
                <a:cubicBezTo>
                  <a:pt x="167" y="272"/>
                  <a:pt x="162" y="300"/>
                  <a:pt x="159" y="330"/>
                </a:cubicBezTo>
                <a:cubicBezTo>
                  <a:pt x="136" y="284"/>
                  <a:pt x="131" y="247"/>
                  <a:pt x="129" y="231"/>
                </a:cubicBezTo>
                <a:lnTo>
                  <a:pt x="129" y="231"/>
                </a:lnTo>
                <a:lnTo>
                  <a:pt x="129" y="231"/>
                </a:lnTo>
                <a:cubicBezTo>
                  <a:pt x="122" y="232"/>
                  <a:pt x="116" y="234"/>
                  <a:pt x="111" y="237"/>
                </a:cubicBezTo>
                <a:cubicBezTo>
                  <a:pt x="91" y="244"/>
                  <a:pt x="63" y="254"/>
                  <a:pt x="47" y="263"/>
                </a:cubicBezTo>
                <a:cubicBezTo>
                  <a:pt x="40" y="271"/>
                  <a:pt x="12" y="309"/>
                  <a:pt x="2" y="434"/>
                </a:cubicBezTo>
                <a:cubicBezTo>
                  <a:pt x="0" y="472"/>
                  <a:pt x="7" y="546"/>
                  <a:pt x="7" y="546"/>
                </a:cubicBezTo>
                <a:cubicBezTo>
                  <a:pt x="12" y="567"/>
                  <a:pt x="14" y="584"/>
                  <a:pt x="36" y="585"/>
                </a:cubicBezTo>
                <a:cubicBezTo>
                  <a:pt x="57" y="585"/>
                  <a:pt x="67" y="570"/>
                  <a:pt x="67" y="551"/>
                </a:cubicBezTo>
                <a:cubicBezTo>
                  <a:pt x="67" y="551"/>
                  <a:pt x="60" y="489"/>
                  <a:pt x="62" y="437"/>
                </a:cubicBezTo>
                <a:cubicBezTo>
                  <a:pt x="65" y="396"/>
                  <a:pt x="77" y="336"/>
                  <a:pt x="82" y="335"/>
                </a:cubicBezTo>
                <a:lnTo>
                  <a:pt x="82" y="335"/>
                </a:lnTo>
                <a:lnTo>
                  <a:pt x="82" y="530"/>
                </a:lnTo>
                <a:cubicBezTo>
                  <a:pt x="82" y="539"/>
                  <a:pt x="83" y="546"/>
                  <a:pt x="84" y="552"/>
                </a:cubicBezTo>
                <a:lnTo>
                  <a:pt x="84" y="866"/>
                </a:lnTo>
                <a:cubicBezTo>
                  <a:pt x="84" y="889"/>
                  <a:pt x="103" y="908"/>
                  <a:pt x="126" y="908"/>
                </a:cubicBezTo>
                <a:lnTo>
                  <a:pt x="126" y="908"/>
                </a:lnTo>
                <a:lnTo>
                  <a:pt x="126" y="908"/>
                </a:lnTo>
                <a:cubicBezTo>
                  <a:pt x="149" y="908"/>
                  <a:pt x="167" y="889"/>
                  <a:pt x="167" y="866"/>
                </a:cubicBezTo>
                <a:lnTo>
                  <a:pt x="167" y="585"/>
                </a:lnTo>
                <a:lnTo>
                  <a:pt x="188" y="585"/>
                </a:lnTo>
                <a:lnTo>
                  <a:pt x="188" y="866"/>
                </a:lnTo>
                <a:cubicBezTo>
                  <a:pt x="188" y="889"/>
                  <a:pt x="207" y="908"/>
                  <a:pt x="230" y="908"/>
                </a:cubicBezTo>
                <a:lnTo>
                  <a:pt x="230" y="908"/>
                </a:lnTo>
                <a:lnTo>
                  <a:pt x="230" y="908"/>
                </a:lnTo>
                <a:cubicBezTo>
                  <a:pt x="252" y="908"/>
                  <a:pt x="271" y="889"/>
                  <a:pt x="271" y="866"/>
                </a:cubicBezTo>
                <a:lnTo>
                  <a:pt x="271" y="552"/>
                </a:lnTo>
                <a:cubicBezTo>
                  <a:pt x="273" y="546"/>
                  <a:pt x="274" y="539"/>
                  <a:pt x="274" y="530"/>
                </a:cubicBezTo>
                <a:lnTo>
                  <a:pt x="274" y="335"/>
                </a:lnTo>
                <a:lnTo>
                  <a:pt x="274" y="335"/>
                </a:lnTo>
                <a:cubicBezTo>
                  <a:pt x="274" y="335"/>
                  <a:pt x="274" y="334"/>
                  <a:pt x="274" y="334"/>
                </a:cubicBezTo>
                <a:cubicBezTo>
                  <a:pt x="279" y="341"/>
                  <a:pt x="285" y="347"/>
                  <a:pt x="291" y="354"/>
                </a:cubicBezTo>
                <a:cubicBezTo>
                  <a:pt x="302" y="368"/>
                  <a:pt x="314" y="382"/>
                  <a:pt x="324" y="393"/>
                </a:cubicBezTo>
                <a:cubicBezTo>
                  <a:pt x="330" y="399"/>
                  <a:pt x="334" y="404"/>
                  <a:pt x="339" y="407"/>
                </a:cubicBezTo>
                <a:close/>
                <a:moveTo>
                  <a:pt x="111" y="153"/>
                </a:moveTo>
                <a:cubicBezTo>
                  <a:pt x="120" y="189"/>
                  <a:pt x="142" y="220"/>
                  <a:pt x="178" y="220"/>
                </a:cubicBezTo>
                <a:cubicBezTo>
                  <a:pt x="215" y="220"/>
                  <a:pt x="237" y="188"/>
                  <a:pt x="247" y="153"/>
                </a:cubicBezTo>
                <a:cubicBezTo>
                  <a:pt x="258" y="149"/>
                  <a:pt x="264" y="133"/>
                  <a:pt x="262" y="122"/>
                </a:cubicBezTo>
                <a:cubicBezTo>
                  <a:pt x="262" y="115"/>
                  <a:pt x="258" y="111"/>
                  <a:pt x="252" y="108"/>
                </a:cubicBezTo>
                <a:cubicBezTo>
                  <a:pt x="250" y="65"/>
                  <a:pt x="221" y="31"/>
                  <a:pt x="178" y="31"/>
                </a:cubicBezTo>
                <a:cubicBezTo>
                  <a:pt x="136" y="31"/>
                  <a:pt x="108" y="65"/>
                  <a:pt x="105" y="108"/>
                </a:cubicBezTo>
                <a:cubicBezTo>
                  <a:pt x="98" y="109"/>
                  <a:pt x="94" y="114"/>
                  <a:pt x="93" y="122"/>
                </a:cubicBezTo>
                <a:cubicBezTo>
                  <a:pt x="92" y="134"/>
                  <a:pt x="98" y="150"/>
                  <a:pt x="111" y="153"/>
                </a:cubicBezTo>
                <a:close/>
                <a:moveTo>
                  <a:pt x="929" y="528"/>
                </a:moveTo>
                <a:cubicBezTo>
                  <a:pt x="933" y="528"/>
                  <a:pt x="935" y="524"/>
                  <a:pt x="935" y="520"/>
                </a:cubicBezTo>
                <a:lnTo>
                  <a:pt x="935" y="314"/>
                </a:lnTo>
                <a:cubicBezTo>
                  <a:pt x="935" y="310"/>
                  <a:pt x="933" y="307"/>
                  <a:pt x="929" y="307"/>
                </a:cubicBezTo>
                <a:lnTo>
                  <a:pt x="859" y="307"/>
                </a:lnTo>
                <a:cubicBezTo>
                  <a:pt x="856" y="307"/>
                  <a:pt x="852" y="310"/>
                  <a:pt x="852" y="314"/>
                </a:cubicBezTo>
                <a:lnTo>
                  <a:pt x="852" y="520"/>
                </a:lnTo>
                <a:cubicBezTo>
                  <a:pt x="852" y="524"/>
                  <a:pt x="856" y="528"/>
                  <a:pt x="859" y="528"/>
                </a:cubicBezTo>
                <a:lnTo>
                  <a:pt x="929" y="528"/>
                </a:lnTo>
                <a:close/>
                <a:moveTo>
                  <a:pt x="808" y="528"/>
                </a:moveTo>
                <a:cubicBezTo>
                  <a:pt x="813" y="528"/>
                  <a:pt x="815" y="524"/>
                  <a:pt x="815" y="520"/>
                </a:cubicBezTo>
                <a:lnTo>
                  <a:pt x="815" y="385"/>
                </a:lnTo>
                <a:cubicBezTo>
                  <a:pt x="815" y="381"/>
                  <a:pt x="813" y="378"/>
                  <a:pt x="808" y="378"/>
                </a:cubicBezTo>
                <a:lnTo>
                  <a:pt x="739" y="378"/>
                </a:lnTo>
                <a:cubicBezTo>
                  <a:pt x="736" y="378"/>
                  <a:pt x="733" y="381"/>
                  <a:pt x="733" y="385"/>
                </a:cubicBezTo>
                <a:lnTo>
                  <a:pt x="733" y="520"/>
                </a:lnTo>
                <a:cubicBezTo>
                  <a:pt x="733" y="524"/>
                  <a:pt x="736" y="528"/>
                  <a:pt x="739" y="528"/>
                </a:cubicBezTo>
                <a:lnTo>
                  <a:pt x="808" y="528"/>
                </a:lnTo>
                <a:close/>
                <a:moveTo>
                  <a:pt x="688" y="528"/>
                </a:moveTo>
                <a:cubicBezTo>
                  <a:pt x="693" y="528"/>
                  <a:pt x="695" y="524"/>
                  <a:pt x="695" y="520"/>
                </a:cubicBezTo>
                <a:lnTo>
                  <a:pt x="695" y="267"/>
                </a:lnTo>
                <a:cubicBezTo>
                  <a:pt x="695" y="263"/>
                  <a:pt x="693" y="261"/>
                  <a:pt x="688" y="261"/>
                </a:cubicBezTo>
                <a:lnTo>
                  <a:pt x="619" y="261"/>
                </a:lnTo>
                <a:cubicBezTo>
                  <a:pt x="616" y="261"/>
                  <a:pt x="613" y="263"/>
                  <a:pt x="613" y="267"/>
                </a:cubicBezTo>
                <a:lnTo>
                  <a:pt x="613" y="520"/>
                </a:lnTo>
                <a:cubicBezTo>
                  <a:pt x="613" y="524"/>
                  <a:pt x="616" y="528"/>
                  <a:pt x="619" y="528"/>
                </a:cubicBezTo>
                <a:lnTo>
                  <a:pt x="688" y="528"/>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0" name="Freeform 49"/>
          <p:cNvSpPr>
            <a:spLocks noChangeAspect="1" noEditPoints="1"/>
          </p:cNvSpPr>
          <p:nvPr/>
        </p:nvSpPr>
        <p:spPr bwMode="auto">
          <a:xfrm>
            <a:off x="6736052" y="2212553"/>
            <a:ext cx="751897" cy="1068485"/>
          </a:xfrm>
          <a:custGeom>
            <a:avLst/>
            <a:gdLst>
              <a:gd name="T0" fmla="*/ 940 w 999"/>
              <a:gd name="T1" fmla="*/ 576 h 1417"/>
              <a:gd name="T2" fmla="*/ 915 w 999"/>
              <a:gd name="T3" fmla="*/ 450 h 1417"/>
              <a:gd name="T4" fmla="*/ 790 w 999"/>
              <a:gd name="T5" fmla="*/ 378 h 1417"/>
              <a:gd name="T6" fmla="*/ 669 w 999"/>
              <a:gd name="T7" fmla="*/ 419 h 1417"/>
              <a:gd name="T8" fmla="*/ 558 w 999"/>
              <a:gd name="T9" fmla="*/ 474 h 1417"/>
              <a:gd name="T10" fmla="*/ 454 w 999"/>
              <a:gd name="T11" fmla="*/ 543 h 1417"/>
              <a:gd name="T12" fmla="*/ 434 w 999"/>
              <a:gd name="T13" fmla="*/ 689 h 1417"/>
              <a:gd name="T14" fmla="*/ 518 w 999"/>
              <a:gd name="T15" fmla="*/ 783 h 1417"/>
              <a:gd name="T16" fmla="*/ 611 w 999"/>
              <a:gd name="T17" fmla="*/ 864 h 1417"/>
              <a:gd name="T18" fmla="*/ 717 w 999"/>
              <a:gd name="T19" fmla="*/ 935 h 1417"/>
              <a:gd name="T20" fmla="*/ 857 w 999"/>
              <a:gd name="T21" fmla="*/ 898 h 1417"/>
              <a:gd name="T22" fmla="*/ 913 w 999"/>
              <a:gd name="T23" fmla="*/ 783 h 1417"/>
              <a:gd name="T24" fmla="*/ 952 w 999"/>
              <a:gd name="T25" fmla="*/ 666 h 1417"/>
              <a:gd name="T26" fmla="*/ 258 w 999"/>
              <a:gd name="T27" fmla="*/ 884 h 1417"/>
              <a:gd name="T28" fmla="*/ 387 w 999"/>
              <a:gd name="T29" fmla="*/ 824 h 1417"/>
              <a:gd name="T30" fmla="*/ 276 w 999"/>
              <a:gd name="T31" fmla="*/ 1218 h 1417"/>
              <a:gd name="T32" fmla="*/ 219 w 999"/>
              <a:gd name="T33" fmla="*/ 1222 h 1417"/>
              <a:gd name="T34" fmla="*/ 178 w 999"/>
              <a:gd name="T35" fmla="*/ 1417 h 1417"/>
              <a:gd name="T36" fmla="*/ 149 w 999"/>
              <a:gd name="T37" fmla="*/ 1049 h 1417"/>
              <a:gd name="T38" fmla="*/ 115 w 999"/>
              <a:gd name="T39" fmla="*/ 1202 h 1417"/>
              <a:gd name="T40" fmla="*/ 93 w 999"/>
              <a:gd name="T41" fmla="*/ 968 h 1417"/>
              <a:gd name="T42" fmla="*/ 123 w 999"/>
              <a:gd name="T43" fmla="*/ 861 h 1417"/>
              <a:gd name="T44" fmla="*/ 270 w 999"/>
              <a:gd name="T45" fmla="*/ 862 h 1417"/>
              <a:gd name="T46" fmla="*/ 584 w 999"/>
              <a:gd name="T47" fmla="*/ 940 h 1417"/>
              <a:gd name="T48" fmla="*/ 478 w 999"/>
              <a:gd name="T49" fmla="*/ 876 h 1417"/>
              <a:gd name="T50" fmla="*/ 364 w 999"/>
              <a:gd name="T51" fmla="*/ 964 h 1417"/>
              <a:gd name="T52" fmla="*/ 397 w 999"/>
              <a:gd name="T53" fmla="*/ 1083 h 1417"/>
              <a:gd name="T54" fmla="*/ 510 w 999"/>
              <a:gd name="T55" fmla="*/ 1148 h 1417"/>
              <a:gd name="T56" fmla="*/ 630 w 999"/>
              <a:gd name="T57" fmla="*/ 1118 h 1417"/>
              <a:gd name="T58" fmla="*/ 420 w 999"/>
              <a:gd name="T59" fmla="*/ 1036 h 1417"/>
              <a:gd name="T60" fmla="*/ 834 w 999"/>
              <a:gd name="T61" fmla="*/ 189 h 1417"/>
              <a:gd name="T62" fmla="*/ 793 w 999"/>
              <a:gd name="T63" fmla="*/ 121 h 1417"/>
              <a:gd name="T64" fmla="*/ 745 w 999"/>
              <a:gd name="T65" fmla="*/ 59 h 1417"/>
              <a:gd name="T66" fmla="*/ 687 w 999"/>
              <a:gd name="T67" fmla="*/ 2 h 1417"/>
              <a:gd name="T68" fmla="*/ 597 w 999"/>
              <a:gd name="T69" fmla="*/ 9 h 1417"/>
              <a:gd name="T70" fmla="*/ 549 w 999"/>
              <a:gd name="T71" fmla="*/ 75 h 1417"/>
              <a:gd name="T72" fmla="*/ 512 w 999"/>
              <a:gd name="T73" fmla="*/ 144 h 1417"/>
              <a:gd name="T74" fmla="*/ 482 w 999"/>
              <a:gd name="T75" fmla="*/ 218 h 1417"/>
              <a:gd name="T76" fmla="*/ 525 w 999"/>
              <a:gd name="T77" fmla="*/ 301 h 1417"/>
              <a:gd name="T78" fmla="*/ 601 w 999"/>
              <a:gd name="T79" fmla="*/ 320 h 1417"/>
              <a:gd name="T80" fmla="*/ 678 w 999"/>
              <a:gd name="T81" fmla="*/ 329 h 1417"/>
              <a:gd name="T82" fmla="*/ 759 w 999"/>
              <a:gd name="T83" fmla="*/ 327 h 1417"/>
              <a:gd name="T84" fmla="*/ 817 w 999"/>
              <a:gd name="T85" fmla="*/ 257 h 1417"/>
              <a:gd name="T86" fmla="*/ 554 w 999"/>
              <a:gd name="T87" fmla="*/ 209 h 1417"/>
              <a:gd name="T88" fmla="*/ 491 w 999"/>
              <a:gd name="T89" fmla="*/ 401 h 1417"/>
              <a:gd name="T90" fmla="*/ 435 w 999"/>
              <a:gd name="T91" fmla="*/ 309 h 1417"/>
              <a:gd name="T92" fmla="*/ 368 w 999"/>
              <a:gd name="T93" fmla="*/ 225 h 1417"/>
              <a:gd name="T94" fmla="*/ 288 w 999"/>
              <a:gd name="T95" fmla="*/ 147 h 1417"/>
              <a:gd name="T96" fmla="*/ 164 w 999"/>
              <a:gd name="T97" fmla="*/ 157 h 1417"/>
              <a:gd name="T98" fmla="*/ 98 w 999"/>
              <a:gd name="T99" fmla="*/ 247 h 1417"/>
              <a:gd name="T100" fmla="*/ 47 w 999"/>
              <a:gd name="T101" fmla="*/ 340 h 1417"/>
              <a:gd name="T102" fmla="*/ 5 w 999"/>
              <a:gd name="T103" fmla="*/ 441 h 1417"/>
              <a:gd name="T104" fmla="*/ 64 w 999"/>
              <a:gd name="T105" fmla="*/ 555 h 1417"/>
              <a:gd name="T106" fmla="*/ 169 w 999"/>
              <a:gd name="T107" fmla="*/ 580 h 1417"/>
              <a:gd name="T108" fmla="*/ 276 w 999"/>
              <a:gd name="T109" fmla="*/ 593 h 1417"/>
              <a:gd name="T110" fmla="*/ 387 w 999"/>
              <a:gd name="T111" fmla="*/ 591 h 1417"/>
              <a:gd name="T112" fmla="*/ 468 w 999"/>
              <a:gd name="T113" fmla="*/ 495 h 1417"/>
              <a:gd name="T114" fmla="*/ 94 w 999"/>
              <a:gd name="T115" fmla="*/ 432 h 1417"/>
              <a:gd name="T116" fmla="*/ 552 w 999"/>
              <a:gd name="T117" fmla="*/ 732 h 1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99" h="1417">
                <a:moveTo>
                  <a:pt x="952" y="666"/>
                </a:moveTo>
                <a:cubicBezTo>
                  <a:pt x="999" y="650"/>
                  <a:pt x="999" y="650"/>
                  <a:pt x="999" y="650"/>
                </a:cubicBezTo>
                <a:cubicBezTo>
                  <a:pt x="997" y="614"/>
                  <a:pt x="997" y="614"/>
                  <a:pt x="997" y="614"/>
                </a:cubicBezTo>
                <a:cubicBezTo>
                  <a:pt x="948" y="605"/>
                  <a:pt x="948" y="605"/>
                  <a:pt x="948" y="605"/>
                </a:cubicBezTo>
                <a:cubicBezTo>
                  <a:pt x="946" y="595"/>
                  <a:pt x="943" y="585"/>
                  <a:pt x="940" y="576"/>
                </a:cubicBezTo>
                <a:cubicBezTo>
                  <a:pt x="978" y="543"/>
                  <a:pt x="978" y="543"/>
                  <a:pt x="978" y="543"/>
                </a:cubicBezTo>
                <a:cubicBezTo>
                  <a:pt x="962" y="511"/>
                  <a:pt x="962" y="511"/>
                  <a:pt x="962" y="511"/>
                </a:cubicBezTo>
                <a:cubicBezTo>
                  <a:pt x="913" y="521"/>
                  <a:pt x="913" y="521"/>
                  <a:pt x="913" y="521"/>
                </a:cubicBezTo>
                <a:cubicBezTo>
                  <a:pt x="907" y="512"/>
                  <a:pt x="900" y="503"/>
                  <a:pt x="893" y="494"/>
                </a:cubicBezTo>
                <a:cubicBezTo>
                  <a:pt x="915" y="450"/>
                  <a:pt x="915" y="450"/>
                  <a:pt x="915" y="450"/>
                </a:cubicBezTo>
                <a:cubicBezTo>
                  <a:pt x="888" y="426"/>
                  <a:pt x="888" y="426"/>
                  <a:pt x="888" y="426"/>
                </a:cubicBezTo>
                <a:cubicBezTo>
                  <a:pt x="847" y="454"/>
                  <a:pt x="847" y="454"/>
                  <a:pt x="847" y="454"/>
                </a:cubicBezTo>
                <a:cubicBezTo>
                  <a:pt x="838" y="449"/>
                  <a:pt x="830" y="444"/>
                  <a:pt x="821" y="439"/>
                </a:cubicBezTo>
                <a:cubicBezTo>
                  <a:pt x="824" y="390"/>
                  <a:pt x="824" y="390"/>
                  <a:pt x="824" y="390"/>
                </a:cubicBezTo>
                <a:cubicBezTo>
                  <a:pt x="790" y="378"/>
                  <a:pt x="790" y="378"/>
                  <a:pt x="790" y="378"/>
                </a:cubicBezTo>
                <a:cubicBezTo>
                  <a:pt x="763" y="419"/>
                  <a:pt x="763" y="419"/>
                  <a:pt x="763" y="419"/>
                </a:cubicBezTo>
                <a:cubicBezTo>
                  <a:pt x="752" y="417"/>
                  <a:pt x="741" y="416"/>
                  <a:pt x="730" y="415"/>
                </a:cubicBezTo>
                <a:cubicBezTo>
                  <a:pt x="714" y="368"/>
                  <a:pt x="714" y="368"/>
                  <a:pt x="714" y="368"/>
                </a:cubicBezTo>
                <a:cubicBezTo>
                  <a:pt x="678" y="371"/>
                  <a:pt x="678" y="371"/>
                  <a:pt x="678" y="371"/>
                </a:cubicBezTo>
                <a:cubicBezTo>
                  <a:pt x="669" y="419"/>
                  <a:pt x="669" y="419"/>
                  <a:pt x="669" y="419"/>
                </a:cubicBezTo>
                <a:cubicBezTo>
                  <a:pt x="659" y="421"/>
                  <a:pt x="649" y="424"/>
                  <a:pt x="640" y="427"/>
                </a:cubicBezTo>
                <a:cubicBezTo>
                  <a:pt x="607" y="389"/>
                  <a:pt x="607" y="389"/>
                  <a:pt x="607" y="389"/>
                </a:cubicBezTo>
                <a:cubicBezTo>
                  <a:pt x="575" y="405"/>
                  <a:pt x="575" y="405"/>
                  <a:pt x="575" y="405"/>
                </a:cubicBezTo>
                <a:cubicBezTo>
                  <a:pt x="585" y="454"/>
                  <a:pt x="585" y="454"/>
                  <a:pt x="585" y="454"/>
                </a:cubicBezTo>
                <a:cubicBezTo>
                  <a:pt x="576" y="460"/>
                  <a:pt x="567" y="467"/>
                  <a:pt x="558" y="474"/>
                </a:cubicBezTo>
                <a:cubicBezTo>
                  <a:pt x="514" y="453"/>
                  <a:pt x="514" y="453"/>
                  <a:pt x="514" y="453"/>
                </a:cubicBezTo>
                <a:cubicBezTo>
                  <a:pt x="490" y="480"/>
                  <a:pt x="490" y="480"/>
                  <a:pt x="490" y="480"/>
                </a:cubicBezTo>
                <a:cubicBezTo>
                  <a:pt x="519" y="520"/>
                  <a:pt x="519" y="520"/>
                  <a:pt x="519" y="520"/>
                </a:cubicBezTo>
                <a:cubicBezTo>
                  <a:pt x="513" y="529"/>
                  <a:pt x="507" y="538"/>
                  <a:pt x="503" y="547"/>
                </a:cubicBezTo>
                <a:cubicBezTo>
                  <a:pt x="454" y="543"/>
                  <a:pt x="454" y="543"/>
                  <a:pt x="454" y="543"/>
                </a:cubicBezTo>
                <a:cubicBezTo>
                  <a:pt x="442" y="577"/>
                  <a:pt x="442" y="577"/>
                  <a:pt x="442" y="577"/>
                </a:cubicBezTo>
                <a:cubicBezTo>
                  <a:pt x="484" y="604"/>
                  <a:pt x="484" y="604"/>
                  <a:pt x="484" y="604"/>
                </a:cubicBezTo>
                <a:cubicBezTo>
                  <a:pt x="481" y="615"/>
                  <a:pt x="480" y="627"/>
                  <a:pt x="479" y="638"/>
                </a:cubicBezTo>
                <a:cubicBezTo>
                  <a:pt x="432" y="654"/>
                  <a:pt x="432" y="654"/>
                  <a:pt x="432" y="654"/>
                </a:cubicBezTo>
                <a:cubicBezTo>
                  <a:pt x="434" y="689"/>
                  <a:pt x="434" y="689"/>
                  <a:pt x="434" y="689"/>
                </a:cubicBezTo>
                <a:cubicBezTo>
                  <a:pt x="483" y="699"/>
                  <a:pt x="483" y="699"/>
                  <a:pt x="483" y="699"/>
                </a:cubicBezTo>
                <a:cubicBezTo>
                  <a:pt x="485" y="708"/>
                  <a:pt x="488" y="718"/>
                  <a:pt x="491" y="728"/>
                </a:cubicBezTo>
                <a:cubicBezTo>
                  <a:pt x="453" y="760"/>
                  <a:pt x="453" y="760"/>
                  <a:pt x="453" y="760"/>
                </a:cubicBezTo>
                <a:cubicBezTo>
                  <a:pt x="469" y="793"/>
                  <a:pt x="469" y="793"/>
                  <a:pt x="469" y="793"/>
                </a:cubicBezTo>
                <a:cubicBezTo>
                  <a:pt x="518" y="783"/>
                  <a:pt x="518" y="783"/>
                  <a:pt x="518" y="783"/>
                </a:cubicBezTo>
                <a:cubicBezTo>
                  <a:pt x="524" y="792"/>
                  <a:pt x="531" y="801"/>
                  <a:pt x="539" y="809"/>
                </a:cubicBezTo>
                <a:cubicBezTo>
                  <a:pt x="516" y="854"/>
                  <a:pt x="516" y="854"/>
                  <a:pt x="516" y="854"/>
                </a:cubicBezTo>
                <a:cubicBezTo>
                  <a:pt x="543" y="877"/>
                  <a:pt x="543" y="877"/>
                  <a:pt x="543" y="877"/>
                </a:cubicBezTo>
                <a:cubicBezTo>
                  <a:pt x="585" y="849"/>
                  <a:pt x="585" y="849"/>
                  <a:pt x="585" y="849"/>
                </a:cubicBezTo>
                <a:cubicBezTo>
                  <a:pt x="593" y="855"/>
                  <a:pt x="602" y="860"/>
                  <a:pt x="611" y="864"/>
                </a:cubicBezTo>
                <a:cubicBezTo>
                  <a:pt x="607" y="913"/>
                  <a:pt x="607" y="913"/>
                  <a:pt x="607" y="913"/>
                </a:cubicBezTo>
                <a:cubicBezTo>
                  <a:pt x="641" y="925"/>
                  <a:pt x="641" y="925"/>
                  <a:pt x="641" y="925"/>
                </a:cubicBezTo>
                <a:cubicBezTo>
                  <a:pt x="668" y="884"/>
                  <a:pt x="668" y="884"/>
                  <a:pt x="668" y="884"/>
                </a:cubicBezTo>
                <a:cubicBezTo>
                  <a:pt x="679" y="886"/>
                  <a:pt x="690" y="887"/>
                  <a:pt x="702" y="888"/>
                </a:cubicBezTo>
                <a:cubicBezTo>
                  <a:pt x="717" y="935"/>
                  <a:pt x="717" y="935"/>
                  <a:pt x="717" y="935"/>
                </a:cubicBezTo>
                <a:cubicBezTo>
                  <a:pt x="753" y="933"/>
                  <a:pt x="753" y="933"/>
                  <a:pt x="753" y="933"/>
                </a:cubicBezTo>
                <a:cubicBezTo>
                  <a:pt x="762" y="884"/>
                  <a:pt x="762" y="884"/>
                  <a:pt x="762" y="884"/>
                </a:cubicBezTo>
                <a:cubicBezTo>
                  <a:pt x="772" y="882"/>
                  <a:pt x="782" y="879"/>
                  <a:pt x="791" y="876"/>
                </a:cubicBezTo>
                <a:cubicBezTo>
                  <a:pt x="824" y="914"/>
                  <a:pt x="824" y="914"/>
                  <a:pt x="824" y="914"/>
                </a:cubicBezTo>
                <a:cubicBezTo>
                  <a:pt x="857" y="898"/>
                  <a:pt x="857" y="898"/>
                  <a:pt x="857" y="898"/>
                </a:cubicBezTo>
                <a:cubicBezTo>
                  <a:pt x="847" y="849"/>
                  <a:pt x="847" y="849"/>
                  <a:pt x="847" y="849"/>
                </a:cubicBezTo>
                <a:cubicBezTo>
                  <a:pt x="855" y="843"/>
                  <a:pt x="864" y="837"/>
                  <a:pt x="873" y="829"/>
                </a:cubicBezTo>
                <a:cubicBezTo>
                  <a:pt x="917" y="851"/>
                  <a:pt x="917" y="851"/>
                  <a:pt x="917" y="851"/>
                </a:cubicBezTo>
                <a:cubicBezTo>
                  <a:pt x="941" y="824"/>
                  <a:pt x="941" y="824"/>
                  <a:pt x="941" y="824"/>
                </a:cubicBezTo>
                <a:cubicBezTo>
                  <a:pt x="913" y="783"/>
                  <a:pt x="913" y="783"/>
                  <a:pt x="913" y="783"/>
                </a:cubicBezTo>
                <a:cubicBezTo>
                  <a:pt x="918" y="774"/>
                  <a:pt x="924" y="766"/>
                  <a:pt x="928" y="757"/>
                </a:cubicBezTo>
                <a:cubicBezTo>
                  <a:pt x="978" y="760"/>
                  <a:pt x="978" y="760"/>
                  <a:pt x="978" y="760"/>
                </a:cubicBezTo>
                <a:cubicBezTo>
                  <a:pt x="989" y="726"/>
                  <a:pt x="989" y="726"/>
                  <a:pt x="989" y="726"/>
                </a:cubicBezTo>
                <a:cubicBezTo>
                  <a:pt x="948" y="699"/>
                  <a:pt x="948" y="699"/>
                  <a:pt x="948" y="699"/>
                </a:cubicBezTo>
                <a:cubicBezTo>
                  <a:pt x="950" y="688"/>
                  <a:pt x="951" y="677"/>
                  <a:pt x="952" y="666"/>
                </a:cubicBezTo>
                <a:close/>
                <a:moveTo>
                  <a:pt x="128" y="884"/>
                </a:moveTo>
                <a:cubicBezTo>
                  <a:pt x="127" y="886"/>
                  <a:pt x="127" y="888"/>
                  <a:pt x="127" y="890"/>
                </a:cubicBezTo>
                <a:cubicBezTo>
                  <a:pt x="127" y="924"/>
                  <a:pt x="157" y="952"/>
                  <a:pt x="193" y="952"/>
                </a:cubicBezTo>
                <a:cubicBezTo>
                  <a:pt x="229" y="952"/>
                  <a:pt x="258" y="924"/>
                  <a:pt x="258" y="890"/>
                </a:cubicBezTo>
                <a:cubicBezTo>
                  <a:pt x="258" y="888"/>
                  <a:pt x="258" y="886"/>
                  <a:pt x="258" y="884"/>
                </a:cubicBezTo>
                <a:lnTo>
                  <a:pt x="128" y="884"/>
                </a:lnTo>
                <a:close/>
                <a:moveTo>
                  <a:pt x="265" y="968"/>
                </a:moveTo>
                <a:cubicBezTo>
                  <a:pt x="266" y="968"/>
                  <a:pt x="267" y="967"/>
                  <a:pt x="268" y="966"/>
                </a:cubicBezTo>
                <a:cubicBezTo>
                  <a:pt x="352" y="831"/>
                  <a:pt x="352" y="831"/>
                  <a:pt x="352" y="831"/>
                </a:cubicBezTo>
                <a:cubicBezTo>
                  <a:pt x="360" y="820"/>
                  <a:pt x="376" y="816"/>
                  <a:pt x="387" y="824"/>
                </a:cubicBezTo>
                <a:cubicBezTo>
                  <a:pt x="399" y="832"/>
                  <a:pt x="402" y="847"/>
                  <a:pt x="395" y="859"/>
                </a:cubicBezTo>
                <a:cubicBezTo>
                  <a:pt x="277" y="1043"/>
                  <a:pt x="277" y="1043"/>
                  <a:pt x="277" y="1043"/>
                </a:cubicBezTo>
                <a:cubicBezTo>
                  <a:pt x="276" y="1043"/>
                  <a:pt x="276" y="1045"/>
                  <a:pt x="276" y="1045"/>
                </a:cubicBezTo>
                <a:cubicBezTo>
                  <a:pt x="276" y="1204"/>
                  <a:pt x="276" y="1204"/>
                  <a:pt x="276" y="1204"/>
                </a:cubicBezTo>
                <a:cubicBezTo>
                  <a:pt x="276" y="1218"/>
                  <a:pt x="276" y="1218"/>
                  <a:pt x="276" y="1218"/>
                </a:cubicBezTo>
                <a:cubicBezTo>
                  <a:pt x="276" y="1390"/>
                  <a:pt x="276" y="1390"/>
                  <a:pt x="276" y="1390"/>
                </a:cubicBezTo>
                <a:cubicBezTo>
                  <a:pt x="276" y="1405"/>
                  <a:pt x="263" y="1417"/>
                  <a:pt x="247" y="1417"/>
                </a:cubicBezTo>
                <a:cubicBezTo>
                  <a:pt x="247" y="1417"/>
                  <a:pt x="247" y="1417"/>
                  <a:pt x="247" y="1417"/>
                </a:cubicBezTo>
                <a:cubicBezTo>
                  <a:pt x="231" y="1417"/>
                  <a:pt x="219" y="1405"/>
                  <a:pt x="219" y="1390"/>
                </a:cubicBezTo>
                <a:cubicBezTo>
                  <a:pt x="219" y="1222"/>
                  <a:pt x="219" y="1222"/>
                  <a:pt x="219" y="1222"/>
                </a:cubicBezTo>
                <a:cubicBezTo>
                  <a:pt x="219" y="1220"/>
                  <a:pt x="216" y="1218"/>
                  <a:pt x="214" y="1218"/>
                </a:cubicBezTo>
                <a:cubicBezTo>
                  <a:pt x="211" y="1218"/>
                  <a:pt x="211" y="1218"/>
                  <a:pt x="211" y="1218"/>
                </a:cubicBezTo>
                <a:cubicBezTo>
                  <a:pt x="208" y="1218"/>
                  <a:pt x="206" y="1220"/>
                  <a:pt x="206" y="1222"/>
                </a:cubicBezTo>
                <a:cubicBezTo>
                  <a:pt x="206" y="1390"/>
                  <a:pt x="206" y="1390"/>
                  <a:pt x="206" y="1390"/>
                </a:cubicBezTo>
                <a:cubicBezTo>
                  <a:pt x="206" y="1405"/>
                  <a:pt x="193" y="1417"/>
                  <a:pt x="178" y="1417"/>
                </a:cubicBezTo>
                <a:cubicBezTo>
                  <a:pt x="177" y="1417"/>
                  <a:pt x="177" y="1417"/>
                  <a:pt x="177" y="1417"/>
                </a:cubicBezTo>
                <a:cubicBezTo>
                  <a:pt x="161" y="1417"/>
                  <a:pt x="149" y="1405"/>
                  <a:pt x="149" y="1390"/>
                </a:cubicBezTo>
                <a:cubicBezTo>
                  <a:pt x="149" y="1218"/>
                  <a:pt x="149" y="1218"/>
                  <a:pt x="149" y="1218"/>
                </a:cubicBezTo>
                <a:cubicBezTo>
                  <a:pt x="149" y="1204"/>
                  <a:pt x="149" y="1204"/>
                  <a:pt x="149" y="1204"/>
                </a:cubicBezTo>
                <a:cubicBezTo>
                  <a:pt x="149" y="1049"/>
                  <a:pt x="149" y="1049"/>
                  <a:pt x="149" y="1049"/>
                </a:cubicBezTo>
                <a:cubicBezTo>
                  <a:pt x="149" y="1047"/>
                  <a:pt x="147" y="1045"/>
                  <a:pt x="144" y="1045"/>
                </a:cubicBezTo>
                <a:cubicBezTo>
                  <a:pt x="144" y="1045"/>
                  <a:pt x="144" y="1045"/>
                  <a:pt x="144" y="1045"/>
                </a:cubicBezTo>
                <a:cubicBezTo>
                  <a:pt x="142" y="1046"/>
                  <a:pt x="141" y="1047"/>
                  <a:pt x="141" y="1049"/>
                </a:cubicBezTo>
                <a:cubicBezTo>
                  <a:pt x="141" y="1177"/>
                  <a:pt x="141" y="1177"/>
                  <a:pt x="141" y="1177"/>
                </a:cubicBezTo>
                <a:cubicBezTo>
                  <a:pt x="141" y="1191"/>
                  <a:pt x="129" y="1202"/>
                  <a:pt x="115" y="1202"/>
                </a:cubicBezTo>
                <a:cubicBezTo>
                  <a:pt x="101" y="1202"/>
                  <a:pt x="89" y="1191"/>
                  <a:pt x="89" y="1177"/>
                </a:cubicBezTo>
                <a:cubicBezTo>
                  <a:pt x="89" y="1063"/>
                  <a:pt x="89" y="1063"/>
                  <a:pt x="89" y="1063"/>
                </a:cubicBezTo>
                <a:cubicBezTo>
                  <a:pt x="89" y="1032"/>
                  <a:pt x="89" y="1032"/>
                  <a:pt x="89" y="1032"/>
                </a:cubicBezTo>
                <a:cubicBezTo>
                  <a:pt x="89" y="972"/>
                  <a:pt x="89" y="972"/>
                  <a:pt x="89" y="972"/>
                </a:cubicBezTo>
                <a:cubicBezTo>
                  <a:pt x="89" y="969"/>
                  <a:pt x="91" y="968"/>
                  <a:pt x="93" y="968"/>
                </a:cubicBezTo>
                <a:lnTo>
                  <a:pt x="265" y="968"/>
                </a:lnTo>
                <a:close/>
                <a:moveTo>
                  <a:pt x="270" y="862"/>
                </a:moveTo>
                <a:cubicBezTo>
                  <a:pt x="260" y="862"/>
                  <a:pt x="260" y="862"/>
                  <a:pt x="260" y="862"/>
                </a:cubicBezTo>
                <a:cubicBezTo>
                  <a:pt x="258" y="823"/>
                  <a:pt x="228" y="795"/>
                  <a:pt x="192" y="795"/>
                </a:cubicBezTo>
                <a:cubicBezTo>
                  <a:pt x="156" y="795"/>
                  <a:pt x="126" y="824"/>
                  <a:pt x="123" y="861"/>
                </a:cubicBezTo>
                <a:cubicBezTo>
                  <a:pt x="121" y="862"/>
                  <a:pt x="119" y="864"/>
                  <a:pt x="119" y="867"/>
                </a:cubicBezTo>
                <a:cubicBezTo>
                  <a:pt x="119" y="869"/>
                  <a:pt x="121" y="872"/>
                  <a:pt x="124" y="872"/>
                </a:cubicBezTo>
                <a:cubicBezTo>
                  <a:pt x="270" y="872"/>
                  <a:pt x="270" y="872"/>
                  <a:pt x="270" y="872"/>
                </a:cubicBezTo>
                <a:cubicBezTo>
                  <a:pt x="273" y="872"/>
                  <a:pt x="275" y="869"/>
                  <a:pt x="275" y="867"/>
                </a:cubicBezTo>
                <a:cubicBezTo>
                  <a:pt x="275" y="864"/>
                  <a:pt x="273" y="862"/>
                  <a:pt x="270" y="862"/>
                </a:cubicBezTo>
                <a:close/>
                <a:moveTo>
                  <a:pt x="624" y="1022"/>
                </a:moveTo>
                <a:cubicBezTo>
                  <a:pt x="656" y="1003"/>
                  <a:pt x="656" y="1003"/>
                  <a:pt x="656" y="1003"/>
                </a:cubicBezTo>
                <a:cubicBezTo>
                  <a:pt x="649" y="975"/>
                  <a:pt x="649" y="975"/>
                  <a:pt x="649" y="975"/>
                </a:cubicBezTo>
                <a:cubicBezTo>
                  <a:pt x="611" y="974"/>
                  <a:pt x="611" y="974"/>
                  <a:pt x="611" y="974"/>
                </a:cubicBezTo>
                <a:cubicBezTo>
                  <a:pt x="604" y="961"/>
                  <a:pt x="595" y="949"/>
                  <a:pt x="584" y="940"/>
                </a:cubicBezTo>
                <a:cubicBezTo>
                  <a:pt x="594" y="903"/>
                  <a:pt x="594" y="903"/>
                  <a:pt x="594" y="903"/>
                </a:cubicBezTo>
                <a:cubicBezTo>
                  <a:pt x="569" y="888"/>
                  <a:pt x="569" y="888"/>
                  <a:pt x="569" y="888"/>
                </a:cubicBezTo>
                <a:cubicBezTo>
                  <a:pt x="541" y="915"/>
                  <a:pt x="541" y="915"/>
                  <a:pt x="541" y="915"/>
                </a:cubicBezTo>
                <a:cubicBezTo>
                  <a:pt x="527" y="910"/>
                  <a:pt x="513" y="908"/>
                  <a:pt x="498" y="909"/>
                </a:cubicBezTo>
                <a:cubicBezTo>
                  <a:pt x="478" y="876"/>
                  <a:pt x="478" y="876"/>
                  <a:pt x="478" y="876"/>
                </a:cubicBezTo>
                <a:cubicBezTo>
                  <a:pt x="450" y="884"/>
                  <a:pt x="450" y="884"/>
                  <a:pt x="450" y="884"/>
                </a:cubicBezTo>
                <a:cubicBezTo>
                  <a:pt x="450" y="922"/>
                  <a:pt x="450" y="922"/>
                  <a:pt x="450" y="922"/>
                </a:cubicBezTo>
                <a:cubicBezTo>
                  <a:pt x="437" y="929"/>
                  <a:pt x="425" y="938"/>
                  <a:pt x="415" y="948"/>
                </a:cubicBezTo>
                <a:cubicBezTo>
                  <a:pt x="378" y="939"/>
                  <a:pt x="378" y="939"/>
                  <a:pt x="378" y="939"/>
                </a:cubicBezTo>
                <a:cubicBezTo>
                  <a:pt x="364" y="964"/>
                  <a:pt x="364" y="964"/>
                  <a:pt x="364" y="964"/>
                </a:cubicBezTo>
                <a:cubicBezTo>
                  <a:pt x="390" y="991"/>
                  <a:pt x="390" y="991"/>
                  <a:pt x="390" y="991"/>
                </a:cubicBezTo>
                <a:cubicBezTo>
                  <a:pt x="386" y="1005"/>
                  <a:pt x="384" y="1020"/>
                  <a:pt x="385" y="1034"/>
                </a:cubicBezTo>
                <a:cubicBezTo>
                  <a:pt x="351" y="1054"/>
                  <a:pt x="351" y="1054"/>
                  <a:pt x="351" y="1054"/>
                </a:cubicBezTo>
                <a:cubicBezTo>
                  <a:pt x="359" y="1082"/>
                  <a:pt x="359" y="1082"/>
                  <a:pt x="359" y="1082"/>
                </a:cubicBezTo>
                <a:cubicBezTo>
                  <a:pt x="397" y="1083"/>
                  <a:pt x="397" y="1083"/>
                  <a:pt x="397" y="1083"/>
                </a:cubicBezTo>
                <a:cubicBezTo>
                  <a:pt x="404" y="1096"/>
                  <a:pt x="413" y="1107"/>
                  <a:pt x="424" y="1118"/>
                </a:cubicBezTo>
                <a:cubicBezTo>
                  <a:pt x="414" y="1155"/>
                  <a:pt x="414" y="1155"/>
                  <a:pt x="414" y="1155"/>
                </a:cubicBezTo>
                <a:cubicBezTo>
                  <a:pt x="440" y="1169"/>
                  <a:pt x="440" y="1169"/>
                  <a:pt x="440" y="1169"/>
                </a:cubicBezTo>
                <a:cubicBezTo>
                  <a:pt x="467" y="1142"/>
                  <a:pt x="467" y="1142"/>
                  <a:pt x="467" y="1142"/>
                </a:cubicBezTo>
                <a:cubicBezTo>
                  <a:pt x="480" y="1147"/>
                  <a:pt x="495" y="1149"/>
                  <a:pt x="510" y="1148"/>
                </a:cubicBezTo>
                <a:cubicBezTo>
                  <a:pt x="530" y="1180"/>
                  <a:pt x="530" y="1180"/>
                  <a:pt x="530" y="1180"/>
                </a:cubicBezTo>
                <a:cubicBezTo>
                  <a:pt x="558" y="1173"/>
                  <a:pt x="558" y="1173"/>
                  <a:pt x="558" y="1173"/>
                </a:cubicBezTo>
                <a:cubicBezTo>
                  <a:pt x="558" y="1135"/>
                  <a:pt x="558" y="1135"/>
                  <a:pt x="558" y="1135"/>
                </a:cubicBezTo>
                <a:cubicBezTo>
                  <a:pt x="571" y="1128"/>
                  <a:pt x="583" y="1120"/>
                  <a:pt x="593" y="1109"/>
                </a:cubicBezTo>
                <a:cubicBezTo>
                  <a:pt x="630" y="1118"/>
                  <a:pt x="630" y="1118"/>
                  <a:pt x="630" y="1118"/>
                </a:cubicBezTo>
                <a:cubicBezTo>
                  <a:pt x="644" y="1093"/>
                  <a:pt x="644" y="1093"/>
                  <a:pt x="644" y="1093"/>
                </a:cubicBezTo>
                <a:cubicBezTo>
                  <a:pt x="618" y="1066"/>
                  <a:pt x="618" y="1066"/>
                  <a:pt x="618" y="1066"/>
                </a:cubicBezTo>
                <a:cubicBezTo>
                  <a:pt x="622" y="1052"/>
                  <a:pt x="624" y="1037"/>
                  <a:pt x="624" y="1022"/>
                </a:cubicBezTo>
                <a:close/>
                <a:moveTo>
                  <a:pt x="511" y="1112"/>
                </a:moveTo>
                <a:cubicBezTo>
                  <a:pt x="465" y="1116"/>
                  <a:pt x="424" y="1082"/>
                  <a:pt x="420" y="1036"/>
                </a:cubicBezTo>
                <a:cubicBezTo>
                  <a:pt x="417" y="989"/>
                  <a:pt x="451" y="949"/>
                  <a:pt x="497" y="945"/>
                </a:cubicBezTo>
                <a:cubicBezTo>
                  <a:pt x="543" y="941"/>
                  <a:pt x="584" y="975"/>
                  <a:pt x="588" y="1022"/>
                </a:cubicBezTo>
                <a:cubicBezTo>
                  <a:pt x="592" y="1068"/>
                  <a:pt x="557" y="1109"/>
                  <a:pt x="511" y="1112"/>
                </a:cubicBezTo>
                <a:close/>
                <a:moveTo>
                  <a:pt x="832" y="211"/>
                </a:moveTo>
                <a:cubicBezTo>
                  <a:pt x="834" y="189"/>
                  <a:pt x="834" y="189"/>
                  <a:pt x="834" y="189"/>
                </a:cubicBezTo>
                <a:cubicBezTo>
                  <a:pt x="805" y="177"/>
                  <a:pt x="805" y="177"/>
                  <a:pt x="805" y="177"/>
                </a:cubicBezTo>
                <a:cubicBezTo>
                  <a:pt x="805" y="171"/>
                  <a:pt x="805" y="164"/>
                  <a:pt x="804" y="158"/>
                </a:cubicBezTo>
                <a:cubicBezTo>
                  <a:pt x="831" y="142"/>
                  <a:pt x="831" y="142"/>
                  <a:pt x="831" y="142"/>
                </a:cubicBezTo>
                <a:cubicBezTo>
                  <a:pt x="825" y="120"/>
                  <a:pt x="825" y="120"/>
                  <a:pt x="825" y="120"/>
                </a:cubicBezTo>
                <a:cubicBezTo>
                  <a:pt x="793" y="121"/>
                  <a:pt x="793" y="121"/>
                  <a:pt x="793" y="121"/>
                </a:cubicBezTo>
                <a:cubicBezTo>
                  <a:pt x="790" y="114"/>
                  <a:pt x="787" y="108"/>
                  <a:pt x="784" y="102"/>
                </a:cubicBezTo>
                <a:cubicBezTo>
                  <a:pt x="802" y="76"/>
                  <a:pt x="802" y="76"/>
                  <a:pt x="802" y="76"/>
                </a:cubicBezTo>
                <a:cubicBezTo>
                  <a:pt x="788" y="59"/>
                  <a:pt x="788" y="59"/>
                  <a:pt x="788" y="59"/>
                </a:cubicBezTo>
                <a:cubicBezTo>
                  <a:pt x="760" y="72"/>
                  <a:pt x="760" y="72"/>
                  <a:pt x="760" y="72"/>
                </a:cubicBezTo>
                <a:cubicBezTo>
                  <a:pt x="755" y="67"/>
                  <a:pt x="750" y="63"/>
                  <a:pt x="745" y="59"/>
                </a:cubicBezTo>
                <a:cubicBezTo>
                  <a:pt x="753" y="28"/>
                  <a:pt x="753" y="28"/>
                  <a:pt x="753" y="28"/>
                </a:cubicBezTo>
                <a:cubicBezTo>
                  <a:pt x="733" y="18"/>
                  <a:pt x="733" y="18"/>
                  <a:pt x="733" y="18"/>
                </a:cubicBezTo>
                <a:cubicBezTo>
                  <a:pt x="712" y="40"/>
                  <a:pt x="712" y="40"/>
                  <a:pt x="712" y="40"/>
                </a:cubicBezTo>
                <a:cubicBezTo>
                  <a:pt x="705" y="37"/>
                  <a:pt x="698" y="35"/>
                  <a:pt x="692" y="34"/>
                </a:cubicBezTo>
                <a:cubicBezTo>
                  <a:pt x="687" y="2"/>
                  <a:pt x="687" y="2"/>
                  <a:pt x="687" y="2"/>
                </a:cubicBezTo>
                <a:cubicBezTo>
                  <a:pt x="665" y="0"/>
                  <a:pt x="665" y="0"/>
                  <a:pt x="665" y="0"/>
                </a:cubicBezTo>
                <a:cubicBezTo>
                  <a:pt x="654" y="29"/>
                  <a:pt x="654" y="29"/>
                  <a:pt x="654" y="29"/>
                </a:cubicBezTo>
                <a:cubicBezTo>
                  <a:pt x="648" y="29"/>
                  <a:pt x="641" y="30"/>
                  <a:pt x="634" y="31"/>
                </a:cubicBezTo>
                <a:cubicBezTo>
                  <a:pt x="619" y="3"/>
                  <a:pt x="619" y="3"/>
                  <a:pt x="619" y="3"/>
                </a:cubicBezTo>
                <a:cubicBezTo>
                  <a:pt x="597" y="9"/>
                  <a:pt x="597" y="9"/>
                  <a:pt x="597" y="9"/>
                </a:cubicBezTo>
                <a:cubicBezTo>
                  <a:pt x="598" y="41"/>
                  <a:pt x="598" y="41"/>
                  <a:pt x="598" y="41"/>
                </a:cubicBezTo>
                <a:cubicBezTo>
                  <a:pt x="592" y="44"/>
                  <a:pt x="585" y="47"/>
                  <a:pt x="579" y="51"/>
                </a:cubicBezTo>
                <a:cubicBezTo>
                  <a:pt x="554" y="32"/>
                  <a:pt x="554" y="32"/>
                  <a:pt x="554" y="32"/>
                </a:cubicBezTo>
                <a:cubicBezTo>
                  <a:pt x="537" y="47"/>
                  <a:pt x="537" y="47"/>
                  <a:pt x="537" y="47"/>
                </a:cubicBezTo>
                <a:cubicBezTo>
                  <a:pt x="549" y="75"/>
                  <a:pt x="549" y="75"/>
                  <a:pt x="549" y="75"/>
                </a:cubicBezTo>
                <a:cubicBezTo>
                  <a:pt x="545" y="80"/>
                  <a:pt x="541" y="85"/>
                  <a:pt x="537" y="90"/>
                </a:cubicBezTo>
                <a:cubicBezTo>
                  <a:pt x="507" y="82"/>
                  <a:pt x="507" y="82"/>
                  <a:pt x="507" y="82"/>
                </a:cubicBezTo>
                <a:cubicBezTo>
                  <a:pt x="496" y="102"/>
                  <a:pt x="496" y="102"/>
                  <a:pt x="496" y="102"/>
                </a:cubicBezTo>
                <a:cubicBezTo>
                  <a:pt x="518" y="124"/>
                  <a:pt x="518" y="124"/>
                  <a:pt x="518" y="124"/>
                </a:cubicBezTo>
                <a:cubicBezTo>
                  <a:pt x="515" y="130"/>
                  <a:pt x="513" y="137"/>
                  <a:pt x="512" y="144"/>
                </a:cubicBezTo>
                <a:cubicBezTo>
                  <a:pt x="481" y="148"/>
                  <a:pt x="481" y="148"/>
                  <a:pt x="481" y="148"/>
                </a:cubicBezTo>
                <a:cubicBezTo>
                  <a:pt x="478" y="171"/>
                  <a:pt x="478" y="171"/>
                  <a:pt x="478" y="171"/>
                </a:cubicBezTo>
                <a:cubicBezTo>
                  <a:pt x="507" y="183"/>
                  <a:pt x="507" y="183"/>
                  <a:pt x="507" y="183"/>
                </a:cubicBezTo>
                <a:cubicBezTo>
                  <a:pt x="508" y="189"/>
                  <a:pt x="508" y="195"/>
                  <a:pt x="509" y="202"/>
                </a:cubicBezTo>
                <a:cubicBezTo>
                  <a:pt x="482" y="218"/>
                  <a:pt x="482" y="218"/>
                  <a:pt x="482" y="218"/>
                </a:cubicBezTo>
                <a:cubicBezTo>
                  <a:pt x="488" y="240"/>
                  <a:pt x="488" y="240"/>
                  <a:pt x="488" y="240"/>
                </a:cubicBezTo>
                <a:cubicBezTo>
                  <a:pt x="520" y="239"/>
                  <a:pt x="520" y="239"/>
                  <a:pt x="520" y="239"/>
                </a:cubicBezTo>
                <a:cubicBezTo>
                  <a:pt x="522" y="246"/>
                  <a:pt x="526" y="252"/>
                  <a:pt x="529" y="258"/>
                </a:cubicBezTo>
                <a:cubicBezTo>
                  <a:pt x="511" y="283"/>
                  <a:pt x="511" y="283"/>
                  <a:pt x="511" y="283"/>
                </a:cubicBezTo>
                <a:cubicBezTo>
                  <a:pt x="525" y="301"/>
                  <a:pt x="525" y="301"/>
                  <a:pt x="525" y="301"/>
                </a:cubicBezTo>
                <a:cubicBezTo>
                  <a:pt x="553" y="288"/>
                  <a:pt x="553" y="288"/>
                  <a:pt x="553" y="288"/>
                </a:cubicBezTo>
                <a:cubicBezTo>
                  <a:pt x="558" y="293"/>
                  <a:pt x="562" y="297"/>
                  <a:pt x="568" y="301"/>
                </a:cubicBezTo>
                <a:cubicBezTo>
                  <a:pt x="560" y="331"/>
                  <a:pt x="560" y="331"/>
                  <a:pt x="560" y="331"/>
                </a:cubicBezTo>
                <a:cubicBezTo>
                  <a:pt x="579" y="342"/>
                  <a:pt x="579" y="342"/>
                  <a:pt x="579" y="342"/>
                </a:cubicBezTo>
                <a:cubicBezTo>
                  <a:pt x="601" y="320"/>
                  <a:pt x="601" y="320"/>
                  <a:pt x="601" y="320"/>
                </a:cubicBezTo>
                <a:cubicBezTo>
                  <a:pt x="607" y="322"/>
                  <a:pt x="614" y="325"/>
                  <a:pt x="621" y="326"/>
                </a:cubicBezTo>
                <a:cubicBezTo>
                  <a:pt x="625" y="357"/>
                  <a:pt x="625" y="357"/>
                  <a:pt x="625" y="357"/>
                </a:cubicBezTo>
                <a:cubicBezTo>
                  <a:pt x="648" y="359"/>
                  <a:pt x="648" y="359"/>
                  <a:pt x="648" y="359"/>
                </a:cubicBezTo>
                <a:cubicBezTo>
                  <a:pt x="659" y="330"/>
                  <a:pt x="659" y="330"/>
                  <a:pt x="659" y="330"/>
                </a:cubicBezTo>
                <a:cubicBezTo>
                  <a:pt x="665" y="330"/>
                  <a:pt x="671" y="330"/>
                  <a:pt x="678" y="329"/>
                </a:cubicBezTo>
                <a:cubicBezTo>
                  <a:pt x="694" y="356"/>
                  <a:pt x="694" y="356"/>
                  <a:pt x="694" y="356"/>
                </a:cubicBezTo>
                <a:cubicBezTo>
                  <a:pt x="715" y="350"/>
                  <a:pt x="715" y="350"/>
                  <a:pt x="715" y="350"/>
                </a:cubicBezTo>
                <a:cubicBezTo>
                  <a:pt x="715" y="318"/>
                  <a:pt x="715" y="318"/>
                  <a:pt x="715" y="318"/>
                </a:cubicBezTo>
                <a:cubicBezTo>
                  <a:pt x="722" y="316"/>
                  <a:pt x="727" y="312"/>
                  <a:pt x="733" y="309"/>
                </a:cubicBezTo>
                <a:cubicBezTo>
                  <a:pt x="759" y="327"/>
                  <a:pt x="759" y="327"/>
                  <a:pt x="759" y="327"/>
                </a:cubicBezTo>
                <a:cubicBezTo>
                  <a:pt x="776" y="313"/>
                  <a:pt x="776" y="313"/>
                  <a:pt x="776" y="313"/>
                </a:cubicBezTo>
                <a:cubicBezTo>
                  <a:pt x="763" y="284"/>
                  <a:pt x="763" y="284"/>
                  <a:pt x="763" y="284"/>
                </a:cubicBezTo>
                <a:cubicBezTo>
                  <a:pt x="768" y="280"/>
                  <a:pt x="772" y="275"/>
                  <a:pt x="776" y="269"/>
                </a:cubicBezTo>
                <a:cubicBezTo>
                  <a:pt x="806" y="278"/>
                  <a:pt x="806" y="278"/>
                  <a:pt x="806" y="278"/>
                </a:cubicBezTo>
                <a:cubicBezTo>
                  <a:pt x="817" y="257"/>
                  <a:pt x="817" y="257"/>
                  <a:pt x="817" y="257"/>
                </a:cubicBezTo>
                <a:cubicBezTo>
                  <a:pt x="794" y="236"/>
                  <a:pt x="794" y="236"/>
                  <a:pt x="794" y="236"/>
                </a:cubicBezTo>
                <a:cubicBezTo>
                  <a:pt x="797" y="229"/>
                  <a:pt x="799" y="222"/>
                  <a:pt x="801" y="216"/>
                </a:cubicBezTo>
                <a:lnTo>
                  <a:pt x="832" y="211"/>
                </a:lnTo>
                <a:close/>
                <a:moveTo>
                  <a:pt x="685" y="283"/>
                </a:moveTo>
                <a:cubicBezTo>
                  <a:pt x="629" y="299"/>
                  <a:pt x="570" y="266"/>
                  <a:pt x="554" y="209"/>
                </a:cubicBezTo>
                <a:cubicBezTo>
                  <a:pt x="539" y="152"/>
                  <a:pt x="571" y="93"/>
                  <a:pt x="627" y="77"/>
                </a:cubicBezTo>
                <a:cubicBezTo>
                  <a:pt x="684" y="61"/>
                  <a:pt x="742" y="94"/>
                  <a:pt x="758" y="151"/>
                </a:cubicBezTo>
                <a:cubicBezTo>
                  <a:pt x="774" y="208"/>
                  <a:pt x="741" y="267"/>
                  <a:pt x="685" y="283"/>
                </a:cubicBezTo>
                <a:close/>
                <a:moveTo>
                  <a:pt x="488" y="432"/>
                </a:moveTo>
                <a:cubicBezTo>
                  <a:pt x="491" y="401"/>
                  <a:pt x="491" y="401"/>
                  <a:pt x="491" y="401"/>
                </a:cubicBezTo>
                <a:cubicBezTo>
                  <a:pt x="451" y="385"/>
                  <a:pt x="451" y="385"/>
                  <a:pt x="451" y="385"/>
                </a:cubicBezTo>
                <a:cubicBezTo>
                  <a:pt x="451" y="377"/>
                  <a:pt x="450" y="368"/>
                  <a:pt x="449" y="359"/>
                </a:cubicBezTo>
                <a:cubicBezTo>
                  <a:pt x="487" y="338"/>
                  <a:pt x="487" y="338"/>
                  <a:pt x="487" y="338"/>
                </a:cubicBezTo>
                <a:cubicBezTo>
                  <a:pt x="478" y="308"/>
                  <a:pt x="478" y="308"/>
                  <a:pt x="478" y="308"/>
                </a:cubicBezTo>
                <a:cubicBezTo>
                  <a:pt x="435" y="309"/>
                  <a:pt x="435" y="309"/>
                  <a:pt x="435" y="309"/>
                </a:cubicBezTo>
                <a:cubicBezTo>
                  <a:pt x="431" y="300"/>
                  <a:pt x="426" y="291"/>
                  <a:pt x="421" y="283"/>
                </a:cubicBezTo>
                <a:cubicBezTo>
                  <a:pt x="447" y="248"/>
                  <a:pt x="447" y="248"/>
                  <a:pt x="447" y="248"/>
                </a:cubicBezTo>
                <a:cubicBezTo>
                  <a:pt x="428" y="224"/>
                  <a:pt x="428" y="224"/>
                  <a:pt x="428" y="224"/>
                </a:cubicBezTo>
                <a:cubicBezTo>
                  <a:pt x="388" y="241"/>
                  <a:pt x="388" y="241"/>
                  <a:pt x="388" y="241"/>
                </a:cubicBezTo>
                <a:cubicBezTo>
                  <a:pt x="382" y="236"/>
                  <a:pt x="376" y="230"/>
                  <a:pt x="368" y="225"/>
                </a:cubicBezTo>
                <a:cubicBezTo>
                  <a:pt x="379" y="183"/>
                  <a:pt x="379" y="183"/>
                  <a:pt x="379" y="183"/>
                </a:cubicBezTo>
                <a:cubicBezTo>
                  <a:pt x="352" y="168"/>
                  <a:pt x="352" y="168"/>
                  <a:pt x="352" y="168"/>
                </a:cubicBezTo>
                <a:cubicBezTo>
                  <a:pt x="322" y="199"/>
                  <a:pt x="322" y="199"/>
                  <a:pt x="322" y="199"/>
                </a:cubicBezTo>
                <a:cubicBezTo>
                  <a:pt x="313" y="195"/>
                  <a:pt x="304" y="192"/>
                  <a:pt x="295" y="190"/>
                </a:cubicBezTo>
                <a:cubicBezTo>
                  <a:pt x="288" y="147"/>
                  <a:pt x="288" y="147"/>
                  <a:pt x="288" y="147"/>
                </a:cubicBezTo>
                <a:cubicBezTo>
                  <a:pt x="258" y="144"/>
                  <a:pt x="258" y="144"/>
                  <a:pt x="258" y="144"/>
                </a:cubicBezTo>
                <a:cubicBezTo>
                  <a:pt x="242" y="184"/>
                  <a:pt x="242" y="184"/>
                  <a:pt x="242" y="184"/>
                </a:cubicBezTo>
                <a:cubicBezTo>
                  <a:pt x="233" y="184"/>
                  <a:pt x="225" y="185"/>
                  <a:pt x="216" y="186"/>
                </a:cubicBezTo>
                <a:cubicBezTo>
                  <a:pt x="194" y="148"/>
                  <a:pt x="194" y="148"/>
                  <a:pt x="194" y="148"/>
                </a:cubicBezTo>
                <a:cubicBezTo>
                  <a:pt x="164" y="157"/>
                  <a:pt x="164" y="157"/>
                  <a:pt x="164" y="157"/>
                </a:cubicBezTo>
                <a:cubicBezTo>
                  <a:pt x="165" y="201"/>
                  <a:pt x="165" y="201"/>
                  <a:pt x="165" y="201"/>
                </a:cubicBezTo>
                <a:cubicBezTo>
                  <a:pt x="156" y="204"/>
                  <a:pt x="148" y="209"/>
                  <a:pt x="139" y="214"/>
                </a:cubicBezTo>
                <a:cubicBezTo>
                  <a:pt x="105" y="188"/>
                  <a:pt x="105" y="188"/>
                  <a:pt x="105" y="188"/>
                </a:cubicBezTo>
                <a:cubicBezTo>
                  <a:pt x="80" y="208"/>
                  <a:pt x="80" y="208"/>
                  <a:pt x="80" y="208"/>
                </a:cubicBezTo>
                <a:cubicBezTo>
                  <a:pt x="98" y="247"/>
                  <a:pt x="98" y="247"/>
                  <a:pt x="98" y="247"/>
                </a:cubicBezTo>
                <a:cubicBezTo>
                  <a:pt x="92" y="253"/>
                  <a:pt x="86" y="260"/>
                  <a:pt x="81" y="267"/>
                </a:cubicBezTo>
                <a:cubicBezTo>
                  <a:pt x="40" y="256"/>
                  <a:pt x="40" y="256"/>
                  <a:pt x="40" y="256"/>
                </a:cubicBezTo>
                <a:cubicBezTo>
                  <a:pt x="24" y="283"/>
                  <a:pt x="24" y="283"/>
                  <a:pt x="24" y="283"/>
                </a:cubicBezTo>
                <a:cubicBezTo>
                  <a:pt x="55" y="313"/>
                  <a:pt x="55" y="313"/>
                  <a:pt x="55" y="313"/>
                </a:cubicBezTo>
                <a:cubicBezTo>
                  <a:pt x="51" y="322"/>
                  <a:pt x="49" y="331"/>
                  <a:pt x="47" y="340"/>
                </a:cubicBezTo>
                <a:cubicBezTo>
                  <a:pt x="4" y="347"/>
                  <a:pt x="4" y="347"/>
                  <a:pt x="4" y="347"/>
                </a:cubicBezTo>
                <a:cubicBezTo>
                  <a:pt x="0" y="378"/>
                  <a:pt x="0" y="378"/>
                  <a:pt x="0" y="378"/>
                </a:cubicBezTo>
                <a:cubicBezTo>
                  <a:pt x="41" y="393"/>
                  <a:pt x="41" y="393"/>
                  <a:pt x="41" y="393"/>
                </a:cubicBezTo>
                <a:cubicBezTo>
                  <a:pt x="41" y="402"/>
                  <a:pt x="41" y="411"/>
                  <a:pt x="43" y="419"/>
                </a:cubicBezTo>
                <a:cubicBezTo>
                  <a:pt x="5" y="441"/>
                  <a:pt x="5" y="441"/>
                  <a:pt x="5" y="441"/>
                </a:cubicBezTo>
                <a:cubicBezTo>
                  <a:pt x="13" y="471"/>
                  <a:pt x="13" y="471"/>
                  <a:pt x="13" y="471"/>
                </a:cubicBezTo>
                <a:cubicBezTo>
                  <a:pt x="57" y="470"/>
                  <a:pt x="57" y="470"/>
                  <a:pt x="57" y="470"/>
                </a:cubicBezTo>
                <a:cubicBezTo>
                  <a:pt x="61" y="479"/>
                  <a:pt x="65" y="488"/>
                  <a:pt x="70" y="496"/>
                </a:cubicBezTo>
                <a:cubicBezTo>
                  <a:pt x="45" y="530"/>
                  <a:pt x="45" y="530"/>
                  <a:pt x="45" y="530"/>
                </a:cubicBezTo>
                <a:cubicBezTo>
                  <a:pt x="64" y="555"/>
                  <a:pt x="64" y="555"/>
                  <a:pt x="64" y="555"/>
                </a:cubicBezTo>
                <a:cubicBezTo>
                  <a:pt x="103" y="537"/>
                  <a:pt x="103" y="537"/>
                  <a:pt x="103" y="537"/>
                </a:cubicBezTo>
                <a:cubicBezTo>
                  <a:pt x="110" y="543"/>
                  <a:pt x="116" y="549"/>
                  <a:pt x="123" y="554"/>
                </a:cubicBezTo>
                <a:cubicBezTo>
                  <a:pt x="112" y="596"/>
                  <a:pt x="112" y="596"/>
                  <a:pt x="112" y="596"/>
                </a:cubicBezTo>
                <a:cubicBezTo>
                  <a:pt x="140" y="611"/>
                  <a:pt x="140" y="611"/>
                  <a:pt x="140" y="611"/>
                </a:cubicBezTo>
                <a:cubicBezTo>
                  <a:pt x="169" y="580"/>
                  <a:pt x="169" y="580"/>
                  <a:pt x="169" y="580"/>
                </a:cubicBezTo>
                <a:cubicBezTo>
                  <a:pt x="178" y="584"/>
                  <a:pt x="188" y="586"/>
                  <a:pt x="197" y="589"/>
                </a:cubicBezTo>
                <a:cubicBezTo>
                  <a:pt x="203" y="631"/>
                  <a:pt x="203" y="631"/>
                  <a:pt x="203" y="631"/>
                </a:cubicBezTo>
                <a:cubicBezTo>
                  <a:pt x="234" y="635"/>
                  <a:pt x="234" y="635"/>
                  <a:pt x="234" y="635"/>
                </a:cubicBezTo>
                <a:cubicBezTo>
                  <a:pt x="250" y="595"/>
                  <a:pt x="250" y="595"/>
                  <a:pt x="250" y="595"/>
                </a:cubicBezTo>
                <a:cubicBezTo>
                  <a:pt x="258" y="594"/>
                  <a:pt x="267" y="594"/>
                  <a:pt x="276" y="593"/>
                </a:cubicBezTo>
                <a:cubicBezTo>
                  <a:pt x="297" y="630"/>
                  <a:pt x="297" y="630"/>
                  <a:pt x="297" y="630"/>
                </a:cubicBezTo>
                <a:cubicBezTo>
                  <a:pt x="328" y="622"/>
                  <a:pt x="328" y="622"/>
                  <a:pt x="328" y="622"/>
                </a:cubicBezTo>
                <a:cubicBezTo>
                  <a:pt x="326" y="578"/>
                  <a:pt x="326" y="578"/>
                  <a:pt x="326" y="578"/>
                </a:cubicBezTo>
                <a:cubicBezTo>
                  <a:pt x="335" y="574"/>
                  <a:pt x="344" y="570"/>
                  <a:pt x="352" y="565"/>
                </a:cubicBezTo>
                <a:cubicBezTo>
                  <a:pt x="387" y="591"/>
                  <a:pt x="387" y="591"/>
                  <a:pt x="387" y="591"/>
                </a:cubicBezTo>
                <a:cubicBezTo>
                  <a:pt x="411" y="571"/>
                  <a:pt x="411" y="571"/>
                  <a:pt x="411" y="571"/>
                </a:cubicBezTo>
                <a:cubicBezTo>
                  <a:pt x="394" y="532"/>
                  <a:pt x="394" y="532"/>
                  <a:pt x="394" y="532"/>
                </a:cubicBezTo>
                <a:cubicBezTo>
                  <a:pt x="399" y="526"/>
                  <a:pt x="405" y="519"/>
                  <a:pt x="411" y="512"/>
                </a:cubicBezTo>
                <a:cubicBezTo>
                  <a:pt x="452" y="523"/>
                  <a:pt x="452" y="523"/>
                  <a:pt x="452" y="523"/>
                </a:cubicBezTo>
                <a:cubicBezTo>
                  <a:pt x="468" y="495"/>
                  <a:pt x="468" y="495"/>
                  <a:pt x="468" y="495"/>
                </a:cubicBezTo>
                <a:cubicBezTo>
                  <a:pt x="437" y="466"/>
                  <a:pt x="437" y="466"/>
                  <a:pt x="437" y="466"/>
                </a:cubicBezTo>
                <a:cubicBezTo>
                  <a:pt x="440" y="457"/>
                  <a:pt x="443" y="448"/>
                  <a:pt x="446" y="438"/>
                </a:cubicBezTo>
                <a:lnTo>
                  <a:pt x="488" y="432"/>
                </a:lnTo>
                <a:close/>
                <a:moveTo>
                  <a:pt x="289" y="541"/>
                </a:moveTo>
                <a:cubicBezTo>
                  <a:pt x="205" y="565"/>
                  <a:pt x="118" y="517"/>
                  <a:pt x="94" y="432"/>
                </a:cubicBezTo>
                <a:cubicBezTo>
                  <a:pt x="70" y="348"/>
                  <a:pt x="119" y="261"/>
                  <a:pt x="203" y="237"/>
                </a:cubicBezTo>
                <a:cubicBezTo>
                  <a:pt x="287" y="214"/>
                  <a:pt x="374" y="263"/>
                  <a:pt x="398" y="347"/>
                </a:cubicBezTo>
                <a:cubicBezTo>
                  <a:pt x="422" y="430"/>
                  <a:pt x="373" y="518"/>
                  <a:pt x="289" y="541"/>
                </a:cubicBezTo>
                <a:close/>
                <a:moveTo>
                  <a:pt x="796" y="815"/>
                </a:moveTo>
                <a:cubicBezTo>
                  <a:pt x="705" y="860"/>
                  <a:pt x="596" y="822"/>
                  <a:pt x="552" y="732"/>
                </a:cubicBezTo>
                <a:cubicBezTo>
                  <a:pt x="507" y="641"/>
                  <a:pt x="545" y="532"/>
                  <a:pt x="635" y="488"/>
                </a:cubicBezTo>
                <a:cubicBezTo>
                  <a:pt x="726" y="444"/>
                  <a:pt x="835" y="481"/>
                  <a:pt x="879" y="572"/>
                </a:cubicBezTo>
                <a:cubicBezTo>
                  <a:pt x="924" y="662"/>
                  <a:pt x="886" y="771"/>
                  <a:pt x="796" y="815"/>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1" name="Rectangle 35"/>
          <p:cNvSpPr>
            <a:spLocks noChangeArrowheads="1"/>
          </p:cNvSpPr>
          <p:nvPr/>
        </p:nvSpPr>
        <p:spPr bwMode="auto">
          <a:xfrm>
            <a:off x="6392000" y="3883489"/>
            <a:ext cx="14400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2400" b="1" dirty="0">
                <a:solidFill>
                  <a:srgbClr val="FFFFFF"/>
                </a:solidFill>
                <a:latin typeface="微软雅黑" panose="020B0503020204020204" pitchFamily="34" charset="-122"/>
                <a:ea typeface="微软雅黑" panose="020B0503020204020204" pitchFamily="34" charset="-122"/>
              </a:rPr>
              <a:t>单击添加</a:t>
            </a:r>
            <a:endParaRPr lang="en-US" altLang="zh-CN" sz="2400" b="1" dirty="0">
              <a:solidFill>
                <a:srgbClr val="FFFFFF"/>
              </a:solidFill>
              <a:latin typeface="微软雅黑" panose="020B0503020204020204" pitchFamily="34" charset="-122"/>
              <a:ea typeface="微软雅黑" panose="020B0503020204020204" pitchFamily="34" charset="-122"/>
            </a:endParaRPr>
          </a:p>
          <a:p>
            <a:pPr algn="ctr" eaLnBrk="1" hangingPunct="1"/>
            <a:r>
              <a:rPr lang="zh-CN" altLang="en-US" sz="2400" b="1" dirty="0">
                <a:solidFill>
                  <a:srgbClr val="FFFFFF"/>
                </a:solidFill>
                <a:latin typeface="微软雅黑" panose="020B0503020204020204" pitchFamily="34" charset="-122"/>
                <a:ea typeface="微软雅黑" panose="020B0503020204020204" pitchFamily="34" charset="-122"/>
              </a:rPr>
              <a:t>您的标题</a:t>
            </a:r>
            <a:endParaRPr lang="zh-CN" altLang="en-US" sz="2400" b="1" dirty="0">
              <a:solidFill>
                <a:srgbClr val="FFFFFF"/>
              </a:solidFill>
              <a:ea typeface="宋体" panose="02010600030101010101" pitchFamily="2" charset="-122"/>
            </a:endParaRPr>
          </a:p>
        </p:txBody>
      </p:sp>
      <p:sp>
        <p:nvSpPr>
          <p:cNvPr id="32" name="Rectangle 35"/>
          <p:cNvSpPr>
            <a:spLocks noChangeArrowheads="1"/>
          </p:cNvSpPr>
          <p:nvPr/>
        </p:nvSpPr>
        <p:spPr bwMode="auto">
          <a:xfrm>
            <a:off x="4360000" y="3883489"/>
            <a:ext cx="14400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2400" b="1" dirty="0">
                <a:solidFill>
                  <a:srgbClr val="FFFFFF"/>
                </a:solidFill>
                <a:latin typeface="微软雅黑" panose="020B0503020204020204" pitchFamily="34" charset="-122"/>
                <a:ea typeface="微软雅黑" panose="020B0503020204020204" pitchFamily="34" charset="-122"/>
              </a:rPr>
              <a:t>单击添加</a:t>
            </a:r>
            <a:endParaRPr lang="en-US" altLang="zh-CN" sz="2400" b="1" dirty="0">
              <a:solidFill>
                <a:srgbClr val="FFFFFF"/>
              </a:solidFill>
              <a:latin typeface="微软雅黑" panose="020B0503020204020204" pitchFamily="34" charset="-122"/>
              <a:ea typeface="微软雅黑" panose="020B0503020204020204" pitchFamily="34" charset="-122"/>
            </a:endParaRPr>
          </a:p>
          <a:p>
            <a:pPr algn="ctr" eaLnBrk="1" hangingPunct="1"/>
            <a:r>
              <a:rPr lang="zh-CN" altLang="en-US" sz="2400" b="1" dirty="0">
                <a:solidFill>
                  <a:srgbClr val="FFFFFF"/>
                </a:solidFill>
                <a:latin typeface="微软雅黑" panose="020B0503020204020204" pitchFamily="34" charset="-122"/>
                <a:ea typeface="微软雅黑" panose="020B0503020204020204" pitchFamily="34" charset="-122"/>
              </a:rPr>
              <a:t>您的标题</a:t>
            </a:r>
            <a:endParaRPr lang="zh-CN" altLang="en-US" sz="2400" b="1" dirty="0">
              <a:solidFill>
                <a:srgbClr val="FFFFFF"/>
              </a:solidFill>
              <a:ea typeface="宋体" panose="02010600030101010101" pitchFamily="2" charset="-122"/>
            </a:endParaRPr>
          </a:p>
        </p:txBody>
      </p:sp>
      <p:sp>
        <p:nvSpPr>
          <p:cNvPr id="33" name="文本框 32"/>
          <p:cNvSpPr txBox="1"/>
          <p:nvPr/>
        </p:nvSpPr>
        <p:spPr>
          <a:xfrm>
            <a:off x="2682260" y="5643954"/>
            <a:ext cx="682748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zh-CN"/>
            </a:defPPr>
            <a:lvl1pPr algn="just">
              <a:defRPr sz="1400" b="1">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更改图片方法：右键单击图片 </a:t>
            </a:r>
            <a:r>
              <a:rPr kumimoji="0" lang="en-US" altLang="zh-CN" sz="1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&gt; </a:t>
            </a:r>
            <a:r>
              <a:rPr kumimoji="0" lang="zh-CN" altLang="en-US" sz="1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填充 </a:t>
            </a:r>
            <a:r>
              <a:rPr kumimoji="0" lang="en-US" altLang="zh-CN" sz="1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&gt; </a:t>
            </a:r>
            <a:r>
              <a:rPr kumimoji="0" lang="zh-CN" altLang="en-US" sz="1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图片 </a:t>
            </a:r>
            <a:r>
              <a:rPr kumimoji="0" lang="en-US" altLang="zh-CN" sz="1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&gt; </a:t>
            </a:r>
            <a:r>
              <a:rPr kumimoji="0" lang="zh-CN" altLang="en-US" sz="1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来自文件</a:t>
            </a:r>
          </a:p>
        </p:txBody>
      </p:sp>
      <p:sp>
        <p:nvSpPr>
          <p:cNvPr id="34" name="Rectangle 6"/>
          <p:cNvSpPr>
            <a:spLocks noChangeAspect="1" noChangeArrowheads="1"/>
          </p:cNvSpPr>
          <p:nvPr/>
        </p:nvSpPr>
        <p:spPr bwMode="auto">
          <a:xfrm>
            <a:off x="2032000" y="2300615"/>
            <a:ext cx="2032000" cy="2562225"/>
          </a:xfrm>
          <a:prstGeom prst="rect">
            <a:avLst/>
          </a:prstGeom>
          <a:blipFill dpi="0" rotWithShape="1">
            <a:blip r:embed="rId3">
              <a:extLst>
                <a:ext uri="{BEBA8EAE-BF5A-486C-A8C5-ECC9F3942E4B}">
                  <a14:imgProps xmlns:a14="http://schemas.microsoft.com/office/drawing/2010/main">
                    <a14:imgLayer r:embed="rId4">
                      <a14:imgEffect>
                        <a14:saturation sat="60000"/>
                      </a14:imgEffect>
                    </a14:imgLayer>
                  </a14:imgProps>
                </a:ext>
                <a:ext uri="{28A0092B-C50C-407E-A947-70E740481C1C}">
                  <a14:useLocalDpi xmlns:a14="http://schemas.microsoft.com/office/drawing/2010/main" val="0"/>
                </a:ext>
              </a:extLst>
            </a:blip>
            <a:srcRect/>
            <a:stretch>
              <a:fillRect/>
            </a:stretch>
          </a:blipFill>
          <a:ln>
            <a:noFill/>
          </a:ln>
          <a:effectLst>
            <a:outerShdw blurRad="254000" dist="152400" dir="5400000" algn="t"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5" name="Rectangle 9"/>
          <p:cNvSpPr>
            <a:spLocks noChangeAspect="1" noChangeArrowheads="1"/>
          </p:cNvSpPr>
          <p:nvPr/>
        </p:nvSpPr>
        <p:spPr bwMode="auto">
          <a:xfrm>
            <a:off x="8128000" y="2300615"/>
            <a:ext cx="2032000" cy="2562225"/>
          </a:xfrm>
          <a:prstGeom prst="rect">
            <a:avLst/>
          </a:prstGeom>
          <a:blipFill dpi="0" rotWithShape="1">
            <a:blip r:embed="rId5">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rcRect/>
            <a:stretch>
              <a:fillRect/>
            </a:stretch>
          </a:blipFill>
          <a:ln>
            <a:noFill/>
          </a:ln>
          <a:effectLst>
            <a:outerShdw blurRad="254000" dist="152400" dir="5400000" algn="t"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6" name="Freeform 5"/>
          <p:cNvSpPr>
            <a:spLocks noChangeAspect="1"/>
          </p:cNvSpPr>
          <p:nvPr/>
        </p:nvSpPr>
        <p:spPr bwMode="auto">
          <a:xfrm>
            <a:off x="0" y="2014865"/>
            <a:ext cx="2032000" cy="3133725"/>
          </a:xfrm>
          <a:custGeom>
            <a:avLst/>
            <a:gdLst>
              <a:gd name="T0" fmla="*/ 0 w 3840"/>
              <a:gd name="T1" fmla="*/ 0 h 5924"/>
              <a:gd name="T2" fmla="*/ 3840 w 3840"/>
              <a:gd name="T3" fmla="*/ 540 h 5924"/>
              <a:gd name="T4" fmla="*/ 3840 w 3840"/>
              <a:gd name="T5" fmla="*/ 5384 h 5924"/>
              <a:gd name="T6" fmla="*/ 0 w 3840"/>
              <a:gd name="T7" fmla="*/ 5924 h 5924"/>
              <a:gd name="T8" fmla="*/ 0 w 3840"/>
              <a:gd name="T9" fmla="*/ 0 h 5924"/>
            </a:gdLst>
            <a:ahLst/>
            <a:cxnLst>
              <a:cxn ang="0">
                <a:pos x="T0" y="T1"/>
              </a:cxn>
              <a:cxn ang="0">
                <a:pos x="T2" y="T3"/>
              </a:cxn>
              <a:cxn ang="0">
                <a:pos x="T4" y="T5"/>
              </a:cxn>
              <a:cxn ang="0">
                <a:pos x="T6" y="T7"/>
              </a:cxn>
              <a:cxn ang="0">
                <a:pos x="T8" y="T9"/>
              </a:cxn>
            </a:cxnLst>
            <a:rect l="0" t="0" r="r" b="b"/>
            <a:pathLst>
              <a:path w="3840" h="5924">
                <a:moveTo>
                  <a:pt x="0" y="0"/>
                </a:moveTo>
                <a:lnTo>
                  <a:pt x="3840" y="540"/>
                </a:lnTo>
                <a:lnTo>
                  <a:pt x="3840" y="5384"/>
                </a:lnTo>
                <a:lnTo>
                  <a:pt x="0" y="5924"/>
                </a:lnTo>
                <a:lnTo>
                  <a:pt x="0" y="0"/>
                </a:lnTo>
                <a:close/>
              </a:path>
            </a:pathLst>
          </a:custGeom>
          <a:solidFill>
            <a:srgbClr val="FFFFFF">
              <a:lumMod val="85000"/>
            </a:srgbClr>
          </a:solidFill>
          <a:ln>
            <a:noFill/>
          </a:ln>
          <a:effectLst>
            <a:outerShdw blurRad="254000" dist="152400" dir="5400000" algn="t"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7" name="Freeform 10"/>
          <p:cNvSpPr>
            <a:spLocks noChangeAspect="1"/>
          </p:cNvSpPr>
          <p:nvPr/>
        </p:nvSpPr>
        <p:spPr bwMode="auto">
          <a:xfrm>
            <a:off x="10160000" y="2014865"/>
            <a:ext cx="2032000" cy="3133725"/>
          </a:xfrm>
          <a:custGeom>
            <a:avLst/>
            <a:gdLst>
              <a:gd name="T0" fmla="*/ 0 w 3840"/>
              <a:gd name="T1" fmla="*/ 540 h 5924"/>
              <a:gd name="T2" fmla="*/ 3840 w 3840"/>
              <a:gd name="T3" fmla="*/ 0 h 5924"/>
              <a:gd name="T4" fmla="*/ 3840 w 3840"/>
              <a:gd name="T5" fmla="*/ 5924 h 5924"/>
              <a:gd name="T6" fmla="*/ 0 w 3840"/>
              <a:gd name="T7" fmla="*/ 5384 h 5924"/>
              <a:gd name="T8" fmla="*/ 0 w 3840"/>
              <a:gd name="T9" fmla="*/ 540 h 5924"/>
            </a:gdLst>
            <a:ahLst/>
            <a:cxnLst>
              <a:cxn ang="0">
                <a:pos x="T0" y="T1"/>
              </a:cxn>
              <a:cxn ang="0">
                <a:pos x="T2" y="T3"/>
              </a:cxn>
              <a:cxn ang="0">
                <a:pos x="T4" y="T5"/>
              </a:cxn>
              <a:cxn ang="0">
                <a:pos x="T6" y="T7"/>
              </a:cxn>
              <a:cxn ang="0">
                <a:pos x="T8" y="T9"/>
              </a:cxn>
            </a:cxnLst>
            <a:rect l="0" t="0" r="r" b="b"/>
            <a:pathLst>
              <a:path w="3840" h="5924">
                <a:moveTo>
                  <a:pt x="0" y="540"/>
                </a:moveTo>
                <a:lnTo>
                  <a:pt x="3840" y="0"/>
                </a:lnTo>
                <a:lnTo>
                  <a:pt x="3840" y="5924"/>
                </a:lnTo>
                <a:lnTo>
                  <a:pt x="0" y="5384"/>
                </a:lnTo>
                <a:lnTo>
                  <a:pt x="0" y="540"/>
                </a:lnTo>
                <a:close/>
              </a:path>
            </a:pathLst>
          </a:custGeom>
          <a:solidFill>
            <a:srgbClr val="FFFFFF">
              <a:lumMod val="85000"/>
            </a:srgbClr>
          </a:solidFill>
          <a:ln>
            <a:noFill/>
          </a:ln>
          <a:effectLst>
            <a:outerShdw blurRad="254000" dist="152400" dir="5400000" algn="t"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8" name="文本框 37"/>
          <p:cNvSpPr txBox="1">
            <a:spLocks/>
          </p:cNvSpPr>
          <p:nvPr/>
        </p:nvSpPr>
        <p:spPr>
          <a:xfrm>
            <a:off x="173985" y="3395731"/>
            <a:ext cx="1684030"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a:t>
            </a:r>
            <a:endParaRPr kumimoji="0" lang="zh-CN" altLang="en-US" sz="1200" b="0" i="0" u="none" strike="noStrike" kern="0" cap="none" spc="0" normalizeH="0" baseline="0" noProof="0" dirty="0">
              <a:ln>
                <a:noFill/>
              </a:ln>
              <a:solidFill>
                <a:srgbClr val="000000"/>
              </a:solidFill>
              <a:effectLst/>
              <a:uLnTx/>
              <a:uFillTx/>
            </a:endParaRPr>
          </a:p>
        </p:txBody>
      </p:sp>
      <p:sp>
        <p:nvSpPr>
          <p:cNvPr id="39" name="文本框 38"/>
          <p:cNvSpPr txBox="1">
            <a:spLocks/>
          </p:cNvSpPr>
          <p:nvPr/>
        </p:nvSpPr>
        <p:spPr>
          <a:xfrm>
            <a:off x="173600" y="3121392"/>
            <a:ext cx="1684800" cy="338554"/>
          </a:xfrm>
          <a:prstGeom prst="rect">
            <a:avLst/>
          </a:prstGeom>
          <a:noFill/>
        </p:spPr>
        <p:txBody>
          <a:bodyPr wrap="square" rtlCol="0">
            <a:spAutoFit/>
          </a:bodyPr>
          <a:lstStyle/>
          <a:p>
            <a:pPr algn="ctr"/>
            <a:r>
              <a:rPr lang="zh-CN" altLang="en-US" sz="16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添加您的文字</a:t>
            </a:r>
          </a:p>
        </p:txBody>
      </p:sp>
      <p:sp>
        <p:nvSpPr>
          <p:cNvPr id="40" name="文本框 39"/>
          <p:cNvSpPr txBox="1">
            <a:spLocks/>
          </p:cNvSpPr>
          <p:nvPr/>
        </p:nvSpPr>
        <p:spPr>
          <a:xfrm>
            <a:off x="10333985" y="3395731"/>
            <a:ext cx="1684030"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a:t>
            </a:r>
            <a:endParaRPr kumimoji="0" lang="zh-CN" altLang="en-US" sz="1200" b="0" i="0" u="none" strike="noStrike" kern="0" cap="none" spc="0" normalizeH="0" baseline="0" noProof="0" dirty="0">
              <a:ln>
                <a:noFill/>
              </a:ln>
              <a:solidFill>
                <a:srgbClr val="000000"/>
              </a:solidFill>
              <a:effectLst/>
              <a:uLnTx/>
              <a:uFillTx/>
            </a:endParaRPr>
          </a:p>
        </p:txBody>
      </p:sp>
      <p:sp>
        <p:nvSpPr>
          <p:cNvPr id="41" name="文本框 40"/>
          <p:cNvSpPr txBox="1">
            <a:spLocks/>
          </p:cNvSpPr>
          <p:nvPr/>
        </p:nvSpPr>
        <p:spPr>
          <a:xfrm>
            <a:off x="10333600" y="3121392"/>
            <a:ext cx="1684800" cy="338554"/>
          </a:xfrm>
          <a:prstGeom prst="rect">
            <a:avLst/>
          </a:prstGeom>
          <a:noFill/>
        </p:spPr>
        <p:txBody>
          <a:bodyPr wrap="square" rtlCol="0">
            <a:spAutoFit/>
          </a:bodyPr>
          <a:lstStyle/>
          <a:p>
            <a:pPr algn="ctr"/>
            <a:r>
              <a:rPr lang="zh-CN" altLang="en-US" sz="16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添加您的文字</a:t>
            </a:r>
          </a:p>
        </p:txBody>
      </p:sp>
    </p:spTree>
    <p:extLst>
      <p:ext uri="{BB962C8B-B14F-4D97-AF65-F5344CB8AC3E}">
        <p14:creationId xmlns:p14="http://schemas.microsoft.com/office/powerpoint/2010/main" val="366879498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22"/>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25"/>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26"/>
                                        </p:tgtEl>
                                        <p:attrNameLst>
                                          <p:attrName>style.visibility</p:attrName>
                                        </p:attrNameLst>
                                      </p:cBhvr>
                                      <p:to>
                                        <p:strVal val="visible"/>
                                      </p:to>
                                    </p:set>
                                    <p:anim calcmode="lin" valueType="num">
                                      <p:cBhvr>
                                        <p:cTn id="21" dur="500" fill="hold"/>
                                        <p:tgtEl>
                                          <p:spTgt spid="26"/>
                                        </p:tgtEl>
                                        <p:attrNameLst>
                                          <p:attrName>ppt_w</p:attrName>
                                        </p:attrNameLst>
                                      </p:cBhvr>
                                      <p:tavLst>
                                        <p:tav tm="0">
                                          <p:val>
                                            <p:fltVal val="0"/>
                                          </p:val>
                                        </p:tav>
                                        <p:tav tm="100000">
                                          <p:val>
                                            <p:strVal val="#ppt_w"/>
                                          </p:val>
                                        </p:tav>
                                      </p:tavLst>
                                    </p:anim>
                                    <p:anim calcmode="lin" valueType="num">
                                      <p:cBhvr>
                                        <p:cTn id="22" dur="500" fill="hold"/>
                                        <p:tgtEl>
                                          <p:spTgt spid="26"/>
                                        </p:tgtEl>
                                        <p:attrNameLst>
                                          <p:attrName>ppt_h</p:attrName>
                                        </p:attrNameLst>
                                      </p:cBhvr>
                                      <p:tavLst>
                                        <p:tav tm="0">
                                          <p:val>
                                            <p:fltVal val="0"/>
                                          </p:val>
                                        </p:tav>
                                        <p:tav tm="100000">
                                          <p:val>
                                            <p:strVal val="#ppt_h"/>
                                          </p:val>
                                        </p:tav>
                                      </p:tavLst>
                                    </p:anim>
                                    <p:animEffect transition="in" filter="fade">
                                      <p:cBhvr>
                                        <p:cTn id="23" dur="500"/>
                                        <p:tgtEl>
                                          <p:spTgt spid="26"/>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26"/>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Effect transition="in" filter="fade">
                                      <p:cBhvr>
                                        <p:cTn id="31" dur="500"/>
                                        <p:tgtEl>
                                          <p:spTgt spid="28"/>
                                        </p:tgtEl>
                                      </p:cBhvr>
                                    </p:animEffect>
                                  </p:childTnLst>
                                </p:cTn>
                              </p:par>
                              <p:par>
                                <p:cTn id="32" presetID="63" presetClass="path" presetSubtype="0" accel="50000" decel="50000" fill="hold" grpId="1" nodeType="withEffect">
                                  <p:stCondLst>
                                    <p:cond delay="0"/>
                                  </p:stCondLst>
                                  <p:childTnLst>
                                    <p:animMotion origin="layout" path="M 3.33333E-6 -2.22222E-6 L 0.25 -2.22222E-6 " pathEditMode="relative" rAng="0" ptsTypes="AA">
                                      <p:cBhvr>
                                        <p:cTn id="33" dur="1000" spd="-100000" fill="hold"/>
                                        <p:tgtEl>
                                          <p:spTgt spid="28"/>
                                        </p:tgtEl>
                                        <p:attrNameLst>
                                          <p:attrName>ppt_x</p:attrName>
                                          <p:attrName>ppt_y</p:attrName>
                                        </p:attrNameLst>
                                      </p:cBhvr>
                                      <p:rCtr x="12500" y="0"/>
                                    </p:animMotion>
                                  </p:childTnLst>
                                </p:cTn>
                              </p:par>
                              <p:par>
                                <p:cTn id="34" presetID="53" presetClass="entr" presetSubtype="16"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p:cTn id="36" dur="500" fill="hold"/>
                                        <p:tgtEl>
                                          <p:spTgt spid="27"/>
                                        </p:tgtEl>
                                        <p:attrNameLst>
                                          <p:attrName>ppt_w</p:attrName>
                                        </p:attrNameLst>
                                      </p:cBhvr>
                                      <p:tavLst>
                                        <p:tav tm="0">
                                          <p:val>
                                            <p:fltVal val="0"/>
                                          </p:val>
                                        </p:tav>
                                        <p:tav tm="100000">
                                          <p:val>
                                            <p:strVal val="#ppt_w"/>
                                          </p:val>
                                        </p:tav>
                                      </p:tavLst>
                                    </p:anim>
                                    <p:anim calcmode="lin" valueType="num">
                                      <p:cBhvr>
                                        <p:cTn id="37" dur="500" fill="hold"/>
                                        <p:tgtEl>
                                          <p:spTgt spid="27"/>
                                        </p:tgtEl>
                                        <p:attrNameLst>
                                          <p:attrName>ppt_h</p:attrName>
                                        </p:attrNameLst>
                                      </p:cBhvr>
                                      <p:tavLst>
                                        <p:tav tm="0">
                                          <p:val>
                                            <p:fltVal val="0"/>
                                          </p:val>
                                        </p:tav>
                                        <p:tav tm="100000">
                                          <p:val>
                                            <p:strVal val="#ppt_h"/>
                                          </p:val>
                                        </p:tav>
                                      </p:tavLst>
                                    </p:anim>
                                    <p:animEffect transition="in" filter="fade">
                                      <p:cBhvr>
                                        <p:cTn id="38" dur="500"/>
                                        <p:tgtEl>
                                          <p:spTgt spid="27"/>
                                        </p:tgtEl>
                                      </p:cBhvr>
                                    </p:animEffect>
                                  </p:childTnLst>
                                </p:cTn>
                              </p:par>
                              <p:par>
                                <p:cTn id="39" presetID="35" presetClass="path" presetSubtype="0" accel="50000" decel="50000" fill="hold" grpId="1" nodeType="withEffect">
                                  <p:stCondLst>
                                    <p:cond delay="0"/>
                                  </p:stCondLst>
                                  <p:childTnLst>
                                    <p:animMotion origin="layout" path="M -3.33333E-6 -2.22222E-6 L -0.25 -2.22222E-6 " pathEditMode="relative" rAng="0" ptsTypes="AA">
                                      <p:cBhvr>
                                        <p:cTn id="40" dur="1000" spd="-100000" fill="hold"/>
                                        <p:tgtEl>
                                          <p:spTgt spid="27"/>
                                        </p:tgtEl>
                                        <p:attrNameLst>
                                          <p:attrName>ppt_x</p:attrName>
                                          <p:attrName>ppt_y</p:attrName>
                                        </p:attrNameLst>
                                      </p:cBhvr>
                                      <p:rCtr x="-12500" y="0"/>
                                    </p:animMotion>
                                  </p:childTnLst>
                                </p:cTn>
                              </p:par>
                              <p:par>
                                <p:cTn id="41" presetID="53" presetClass="entr" presetSubtype="16" fill="hold" grpId="0" nodeType="withEffect">
                                  <p:stCondLst>
                                    <p:cond delay="750"/>
                                  </p:stCondLst>
                                  <p:childTnLst>
                                    <p:set>
                                      <p:cBhvr>
                                        <p:cTn id="42" dur="1" fill="hold">
                                          <p:stCondLst>
                                            <p:cond delay="0"/>
                                          </p:stCondLst>
                                        </p:cTn>
                                        <p:tgtEl>
                                          <p:spTgt spid="34"/>
                                        </p:tgtEl>
                                        <p:attrNameLst>
                                          <p:attrName>style.visibility</p:attrName>
                                        </p:attrNameLst>
                                      </p:cBhvr>
                                      <p:to>
                                        <p:strVal val="visible"/>
                                      </p:to>
                                    </p:set>
                                    <p:anim calcmode="lin" valueType="num">
                                      <p:cBhvr>
                                        <p:cTn id="43" dur="500" fill="hold"/>
                                        <p:tgtEl>
                                          <p:spTgt spid="34"/>
                                        </p:tgtEl>
                                        <p:attrNameLst>
                                          <p:attrName>ppt_w</p:attrName>
                                        </p:attrNameLst>
                                      </p:cBhvr>
                                      <p:tavLst>
                                        <p:tav tm="0">
                                          <p:val>
                                            <p:fltVal val="0"/>
                                          </p:val>
                                        </p:tav>
                                        <p:tav tm="100000">
                                          <p:val>
                                            <p:strVal val="#ppt_w"/>
                                          </p:val>
                                        </p:tav>
                                      </p:tavLst>
                                    </p:anim>
                                    <p:anim calcmode="lin" valueType="num">
                                      <p:cBhvr>
                                        <p:cTn id="44" dur="500" fill="hold"/>
                                        <p:tgtEl>
                                          <p:spTgt spid="34"/>
                                        </p:tgtEl>
                                        <p:attrNameLst>
                                          <p:attrName>ppt_h</p:attrName>
                                        </p:attrNameLst>
                                      </p:cBhvr>
                                      <p:tavLst>
                                        <p:tav tm="0">
                                          <p:val>
                                            <p:fltVal val="0"/>
                                          </p:val>
                                        </p:tav>
                                        <p:tav tm="100000">
                                          <p:val>
                                            <p:strVal val="#ppt_h"/>
                                          </p:val>
                                        </p:tav>
                                      </p:tavLst>
                                    </p:anim>
                                    <p:animEffect transition="in" filter="fade">
                                      <p:cBhvr>
                                        <p:cTn id="45" dur="500"/>
                                        <p:tgtEl>
                                          <p:spTgt spid="34"/>
                                        </p:tgtEl>
                                      </p:cBhvr>
                                    </p:animEffect>
                                  </p:childTnLst>
                                </p:cTn>
                              </p:par>
                              <p:par>
                                <p:cTn id="46" presetID="63" presetClass="path" presetSubtype="0" accel="50000" decel="50000" fill="hold" grpId="1" nodeType="withEffect">
                                  <p:stCondLst>
                                    <p:cond delay="750"/>
                                  </p:stCondLst>
                                  <p:childTnLst>
                                    <p:animMotion origin="layout" path="M 0 -2.22222E-6 L 0.25 -2.22222E-6 " pathEditMode="relative" rAng="0" ptsTypes="AA">
                                      <p:cBhvr>
                                        <p:cTn id="47" dur="1000" spd="-100000" fill="hold"/>
                                        <p:tgtEl>
                                          <p:spTgt spid="34"/>
                                        </p:tgtEl>
                                        <p:attrNameLst>
                                          <p:attrName>ppt_x</p:attrName>
                                          <p:attrName>ppt_y</p:attrName>
                                        </p:attrNameLst>
                                      </p:cBhvr>
                                      <p:rCtr x="12500" y="0"/>
                                    </p:animMotion>
                                  </p:childTnLst>
                                </p:cTn>
                              </p:par>
                              <p:par>
                                <p:cTn id="48" presetID="53" presetClass="entr" presetSubtype="16" fill="hold" grpId="0" nodeType="withEffect">
                                  <p:stCondLst>
                                    <p:cond delay="750"/>
                                  </p:stCondLst>
                                  <p:childTnLst>
                                    <p:set>
                                      <p:cBhvr>
                                        <p:cTn id="49" dur="1" fill="hold">
                                          <p:stCondLst>
                                            <p:cond delay="0"/>
                                          </p:stCondLst>
                                        </p:cTn>
                                        <p:tgtEl>
                                          <p:spTgt spid="35"/>
                                        </p:tgtEl>
                                        <p:attrNameLst>
                                          <p:attrName>style.visibility</p:attrName>
                                        </p:attrNameLst>
                                      </p:cBhvr>
                                      <p:to>
                                        <p:strVal val="visible"/>
                                      </p:to>
                                    </p:set>
                                    <p:anim calcmode="lin" valueType="num">
                                      <p:cBhvr>
                                        <p:cTn id="50" dur="500" fill="hold"/>
                                        <p:tgtEl>
                                          <p:spTgt spid="35"/>
                                        </p:tgtEl>
                                        <p:attrNameLst>
                                          <p:attrName>ppt_w</p:attrName>
                                        </p:attrNameLst>
                                      </p:cBhvr>
                                      <p:tavLst>
                                        <p:tav tm="0">
                                          <p:val>
                                            <p:fltVal val="0"/>
                                          </p:val>
                                        </p:tav>
                                        <p:tav tm="100000">
                                          <p:val>
                                            <p:strVal val="#ppt_w"/>
                                          </p:val>
                                        </p:tav>
                                      </p:tavLst>
                                    </p:anim>
                                    <p:anim calcmode="lin" valueType="num">
                                      <p:cBhvr>
                                        <p:cTn id="51" dur="500" fill="hold"/>
                                        <p:tgtEl>
                                          <p:spTgt spid="35"/>
                                        </p:tgtEl>
                                        <p:attrNameLst>
                                          <p:attrName>ppt_h</p:attrName>
                                        </p:attrNameLst>
                                      </p:cBhvr>
                                      <p:tavLst>
                                        <p:tav tm="0">
                                          <p:val>
                                            <p:fltVal val="0"/>
                                          </p:val>
                                        </p:tav>
                                        <p:tav tm="100000">
                                          <p:val>
                                            <p:strVal val="#ppt_h"/>
                                          </p:val>
                                        </p:tav>
                                      </p:tavLst>
                                    </p:anim>
                                    <p:animEffect transition="in" filter="fade">
                                      <p:cBhvr>
                                        <p:cTn id="52" dur="500"/>
                                        <p:tgtEl>
                                          <p:spTgt spid="35"/>
                                        </p:tgtEl>
                                      </p:cBhvr>
                                    </p:animEffect>
                                  </p:childTnLst>
                                </p:cTn>
                              </p:par>
                              <p:par>
                                <p:cTn id="53" presetID="35" presetClass="path" presetSubtype="0" accel="50000" decel="50000" fill="hold" grpId="1" nodeType="withEffect">
                                  <p:stCondLst>
                                    <p:cond delay="750"/>
                                  </p:stCondLst>
                                  <p:childTnLst>
                                    <p:animMotion origin="layout" path="M 1.11022E-16 -2.22222E-6 L -0.25 -2.22222E-6 " pathEditMode="relative" rAng="0" ptsTypes="AA">
                                      <p:cBhvr>
                                        <p:cTn id="54" dur="1000" spd="-100000" fill="hold"/>
                                        <p:tgtEl>
                                          <p:spTgt spid="35"/>
                                        </p:tgtEl>
                                        <p:attrNameLst>
                                          <p:attrName>ppt_x</p:attrName>
                                          <p:attrName>ppt_y</p:attrName>
                                        </p:attrNameLst>
                                      </p:cBhvr>
                                      <p:rCtr x="-12500" y="0"/>
                                    </p:animMotion>
                                  </p:childTnLst>
                                </p:cTn>
                              </p:par>
                              <p:par>
                                <p:cTn id="55" presetID="53" presetClass="entr" presetSubtype="16" fill="hold" grpId="0" nodeType="withEffect">
                                  <p:stCondLst>
                                    <p:cond delay="1500"/>
                                  </p:stCondLst>
                                  <p:childTnLst>
                                    <p:set>
                                      <p:cBhvr>
                                        <p:cTn id="56" dur="1" fill="hold">
                                          <p:stCondLst>
                                            <p:cond delay="0"/>
                                          </p:stCondLst>
                                        </p:cTn>
                                        <p:tgtEl>
                                          <p:spTgt spid="36"/>
                                        </p:tgtEl>
                                        <p:attrNameLst>
                                          <p:attrName>style.visibility</p:attrName>
                                        </p:attrNameLst>
                                      </p:cBhvr>
                                      <p:to>
                                        <p:strVal val="visible"/>
                                      </p:to>
                                    </p:set>
                                    <p:anim calcmode="lin" valueType="num">
                                      <p:cBhvr>
                                        <p:cTn id="57" dur="500" fill="hold"/>
                                        <p:tgtEl>
                                          <p:spTgt spid="36"/>
                                        </p:tgtEl>
                                        <p:attrNameLst>
                                          <p:attrName>ppt_w</p:attrName>
                                        </p:attrNameLst>
                                      </p:cBhvr>
                                      <p:tavLst>
                                        <p:tav tm="0">
                                          <p:val>
                                            <p:fltVal val="0"/>
                                          </p:val>
                                        </p:tav>
                                        <p:tav tm="100000">
                                          <p:val>
                                            <p:strVal val="#ppt_w"/>
                                          </p:val>
                                        </p:tav>
                                      </p:tavLst>
                                    </p:anim>
                                    <p:anim calcmode="lin" valueType="num">
                                      <p:cBhvr>
                                        <p:cTn id="58" dur="500" fill="hold"/>
                                        <p:tgtEl>
                                          <p:spTgt spid="36"/>
                                        </p:tgtEl>
                                        <p:attrNameLst>
                                          <p:attrName>ppt_h</p:attrName>
                                        </p:attrNameLst>
                                      </p:cBhvr>
                                      <p:tavLst>
                                        <p:tav tm="0">
                                          <p:val>
                                            <p:fltVal val="0"/>
                                          </p:val>
                                        </p:tav>
                                        <p:tav tm="100000">
                                          <p:val>
                                            <p:strVal val="#ppt_h"/>
                                          </p:val>
                                        </p:tav>
                                      </p:tavLst>
                                    </p:anim>
                                    <p:animEffect transition="in" filter="fade">
                                      <p:cBhvr>
                                        <p:cTn id="59" dur="500"/>
                                        <p:tgtEl>
                                          <p:spTgt spid="36"/>
                                        </p:tgtEl>
                                      </p:cBhvr>
                                    </p:animEffect>
                                  </p:childTnLst>
                                </p:cTn>
                              </p:par>
                              <p:par>
                                <p:cTn id="60" presetID="63" presetClass="path" presetSubtype="0" accel="50000" decel="50000" fill="hold" grpId="1" nodeType="withEffect">
                                  <p:stCondLst>
                                    <p:cond delay="1500"/>
                                  </p:stCondLst>
                                  <p:childTnLst>
                                    <p:animMotion origin="layout" path="M -3.33333E-6 -2.22222E-6 L 0.25 -2.22222E-6 " pathEditMode="relative" rAng="0" ptsTypes="AA">
                                      <p:cBhvr>
                                        <p:cTn id="61" dur="1000" spd="-100000" fill="hold"/>
                                        <p:tgtEl>
                                          <p:spTgt spid="36"/>
                                        </p:tgtEl>
                                        <p:attrNameLst>
                                          <p:attrName>ppt_x</p:attrName>
                                          <p:attrName>ppt_y</p:attrName>
                                        </p:attrNameLst>
                                      </p:cBhvr>
                                      <p:rCtr x="12500" y="0"/>
                                    </p:animMotion>
                                  </p:childTnLst>
                                </p:cTn>
                              </p:par>
                              <p:par>
                                <p:cTn id="62" presetID="53" presetClass="entr" presetSubtype="16" fill="hold" grpId="0" nodeType="withEffect">
                                  <p:stCondLst>
                                    <p:cond delay="1500"/>
                                  </p:stCondLst>
                                  <p:childTnLst>
                                    <p:set>
                                      <p:cBhvr>
                                        <p:cTn id="63" dur="1" fill="hold">
                                          <p:stCondLst>
                                            <p:cond delay="0"/>
                                          </p:stCondLst>
                                        </p:cTn>
                                        <p:tgtEl>
                                          <p:spTgt spid="37"/>
                                        </p:tgtEl>
                                        <p:attrNameLst>
                                          <p:attrName>style.visibility</p:attrName>
                                        </p:attrNameLst>
                                      </p:cBhvr>
                                      <p:to>
                                        <p:strVal val="visible"/>
                                      </p:to>
                                    </p:set>
                                    <p:anim calcmode="lin" valueType="num">
                                      <p:cBhvr>
                                        <p:cTn id="64" dur="500" fill="hold"/>
                                        <p:tgtEl>
                                          <p:spTgt spid="37"/>
                                        </p:tgtEl>
                                        <p:attrNameLst>
                                          <p:attrName>ppt_w</p:attrName>
                                        </p:attrNameLst>
                                      </p:cBhvr>
                                      <p:tavLst>
                                        <p:tav tm="0">
                                          <p:val>
                                            <p:fltVal val="0"/>
                                          </p:val>
                                        </p:tav>
                                        <p:tav tm="100000">
                                          <p:val>
                                            <p:strVal val="#ppt_w"/>
                                          </p:val>
                                        </p:tav>
                                      </p:tavLst>
                                    </p:anim>
                                    <p:anim calcmode="lin" valueType="num">
                                      <p:cBhvr>
                                        <p:cTn id="65" dur="500" fill="hold"/>
                                        <p:tgtEl>
                                          <p:spTgt spid="37"/>
                                        </p:tgtEl>
                                        <p:attrNameLst>
                                          <p:attrName>ppt_h</p:attrName>
                                        </p:attrNameLst>
                                      </p:cBhvr>
                                      <p:tavLst>
                                        <p:tav tm="0">
                                          <p:val>
                                            <p:fltVal val="0"/>
                                          </p:val>
                                        </p:tav>
                                        <p:tav tm="100000">
                                          <p:val>
                                            <p:strVal val="#ppt_h"/>
                                          </p:val>
                                        </p:tav>
                                      </p:tavLst>
                                    </p:anim>
                                    <p:animEffect transition="in" filter="fade">
                                      <p:cBhvr>
                                        <p:cTn id="66" dur="500"/>
                                        <p:tgtEl>
                                          <p:spTgt spid="37"/>
                                        </p:tgtEl>
                                      </p:cBhvr>
                                    </p:animEffect>
                                  </p:childTnLst>
                                </p:cTn>
                              </p:par>
                              <p:par>
                                <p:cTn id="67" presetID="35" presetClass="path" presetSubtype="0" accel="50000" decel="50000" fill="hold" grpId="1" nodeType="withEffect">
                                  <p:stCondLst>
                                    <p:cond delay="1500"/>
                                  </p:stCondLst>
                                  <p:childTnLst>
                                    <p:animMotion origin="layout" path="M 3.33333E-6 -2.22222E-6 L -0.25 -2.22222E-6 " pathEditMode="relative" rAng="0" ptsTypes="AA">
                                      <p:cBhvr>
                                        <p:cTn id="68" dur="1000" spd="-100000" fill="hold"/>
                                        <p:tgtEl>
                                          <p:spTgt spid="37"/>
                                        </p:tgtEl>
                                        <p:attrNameLst>
                                          <p:attrName>ppt_x</p:attrName>
                                          <p:attrName>ppt_y</p:attrName>
                                        </p:attrNameLst>
                                      </p:cBhvr>
                                      <p:rCtr x="-12500" y="0"/>
                                    </p:animMotion>
                                  </p:childTnLst>
                                </p:cTn>
                              </p:par>
                            </p:childTnLst>
                          </p:cTn>
                        </p:par>
                        <p:par>
                          <p:cTn id="69" fill="hold">
                            <p:stCondLst>
                              <p:cond delay="4000"/>
                            </p:stCondLst>
                            <p:childTnLst>
                              <p:par>
                                <p:cTn id="70" presetID="53" presetClass="entr" presetSubtype="16" fill="hold" grpId="0" nodeType="after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p:cTn id="72" dur="250" fill="hold"/>
                                        <p:tgtEl>
                                          <p:spTgt spid="29"/>
                                        </p:tgtEl>
                                        <p:attrNameLst>
                                          <p:attrName>ppt_w</p:attrName>
                                        </p:attrNameLst>
                                      </p:cBhvr>
                                      <p:tavLst>
                                        <p:tav tm="0">
                                          <p:val>
                                            <p:fltVal val="0"/>
                                          </p:val>
                                        </p:tav>
                                        <p:tav tm="100000">
                                          <p:val>
                                            <p:strVal val="#ppt_w"/>
                                          </p:val>
                                        </p:tav>
                                      </p:tavLst>
                                    </p:anim>
                                    <p:anim calcmode="lin" valueType="num">
                                      <p:cBhvr>
                                        <p:cTn id="73" dur="250" fill="hold"/>
                                        <p:tgtEl>
                                          <p:spTgt spid="29"/>
                                        </p:tgtEl>
                                        <p:attrNameLst>
                                          <p:attrName>ppt_h</p:attrName>
                                        </p:attrNameLst>
                                      </p:cBhvr>
                                      <p:tavLst>
                                        <p:tav tm="0">
                                          <p:val>
                                            <p:fltVal val="0"/>
                                          </p:val>
                                        </p:tav>
                                        <p:tav tm="100000">
                                          <p:val>
                                            <p:strVal val="#ppt_h"/>
                                          </p:val>
                                        </p:tav>
                                      </p:tavLst>
                                    </p:anim>
                                    <p:animEffect transition="in" filter="fade">
                                      <p:cBhvr>
                                        <p:cTn id="74" dur="250"/>
                                        <p:tgtEl>
                                          <p:spTgt spid="29"/>
                                        </p:tgtEl>
                                      </p:cBhvr>
                                    </p:animEffect>
                                  </p:childTnLst>
                                </p:cTn>
                              </p:par>
                              <p:par>
                                <p:cTn id="75" presetID="6" presetClass="emph" presetSubtype="0" decel="100000" fill="hold" grpId="1" nodeType="withEffect">
                                  <p:stCondLst>
                                    <p:cond delay="200"/>
                                  </p:stCondLst>
                                  <p:childTnLst>
                                    <p:animScale>
                                      <p:cBhvr>
                                        <p:cTn id="76" dur="250" fill="hold"/>
                                        <p:tgtEl>
                                          <p:spTgt spid="29"/>
                                        </p:tgtEl>
                                      </p:cBhvr>
                                      <p:by x="120000" y="120000"/>
                                    </p:animScale>
                                  </p:childTnLst>
                                </p:cTn>
                              </p:par>
                              <p:par>
                                <p:cTn id="77" presetID="6" presetClass="emph" presetSubtype="0" decel="100000" fill="hold" grpId="2" nodeType="withEffect">
                                  <p:stCondLst>
                                    <p:cond delay="400"/>
                                  </p:stCondLst>
                                  <p:childTnLst>
                                    <p:animScale>
                                      <p:cBhvr>
                                        <p:cTn id="78" dur="250" fill="hold"/>
                                        <p:tgtEl>
                                          <p:spTgt spid="29"/>
                                        </p:tgtEl>
                                      </p:cBhvr>
                                      <p:by x="83000" y="83000"/>
                                    </p:animScale>
                                  </p:childTnLst>
                                </p:cTn>
                              </p:par>
                              <p:par>
                                <p:cTn id="79" presetID="53" presetClass="entr" presetSubtype="16" fill="hold" grpId="0" nodeType="withEffect">
                                  <p:stCondLst>
                                    <p:cond delay="400"/>
                                  </p:stCondLst>
                                  <p:childTnLst>
                                    <p:set>
                                      <p:cBhvr>
                                        <p:cTn id="80" dur="1" fill="hold">
                                          <p:stCondLst>
                                            <p:cond delay="0"/>
                                          </p:stCondLst>
                                        </p:cTn>
                                        <p:tgtEl>
                                          <p:spTgt spid="32"/>
                                        </p:tgtEl>
                                        <p:attrNameLst>
                                          <p:attrName>style.visibility</p:attrName>
                                        </p:attrNameLst>
                                      </p:cBhvr>
                                      <p:to>
                                        <p:strVal val="visible"/>
                                      </p:to>
                                    </p:set>
                                    <p:anim calcmode="lin" valueType="num">
                                      <p:cBhvr>
                                        <p:cTn id="81" dur="250" fill="hold"/>
                                        <p:tgtEl>
                                          <p:spTgt spid="32"/>
                                        </p:tgtEl>
                                        <p:attrNameLst>
                                          <p:attrName>ppt_w</p:attrName>
                                        </p:attrNameLst>
                                      </p:cBhvr>
                                      <p:tavLst>
                                        <p:tav tm="0">
                                          <p:val>
                                            <p:fltVal val="0"/>
                                          </p:val>
                                        </p:tav>
                                        <p:tav tm="100000">
                                          <p:val>
                                            <p:strVal val="#ppt_w"/>
                                          </p:val>
                                        </p:tav>
                                      </p:tavLst>
                                    </p:anim>
                                    <p:anim calcmode="lin" valueType="num">
                                      <p:cBhvr>
                                        <p:cTn id="82" dur="250" fill="hold"/>
                                        <p:tgtEl>
                                          <p:spTgt spid="32"/>
                                        </p:tgtEl>
                                        <p:attrNameLst>
                                          <p:attrName>ppt_h</p:attrName>
                                        </p:attrNameLst>
                                      </p:cBhvr>
                                      <p:tavLst>
                                        <p:tav tm="0">
                                          <p:val>
                                            <p:fltVal val="0"/>
                                          </p:val>
                                        </p:tav>
                                        <p:tav tm="100000">
                                          <p:val>
                                            <p:strVal val="#ppt_h"/>
                                          </p:val>
                                        </p:tav>
                                      </p:tavLst>
                                    </p:anim>
                                    <p:animEffect transition="in" filter="fade">
                                      <p:cBhvr>
                                        <p:cTn id="83" dur="250"/>
                                        <p:tgtEl>
                                          <p:spTgt spid="32"/>
                                        </p:tgtEl>
                                      </p:cBhvr>
                                    </p:animEffect>
                                  </p:childTnLst>
                                </p:cTn>
                              </p:par>
                              <p:par>
                                <p:cTn id="84" presetID="6" presetClass="emph" presetSubtype="0" decel="100000" fill="hold" grpId="1" nodeType="withEffect">
                                  <p:stCondLst>
                                    <p:cond delay="600"/>
                                  </p:stCondLst>
                                  <p:childTnLst>
                                    <p:animScale>
                                      <p:cBhvr>
                                        <p:cTn id="85" dur="250" fill="hold"/>
                                        <p:tgtEl>
                                          <p:spTgt spid="32"/>
                                        </p:tgtEl>
                                      </p:cBhvr>
                                      <p:by x="120000" y="120000"/>
                                    </p:animScale>
                                  </p:childTnLst>
                                </p:cTn>
                              </p:par>
                              <p:par>
                                <p:cTn id="86" presetID="6" presetClass="emph" presetSubtype="0" decel="100000" fill="hold" grpId="2" nodeType="withEffect">
                                  <p:stCondLst>
                                    <p:cond delay="800"/>
                                  </p:stCondLst>
                                  <p:childTnLst>
                                    <p:animScale>
                                      <p:cBhvr>
                                        <p:cTn id="87" dur="250" fill="hold"/>
                                        <p:tgtEl>
                                          <p:spTgt spid="32"/>
                                        </p:tgtEl>
                                      </p:cBhvr>
                                      <p:by x="83000" y="83000"/>
                                    </p:animScale>
                                  </p:childTnLst>
                                </p:cTn>
                              </p:par>
                            </p:childTnLst>
                          </p:cTn>
                        </p:par>
                        <p:par>
                          <p:cTn id="88" fill="hold">
                            <p:stCondLst>
                              <p:cond delay="5050"/>
                            </p:stCondLst>
                            <p:childTnLst>
                              <p:par>
                                <p:cTn id="89" presetID="53" presetClass="entr" presetSubtype="16" fill="hold" grpId="0" nodeType="afterEffect">
                                  <p:stCondLst>
                                    <p:cond delay="0"/>
                                  </p:stCondLst>
                                  <p:childTnLst>
                                    <p:set>
                                      <p:cBhvr>
                                        <p:cTn id="90" dur="1" fill="hold">
                                          <p:stCondLst>
                                            <p:cond delay="0"/>
                                          </p:stCondLst>
                                        </p:cTn>
                                        <p:tgtEl>
                                          <p:spTgt spid="39"/>
                                        </p:tgtEl>
                                        <p:attrNameLst>
                                          <p:attrName>style.visibility</p:attrName>
                                        </p:attrNameLst>
                                      </p:cBhvr>
                                      <p:to>
                                        <p:strVal val="visible"/>
                                      </p:to>
                                    </p:set>
                                    <p:anim calcmode="lin" valueType="num">
                                      <p:cBhvr>
                                        <p:cTn id="91" dur="500" fill="hold"/>
                                        <p:tgtEl>
                                          <p:spTgt spid="39"/>
                                        </p:tgtEl>
                                        <p:attrNameLst>
                                          <p:attrName>ppt_w</p:attrName>
                                        </p:attrNameLst>
                                      </p:cBhvr>
                                      <p:tavLst>
                                        <p:tav tm="0">
                                          <p:val>
                                            <p:fltVal val="0"/>
                                          </p:val>
                                        </p:tav>
                                        <p:tav tm="100000">
                                          <p:val>
                                            <p:strVal val="#ppt_w"/>
                                          </p:val>
                                        </p:tav>
                                      </p:tavLst>
                                    </p:anim>
                                    <p:anim calcmode="lin" valueType="num">
                                      <p:cBhvr>
                                        <p:cTn id="92" dur="500" fill="hold"/>
                                        <p:tgtEl>
                                          <p:spTgt spid="39"/>
                                        </p:tgtEl>
                                        <p:attrNameLst>
                                          <p:attrName>ppt_h</p:attrName>
                                        </p:attrNameLst>
                                      </p:cBhvr>
                                      <p:tavLst>
                                        <p:tav tm="0">
                                          <p:val>
                                            <p:fltVal val="0"/>
                                          </p:val>
                                        </p:tav>
                                        <p:tav tm="100000">
                                          <p:val>
                                            <p:strVal val="#ppt_h"/>
                                          </p:val>
                                        </p:tav>
                                      </p:tavLst>
                                    </p:anim>
                                    <p:animEffect transition="in" filter="fade">
                                      <p:cBhvr>
                                        <p:cTn id="93" dur="500"/>
                                        <p:tgtEl>
                                          <p:spTgt spid="39"/>
                                        </p:tgtEl>
                                      </p:cBhvr>
                                    </p:animEffect>
                                  </p:childTnLst>
                                </p:cTn>
                              </p:par>
                              <p:par>
                                <p:cTn id="94" presetID="64" presetClass="path" presetSubtype="0" accel="50000" decel="50000" fill="hold" grpId="1" nodeType="withEffect">
                                  <p:stCondLst>
                                    <p:cond delay="0"/>
                                  </p:stCondLst>
                                  <p:childTnLst>
                                    <p:animMotion origin="layout" path="M -3.33333E-6 3.7037E-7 L -3.33333E-6 -0.10093 " pathEditMode="relative" rAng="0" ptsTypes="AA">
                                      <p:cBhvr>
                                        <p:cTn id="95" dur="1000" spd="-100000" fill="hold"/>
                                        <p:tgtEl>
                                          <p:spTgt spid="39"/>
                                        </p:tgtEl>
                                        <p:attrNameLst>
                                          <p:attrName>ppt_x</p:attrName>
                                          <p:attrName>ppt_y</p:attrName>
                                        </p:attrNameLst>
                                      </p:cBhvr>
                                      <p:rCtr x="0" y="-5046"/>
                                    </p:animMotion>
                                  </p:childTnLst>
                                </p:cTn>
                              </p:par>
                            </p:childTnLst>
                          </p:cTn>
                        </p:par>
                        <p:par>
                          <p:cTn id="96" fill="hold">
                            <p:stCondLst>
                              <p:cond delay="6050"/>
                            </p:stCondLst>
                            <p:childTnLst>
                              <p:par>
                                <p:cTn id="97" presetID="53" presetClass="entr" presetSubtype="16" fill="hold" grpId="0" nodeType="afterEffect">
                                  <p:stCondLst>
                                    <p:cond delay="0"/>
                                  </p:stCondLst>
                                  <p:iterate type="lt">
                                    <p:tmPct val="10000"/>
                                  </p:iterate>
                                  <p:childTnLst>
                                    <p:set>
                                      <p:cBhvr>
                                        <p:cTn id="98" dur="1" fill="hold">
                                          <p:stCondLst>
                                            <p:cond delay="0"/>
                                          </p:stCondLst>
                                        </p:cTn>
                                        <p:tgtEl>
                                          <p:spTgt spid="38"/>
                                        </p:tgtEl>
                                        <p:attrNameLst>
                                          <p:attrName>style.visibility</p:attrName>
                                        </p:attrNameLst>
                                      </p:cBhvr>
                                      <p:to>
                                        <p:strVal val="visible"/>
                                      </p:to>
                                    </p:set>
                                    <p:anim calcmode="lin" valueType="num">
                                      <p:cBhvr>
                                        <p:cTn id="99" dur="250" fill="hold"/>
                                        <p:tgtEl>
                                          <p:spTgt spid="38"/>
                                        </p:tgtEl>
                                        <p:attrNameLst>
                                          <p:attrName>ppt_w</p:attrName>
                                        </p:attrNameLst>
                                      </p:cBhvr>
                                      <p:tavLst>
                                        <p:tav tm="0">
                                          <p:val>
                                            <p:fltVal val="0"/>
                                          </p:val>
                                        </p:tav>
                                        <p:tav tm="100000">
                                          <p:val>
                                            <p:strVal val="#ppt_w"/>
                                          </p:val>
                                        </p:tav>
                                      </p:tavLst>
                                    </p:anim>
                                    <p:anim calcmode="lin" valueType="num">
                                      <p:cBhvr>
                                        <p:cTn id="100" dur="250" fill="hold"/>
                                        <p:tgtEl>
                                          <p:spTgt spid="38"/>
                                        </p:tgtEl>
                                        <p:attrNameLst>
                                          <p:attrName>ppt_h</p:attrName>
                                        </p:attrNameLst>
                                      </p:cBhvr>
                                      <p:tavLst>
                                        <p:tav tm="0">
                                          <p:val>
                                            <p:fltVal val="0"/>
                                          </p:val>
                                        </p:tav>
                                        <p:tav tm="100000">
                                          <p:val>
                                            <p:strVal val="#ppt_h"/>
                                          </p:val>
                                        </p:tav>
                                      </p:tavLst>
                                    </p:anim>
                                    <p:animEffect transition="in" filter="fade">
                                      <p:cBhvr>
                                        <p:cTn id="101" dur="250"/>
                                        <p:tgtEl>
                                          <p:spTgt spid="38"/>
                                        </p:tgtEl>
                                      </p:cBhvr>
                                    </p:animEffect>
                                  </p:childTnLst>
                                </p:cTn>
                              </p:par>
                            </p:childTnLst>
                          </p:cTn>
                        </p:par>
                        <p:par>
                          <p:cTn id="102" fill="hold">
                            <p:stCondLst>
                              <p:cond delay="6925"/>
                            </p:stCondLst>
                            <p:childTnLst>
                              <p:par>
                                <p:cTn id="103" presetID="53" presetClass="entr" presetSubtype="16" fill="hold" grpId="0" nodeType="after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p:cTn id="105" dur="250" fill="hold"/>
                                        <p:tgtEl>
                                          <p:spTgt spid="30"/>
                                        </p:tgtEl>
                                        <p:attrNameLst>
                                          <p:attrName>ppt_w</p:attrName>
                                        </p:attrNameLst>
                                      </p:cBhvr>
                                      <p:tavLst>
                                        <p:tav tm="0">
                                          <p:val>
                                            <p:fltVal val="0"/>
                                          </p:val>
                                        </p:tav>
                                        <p:tav tm="100000">
                                          <p:val>
                                            <p:strVal val="#ppt_w"/>
                                          </p:val>
                                        </p:tav>
                                      </p:tavLst>
                                    </p:anim>
                                    <p:anim calcmode="lin" valueType="num">
                                      <p:cBhvr>
                                        <p:cTn id="106" dur="250" fill="hold"/>
                                        <p:tgtEl>
                                          <p:spTgt spid="30"/>
                                        </p:tgtEl>
                                        <p:attrNameLst>
                                          <p:attrName>ppt_h</p:attrName>
                                        </p:attrNameLst>
                                      </p:cBhvr>
                                      <p:tavLst>
                                        <p:tav tm="0">
                                          <p:val>
                                            <p:fltVal val="0"/>
                                          </p:val>
                                        </p:tav>
                                        <p:tav tm="100000">
                                          <p:val>
                                            <p:strVal val="#ppt_h"/>
                                          </p:val>
                                        </p:tav>
                                      </p:tavLst>
                                    </p:anim>
                                    <p:animEffect transition="in" filter="fade">
                                      <p:cBhvr>
                                        <p:cTn id="107" dur="250"/>
                                        <p:tgtEl>
                                          <p:spTgt spid="30"/>
                                        </p:tgtEl>
                                      </p:cBhvr>
                                    </p:animEffect>
                                  </p:childTnLst>
                                </p:cTn>
                              </p:par>
                              <p:par>
                                <p:cTn id="108" presetID="6" presetClass="emph" presetSubtype="0" decel="100000" fill="hold" grpId="1" nodeType="withEffect">
                                  <p:stCondLst>
                                    <p:cond delay="200"/>
                                  </p:stCondLst>
                                  <p:childTnLst>
                                    <p:animScale>
                                      <p:cBhvr>
                                        <p:cTn id="109" dur="250" fill="hold"/>
                                        <p:tgtEl>
                                          <p:spTgt spid="30"/>
                                        </p:tgtEl>
                                      </p:cBhvr>
                                      <p:by x="120000" y="120000"/>
                                    </p:animScale>
                                  </p:childTnLst>
                                </p:cTn>
                              </p:par>
                              <p:par>
                                <p:cTn id="110" presetID="6" presetClass="emph" presetSubtype="0" decel="100000" fill="hold" grpId="2" nodeType="withEffect">
                                  <p:stCondLst>
                                    <p:cond delay="400"/>
                                  </p:stCondLst>
                                  <p:childTnLst>
                                    <p:animScale>
                                      <p:cBhvr>
                                        <p:cTn id="111" dur="250" fill="hold"/>
                                        <p:tgtEl>
                                          <p:spTgt spid="30"/>
                                        </p:tgtEl>
                                      </p:cBhvr>
                                      <p:by x="83000" y="83000"/>
                                    </p:animScale>
                                  </p:childTnLst>
                                </p:cTn>
                              </p:par>
                              <p:par>
                                <p:cTn id="112" presetID="53" presetClass="entr" presetSubtype="16" fill="hold" grpId="0" nodeType="withEffect">
                                  <p:stCondLst>
                                    <p:cond delay="400"/>
                                  </p:stCondLst>
                                  <p:childTnLst>
                                    <p:set>
                                      <p:cBhvr>
                                        <p:cTn id="113" dur="1" fill="hold">
                                          <p:stCondLst>
                                            <p:cond delay="0"/>
                                          </p:stCondLst>
                                        </p:cTn>
                                        <p:tgtEl>
                                          <p:spTgt spid="31"/>
                                        </p:tgtEl>
                                        <p:attrNameLst>
                                          <p:attrName>style.visibility</p:attrName>
                                        </p:attrNameLst>
                                      </p:cBhvr>
                                      <p:to>
                                        <p:strVal val="visible"/>
                                      </p:to>
                                    </p:set>
                                    <p:anim calcmode="lin" valueType="num">
                                      <p:cBhvr>
                                        <p:cTn id="114" dur="250" fill="hold"/>
                                        <p:tgtEl>
                                          <p:spTgt spid="31"/>
                                        </p:tgtEl>
                                        <p:attrNameLst>
                                          <p:attrName>ppt_w</p:attrName>
                                        </p:attrNameLst>
                                      </p:cBhvr>
                                      <p:tavLst>
                                        <p:tav tm="0">
                                          <p:val>
                                            <p:fltVal val="0"/>
                                          </p:val>
                                        </p:tav>
                                        <p:tav tm="100000">
                                          <p:val>
                                            <p:strVal val="#ppt_w"/>
                                          </p:val>
                                        </p:tav>
                                      </p:tavLst>
                                    </p:anim>
                                    <p:anim calcmode="lin" valueType="num">
                                      <p:cBhvr>
                                        <p:cTn id="115" dur="250" fill="hold"/>
                                        <p:tgtEl>
                                          <p:spTgt spid="31"/>
                                        </p:tgtEl>
                                        <p:attrNameLst>
                                          <p:attrName>ppt_h</p:attrName>
                                        </p:attrNameLst>
                                      </p:cBhvr>
                                      <p:tavLst>
                                        <p:tav tm="0">
                                          <p:val>
                                            <p:fltVal val="0"/>
                                          </p:val>
                                        </p:tav>
                                        <p:tav tm="100000">
                                          <p:val>
                                            <p:strVal val="#ppt_h"/>
                                          </p:val>
                                        </p:tav>
                                      </p:tavLst>
                                    </p:anim>
                                    <p:animEffect transition="in" filter="fade">
                                      <p:cBhvr>
                                        <p:cTn id="116" dur="250"/>
                                        <p:tgtEl>
                                          <p:spTgt spid="31"/>
                                        </p:tgtEl>
                                      </p:cBhvr>
                                    </p:animEffect>
                                  </p:childTnLst>
                                </p:cTn>
                              </p:par>
                              <p:par>
                                <p:cTn id="117" presetID="6" presetClass="emph" presetSubtype="0" decel="100000" fill="hold" grpId="1" nodeType="withEffect">
                                  <p:stCondLst>
                                    <p:cond delay="600"/>
                                  </p:stCondLst>
                                  <p:childTnLst>
                                    <p:animScale>
                                      <p:cBhvr>
                                        <p:cTn id="118" dur="250" fill="hold"/>
                                        <p:tgtEl>
                                          <p:spTgt spid="31"/>
                                        </p:tgtEl>
                                      </p:cBhvr>
                                      <p:by x="120000" y="120000"/>
                                    </p:animScale>
                                  </p:childTnLst>
                                </p:cTn>
                              </p:par>
                              <p:par>
                                <p:cTn id="119" presetID="6" presetClass="emph" presetSubtype="0" decel="100000" fill="hold" grpId="2" nodeType="withEffect">
                                  <p:stCondLst>
                                    <p:cond delay="800"/>
                                  </p:stCondLst>
                                  <p:childTnLst>
                                    <p:animScale>
                                      <p:cBhvr>
                                        <p:cTn id="120" dur="250" fill="hold"/>
                                        <p:tgtEl>
                                          <p:spTgt spid="31"/>
                                        </p:tgtEl>
                                      </p:cBhvr>
                                      <p:by x="83000" y="83000"/>
                                    </p:animScale>
                                  </p:childTnLst>
                                </p:cTn>
                              </p:par>
                            </p:childTnLst>
                          </p:cTn>
                        </p:par>
                        <p:par>
                          <p:cTn id="121" fill="hold">
                            <p:stCondLst>
                              <p:cond delay="7975"/>
                            </p:stCondLst>
                            <p:childTnLst>
                              <p:par>
                                <p:cTn id="122" presetID="53" presetClass="entr" presetSubtype="16" fill="hold" grpId="0" nodeType="afterEffect">
                                  <p:stCondLst>
                                    <p:cond delay="0"/>
                                  </p:stCondLst>
                                  <p:childTnLst>
                                    <p:set>
                                      <p:cBhvr>
                                        <p:cTn id="123" dur="1" fill="hold">
                                          <p:stCondLst>
                                            <p:cond delay="0"/>
                                          </p:stCondLst>
                                        </p:cTn>
                                        <p:tgtEl>
                                          <p:spTgt spid="41"/>
                                        </p:tgtEl>
                                        <p:attrNameLst>
                                          <p:attrName>style.visibility</p:attrName>
                                        </p:attrNameLst>
                                      </p:cBhvr>
                                      <p:to>
                                        <p:strVal val="visible"/>
                                      </p:to>
                                    </p:set>
                                    <p:anim calcmode="lin" valueType="num">
                                      <p:cBhvr>
                                        <p:cTn id="124" dur="500" fill="hold"/>
                                        <p:tgtEl>
                                          <p:spTgt spid="41"/>
                                        </p:tgtEl>
                                        <p:attrNameLst>
                                          <p:attrName>ppt_w</p:attrName>
                                        </p:attrNameLst>
                                      </p:cBhvr>
                                      <p:tavLst>
                                        <p:tav tm="0">
                                          <p:val>
                                            <p:fltVal val="0"/>
                                          </p:val>
                                        </p:tav>
                                        <p:tav tm="100000">
                                          <p:val>
                                            <p:strVal val="#ppt_w"/>
                                          </p:val>
                                        </p:tav>
                                      </p:tavLst>
                                    </p:anim>
                                    <p:anim calcmode="lin" valueType="num">
                                      <p:cBhvr>
                                        <p:cTn id="125" dur="500" fill="hold"/>
                                        <p:tgtEl>
                                          <p:spTgt spid="41"/>
                                        </p:tgtEl>
                                        <p:attrNameLst>
                                          <p:attrName>ppt_h</p:attrName>
                                        </p:attrNameLst>
                                      </p:cBhvr>
                                      <p:tavLst>
                                        <p:tav tm="0">
                                          <p:val>
                                            <p:fltVal val="0"/>
                                          </p:val>
                                        </p:tav>
                                        <p:tav tm="100000">
                                          <p:val>
                                            <p:strVal val="#ppt_h"/>
                                          </p:val>
                                        </p:tav>
                                      </p:tavLst>
                                    </p:anim>
                                    <p:animEffect transition="in" filter="fade">
                                      <p:cBhvr>
                                        <p:cTn id="126" dur="500"/>
                                        <p:tgtEl>
                                          <p:spTgt spid="41"/>
                                        </p:tgtEl>
                                      </p:cBhvr>
                                    </p:animEffect>
                                  </p:childTnLst>
                                </p:cTn>
                              </p:par>
                              <p:par>
                                <p:cTn id="127" presetID="64" presetClass="path" presetSubtype="0" accel="50000" decel="50000" fill="hold" grpId="1" nodeType="withEffect">
                                  <p:stCondLst>
                                    <p:cond delay="0"/>
                                  </p:stCondLst>
                                  <p:childTnLst>
                                    <p:animMotion origin="layout" path="M 3.33333E-6 3.7037E-7 L 3.33333E-6 -0.10093 " pathEditMode="relative" rAng="0" ptsTypes="AA">
                                      <p:cBhvr>
                                        <p:cTn id="128" dur="1000" spd="-100000" fill="hold"/>
                                        <p:tgtEl>
                                          <p:spTgt spid="41"/>
                                        </p:tgtEl>
                                        <p:attrNameLst>
                                          <p:attrName>ppt_x</p:attrName>
                                          <p:attrName>ppt_y</p:attrName>
                                        </p:attrNameLst>
                                      </p:cBhvr>
                                      <p:rCtr x="0" y="-5046"/>
                                    </p:animMotion>
                                  </p:childTnLst>
                                </p:cTn>
                              </p:par>
                            </p:childTnLst>
                          </p:cTn>
                        </p:par>
                        <p:par>
                          <p:cTn id="129" fill="hold">
                            <p:stCondLst>
                              <p:cond delay="8975"/>
                            </p:stCondLst>
                            <p:childTnLst>
                              <p:par>
                                <p:cTn id="130" presetID="53" presetClass="entr" presetSubtype="16" fill="hold" grpId="0" nodeType="afterEffect">
                                  <p:stCondLst>
                                    <p:cond delay="0"/>
                                  </p:stCondLst>
                                  <p:iterate type="lt">
                                    <p:tmPct val="10000"/>
                                  </p:iterate>
                                  <p:childTnLst>
                                    <p:set>
                                      <p:cBhvr>
                                        <p:cTn id="131" dur="1" fill="hold">
                                          <p:stCondLst>
                                            <p:cond delay="0"/>
                                          </p:stCondLst>
                                        </p:cTn>
                                        <p:tgtEl>
                                          <p:spTgt spid="40"/>
                                        </p:tgtEl>
                                        <p:attrNameLst>
                                          <p:attrName>style.visibility</p:attrName>
                                        </p:attrNameLst>
                                      </p:cBhvr>
                                      <p:to>
                                        <p:strVal val="visible"/>
                                      </p:to>
                                    </p:set>
                                    <p:anim calcmode="lin" valueType="num">
                                      <p:cBhvr>
                                        <p:cTn id="132" dur="250" fill="hold"/>
                                        <p:tgtEl>
                                          <p:spTgt spid="40"/>
                                        </p:tgtEl>
                                        <p:attrNameLst>
                                          <p:attrName>ppt_w</p:attrName>
                                        </p:attrNameLst>
                                      </p:cBhvr>
                                      <p:tavLst>
                                        <p:tav tm="0">
                                          <p:val>
                                            <p:fltVal val="0"/>
                                          </p:val>
                                        </p:tav>
                                        <p:tav tm="100000">
                                          <p:val>
                                            <p:strVal val="#ppt_w"/>
                                          </p:val>
                                        </p:tav>
                                      </p:tavLst>
                                    </p:anim>
                                    <p:anim calcmode="lin" valueType="num">
                                      <p:cBhvr>
                                        <p:cTn id="133" dur="250" fill="hold"/>
                                        <p:tgtEl>
                                          <p:spTgt spid="40"/>
                                        </p:tgtEl>
                                        <p:attrNameLst>
                                          <p:attrName>ppt_h</p:attrName>
                                        </p:attrNameLst>
                                      </p:cBhvr>
                                      <p:tavLst>
                                        <p:tav tm="0">
                                          <p:val>
                                            <p:fltVal val="0"/>
                                          </p:val>
                                        </p:tav>
                                        <p:tav tm="100000">
                                          <p:val>
                                            <p:strVal val="#ppt_h"/>
                                          </p:val>
                                        </p:tav>
                                      </p:tavLst>
                                    </p:anim>
                                    <p:animEffect transition="in" filter="fade">
                                      <p:cBhvr>
                                        <p:cTn id="134" dur="250"/>
                                        <p:tgtEl>
                                          <p:spTgt spid="40"/>
                                        </p:tgtEl>
                                      </p:cBhvr>
                                    </p:animEffect>
                                  </p:childTnLst>
                                </p:cTn>
                              </p:par>
                            </p:childTnLst>
                          </p:cTn>
                        </p:par>
                        <p:par>
                          <p:cTn id="135" fill="hold">
                            <p:stCondLst>
                              <p:cond delay="9850"/>
                            </p:stCondLst>
                            <p:childTnLst>
                              <p:par>
                                <p:cTn id="136" presetID="53" presetClass="entr" presetSubtype="16" fill="hold" grpId="0" nodeType="afterEffect">
                                  <p:stCondLst>
                                    <p:cond delay="0"/>
                                  </p:stCondLst>
                                  <p:childTnLst>
                                    <p:set>
                                      <p:cBhvr>
                                        <p:cTn id="137" dur="1" fill="hold">
                                          <p:stCondLst>
                                            <p:cond delay="0"/>
                                          </p:stCondLst>
                                        </p:cTn>
                                        <p:tgtEl>
                                          <p:spTgt spid="33"/>
                                        </p:tgtEl>
                                        <p:attrNameLst>
                                          <p:attrName>style.visibility</p:attrName>
                                        </p:attrNameLst>
                                      </p:cBhvr>
                                      <p:to>
                                        <p:strVal val="visible"/>
                                      </p:to>
                                    </p:set>
                                    <p:anim calcmode="lin" valueType="num">
                                      <p:cBhvr>
                                        <p:cTn id="138" dur="500" fill="hold"/>
                                        <p:tgtEl>
                                          <p:spTgt spid="33"/>
                                        </p:tgtEl>
                                        <p:attrNameLst>
                                          <p:attrName>ppt_w</p:attrName>
                                        </p:attrNameLst>
                                      </p:cBhvr>
                                      <p:tavLst>
                                        <p:tav tm="0">
                                          <p:val>
                                            <p:fltVal val="0"/>
                                          </p:val>
                                        </p:tav>
                                        <p:tav tm="100000">
                                          <p:val>
                                            <p:strVal val="#ppt_w"/>
                                          </p:val>
                                        </p:tav>
                                      </p:tavLst>
                                    </p:anim>
                                    <p:anim calcmode="lin" valueType="num">
                                      <p:cBhvr>
                                        <p:cTn id="139" dur="500" fill="hold"/>
                                        <p:tgtEl>
                                          <p:spTgt spid="33"/>
                                        </p:tgtEl>
                                        <p:attrNameLst>
                                          <p:attrName>ppt_h</p:attrName>
                                        </p:attrNameLst>
                                      </p:cBhvr>
                                      <p:tavLst>
                                        <p:tav tm="0">
                                          <p:val>
                                            <p:fltVal val="0"/>
                                          </p:val>
                                        </p:tav>
                                        <p:tav tm="100000">
                                          <p:val>
                                            <p:strVal val="#ppt_h"/>
                                          </p:val>
                                        </p:tav>
                                      </p:tavLst>
                                    </p:anim>
                                    <p:animEffect transition="in" filter="fade">
                                      <p:cBhvr>
                                        <p:cTn id="140" dur="500"/>
                                        <p:tgtEl>
                                          <p:spTgt spid="33"/>
                                        </p:tgtEl>
                                      </p:cBhvr>
                                    </p:animEffect>
                                  </p:childTnLst>
                                </p:cTn>
                              </p:par>
                              <p:par>
                                <p:cTn id="141" presetID="35" presetClass="path" presetSubtype="0" accel="50000" decel="50000" fill="hold" grpId="1" nodeType="withEffect">
                                  <p:stCondLst>
                                    <p:cond delay="0"/>
                                  </p:stCondLst>
                                  <p:childTnLst>
                                    <p:animMotion origin="layout" path="M 0 4.44444E-6 L -0.25 4.44444E-6 " pathEditMode="relative" rAng="0" ptsTypes="AA">
                                      <p:cBhvr>
                                        <p:cTn id="142" dur="1000" spd="-100000" fill="hold"/>
                                        <p:tgtEl>
                                          <p:spTgt spid="33"/>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5" grpId="1"/>
      <p:bldP spid="27" grpId="0" animBg="1"/>
      <p:bldP spid="27" grpId="1" animBg="1"/>
      <p:bldP spid="28" grpId="0" animBg="1"/>
      <p:bldP spid="28" grpId="1" animBg="1"/>
      <p:bldP spid="29" grpId="0" animBg="1"/>
      <p:bldP spid="29" grpId="1" animBg="1"/>
      <p:bldP spid="29" grpId="2" animBg="1"/>
      <p:bldP spid="30" grpId="0" animBg="1"/>
      <p:bldP spid="30" grpId="1" animBg="1"/>
      <p:bldP spid="30" grpId="2" animBg="1"/>
      <p:bldP spid="31" grpId="0"/>
      <p:bldP spid="31" grpId="1"/>
      <p:bldP spid="31" grpId="2"/>
      <p:bldP spid="32" grpId="0"/>
      <p:bldP spid="32" grpId="1"/>
      <p:bldP spid="32" grpId="2"/>
      <p:bldP spid="33" grpId="0"/>
      <p:bldP spid="33" grpId="1"/>
      <p:bldP spid="34" grpId="0" animBg="1"/>
      <p:bldP spid="34" grpId="1" animBg="1"/>
      <p:bldP spid="35" grpId="0" animBg="1"/>
      <p:bldP spid="35" grpId="1" animBg="1"/>
      <p:bldP spid="36" grpId="0" animBg="1"/>
      <p:bldP spid="36" grpId="1" animBg="1"/>
      <p:bldP spid="37" grpId="0" animBg="1"/>
      <p:bldP spid="37" grpId="1" animBg="1"/>
      <p:bldP spid="38" grpId="0"/>
      <p:bldP spid="39" grpId="0"/>
      <p:bldP spid="39" grpId="1"/>
      <p:bldP spid="40" grpId="0"/>
      <p:bldP spid="41" grpId="0"/>
      <p:bldP spid="41"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450633" y="228814"/>
            <a:ext cx="720000" cy="720000"/>
            <a:chOff x="450633" y="228814"/>
            <a:chExt cx="720000" cy="720000"/>
          </a:xfrm>
        </p:grpSpPr>
        <p:sp>
          <p:nvSpPr>
            <p:cNvPr id="18" name="椭圆 17"/>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19"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20" name="文本框 19"/>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重点工作回顾</a:t>
            </a:r>
          </a:p>
        </p:txBody>
      </p:sp>
      <p:cxnSp>
        <p:nvCxnSpPr>
          <p:cNvPr id="21" name="直接连接符 20"/>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22" name="Freeform 9"/>
          <p:cNvSpPr>
            <a:spLocks/>
          </p:cNvSpPr>
          <p:nvPr/>
        </p:nvSpPr>
        <p:spPr bwMode="auto">
          <a:xfrm>
            <a:off x="1675184" y="1575110"/>
            <a:ext cx="8841633" cy="4299253"/>
          </a:xfrm>
          <a:custGeom>
            <a:avLst/>
            <a:gdLst>
              <a:gd name="T0" fmla="*/ 30278 w 32079"/>
              <a:gd name="T1" fmla="*/ 4424 h 15622"/>
              <a:gd name="T2" fmla="*/ 2783 w 32079"/>
              <a:gd name="T3" fmla="*/ 15622 h 15622"/>
              <a:gd name="T4" fmla="*/ 0 w 32079"/>
              <a:gd name="T5" fmla="*/ 15523 h 15622"/>
              <a:gd name="T6" fmla="*/ 26897 w 32079"/>
              <a:gd name="T7" fmla="*/ 2112 h 15622"/>
              <a:gd name="T8" fmla="*/ 25060 w 32079"/>
              <a:gd name="T9" fmla="*/ 856 h 15622"/>
              <a:gd name="T10" fmla="*/ 27928 w 32079"/>
              <a:gd name="T11" fmla="*/ 428 h 15622"/>
              <a:gd name="T12" fmla="*/ 30796 w 32079"/>
              <a:gd name="T13" fmla="*/ 0 h 15622"/>
              <a:gd name="T14" fmla="*/ 31438 w 32079"/>
              <a:gd name="T15" fmla="*/ 2828 h 15622"/>
              <a:gd name="T16" fmla="*/ 32079 w 32079"/>
              <a:gd name="T17" fmla="*/ 5656 h 15622"/>
              <a:gd name="T18" fmla="*/ 30278 w 32079"/>
              <a:gd name="T19" fmla="*/ 4424 h 15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079" h="15622">
                <a:moveTo>
                  <a:pt x="30278" y="4424"/>
                </a:moveTo>
                <a:cubicBezTo>
                  <a:pt x="23182" y="11352"/>
                  <a:pt x="13481" y="15622"/>
                  <a:pt x="2783" y="15622"/>
                </a:cubicBezTo>
                <a:cubicBezTo>
                  <a:pt x="1847" y="15622"/>
                  <a:pt x="920" y="15587"/>
                  <a:pt x="0" y="15523"/>
                </a:cubicBezTo>
                <a:cubicBezTo>
                  <a:pt x="10716" y="14774"/>
                  <a:pt x="20250" y="9734"/>
                  <a:pt x="26897" y="2112"/>
                </a:cubicBezTo>
                <a:lnTo>
                  <a:pt x="25060" y="856"/>
                </a:lnTo>
                <a:lnTo>
                  <a:pt x="27928" y="428"/>
                </a:lnTo>
                <a:lnTo>
                  <a:pt x="30796" y="0"/>
                </a:lnTo>
                <a:lnTo>
                  <a:pt x="31438" y="2828"/>
                </a:lnTo>
                <a:lnTo>
                  <a:pt x="32079" y="5656"/>
                </a:lnTo>
                <a:lnTo>
                  <a:pt x="30278" y="4424"/>
                </a:lnTo>
                <a:close/>
              </a:path>
            </a:pathLst>
          </a:custGeom>
          <a:solidFill>
            <a:srgbClr val="17406D"/>
          </a:solidFill>
          <a:ln>
            <a:noFill/>
          </a:ln>
          <a:effectLst>
            <a:outerShdw blurRad="254000" dist="1524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23" name="椭圆 22"/>
          <p:cNvSpPr/>
          <p:nvPr/>
        </p:nvSpPr>
        <p:spPr>
          <a:xfrm>
            <a:off x="4659689" y="5274912"/>
            <a:ext cx="239150" cy="239150"/>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1</a:t>
            </a:r>
            <a:endParaRPr kumimoji="0" lang="zh-CN" altLang="en-US"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4" name="椭圆 23"/>
          <p:cNvSpPr/>
          <p:nvPr/>
        </p:nvSpPr>
        <p:spPr>
          <a:xfrm>
            <a:off x="7068483" y="4195301"/>
            <a:ext cx="309489" cy="309489"/>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2</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5" name="椭圆 24"/>
          <p:cNvSpPr/>
          <p:nvPr/>
        </p:nvSpPr>
        <p:spPr>
          <a:xfrm>
            <a:off x="8891187" y="2723913"/>
            <a:ext cx="393895" cy="393895"/>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3</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6" name="文本框 25"/>
          <p:cNvSpPr txBox="1"/>
          <p:nvPr/>
        </p:nvSpPr>
        <p:spPr>
          <a:xfrm>
            <a:off x="1595647" y="4502387"/>
            <a:ext cx="2963996" cy="95410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27" name="文本框 26"/>
          <p:cNvSpPr txBox="1"/>
          <p:nvPr/>
        </p:nvSpPr>
        <p:spPr>
          <a:xfrm>
            <a:off x="1595647" y="4116742"/>
            <a:ext cx="1980000" cy="40011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28" name="文本框 27"/>
          <p:cNvSpPr txBox="1"/>
          <p:nvPr/>
        </p:nvSpPr>
        <p:spPr>
          <a:xfrm>
            <a:off x="5344122" y="2308188"/>
            <a:ext cx="2999433" cy="95410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29" name="文本框 28"/>
          <p:cNvSpPr txBox="1"/>
          <p:nvPr/>
        </p:nvSpPr>
        <p:spPr>
          <a:xfrm>
            <a:off x="5344122" y="1922543"/>
            <a:ext cx="1980000" cy="40011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30" name="文本框 29"/>
          <p:cNvSpPr txBox="1"/>
          <p:nvPr/>
        </p:nvSpPr>
        <p:spPr>
          <a:xfrm>
            <a:off x="7454938" y="4988189"/>
            <a:ext cx="2924738" cy="95410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31" name="文本框 30"/>
          <p:cNvSpPr txBox="1"/>
          <p:nvPr/>
        </p:nvSpPr>
        <p:spPr>
          <a:xfrm>
            <a:off x="7454938" y="4602544"/>
            <a:ext cx="1980000" cy="40011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Tree>
    <p:extLst>
      <p:ext uri="{BB962C8B-B14F-4D97-AF65-F5344CB8AC3E}">
        <p14:creationId xmlns:p14="http://schemas.microsoft.com/office/powerpoint/2010/main" val="760929668"/>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17"/>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20"/>
                                        </p:tgtEl>
                                        <p:attrNameLst>
                                          <p:attrName>style.visibility</p:attrName>
                                        </p:attrNameLst>
                                      </p:cBhvr>
                                      <p:to>
                                        <p:strVal val="visible"/>
                                      </p:to>
                                    </p:set>
                                    <p:anim calcmode="lin" valueType="num">
                                      <p:cBhvr>
                                        <p:cTn id="14" dur="500" fill="hold"/>
                                        <p:tgtEl>
                                          <p:spTgt spid="20"/>
                                        </p:tgtEl>
                                        <p:attrNameLst>
                                          <p:attrName>ppt_w</p:attrName>
                                        </p:attrNameLst>
                                      </p:cBhvr>
                                      <p:tavLst>
                                        <p:tav tm="0">
                                          <p:val>
                                            <p:fltVal val="0"/>
                                          </p:val>
                                        </p:tav>
                                        <p:tav tm="100000">
                                          <p:val>
                                            <p:strVal val="#ppt_w"/>
                                          </p:val>
                                        </p:tav>
                                      </p:tavLst>
                                    </p:anim>
                                    <p:anim calcmode="lin" valueType="num">
                                      <p:cBhvr>
                                        <p:cTn id="15" dur="500" fill="hold"/>
                                        <p:tgtEl>
                                          <p:spTgt spid="20"/>
                                        </p:tgtEl>
                                        <p:attrNameLst>
                                          <p:attrName>ppt_h</p:attrName>
                                        </p:attrNameLst>
                                      </p:cBhvr>
                                      <p:tavLst>
                                        <p:tav tm="0">
                                          <p:val>
                                            <p:fltVal val="0"/>
                                          </p:val>
                                        </p:tav>
                                        <p:tav tm="100000">
                                          <p:val>
                                            <p:strVal val="#ppt_h"/>
                                          </p:val>
                                        </p:tav>
                                      </p:tavLst>
                                    </p:anim>
                                    <p:animEffect transition="in" filter="fade">
                                      <p:cBhvr>
                                        <p:cTn id="16" dur="500"/>
                                        <p:tgtEl>
                                          <p:spTgt spid="20"/>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20"/>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21"/>
                                        </p:tgtEl>
                                        <p:attrNameLst>
                                          <p:attrName>style.visibility</p:attrName>
                                        </p:attrNameLst>
                                      </p:cBhvr>
                                      <p:to>
                                        <p:strVal val="visible"/>
                                      </p:to>
                                    </p:set>
                                    <p:anim calcmode="lin" valueType="num">
                                      <p:cBhvr>
                                        <p:cTn id="21" dur="500" fill="hold"/>
                                        <p:tgtEl>
                                          <p:spTgt spid="21"/>
                                        </p:tgtEl>
                                        <p:attrNameLst>
                                          <p:attrName>ppt_w</p:attrName>
                                        </p:attrNameLst>
                                      </p:cBhvr>
                                      <p:tavLst>
                                        <p:tav tm="0">
                                          <p:val>
                                            <p:fltVal val="0"/>
                                          </p:val>
                                        </p:tav>
                                        <p:tav tm="100000">
                                          <p:val>
                                            <p:strVal val="#ppt_w"/>
                                          </p:val>
                                        </p:tav>
                                      </p:tavLst>
                                    </p:anim>
                                    <p:anim calcmode="lin" valueType="num">
                                      <p:cBhvr>
                                        <p:cTn id="22" dur="500" fill="hold"/>
                                        <p:tgtEl>
                                          <p:spTgt spid="21"/>
                                        </p:tgtEl>
                                        <p:attrNameLst>
                                          <p:attrName>ppt_h</p:attrName>
                                        </p:attrNameLst>
                                      </p:cBhvr>
                                      <p:tavLst>
                                        <p:tav tm="0">
                                          <p:val>
                                            <p:fltVal val="0"/>
                                          </p:val>
                                        </p:tav>
                                        <p:tav tm="100000">
                                          <p:val>
                                            <p:strVal val="#ppt_h"/>
                                          </p:val>
                                        </p:tav>
                                      </p:tavLst>
                                    </p:anim>
                                    <p:animEffect transition="in" filter="fade">
                                      <p:cBhvr>
                                        <p:cTn id="23" dur="500"/>
                                        <p:tgtEl>
                                          <p:spTgt spid="21"/>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21"/>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animEffect transition="in" filter="fade">
                                      <p:cBhvr>
                                        <p:cTn id="31" dur="500"/>
                                        <p:tgtEl>
                                          <p:spTgt spid="22"/>
                                        </p:tgtEl>
                                      </p:cBhvr>
                                    </p:animEffect>
                                  </p:childTnLst>
                                </p:cTn>
                              </p:par>
                              <p:par>
                                <p:cTn id="32" presetID="35" presetClass="path" presetSubtype="0" accel="50000" decel="50000" fill="hold" grpId="1" nodeType="withEffect">
                                  <p:stCondLst>
                                    <p:cond delay="0"/>
                                  </p:stCondLst>
                                  <p:childTnLst>
                                    <p:animMotion origin="layout" path="M 0 4.44444E-6 L -0.35482 0.28541 " pathEditMode="relative" rAng="0" ptsTypes="AA">
                                      <p:cBhvr>
                                        <p:cTn id="33" dur="1000" spd="-100000" fill="hold"/>
                                        <p:tgtEl>
                                          <p:spTgt spid="22"/>
                                        </p:tgtEl>
                                        <p:attrNameLst>
                                          <p:attrName>ppt_x</p:attrName>
                                          <p:attrName>ppt_y</p:attrName>
                                        </p:attrNameLst>
                                      </p:cBhvr>
                                      <p:rCtr x="-17747" y="14259"/>
                                    </p:animMotion>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p:cTn id="37" dur="500" fill="hold"/>
                                        <p:tgtEl>
                                          <p:spTgt spid="23"/>
                                        </p:tgtEl>
                                        <p:attrNameLst>
                                          <p:attrName>ppt_w</p:attrName>
                                        </p:attrNameLst>
                                      </p:cBhvr>
                                      <p:tavLst>
                                        <p:tav tm="0">
                                          <p:val>
                                            <p:fltVal val="0"/>
                                          </p:val>
                                        </p:tav>
                                        <p:tav tm="100000">
                                          <p:val>
                                            <p:strVal val="#ppt_w"/>
                                          </p:val>
                                        </p:tav>
                                      </p:tavLst>
                                    </p:anim>
                                    <p:anim calcmode="lin" valueType="num">
                                      <p:cBhvr>
                                        <p:cTn id="38" dur="500" fill="hold"/>
                                        <p:tgtEl>
                                          <p:spTgt spid="23"/>
                                        </p:tgtEl>
                                        <p:attrNameLst>
                                          <p:attrName>ppt_h</p:attrName>
                                        </p:attrNameLst>
                                      </p:cBhvr>
                                      <p:tavLst>
                                        <p:tav tm="0">
                                          <p:val>
                                            <p:fltVal val="0"/>
                                          </p:val>
                                        </p:tav>
                                        <p:tav tm="100000">
                                          <p:val>
                                            <p:strVal val="#ppt_h"/>
                                          </p:val>
                                        </p:tav>
                                      </p:tavLst>
                                    </p:anim>
                                    <p:animEffect transition="in" filter="fade">
                                      <p:cBhvr>
                                        <p:cTn id="39" dur="500"/>
                                        <p:tgtEl>
                                          <p:spTgt spid="23"/>
                                        </p:tgtEl>
                                      </p:cBhvr>
                                    </p:animEffect>
                                  </p:childTnLst>
                                </p:cTn>
                              </p:par>
                              <p:par>
                                <p:cTn id="40" presetID="53" presetClass="entr" presetSubtype="16" fill="hold" grpId="0" nodeType="withEffect">
                                  <p:stCondLst>
                                    <p:cond delay="150"/>
                                  </p:stCondLst>
                                  <p:childTnLst>
                                    <p:set>
                                      <p:cBhvr>
                                        <p:cTn id="41" dur="1" fill="hold">
                                          <p:stCondLst>
                                            <p:cond delay="0"/>
                                          </p:stCondLst>
                                        </p:cTn>
                                        <p:tgtEl>
                                          <p:spTgt spid="24"/>
                                        </p:tgtEl>
                                        <p:attrNameLst>
                                          <p:attrName>style.visibility</p:attrName>
                                        </p:attrNameLst>
                                      </p:cBhvr>
                                      <p:to>
                                        <p:strVal val="visible"/>
                                      </p:to>
                                    </p:set>
                                    <p:anim calcmode="lin" valueType="num">
                                      <p:cBhvr>
                                        <p:cTn id="42" dur="500" fill="hold"/>
                                        <p:tgtEl>
                                          <p:spTgt spid="24"/>
                                        </p:tgtEl>
                                        <p:attrNameLst>
                                          <p:attrName>ppt_w</p:attrName>
                                        </p:attrNameLst>
                                      </p:cBhvr>
                                      <p:tavLst>
                                        <p:tav tm="0">
                                          <p:val>
                                            <p:fltVal val="0"/>
                                          </p:val>
                                        </p:tav>
                                        <p:tav tm="100000">
                                          <p:val>
                                            <p:strVal val="#ppt_w"/>
                                          </p:val>
                                        </p:tav>
                                      </p:tavLst>
                                    </p:anim>
                                    <p:anim calcmode="lin" valueType="num">
                                      <p:cBhvr>
                                        <p:cTn id="43" dur="500" fill="hold"/>
                                        <p:tgtEl>
                                          <p:spTgt spid="24"/>
                                        </p:tgtEl>
                                        <p:attrNameLst>
                                          <p:attrName>ppt_h</p:attrName>
                                        </p:attrNameLst>
                                      </p:cBhvr>
                                      <p:tavLst>
                                        <p:tav tm="0">
                                          <p:val>
                                            <p:fltVal val="0"/>
                                          </p:val>
                                        </p:tav>
                                        <p:tav tm="100000">
                                          <p:val>
                                            <p:strVal val="#ppt_h"/>
                                          </p:val>
                                        </p:tav>
                                      </p:tavLst>
                                    </p:anim>
                                    <p:animEffect transition="in" filter="fade">
                                      <p:cBhvr>
                                        <p:cTn id="44" dur="500"/>
                                        <p:tgtEl>
                                          <p:spTgt spid="24"/>
                                        </p:tgtEl>
                                      </p:cBhvr>
                                    </p:animEffect>
                                  </p:childTnLst>
                                </p:cTn>
                              </p:par>
                              <p:par>
                                <p:cTn id="45" presetID="53" presetClass="entr" presetSubtype="16" fill="hold" grpId="0" nodeType="withEffect">
                                  <p:stCondLst>
                                    <p:cond delay="300"/>
                                  </p:stCondLst>
                                  <p:childTnLst>
                                    <p:set>
                                      <p:cBhvr>
                                        <p:cTn id="46" dur="1" fill="hold">
                                          <p:stCondLst>
                                            <p:cond delay="0"/>
                                          </p:stCondLst>
                                        </p:cTn>
                                        <p:tgtEl>
                                          <p:spTgt spid="25"/>
                                        </p:tgtEl>
                                        <p:attrNameLst>
                                          <p:attrName>style.visibility</p:attrName>
                                        </p:attrNameLst>
                                      </p:cBhvr>
                                      <p:to>
                                        <p:strVal val="visible"/>
                                      </p:to>
                                    </p:set>
                                    <p:anim calcmode="lin" valueType="num">
                                      <p:cBhvr>
                                        <p:cTn id="47" dur="500" fill="hold"/>
                                        <p:tgtEl>
                                          <p:spTgt spid="25"/>
                                        </p:tgtEl>
                                        <p:attrNameLst>
                                          <p:attrName>ppt_w</p:attrName>
                                        </p:attrNameLst>
                                      </p:cBhvr>
                                      <p:tavLst>
                                        <p:tav tm="0">
                                          <p:val>
                                            <p:fltVal val="0"/>
                                          </p:val>
                                        </p:tav>
                                        <p:tav tm="100000">
                                          <p:val>
                                            <p:strVal val="#ppt_w"/>
                                          </p:val>
                                        </p:tav>
                                      </p:tavLst>
                                    </p:anim>
                                    <p:anim calcmode="lin" valueType="num">
                                      <p:cBhvr>
                                        <p:cTn id="48" dur="500" fill="hold"/>
                                        <p:tgtEl>
                                          <p:spTgt spid="25"/>
                                        </p:tgtEl>
                                        <p:attrNameLst>
                                          <p:attrName>ppt_h</p:attrName>
                                        </p:attrNameLst>
                                      </p:cBhvr>
                                      <p:tavLst>
                                        <p:tav tm="0">
                                          <p:val>
                                            <p:fltVal val="0"/>
                                          </p:val>
                                        </p:tav>
                                        <p:tav tm="100000">
                                          <p:val>
                                            <p:strVal val="#ppt_h"/>
                                          </p:val>
                                        </p:tav>
                                      </p:tavLst>
                                    </p:anim>
                                    <p:animEffect transition="in" filter="fade">
                                      <p:cBhvr>
                                        <p:cTn id="49" dur="500"/>
                                        <p:tgtEl>
                                          <p:spTgt spid="25"/>
                                        </p:tgtEl>
                                      </p:cBhvr>
                                    </p:animEffect>
                                  </p:childTnLst>
                                </p:cTn>
                              </p:par>
                            </p:childTnLst>
                          </p:cTn>
                        </p:par>
                        <p:par>
                          <p:cTn id="50" fill="hold">
                            <p:stCondLst>
                              <p:cond delay="3300"/>
                            </p:stCondLst>
                            <p:childTnLst>
                              <p:par>
                                <p:cTn id="51" presetID="53" presetClass="entr" presetSubtype="16"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cBhvr>
                                        <p:cTn id="53" dur="500" fill="hold"/>
                                        <p:tgtEl>
                                          <p:spTgt spid="27"/>
                                        </p:tgtEl>
                                        <p:attrNameLst>
                                          <p:attrName>ppt_w</p:attrName>
                                        </p:attrNameLst>
                                      </p:cBhvr>
                                      <p:tavLst>
                                        <p:tav tm="0">
                                          <p:val>
                                            <p:fltVal val="0"/>
                                          </p:val>
                                        </p:tav>
                                        <p:tav tm="100000">
                                          <p:val>
                                            <p:strVal val="#ppt_w"/>
                                          </p:val>
                                        </p:tav>
                                      </p:tavLst>
                                    </p:anim>
                                    <p:anim calcmode="lin" valueType="num">
                                      <p:cBhvr>
                                        <p:cTn id="54" dur="500" fill="hold"/>
                                        <p:tgtEl>
                                          <p:spTgt spid="27"/>
                                        </p:tgtEl>
                                        <p:attrNameLst>
                                          <p:attrName>ppt_h</p:attrName>
                                        </p:attrNameLst>
                                      </p:cBhvr>
                                      <p:tavLst>
                                        <p:tav tm="0">
                                          <p:val>
                                            <p:fltVal val="0"/>
                                          </p:val>
                                        </p:tav>
                                        <p:tav tm="100000">
                                          <p:val>
                                            <p:strVal val="#ppt_h"/>
                                          </p:val>
                                        </p:tav>
                                      </p:tavLst>
                                    </p:anim>
                                    <p:animEffect transition="in" filter="fade">
                                      <p:cBhvr>
                                        <p:cTn id="55" dur="500"/>
                                        <p:tgtEl>
                                          <p:spTgt spid="27"/>
                                        </p:tgtEl>
                                      </p:cBhvr>
                                    </p:animEffect>
                                  </p:childTnLst>
                                </p:cTn>
                              </p:par>
                            </p:childTnLst>
                          </p:cTn>
                        </p:par>
                        <p:par>
                          <p:cTn id="56" fill="hold">
                            <p:stCondLst>
                              <p:cond delay="3800"/>
                            </p:stCondLst>
                            <p:childTnLst>
                              <p:par>
                                <p:cTn id="57" presetID="53" presetClass="entr" presetSubtype="16" fill="hold" grpId="0" nodeType="afterEffect">
                                  <p:stCondLst>
                                    <p:cond delay="0"/>
                                  </p:stCondLst>
                                  <p:iterate type="lt">
                                    <p:tmPct val="10000"/>
                                  </p:iterate>
                                  <p:childTnLst>
                                    <p:set>
                                      <p:cBhvr>
                                        <p:cTn id="58" dur="1" fill="hold">
                                          <p:stCondLst>
                                            <p:cond delay="0"/>
                                          </p:stCondLst>
                                        </p:cTn>
                                        <p:tgtEl>
                                          <p:spTgt spid="26"/>
                                        </p:tgtEl>
                                        <p:attrNameLst>
                                          <p:attrName>style.visibility</p:attrName>
                                        </p:attrNameLst>
                                      </p:cBhvr>
                                      <p:to>
                                        <p:strVal val="visible"/>
                                      </p:to>
                                    </p:set>
                                    <p:anim calcmode="lin" valueType="num">
                                      <p:cBhvr>
                                        <p:cTn id="59" dur="250" fill="hold"/>
                                        <p:tgtEl>
                                          <p:spTgt spid="26"/>
                                        </p:tgtEl>
                                        <p:attrNameLst>
                                          <p:attrName>ppt_w</p:attrName>
                                        </p:attrNameLst>
                                      </p:cBhvr>
                                      <p:tavLst>
                                        <p:tav tm="0">
                                          <p:val>
                                            <p:fltVal val="0"/>
                                          </p:val>
                                        </p:tav>
                                        <p:tav tm="100000">
                                          <p:val>
                                            <p:strVal val="#ppt_w"/>
                                          </p:val>
                                        </p:tav>
                                      </p:tavLst>
                                    </p:anim>
                                    <p:anim calcmode="lin" valueType="num">
                                      <p:cBhvr>
                                        <p:cTn id="60" dur="250" fill="hold"/>
                                        <p:tgtEl>
                                          <p:spTgt spid="26"/>
                                        </p:tgtEl>
                                        <p:attrNameLst>
                                          <p:attrName>ppt_h</p:attrName>
                                        </p:attrNameLst>
                                      </p:cBhvr>
                                      <p:tavLst>
                                        <p:tav tm="0">
                                          <p:val>
                                            <p:fltVal val="0"/>
                                          </p:val>
                                        </p:tav>
                                        <p:tav tm="100000">
                                          <p:val>
                                            <p:strVal val="#ppt_h"/>
                                          </p:val>
                                        </p:tav>
                                      </p:tavLst>
                                    </p:anim>
                                    <p:animEffect transition="in" filter="fade">
                                      <p:cBhvr>
                                        <p:cTn id="61" dur="250"/>
                                        <p:tgtEl>
                                          <p:spTgt spid="26"/>
                                        </p:tgtEl>
                                      </p:cBhvr>
                                    </p:animEffect>
                                  </p:childTnLst>
                                </p:cTn>
                              </p:par>
                            </p:childTnLst>
                          </p:cTn>
                        </p:par>
                        <p:par>
                          <p:cTn id="62" fill="hold">
                            <p:stCondLst>
                              <p:cond delay="5350"/>
                            </p:stCondLst>
                            <p:childTnLst>
                              <p:par>
                                <p:cTn id="63" presetID="53" presetClass="entr" presetSubtype="16" fill="hold" grpId="0" nodeType="afterEffect">
                                  <p:stCondLst>
                                    <p:cond delay="0"/>
                                  </p:stCondLst>
                                  <p:childTnLst>
                                    <p:set>
                                      <p:cBhvr>
                                        <p:cTn id="64" dur="1" fill="hold">
                                          <p:stCondLst>
                                            <p:cond delay="0"/>
                                          </p:stCondLst>
                                        </p:cTn>
                                        <p:tgtEl>
                                          <p:spTgt spid="31"/>
                                        </p:tgtEl>
                                        <p:attrNameLst>
                                          <p:attrName>style.visibility</p:attrName>
                                        </p:attrNameLst>
                                      </p:cBhvr>
                                      <p:to>
                                        <p:strVal val="visible"/>
                                      </p:to>
                                    </p:set>
                                    <p:anim calcmode="lin" valueType="num">
                                      <p:cBhvr>
                                        <p:cTn id="65" dur="500" fill="hold"/>
                                        <p:tgtEl>
                                          <p:spTgt spid="31"/>
                                        </p:tgtEl>
                                        <p:attrNameLst>
                                          <p:attrName>ppt_w</p:attrName>
                                        </p:attrNameLst>
                                      </p:cBhvr>
                                      <p:tavLst>
                                        <p:tav tm="0">
                                          <p:val>
                                            <p:fltVal val="0"/>
                                          </p:val>
                                        </p:tav>
                                        <p:tav tm="100000">
                                          <p:val>
                                            <p:strVal val="#ppt_w"/>
                                          </p:val>
                                        </p:tav>
                                      </p:tavLst>
                                    </p:anim>
                                    <p:anim calcmode="lin" valueType="num">
                                      <p:cBhvr>
                                        <p:cTn id="66" dur="500" fill="hold"/>
                                        <p:tgtEl>
                                          <p:spTgt spid="31"/>
                                        </p:tgtEl>
                                        <p:attrNameLst>
                                          <p:attrName>ppt_h</p:attrName>
                                        </p:attrNameLst>
                                      </p:cBhvr>
                                      <p:tavLst>
                                        <p:tav tm="0">
                                          <p:val>
                                            <p:fltVal val="0"/>
                                          </p:val>
                                        </p:tav>
                                        <p:tav tm="100000">
                                          <p:val>
                                            <p:strVal val="#ppt_h"/>
                                          </p:val>
                                        </p:tav>
                                      </p:tavLst>
                                    </p:anim>
                                    <p:animEffect transition="in" filter="fade">
                                      <p:cBhvr>
                                        <p:cTn id="67" dur="500"/>
                                        <p:tgtEl>
                                          <p:spTgt spid="31"/>
                                        </p:tgtEl>
                                      </p:cBhvr>
                                    </p:animEffect>
                                  </p:childTnLst>
                                </p:cTn>
                              </p:par>
                            </p:childTnLst>
                          </p:cTn>
                        </p:par>
                        <p:par>
                          <p:cTn id="68" fill="hold">
                            <p:stCondLst>
                              <p:cond delay="5850"/>
                            </p:stCondLst>
                            <p:childTnLst>
                              <p:par>
                                <p:cTn id="69" presetID="53" presetClass="entr" presetSubtype="16" fill="hold" grpId="0" nodeType="afterEffect">
                                  <p:stCondLst>
                                    <p:cond delay="0"/>
                                  </p:stCondLst>
                                  <p:iterate type="lt">
                                    <p:tmPct val="10000"/>
                                  </p:iterate>
                                  <p:childTnLst>
                                    <p:set>
                                      <p:cBhvr>
                                        <p:cTn id="70" dur="1" fill="hold">
                                          <p:stCondLst>
                                            <p:cond delay="0"/>
                                          </p:stCondLst>
                                        </p:cTn>
                                        <p:tgtEl>
                                          <p:spTgt spid="30"/>
                                        </p:tgtEl>
                                        <p:attrNameLst>
                                          <p:attrName>style.visibility</p:attrName>
                                        </p:attrNameLst>
                                      </p:cBhvr>
                                      <p:to>
                                        <p:strVal val="visible"/>
                                      </p:to>
                                    </p:set>
                                    <p:anim calcmode="lin" valueType="num">
                                      <p:cBhvr>
                                        <p:cTn id="71" dur="250" fill="hold"/>
                                        <p:tgtEl>
                                          <p:spTgt spid="30"/>
                                        </p:tgtEl>
                                        <p:attrNameLst>
                                          <p:attrName>ppt_w</p:attrName>
                                        </p:attrNameLst>
                                      </p:cBhvr>
                                      <p:tavLst>
                                        <p:tav tm="0">
                                          <p:val>
                                            <p:fltVal val="0"/>
                                          </p:val>
                                        </p:tav>
                                        <p:tav tm="100000">
                                          <p:val>
                                            <p:strVal val="#ppt_w"/>
                                          </p:val>
                                        </p:tav>
                                      </p:tavLst>
                                    </p:anim>
                                    <p:anim calcmode="lin" valueType="num">
                                      <p:cBhvr>
                                        <p:cTn id="72" dur="250" fill="hold"/>
                                        <p:tgtEl>
                                          <p:spTgt spid="30"/>
                                        </p:tgtEl>
                                        <p:attrNameLst>
                                          <p:attrName>ppt_h</p:attrName>
                                        </p:attrNameLst>
                                      </p:cBhvr>
                                      <p:tavLst>
                                        <p:tav tm="0">
                                          <p:val>
                                            <p:fltVal val="0"/>
                                          </p:val>
                                        </p:tav>
                                        <p:tav tm="100000">
                                          <p:val>
                                            <p:strVal val="#ppt_h"/>
                                          </p:val>
                                        </p:tav>
                                      </p:tavLst>
                                    </p:anim>
                                    <p:animEffect transition="in" filter="fade">
                                      <p:cBhvr>
                                        <p:cTn id="73" dur="250"/>
                                        <p:tgtEl>
                                          <p:spTgt spid="30"/>
                                        </p:tgtEl>
                                      </p:cBhvr>
                                    </p:animEffect>
                                  </p:childTnLst>
                                </p:cTn>
                              </p:par>
                            </p:childTnLst>
                          </p:cTn>
                        </p:par>
                        <p:par>
                          <p:cTn id="74" fill="hold">
                            <p:stCondLst>
                              <p:cond delay="7400"/>
                            </p:stCondLst>
                            <p:childTnLst>
                              <p:par>
                                <p:cTn id="75" presetID="53" presetClass="entr" presetSubtype="16" fill="hold" grpId="0" nodeType="after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p:cTn id="77" dur="500" fill="hold"/>
                                        <p:tgtEl>
                                          <p:spTgt spid="29"/>
                                        </p:tgtEl>
                                        <p:attrNameLst>
                                          <p:attrName>ppt_w</p:attrName>
                                        </p:attrNameLst>
                                      </p:cBhvr>
                                      <p:tavLst>
                                        <p:tav tm="0">
                                          <p:val>
                                            <p:fltVal val="0"/>
                                          </p:val>
                                        </p:tav>
                                        <p:tav tm="100000">
                                          <p:val>
                                            <p:strVal val="#ppt_w"/>
                                          </p:val>
                                        </p:tav>
                                      </p:tavLst>
                                    </p:anim>
                                    <p:anim calcmode="lin" valueType="num">
                                      <p:cBhvr>
                                        <p:cTn id="78" dur="500" fill="hold"/>
                                        <p:tgtEl>
                                          <p:spTgt spid="29"/>
                                        </p:tgtEl>
                                        <p:attrNameLst>
                                          <p:attrName>ppt_h</p:attrName>
                                        </p:attrNameLst>
                                      </p:cBhvr>
                                      <p:tavLst>
                                        <p:tav tm="0">
                                          <p:val>
                                            <p:fltVal val="0"/>
                                          </p:val>
                                        </p:tav>
                                        <p:tav tm="100000">
                                          <p:val>
                                            <p:strVal val="#ppt_h"/>
                                          </p:val>
                                        </p:tav>
                                      </p:tavLst>
                                    </p:anim>
                                    <p:animEffect transition="in" filter="fade">
                                      <p:cBhvr>
                                        <p:cTn id="79" dur="500"/>
                                        <p:tgtEl>
                                          <p:spTgt spid="29"/>
                                        </p:tgtEl>
                                      </p:cBhvr>
                                    </p:animEffect>
                                  </p:childTnLst>
                                </p:cTn>
                              </p:par>
                            </p:childTnLst>
                          </p:cTn>
                        </p:par>
                        <p:par>
                          <p:cTn id="80" fill="hold">
                            <p:stCondLst>
                              <p:cond delay="7900"/>
                            </p:stCondLst>
                            <p:childTnLst>
                              <p:par>
                                <p:cTn id="81" presetID="53" presetClass="entr" presetSubtype="16" fill="hold" grpId="0" nodeType="afterEffect">
                                  <p:stCondLst>
                                    <p:cond delay="0"/>
                                  </p:stCondLst>
                                  <p:iterate type="lt">
                                    <p:tmPct val="10000"/>
                                  </p:iterate>
                                  <p:childTnLst>
                                    <p:set>
                                      <p:cBhvr>
                                        <p:cTn id="82" dur="1" fill="hold">
                                          <p:stCondLst>
                                            <p:cond delay="0"/>
                                          </p:stCondLst>
                                        </p:cTn>
                                        <p:tgtEl>
                                          <p:spTgt spid="28"/>
                                        </p:tgtEl>
                                        <p:attrNameLst>
                                          <p:attrName>style.visibility</p:attrName>
                                        </p:attrNameLst>
                                      </p:cBhvr>
                                      <p:to>
                                        <p:strVal val="visible"/>
                                      </p:to>
                                    </p:set>
                                    <p:anim calcmode="lin" valueType="num">
                                      <p:cBhvr>
                                        <p:cTn id="83" dur="250" fill="hold"/>
                                        <p:tgtEl>
                                          <p:spTgt spid="28"/>
                                        </p:tgtEl>
                                        <p:attrNameLst>
                                          <p:attrName>ppt_w</p:attrName>
                                        </p:attrNameLst>
                                      </p:cBhvr>
                                      <p:tavLst>
                                        <p:tav tm="0">
                                          <p:val>
                                            <p:fltVal val="0"/>
                                          </p:val>
                                        </p:tav>
                                        <p:tav tm="100000">
                                          <p:val>
                                            <p:strVal val="#ppt_w"/>
                                          </p:val>
                                        </p:tav>
                                      </p:tavLst>
                                    </p:anim>
                                    <p:anim calcmode="lin" valueType="num">
                                      <p:cBhvr>
                                        <p:cTn id="84" dur="250" fill="hold"/>
                                        <p:tgtEl>
                                          <p:spTgt spid="28"/>
                                        </p:tgtEl>
                                        <p:attrNameLst>
                                          <p:attrName>ppt_h</p:attrName>
                                        </p:attrNameLst>
                                      </p:cBhvr>
                                      <p:tavLst>
                                        <p:tav tm="0">
                                          <p:val>
                                            <p:fltVal val="0"/>
                                          </p:val>
                                        </p:tav>
                                        <p:tav tm="100000">
                                          <p:val>
                                            <p:strVal val="#ppt_h"/>
                                          </p:val>
                                        </p:tav>
                                      </p:tavLst>
                                    </p:anim>
                                    <p:animEffect transition="in" filter="fade">
                                      <p:cBhvr>
                                        <p:cTn id="85"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2" grpId="0" animBg="1"/>
      <p:bldP spid="22" grpId="1" animBg="1"/>
      <p:bldP spid="23" grpId="0" animBg="1"/>
      <p:bldP spid="24" grpId="0" animBg="1"/>
      <p:bldP spid="25" grpId="0" animBg="1"/>
      <p:bldP spid="26" grpId="0"/>
      <p:bldP spid="27" grpId="0"/>
      <p:bldP spid="28" grpId="0"/>
      <p:bldP spid="29" grpId="0"/>
      <p:bldP spid="30" grpId="0"/>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450633" y="228814"/>
            <a:ext cx="720000" cy="720000"/>
            <a:chOff x="450633" y="228814"/>
            <a:chExt cx="720000" cy="720000"/>
          </a:xfrm>
        </p:grpSpPr>
        <p:sp>
          <p:nvSpPr>
            <p:cNvPr id="32" name="椭圆 31"/>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3"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4" name="文本框 33"/>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团队建设情况</a:t>
            </a:r>
          </a:p>
        </p:txBody>
      </p:sp>
      <p:cxnSp>
        <p:nvCxnSpPr>
          <p:cNvPr id="35" name="直接连接符 34"/>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36" name="椭圆 35"/>
          <p:cNvSpPr>
            <a:spLocks noChangeAspect="1"/>
          </p:cNvSpPr>
          <p:nvPr/>
        </p:nvSpPr>
        <p:spPr>
          <a:xfrm>
            <a:off x="856191" y="2185980"/>
            <a:ext cx="593493" cy="593493"/>
          </a:xfrm>
          <a:prstGeom prst="ellipse">
            <a:avLst/>
          </a:prstGeom>
          <a:noFill/>
          <a:ln w="25400" cap="flat" cmpd="sng" algn="ctr">
            <a:solidFill>
              <a:srgbClr val="17406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37" name="Freeform 76"/>
          <p:cNvSpPr>
            <a:spLocks noChangeAspect="1" noEditPoints="1"/>
          </p:cNvSpPr>
          <p:nvPr/>
        </p:nvSpPr>
        <p:spPr bwMode="auto">
          <a:xfrm>
            <a:off x="971168" y="2273176"/>
            <a:ext cx="363538" cy="419100"/>
          </a:xfrm>
          <a:custGeom>
            <a:avLst/>
            <a:gdLst>
              <a:gd name="T0" fmla="*/ 188 w 1003"/>
              <a:gd name="T1" fmla="*/ 436 h 1155"/>
              <a:gd name="T2" fmla="*/ 0 w 1003"/>
              <a:gd name="T3" fmla="*/ 630 h 1155"/>
              <a:gd name="T4" fmla="*/ 0 w 1003"/>
              <a:gd name="T5" fmla="*/ 933 h 1155"/>
              <a:gd name="T6" fmla="*/ 188 w 1003"/>
              <a:gd name="T7" fmla="*/ 1121 h 1155"/>
              <a:gd name="T8" fmla="*/ 126 w 1003"/>
              <a:gd name="T9" fmla="*/ 980 h 1155"/>
              <a:gd name="T10" fmla="*/ 126 w 1003"/>
              <a:gd name="T11" fmla="*/ 583 h 1155"/>
              <a:gd name="T12" fmla="*/ 188 w 1003"/>
              <a:gd name="T13" fmla="*/ 436 h 1155"/>
              <a:gd name="T14" fmla="*/ 731 w 1003"/>
              <a:gd name="T15" fmla="*/ 430 h 1155"/>
              <a:gd name="T16" fmla="*/ 819 w 1003"/>
              <a:gd name="T17" fmla="*/ 38 h 1155"/>
              <a:gd name="T18" fmla="*/ 529 w 1003"/>
              <a:gd name="T19" fmla="*/ 325 h 1155"/>
              <a:gd name="T20" fmla="*/ 251 w 1003"/>
              <a:gd name="T21" fmla="*/ 566 h 1155"/>
              <a:gd name="T22" fmla="*/ 251 w 1003"/>
              <a:gd name="T23" fmla="*/ 992 h 1155"/>
              <a:gd name="T24" fmla="*/ 794 w 1003"/>
              <a:gd name="T25" fmla="*/ 1155 h 1155"/>
              <a:gd name="T26" fmla="*/ 1003 w 1003"/>
              <a:gd name="T27" fmla="*/ 536 h 1155"/>
              <a:gd name="T28" fmla="*/ 731 w 1003"/>
              <a:gd name="T29" fmla="*/ 430 h 1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03" h="1155">
                <a:moveTo>
                  <a:pt x="188" y="436"/>
                </a:moveTo>
                <a:cubicBezTo>
                  <a:pt x="148" y="436"/>
                  <a:pt x="0" y="461"/>
                  <a:pt x="0" y="630"/>
                </a:cubicBezTo>
                <a:lnTo>
                  <a:pt x="0" y="933"/>
                </a:lnTo>
                <a:cubicBezTo>
                  <a:pt x="0" y="1102"/>
                  <a:pt x="148" y="1121"/>
                  <a:pt x="188" y="1121"/>
                </a:cubicBezTo>
                <a:cubicBezTo>
                  <a:pt x="229" y="1121"/>
                  <a:pt x="126" y="1086"/>
                  <a:pt x="126" y="980"/>
                </a:cubicBezTo>
                <a:lnTo>
                  <a:pt x="126" y="583"/>
                </a:lnTo>
                <a:cubicBezTo>
                  <a:pt x="126" y="473"/>
                  <a:pt x="229" y="436"/>
                  <a:pt x="188" y="436"/>
                </a:cubicBezTo>
                <a:close/>
                <a:moveTo>
                  <a:pt x="731" y="430"/>
                </a:moveTo>
                <a:cubicBezTo>
                  <a:pt x="723" y="408"/>
                  <a:pt x="953" y="204"/>
                  <a:pt x="819" y="38"/>
                </a:cubicBezTo>
                <a:cubicBezTo>
                  <a:pt x="787" y="0"/>
                  <a:pt x="680" y="223"/>
                  <a:pt x="529" y="325"/>
                </a:cubicBezTo>
                <a:cubicBezTo>
                  <a:pt x="446" y="381"/>
                  <a:pt x="251" y="500"/>
                  <a:pt x="251" y="566"/>
                </a:cubicBezTo>
                <a:lnTo>
                  <a:pt x="251" y="992"/>
                </a:lnTo>
                <a:cubicBezTo>
                  <a:pt x="251" y="1071"/>
                  <a:pt x="560" y="1155"/>
                  <a:pt x="794" y="1155"/>
                </a:cubicBezTo>
                <a:cubicBezTo>
                  <a:pt x="879" y="1155"/>
                  <a:pt x="1003" y="621"/>
                  <a:pt x="1003" y="536"/>
                </a:cubicBezTo>
                <a:cubicBezTo>
                  <a:pt x="1003" y="451"/>
                  <a:pt x="739" y="453"/>
                  <a:pt x="731" y="430"/>
                </a:cubicBez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8" name="椭圆 37"/>
          <p:cNvSpPr>
            <a:spLocks noChangeAspect="1"/>
          </p:cNvSpPr>
          <p:nvPr/>
        </p:nvSpPr>
        <p:spPr>
          <a:xfrm>
            <a:off x="10742316" y="2185980"/>
            <a:ext cx="593493" cy="593493"/>
          </a:xfrm>
          <a:prstGeom prst="ellipse">
            <a:avLst/>
          </a:prstGeom>
          <a:noFill/>
          <a:ln w="25400" cap="flat" cmpd="sng" algn="ctr">
            <a:solidFill>
              <a:srgbClr val="17406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39" name="Freeform 16"/>
          <p:cNvSpPr>
            <a:spLocks noChangeAspect="1" noEditPoints="1"/>
          </p:cNvSpPr>
          <p:nvPr/>
        </p:nvSpPr>
        <p:spPr bwMode="auto">
          <a:xfrm>
            <a:off x="10857293" y="2301751"/>
            <a:ext cx="363538" cy="361950"/>
          </a:xfrm>
          <a:custGeom>
            <a:avLst/>
            <a:gdLst>
              <a:gd name="T0" fmla="*/ 403 w 999"/>
              <a:gd name="T1" fmla="*/ 398 h 999"/>
              <a:gd name="T2" fmla="*/ 235 w 999"/>
              <a:gd name="T3" fmla="*/ 398 h 999"/>
              <a:gd name="T4" fmla="*/ 68 w 999"/>
              <a:gd name="T5" fmla="*/ 232 h 999"/>
              <a:gd name="T6" fmla="*/ 235 w 999"/>
              <a:gd name="T7" fmla="*/ 67 h 999"/>
              <a:gd name="T8" fmla="*/ 403 w 999"/>
              <a:gd name="T9" fmla="*/ 232 h 999"/>
              <a:gd name="T10" fmla="*/ 403 w 999"/>
              <a:gd name="T11" fmla="*/ 398 h 999"/>
              <a:gd name="T12" fmla="*/ 403 w 999"/>
              <a:gd name="T13" fmla="*/ 768 h 999"/>
              <a:gd name="T14" fmla="*/ 235 w 999"/>
              <a:gd name="T15" fmla="*/ 933 h 999"/>
              <a:gd name="T16" fmla="*/ 68 w 999"/>
              <a:gd name="T17" fmla="*/ 768 h 999"/>
              <a:gd name="T18" fmla="*/ 235 w 999"/>
              <a:gd name="T19" fmla="*/ 603 h 999"/>
              <a:gd name="T20" fmla="*/ 403 w 999"/>
              <a:gd name="T21" fmla="*/ 603 h 999"/>
              <a:gd name="T22" fmla="*/ 403 w 999"/>
              <a:gd name="T23" fmla="*/ 768 h 999"/>
              <a:gd name="T24" fmla="*/ 468 w 999"/>
              <a:gd name="T25" fmla="*/ 768 h 999"/>
              <a:gd name="T26" fmla="*/ 468 w 999"/>
              <a:gd name="T27" fmla="*/ 537 h 999"/>
              <a:gd name="T28" fmla="*/ 235 w 999"/>
              <a:gd name="T29" fmla="*/ 537 h 999"/>
              <a:gd name="T30" fmla="*/ 0 w 999"/>
              <a:gd name="T31" fmla="*/ 768 h 999"/>
              <a:gd name="T32" fmla="*/ 235 w 999"/>
              <a:gd name="T33" fmla="*/ 999 h 999"/>
              <a:gd name="T34" fmla="*/ 468 w 999"/>
              <a:gd name="T35" fmla="*/ 768 h 999"/>
              <a:gd name="T36" fmla="*/ 599 w 999"/>
              <a:gd name="T37" fmla="*/ 603 h 999"/>
              <a:gd name="T38" fmla="*/ 766 w 999"/>
              <a:gd name="T39" fmla="*/ 603 h 999"/>
              <a:gd name="T40" fmla="*/ 934 w 999"/>
              <a:gd name="T41" fmla="*/ 768 h 999"/>
              <a:gd name="T42" fmla="*/ 766 w 999"/>
              <a:gd name="T43" fmla="*/ 933 h 999"/>
              <a:gd name="T44" fmla="*/ 599 w 999"/>
              <a:gd name="T45" fmla="*/ 768 h 999"/>
              <a:gd name="T46" fmla="*/ 599 w 999"/>
              <a:gd name="T47" fmla="*/ 603 h 999"/>
              <a:gd name="T48" fmla="*/ 766 w 999"/>
              <a:gd name="T49" fmla="*/ 999 h 999"/>
              <a:gd name="T50" fmla="*/ 999 w 999"/>
              <a:gd name="T51" fmla="*/ 768 h 999"/>
              <a:gd name="T52" fmla="*/ 766 w 999"/>
              <a:gd name="T53" fmla="*/ 537 h 999"/>
              <a:gd name="T54" fmla="*/ 534 w 999"/>
              <a:gd name="T55" fmla="*/ 537 h 999"/>
              <a:gd name="T56" fmla="*/ 534 w 999"/>
              <a:gd name="T57" fmla="*/ 768 h 999"/>
              <a:gd name="T58" fmla="*/ 766 w 999"/>
              <a:gd name="T59" fmla="*/ 999 h 999"/>
              <a:gd name="T60" fmla="*/ 599 w 999"/>
              <a:gd name="T61" fmla="*/ 232 h 999"/>
              <a:gd name="T62" fmla="*/ 766 w 999"/>
              <a:gd name="T63" fmla="*/ 67 h 999"/>
              <a:gd name="T64" fmla="*/ 934 w 999"/>
              <a:gd name="T65" fmla="*/ 232 h 999"/>
              <a:gd name="T66" fmla="*/ 766 w 999"/>
              <a:gd name="T67" fmla="*/ 398 h 999"/>
              <a:gd name="T68" fmla="*/ 599 w 999"/>
              <a:gd name="T69" fmla="*/ 398 h 999"/>
              <a:gd name="T70" fmla="*/ 599 w 999"/>
              <a:gd name="T71" fmla="*/ 232 h 999"/>
              <a:gd name="T72" fmla="*/ 534 w 999"/>
              <a:gd name="T73" fmla="*/ 232 h 999"/>
              <a:gd name="T74" fmla="*/ 534 w 999"/>
              <a:gd name="T75" fmla="*/ 463 h 999"/>
              <a:gd name="T76" fmla="*/ 766 w 999"/>
              <a:gd name="T77" fmla="*/ 463 h 999"/>
              <a:gd name="T78" fmla="*/ 999 w 999"/>
              <a:gd name="T79" fmla="*/ 232 h 999"/>
              <a:gd name="T80" fmla="*/ 766 w 999"/>
              <a:gd name="T81" fmla="*/ 0 h 999"/>
              <a:gd name="T82" fmla="*/ 534 w 999"/>
              <a:gd name="T83" fmla="*/ 232 h 999"/>
              <a:gd name="T84" fmla="*/ 235 w 999"/>
              <a:gd name="T85" fmla="*/ 0 h 999"/>
              <a:gd name="T86" fmla="*/ 0 w 999"/>
              <a:gd name="T87" fmla="*/ 232 h 999"/>
              <a:gd name="T88" fmla="*/ 235 w 999"/>
              <a:gd name="T89" fmla="*/ 463 h 999"/>
              <a:gd name="T90" fmla="*/ 468 w 999"/>
              <a:gd name="T91" fmla="*/ 463 h 999"/>
              <a:gd name="T92" fmla="*/ 468 w 999"/>
              <a:gd name="T93" fmla="*/ 232 h 999"/>
              <a:gd name="T94" fmla="*/ 235 w 999"/>
              <a:gd name="T95" fmla="*/ 0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99" h="999">
                <a:moveTo>
                  <a:pt x="403" y="398"/>
                </a:moveTo>
                <a:cubicBezTo>
                  <a:pt x="403" y="398"/>
                  <a:pt x="282" y="398"/>
                  <a:pt x="235" y="398"/>
                </a:cubicBezTo>
                <a:cubicBezTo>
                  <a:pt x="142" y="398"/>
                  <a:pt x="68" y="323"/>
                  <a:pt x="68" y="232"/>
                </a:cubicBezTo>
                <a:cubicBezTo>
                  <a:pt x="68" y="141"/>
                  <a:pt x="142" y="67"/>
                  <a:pt x="235" y="67"/>
                </a:cubicBezTo>
                <a:cubicBezTo>
                  <a:pt x="326" y="67"/>
                  <a:pt x="403" y="141"/>
                  <a:pt x="403" y="232"/>
                </a:cubicBezTo>
                <a:cubicBezTo>
                  <a:pt x="403" y="277"/>
                  <a:pt x="403" y="398"/>
                  <a:pt x="403" y="398"/>
                </a:cubicBezTo>
                <a:close/>
                <a:moveTo>
                  <a:pt x="403" y="768"/>
                </a:moveTo>
                <a:cubicBezTo>
                  <a:pt x="403" y="859"/>
                  <a:pt x="326" y="933"/>
                  <a:pt x="235" y="933"/>
                </a:cubicBezTo>
                <a:cubicBezTo>
                  <a:pt x="142" y="933"/>
                  <a:pt x="68" y="859"/>
                  <a:pt x="68" y="768"/>
                </a:cubicBezTo>
                <a:cubicBezTo>
                  <a:pt x="68" y="677"/>
                  <a:pt x="142" y="603"/>
                  <a:pt x="235" y="603"/>
                </a:cubicBezTo>
                <a:cubicBezTo>
                  <a:pt x="282" y="603"/>
                  <a:pt x="403" y="603"/>
                  <a:pt x="403" y="603"/>
                </a:cubicBezTo>
                <a:cubicBezTo>
                  <a:pt x="403" y="603"/>
                  <a:pt x="403" y="723"/>
                  <a:pt x="403" y="768"/>
                </a:cubicBezTo>
                <a:close/>
                <a:moveTo>
                  <a:pt x="468" y="768"/>
                </a:moveTo>
                <a:cubicBezTo>
                  <a:pt x="468" y="706"/>
                  <a:pt x="468" y="537"/>
                  <a:pt x="468" y="537"/>
                </a:cubicBezTo>
                <a:cubicBezTo>
                  <a:pt x="468" y="537"/>
                  <a:pt x="301" y="537"/>
                  <a:pt x="235" y="537"/>
                </a:cubicBezTo>
                <a:cubicBezTo>
                  <a:pt x="106" y="537"/>
                  <a:pt x="0" y="641"/>
                  <a:pt x="0" y="768"/>
                </a:cubicBezTo>
                <a:cubicBezTo>
                  <a:pt x="0" y="897"/>
                  <a:pt x="106" y="999"/>
                  <a:pt x="235" y="999"/>
                </a:cubicBezTo>
                <a:cubicBezTo>
                  <a:pt x="364" y="999"/>
                  <a:pt x="468" y="897"/>
                  <a:pt x="468" y="768"/>
                </a:cubicBezTo>
                <a:close/>
                <a:moveTo>
                  <a:pt x="599" y="603"/>
                </a:moveTo>
                <a:cubicBezTo>
                  <a:pt x="599" y="603"/>
                  <a:pt x="720" y="603"/>
                  <a:pt x="766" y="603"/>
                </a:cubicBezTo>
                <a:cubicBezTo>
                  <a:pt x="860" y="603"/>
                  <a:pt x="934" y="677"/>
                  <a:pt x="934" y="768"/>
                </a:cubicBezTo>
                <a:cubicBezTo>
                  <a:pt x="934" y="859"/>
                  <a:pt x="860" y="933"/>
                  <a:pt x="766" y="933"/>
                </a:cubicBezTo>
                <a:cubicBezTo>
                  <a:pt x="675" y="933"/>
                  <a:pt x="599" y="859"/>
                  <a:pt x="599" y="768"/>
                </a:cubicBezTo>
                <a:cubicBezTo>
                  <a:pt x="599" y="723"/>
                  <a:pt x="599" y="603"/>
                  <a:pt x="599" y="603"/>
                </a:cubicBezTo>
                <a:close/>
                <a:moveTo>
                  <a:pt x="766" y="999"/>
                </a:moveTo>
                <a:cubicBezTo>
                  <a:pt x="896" y="999"/>
                  <a:pt x="999" y="897"/>
                  <a:pt x="999" y="768"/>
                </a:cubicBezTo>
                <a:cubicBezTo>
                  <a:pt x="999" y="641"/>
                  <a:pt x="896" y="537"/>
                  <a:pt x="766" y="537"/>
                </a:cubicBezTo>
                <a:cubicBezTo>
                  <a:pt x="701" y="537"/>
                  <a:pt x="534" y="537"/>
                  <a:pt x="534" y="537"/>
                </a:cubicBezTo>
                <a:cubicBezTo>
                  <a:pt x="534" y="537"/>
                  <a:pt x="534" y="706"/>
                  <a:pt x="534" y="768"/>
                </a:cubicBezTo>
                <a:cubicBezTo>
                  <a:pt x="534" y="897"/>
                  <a:pt x="637" y="999"/>
                  <a:pt x="766" y="999"/>
                </a:cubicBezTo>
                <a:close/>
                <a:moveTo>
                  <a:pt x="599" y="232"/>
                </a:moveTo>
                <a:cubicBezTo>
                  <a:pt x="599" y="141"/>
                  <a:pt x="675" y="67"/>
                  <a:pt x="766" y="67"/>
                </a:cubicBezTo>
                <a:cubicBezTo>
                  <a:pt x="860" y="67"/>
                  <a:pt x="934" y="141"/>
                  <a:pt x="934" y="232"/>
                </a:cubicBezTo>
                <a:cubicBezTo>
                  <a:pt x="934" y="323"/>
                  <a:pt x="860" y="398"/>
                  <a:pt x="766" y="398"/>
                </a:cubicBezTo>
                <a:cubicBezTo>
                  <a:pt x="720" y="398"/>
                  <a:pt x="599" y="398"/>
                  <a:pt x="599" y="398"/>
                </a:cubicBezTo>
                <a:cubicBezTo>
                  <a:pt x="599" y="398"/>
                  <a:pt x="599" y="277"/>
                  <a:pt x="599" y="232"/>
                </a:cubicBezTo>
                <a:close/>
                <a:moveTo>
                  <a:pt x="534" y="232"/>
                </a:moveTo>
                <a:cubicBezTo>
                  <a:pt x="534" y="294"/>
                  <a:pt x="534" y="463"/>
                  <a:pt x="534" y="463"/>
                </a:cubicBezTo>
                <a:cubicBezTo>
                  <a:pt x="534" y="463"/>
                  <a:pt x="701" y="463"/>
                  <a:pt x="766" y="463"/>
                </a:cubicBezTo>
                <a:cubicBezTo>
                  <a:pt x="896" y="463"/>
                  <a:pt x="999" y="362"/>
                  <a:pt x="999" y="232"/>
                </a:cubicBezTo>
                <a:cubicBezTo>
                  <a:pt x="999" y="106"/>
                  <a:pt x="896" y="0"/>
                  <a:pt x="766" y="0"/>
                </a:cubicBezTo>
                <a:cubicBezTo>
                  <a:pt x="637" y="0"/>
                  <a:pt x="534" y="106"/>
                  <a:pt x="534" y="232"/>
                </a:cubicBezTo>
                <a:close/>
                <a:moveTo>
                  <a:pt x="235" y="0"/>
                </a:moveTo>
                <a:cubicBezTo>
                  <a:pt x="106" y="0"/>
                  <a:pt x="0" y="106"/>
                  <a:pt x="0" y="232"/>
                </a:cubicBezTo>
                <a:cubicBezTo>
                  <a:pt x="0" y="362"/>
                  <a:pt x="106" y="463"/>
                  <a:pt x="235" y="463"/>
                </a:cubicBezTo>
                <a:cubicBezTo>
                  <a:pt x="301" y="463"/>
                  <a:pt x="468" y="463"/>
                  <a:pt x="468" y="463"/>
                </a:cubicBezTo>
                <a:cubicBezTo>
                  <a:pt x="468" y="463"/>
                  <a:pt x="468" y="294"/>
                  <a:pt x="468" y="232"/>
                </a:cubicBezTo>
                <a:cubicBezTo>
                  <a:pt x="468" y="106"/>
                  <a:pt x="364" y="0"/>
                  <a:pt x="235" y="0"/>
                </a:cubicBez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0" name="椭圆 39"/>
          <p:cNvSpPr>
            <a:spLocks noChangeAspect="1"/>
          </p:cNvSpPr>
          <p:nvPr/>
        </p:nvSpPr>
        <p:spPr>
          <a:xfrm>
            <a:off x="10742316" y="4683252"/>
            <a:ext cx="593493" cy="593493"/>
          </a:xfrm>
          <a:prstGeom prst="ellipse">
            <a:avLst/>
          </a:prstGeom>
          <a:noFill/>
          <a:ln w="254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1" name="Freeform 48"/>
          <p:cNvSpPr>
            <a:spLocks noChangeAspect="1" noEditPoints="1"/>
          </p:cNvSpPr>
          <p:nvPr/>
        </p:nvSpPr>
        <p:spPr bwMode="auto">
          <a:xfrm>
            <a:off x="10858087" y="4799023"/>
            <a:ext cx="361950" cy="361950"/>
          </a:xfrm>
          <a:custGeom>
            <a:avLst/>
            <a:gdLst>
              <a:gd name="T0" fmla="*/ 609 w 999"/>
              <a:gd name="T1" fmla="*/ 275 h 999"/>
              <a:gd name="T2" fmla="*/ 630 w 999"/>
              <a:gd name="T3" fmla="*/ 297 h 999"/>
              <a:gd name="T4" fmla="*/ 633 w 999"/>
              <a:gd name="T5" fmla="*/ 329 h 999"/>
              <a:gd name="T6" fmla="*/ 621 w 999"/>
              <a:gd name="T7" fmla="*/ 351 h 999"/>
              <a:gd name="T8" fmla="*/ 501 w 999"/>
              <a:gd name="T9" fmla="*/ 497 h 999"/>
              <a:gd name="T10" fmla="*/ 473 w 999"/>
              <a:gd name="T11" fmla="*/ 526 h 999"/>
              <a:gd name="T12" fmla="*/ 457 w 999"/>
              <a:gd name="T13" fmla="*/ 724 h 999"/>
              <a:gd name="T14" fmla="*/ 432 w 999"/>
              <a:gd name="T15" fmla="*/ 732 h 999"/>
              <a:gd name="T16" fmla="*/ 412 w 999"/>
              <a:gd name="T17" fmla="*/ 714 h 999"/>
              <a:gd name="T18" fmla="*/ 390 w 999"/>
              <a:gd name="T19" fmla="*/ 517 h 999"/>
              <a:gd name="T20" fmla="*/ 369 w 999"/>
              <a:gd name="T21" fmla="*/ 484 h 999"/>
              <a:gd name="T22" fmla="*/ 368 w 999"/>
              <a:gd name="T23" fmla="*/ 447 h 999"/>
              <a:gd name="T24" fmla="*/ 387 w 999"/>
              <a:gd name="T25" fmla="*/ 414 h 999"/>
              <a:gd name="T26" fmla="*/ 421 w 999"/>
              <a:gd name="T27" fmla="*/ 394 h 999"/>
              <a:gd name="T28" fmla="*/ 560 w 999"/>
              <a:gd name="T29" fmla="*/ 274 h 999"/>
              <a:gd name="T30" fmla="*/ 281 w 999"/>
              <a:gd name="T31" fmla="*/ 355 h 999"/>
              <a:gd name="T32" fmla="*/ 150 w 999"/>
              <a:gd name="T33" fmla="*/ 343 h 999"/>
              <a:gd name="T34" fmla="*/ 124 w 999"/>
              <a:gd name="T35" fmla="*/ 420 h 999"/>
              <a:gd name="T36" fmla="*/ 116 w 999"/>
              <a:gd name="T37" fmla="*/ 500 h 999"/>
              <a:gd name="T38" fmla="*/ 124 w 999"/>
              <a:gd name="T39" fmla="*/ 581 h 999"/>
              <a:gd name="T40" fmla="*/ 151 w 999"/>
              <a:gd name="T41" fmla="*/ 659 h 999"/>
              <a:gd name="T42" fmla="*/ 193 w 999"/>
              <a:gd name="T43" fmla="*/ 730 h 999"/>
              <a:gd name="T44" fmla="*/ 247 w 999"/>
              <a:gd name="T45" fmla="*/ 789 h 999"/>
              <a:gd name="T46" fmla="*/ 353 w 999"/>
              <a:gd name="T47" fmla="*/ 855 h 999"/>
              <a:gd name="T48" fmla="*/ 484 w 999"/>
              <a:gd name="T49" fmla="*/ 883 h 999"/>
              <a:gd name="T50" fmla="*/ 564 w 999"/>
              <a:gd name="T51" fmla="*/ 995 h 999"/>
              <a:gd name="T52" fmla="*/ 435 w 999"/>
              <a:gd name="T53" fmla="*/ 995 h 999"/>
              <a:gd name="T54" fmla="*/ 338 w 999"/>
              <a:gd name="T55" fmla="*/ 972 h 999"/>
              <a:gd name="T56" fmla="*/ 254 w 999"/>
              <a:gd name="T57" fmla="*/ 935 h 999"/>
              <a:gd name="T58" fmla="*/ 178 w 999"/>
              <a:gd name="T59" fmla="*/ 882 h 999"/>
              <a:gd name="T60" fmla="*/ 104 w 999"/>
              <a:gd name="T61" fmla="*/ 804 h 999"/>
              <a:gd name="T62" fmla="*/ 45 w 999"/>
              <a:gd name="T63" fmla="*/ 706 h 999"/>
              <a:gd name="T64" fmla="*/ 11 w 999"/>
              <a:gd name="T65" fmla="*/ 599 h 999"/>
              <a:gd name="T66" fmla="*/ 0 w 999"/>
              <a:gd name="T67" fmla="*/ 488 h 999"/>
              <a:gd name="T68" fmla="*/ 16 w 999"/>
              <a:gd name="T69" fmla="*/ 377 h 999"/>
              <a:gd name="T70" fmla="*/ 56 w 999"/>
              <a:gd name="T71" fmla="*/ 271 h 999"/>
              <a:gd name="T72" fmla="*/ 111 w 999"/>
              <a:gd name="T73" fmla="*/ 186 h 999"/>
              <a:gd name="T74" fmla="*/ 599 w 999"/>
              <a:gd name="T75" fmla="*/ 10 h 999"/>
              <a:gd name="T76" fmla="*/ 694 w 999"/>
              <a:gd name="T77" fmla="*/ 39 h 999"/>
              <a:gd name="T78" fmla="*/ 775 w 999"/>
              <a:gd name="T79" fmla="*/ 82 h 999"/>
              <a:gd name="T80" fmla="*/ 848 w 999"/>
              <a:gd name="T81" fmla="*/ 141 h 999"/>
              <a:gd name="T82" fmla="*/ 921 w 999"/>
              <a:gd name="T83" fmla="*/ 229 h 999"/>
              <a:gd name="T84" fmla="*/ 971 w 999"/>
              <a:gd name="T85" fmla="*/ 332 h 999"/>
              <a:gd name="T86" fmla="*/ 996 w 999"/>
              <a:gd name="T87" fmla="*/ 441 h 999"/>
              <a:gd name="T88" fmla="*/ 997 w 999"/>
              <a:gd name="T89" fmla="*/ 552 h 999"/>
              <a:gd name="T90" fmla="*/ 973 w 999"/>
              <a:gd name="T91" fmla="*/ 662 h 999"/>
              <a:gd name="T92" fmla="*/ 924 w 999"/>
              <a:gd name="T93" fmla="*/ 764 h 999"/>
              <a:gd name="T94" fmla="*/ 807 w 999"/>
              <a:gd name="T95" fmla="*/ 731 h 999"/>
              <a:gd name="T96" fmla="*/ 853 w 999"/>
              <a:gd name="T97" fmla="*/ 651 h 999"/>
              <a:gd name="T98" fmla="*/ 877 w 999"/>
              <a:gd name="T99" fmla="*/ 572 h 999"/>
              <a:gd name="T100" fmla="*/ 884 w 999"/>
              <a:gd name="T101" fmla="*/ 492 h 999"/>
              <a:gd name="T102" fmla="*/ 874 w 999"/>
              <a:gd name="T103" fmla="*/ 411 h 999"/>
              <a:gd name="T104" fmla="*/ 847 w 999"/>
              <a:gd name="T105" fmla="*/ 334 h 999"/>
              <a:gd name="T106" fmla="*/ 803 w 999"/>
              <a:gd name="T107" fmla="*/ 263 h 999"/>
              <a:gd name="T108" fmla="*/ 748 w 999"/>
              <a:gd name="T109" fmla="*/ 206 h 999"/>
              <a:gd name="T110" fmla="*/ 689 w 999"/>
              <a:gd name="T111" fmla="*/ 166 h 999"/>
              <a:gd name="T112" fmla="*/ 626 w 999"/>
              <a:gd name="T113" fmla="*/ 136 h 999"/>
              <a:gd name="T114" fmla="*/ 523 w 999"/>
              <a:gd name="T115" fmla="*/ 116 h 999"/>
              <a:gd name="T116" fmla="*/ 430 w 999"/>
              <a:gd name="T117" fmla="*/ 28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99" h="999">
                <a:moveTo>
                  <a:pt x="583" y="268"/>
                </a:moveTo>
                <a:lnTo>
                  <a:pt x="589" y="268"/>
                </a:lnTo>
                <a:lnTo>
                  <a:pt x="593" y="268"/>
                </a:lnTo>
                <a:lnTo>
                  <a:pt x="595" y="269"/>
                </a:lnTo>
                <a:lnTo>
                  <a:pt x="597" y="270"/>
                </a:lnTo>
                <a:lnTo>
                  <a:pt x="599" y="270"/>
                </a:lnTo>
                <a:lnTo>
                  <a:pt x="601" y="271"/>
                </a:lnTo>
                <a:lnTo>
                  <a:pt x="603" y="272"/>
                </a:lnTo>
                <a:lnTo>
                  <a:pt x="606" y="273"/>
                </a:lnTo>
                <a:lnTo>
                  <a:pt x="608" y="274"/>
                </a:lnTo>
                <a:lnTo>
                  <a:pt x="609" y="275"/>
                </a:lnTo>
                <a:lnTo>
                  <a:pt x="611" y="276"/>
                </a:lnTo>
                <a:lnTo>
                  <a:pt x="613" y="278"/>
                </a:lnTo>
                <a:lnTo>
                  <a:pt x="615" y="279"/>
                </a:lnTo>
                <a:lnTo>
                  <a:pt x="616" y="280"/>
                </a:lnTo>
                <a:lnTo>
                  <a:pt x="621" y="286"/>
                </a:lnTo>
                <a:lnTo>
                  <a:pt x="622" y="288"/>
                </a:lnTo>
                <a:lnTo>
                  <a:pt x="625" y="289"/>
                </a:lnTo>
                <a:lnTo>
                  <a:pt x="626" y="291"/>
                </a:lnTo>
                <a:lnTo>
                  <a:pt x="628" y="293"/>
                </a:lnTo>
                <a:lnTo>
                  <a:pt x="629" y="295"/>
                </a:lnTo>
                <a:lnTo>
                  <a:pt x="630" y="297"/>
                </a:lnTo>
                <a:lnTo>
                  <a:pt x="631" y="299"/>
                </a:lnTo>
                <a:lnTo>
                  <a:pt x="631" y="300"/>
                </a:lnTo>
                <a:lnTo>
                  <a:pt x="632" y="304"/>
                </a:lnTo>
                <a:lnTo>
                  <a:pt x="633" y="306"/>
                </a:lnTo>
                <a:lnTo>
                  <a:pt x="633" y="308"/>
                </a:lnTo>
                <a:lnTo>
                  <a:pt x="634" y="310"/>
                </a:lnTo>
                <a:lnTo>
                  <a:pt x="635" y="314"/>
                </a:lnTo>
                <a:lnTo>
                  <a:pt x="635" y="318"/>
                </a:lnTo>
                <a:lnTo>
                  <a:pt x="635" y="323"/>
                </a:lnTo>
                <a:lnTo>
                  <a:pt x="634" y="327"/>
                </a:lnTo>
                <a:lnTo>
                  <a:pt x="633" y="329"/>
                </a:lnTo>
                <a:lnTo>
                  <a:pt x="633" y="331"/>
                </a:lnTo>
                <a:lnTo>
                  <a:pt x="632" y="333"/>
                </a:lnTo>
                <a:lnTo>
                  <a:pt x="631" y="335"/>
                </a:lnTo>
                <a:lnTo>
                  <a:pt x="631" y="337"/>
                </a:lnTo>
                <a:lnTo>
                  <a:pt x="630" y="339"/>
                </a:lnTo>
                <a:lnTo>
                  <a:pt x="629" y="342"/>
                </a:lnTo>
                <a:lnTo>
                  <a:pt x="628" y="344"/>
                </a:lnTo>
                <a:lnTo>
                  <a:pt x="626" y="346"/>
                </a:lnTo>
                <a:lnTo>
                  <a:pt x="625" y="347"/>
                </a:lnTo>
                <a:lnTo>
                  <a:pt x="622" y="349"/>
                </a:lnTo>
                <a:lnTo>
                  <a:pt x="621" y="351"/>
                </a:lnTo>
                <a:lnTo>
                  <a:pt x="509" y="462"/>
                </a:lnTo>
                <a:lnTo>
                  <a:pt x="509" y="466"/>
                </a:lnTo>
                <a:lnTo>
                  <a:pt x="509" y="470"/>
                </a:lnTo>
                <a:lnTo>
                  <a:pt x="508" y="474"/>
                </a:lnTo>
                <a:lnTo>
                  <a:pt x="508" y="477"/>
                </a:lnTo>
                <a:lnTo>
                  <a:pt x="507" y="480"/>
                </a:lnTo>
                <a:lnTo>
                  <a:pt x="506" y="483"/>
                </a:lnTo>
                <a:lnTo>
                  <a:pt x="505" y="487"/>
                </a:lnTo>
                <a:lnTo>
                  <a:pt x="504" y="491"/>
                </a:lnTo>
                <a:lnTo>
                  <a:pt x="503" y="494"/>
                </a:lnTo>
                <a:lnTo>
                  <a:pt x="501" y="497"/>
                </a:lnTo>
                <a:lnTo>
                  <a:pt x="500" y="500"/>
                </a:lnTo>
                <a:lnTo>
                  <a:pt x="498" y="503"/>
                </a:lnTo>
                <a:lnTo>
                  <a:pt x="496" y="507"/>
                </a:lnTo>
                <a:lnTo>
                  <a:pt x="493" y="509"/>
                </a:lnTo>
                <a:lnTo>
                  <a:pt x="490" y="512"/>
                </a:lnTo>
                <a:lnTo>
                  <a:pt x="488" y="515"/>
                </a:lnTo>
                <a:lnTo>
                  <a:pt x="485" y="517"/>
                </a:lnTo>
                <a:lnTo>
                  <a:pt x="483" y="519"/>
                </a:lnTo>
                <a:lnTo>
                  <a:pt x="480" y="521"/>
                </a:lnTo>
                <a:lnTo>
                  <a:pt x="476" y="524"/>
                </a:lnTo>
                <a:lnTo>
                  <a:pt x="473" y="526"/>
                </a:lnTo>
                <a:lnTo>
                  <a:pt x="470" y="528"/>
                </a:lnTo>
                <a:lnTo>
                  <a:pt x="467" y="529"/>
                </a:lnTo>
                <a:lnTo>
                  <a:pt x="464" y="531"/>
                </a:lnTo>
                <a:lnTo>
                  <a:pt x="464" y="707"/>
                </a:lnTo>
                <a:lnTo>
                  <a:pt x="464" y="709"/>
                </a:lnTo>
                <a:lnTo>
                  <a:pt x="464" y="712"/>
                </a:lnTo>
                <a:lnTo>
                  <a:pt x="463" y="714"/>
                </a:lnTo>
                <a:lnTo>
                  <a:pt x="462" y="717"/>
                </a:lnTo>
                <a:lnTo>
                  <a:pt x="461" y="719"/>
                </a:lnTo>
                <a:lnTo>
                  <a:pt x="460" y="721"/>
                </a:lnTo>
                <a:lnTo>
                  <a:pt x="457" y="724"/>
                </a:lnTo>
                <a:lnTo>
                  <a:pt x="456" y="725"/>
                </a:lnTo>
                <a:lnTo>
                  <a:pt x="454" y="727"/>
                </a:lnTo>
                <a:lnTo>
                  <a:pt x="452" y="728"/>
                </a:lnTo>
                <a:lnTo>
                  <a:pt x="450" y="730"/>
                </a:lnTo>
                <a:lnTo>
                  <a:pt x="448" y="731"/>
                </a:lnTo>
                <a:lnTo>
                  <a:pt x="446" y="732"/>
                </a:lnTo>
                <a:lnTo>
                  <a:pt x="443" y="732"/>
                </a:lnTo>
                <a:lnTo>
                  <a:pt x="441" y="733"/>
                </a:lnTo>
                <a:lnTo>
                  <a:pt x="437" y="733"/>
                </a:lnTo>
                <a:lnTo>
                  <a:pt x="435" y="733"/>
                </a:lnTo>
                <a:lnTo>
                  <a:pt x="432" y="732"/>
                </a:lnTo>
                <a:lnTo>
                  <a:pt x="430" y="732"/>
                </a:lnTo>
                <a:lnTo>
                  <a:pt x="427" y="731"/>
                </a:lnTo>
                <a:lnTo>
                  <a:pt x="425" y="730"/>
                </a:lnTo>
                <a:lnTo>
                  <a:pt x="423" y="728"/>
                </a:lnTo>
                <a:lnTo>
                  <a:pt x="420" y="727"/>
                </a:lnTo>
                <a:lnTo>
                  <a:pt x="418" y="725"/>
                </a:lnTo>
                <a:lnTo>
                  <a:pt x="417" y="724"/>
                </a:lnTo>
                <a:lnTo>
                  <a:pt x="415" y="721"/>
                </a:lnTo>
                <a:lnTo>
                  <a:pt x="414" y="719"/>
                </a:lnTo>
                <a:lnTo>
                  <a:pt x="413" y="717"/>
                </a:lnTo>
                <a:lnTo>
                  <a:pt x="412" y="714"/>
                </a:lnTo>
                <a:lnTo>
                  <a:pt x="412" y="712"/>
                </a:lnTo>
                <a:lnTo>
                  <a:pt x="411" y="709"/>
                </a:lnTo>
                <a:lnTo>
                  <a:pt x="411" y="707"/>
                </a:lnTo>
                <a:lnTo>
                  <a:pt x="411" y="531"/>
                </a:lnTo>
                <a:lnTo>
                  <a:pt x="408" y="529"/>
                </a:lnTo>
                <a:lnTo>
                  <a:pt x="405" y="528"/>
                </a:lnTo>
                <a:lnTo>
                  <a:pt x="401" y="526"/>
                </a:lnTo>
                <a:lnTo>
                  <a:pt x="398" y="524"/>
                </a:lnTo>
                <a:lnTo>
                  <a:pt x="395" y="521"/>
                </a:lnTo>
                <a:lnTo>
                  <a:pt x="392" y="519"/>
                </a:lnTo>
                <a:lnTo>
                  <a:pt x="390" y="517"/>
                </a:lnTo>
                <a:lnTo>
                  <a:pt x="387" y="515"/>
                </a:lnTo>
                <a:lnTo>
                  <a:pt x="384" y="512"/>
                </a:lnTo>
                <a:lnTo>
                  <a:pt x="382" y="509"/>
                </a:lnTo>
                <a:lnTo>
                  <a:pt x="379" y="507"/>
                </a:lnTo>
                <a:lnTo>
                  <a:pt x="378" y="503"/>
                </a:lnTo>
                <a:lnTo>
                  <a:pt x="376" y="500"/>
                </a:lnTo>
                <a:lnTo>
                  <a:pt x="374" y="497"/>
                </a:lnTo>
                <a:lnTo>
                  <a:pt x="373" y="494"/>
                </a:lnTo>
                <a:lnTo>
                  <a:pt x="371" y="491"/>
                </a:lnTo>
                <a:lnTo>
                  <a:pt x="370" y="488"/>
                </a:lnTo>
                <a:lnTo>
                  <a:pt x="369" y="484"/>
                </a:lnTo>
                <a:lnTo>
                  <a:pt x="368" y="481"/>
                </a:lnTo>
                <a:lnTo>
                  <a:pt x="368" y="478"/>
                </a:lnTo>
                <a:lnTo>
                  <a:pt x="366" y="474"/>
                </a:lnTo>
                <a:lnTo>
                  <a:pt x="365" y="471"/>
                </a:lnTo>
                <a:lnTo>
                  <a:pt x="365" y="468"/>
                </a:lnTo>
                <a:lnTo>
                  <a:pt x="365" y="464"/>
                </a:lnTo>
                <a:lnTo>
                  <a:pt x="365" y="461"/>
                </a:lnTo>
                <a:lnTo>
                  <a:pt x="365" y="457"/>
                </a:lnTo>
                <a:lnTo>
                  <a:pt x="366" y="454"/>
                </a:lnTo>
                <a:lnTo>
                  <a:pt x="368" y="451"/>
                </a:lnTo>
                <a:lnTo>
                  <a:pt x="368" y="447"/>
                </a:lnTo>
                <a:lnTo>
                  <a:pt x="369" y="444"/>
                </a:lnTo>
                <a:lnTo>
                  <a:pt x="370" y="440"/>
                </a:lnTo>
                <a:lnTo>
                  <a:pt x="371" y="437"/>
                </a:lnTo>
                <a:lnTo>
                  <a:pt x="373" y="434"/>
                </a:lnTo>
                <a:lnTo>
                  <a:pt x="374" y="430"/>
                </a:lnTo>
                <a:lnTo>
                  <a:pt x="376" y="427"/>
                </a:lnTo>
                <a:lnTo>
                  <a:pt x="378" y="425"/>
                </a:lnTo>
                <a:lnTo>
                  <a:pt x="379" y="422"/>
                </a:lnTo>
                <a:lnTo>
                  <a:pt x="382" y="419"/>
                </a:lnTo>
                <a:lnTo>
                  <a:pt x="384" y="417"/>
                </a:lnTo>
                <a:lnTo>
                  <a:pt x="387" y="414"/>
                </a:lnTo>
                <a:lnTo>
                  <a:pt x="390" y="411"/>
                </a:lnTo>
                <a:lnTo>
                  <a:pt x="392" y="408"/>
                </a:lnTo>
                <a:lnTo>
                  <a:pt x="395" y="406"/>
                </a:lnTo>
                <a:lnTo>
                  <a:pt x="398" y="404"/>
                </a:lnTo>
                <a:lnTo>
                  <a:pt x="401" y="402"/>
                </a:lnTo>
                <a:lnTo>
                  <a:pt x="405" y="401"/>
                </a:lnTo>
                <a:lnTo>
                  <a:pt x="408" y="399"/>
                </a:lnTo>
                <a:lnTo>
                  <a:pt x="411" y="398"/>
                </a:lnTo>
                <a:lnTo>
                  <a:pt x="414" y="397"/>
                </a:lnTo>
                <a:lnTo>
                  <a:pt x="418" y="396"/>
                </a:lnTo>
                <a:lnTo>
                  <a:pt x="421" y="394"/>
                </a:lnTo>
                <a:lnTo>
                  <a:pt x="425" y="393"/>
                </a:lnTo>
                <a:lnTo>
                  <a:pt x="428" y="393"/>
                </a:lnTo>
                <a:lnTo>
                  <a:pt x="432" y="392"/>
                </a:lnTo>
                <a:lnTo>
                  <a:pt x="435" y="392"/>
                </a:lnTo>
                <a:lnTo>
                  <a:pt x="438" y="392"/>
                </a:lnTo>
                <a:lnTo>
                  <a:pt x="551" y="280"/>
                </a:lnTo>
                <a:lnTo>
                  <a:pt x="553" y="279"/>
                </a:lnTo>
                <a:lnTo>
                  <a:pt x="555" y="278"/>
                </a:lnTo>
                <a:lnTo>
                  <a:pt x="556" y="276"/>
                </a:lnTo>
                <a:lnTo>
                  <a:pt x="558" y="275"/>
                </a:lnTo>
                <a:lnTo>
                  <a:pt x="560" y="274"/>
                </a:lnTo>
                <a:lnTo>
                  <a:pt x="562" y="273"/>
                </a:lnTo>
                <a:lnTo>
                  <a:pt x="564" y="272"/>
                </a:lnTo>
                <a:lnTo>
                  <a:pt x="566" y="271"/>
                </a:lnTo>
                <a:lnTo>
                  <a:pt x="569" y="270"/>
                </a:lnTo>
                <a:lnTo>
                  <a:pt x="571" y="270"/>
                </a:lnTo>
                <a:lnTo>
                  <a:pt x="573" y="269"/>
                </a:lnTo>
                <a:lnTo>
                  <a:pt x="575" y="268"/>
                </a:lnTo>
                <a:lnTo>
                  <a:pt x="579" y="268"/>
                </a:lnTo>
                <a:lnTo>
                  <a:pt x="583" y="268"/>
                </a:lnTo>
                <a:close/>
                <a:moveTo>
                  <a:pt x="362" y="13"/>
                </a:moveTo>
                <a:lnTo>
                  <a:pt x="281" y="355"/>
                </a:lnTo>
                <a:lnTo>
                  <a:pt x="194" y="269"/>
                </a:lnTo>
                <a:lnTo>
                  <a:pt x="189" y="276"/>
                </a:lnTo>
                <a:lnTo>
                  <a:pt x="183" y="283"/>
                </a:lnTo>
                <a:lnTo>
                  <a:pt x="178" y="291"/>
                </a:lnTo>
                <a:lnTo>
                  <a:pt x="174" y="298"/>
                </a:lnTo>
                <a:lnTo>
                  <a:pt x="169" y="306"/>
                </a:lnTo>
                <a:lnTo>
                  <a:pt x="164" y="313"/>
                </a:lnTo>
                <a:lnTo>
                  <a:pt x="160" y="320"/>
                </a:lnTo>
                <a:lnTo>
                  <a:pt x="156" y="329"/>
                </a:lnTo>
                <a:lnTo>
                  <a:pt x="153" y="335"/>
                </a:lnTo>
                <a:lnTo>
                  <a:pt x="150" y="343"/>
                </a:lnTo>
                <a:lnTo>
                  <a:pt x="146" y="349"/>
                </a:lnTo>
                <a:lnTo>
                  <a:pt x="144" y="355"/>
                </a:lnTo>
                <a:lnTo>
                  <a:pt x="141" y="363"/>
                </a:lnTo>
                <a:lnTo>
                  <a:pt x="139" y="370"/>
                </a:lnTo>
                <a:lnTo>
                  <a:pt x="136" y="377"/>
                </a:lnTo>
                <a:lnTo>
                  <a:pt x="134" y="384"/>
                </a:lnTo>
                <a:lnTo>
                  <a:pt x="132" y="391"/>
                </a:lnTo>
                <a:lnTo>
                  <a:pt x="129" y="399"/>
                </a:lnTo>
                <a:lnTo>
                  <a:pt x="128" y="405"/>
                </a:lnTo>
                <a:lnTo>
                  <a:pt x="126" y="412"/>
                </a:lnTo>
                <a:lnTo>
                  <a:pt x="124" y="420"/>
                </a:lnTo>
                <a:lnTo>
                  <a:pt x="123" y="427"/>
                </a:lnTo>
                <a:lnTo>
                  <a:pt x="122" y="435"/>
                </a:lnTo>
                <a:lnTo>
                  <a:pt x="121" y="442"/>
                </a:lnTo>
                <a:lnTo>
                  <a:pt x="120" y="448"/>
                </a:lnTo>
                <a:lnTo>
                  <a:pt x="119" y="456"/>
                </a:lnTo>
                <a:lnTo>
                  <a:pt x="118" y="463"/>
                </a:lnTo>
                <a:lnTo>
                  <a:pt x="117" y="471"/>
                </a:lnTo>
                <a:lnTo>
                  <a:pt x="117" y="478"/>
                </a:lnTo>
                <a:lnTo>
                  <a:pt x="117" y="485"/>
                </a:lnTo>
                <a:lnTo>
                  <a:pt x="116" y="493"/>
                </a:lnTo>
                <a:lnTo>
                  <a:pt x="116" y="500"/>
                </a:lnTo>
                <a:lnTo>
                  <a:pt x="116" y="508"/>
                </a:lnTo>
                <a:lnTo>
                  <a:pt x="117" y="515"/>
                </a:lnTo>
                <a:lnTo>
                  <a:pt x="117" y="523"/>
                </a:lnTo>
                <a:lnTo>
                  <a:pt x="117" y="530"/>
                </a:lnTo>
                <a:lnTo>
                  <a:pt x="118" y="537"/>
                </a:lnTo>
                <a:lnTo>
                  <a:pt x="119" y="545"/>
                </a:lnTo>
                <a:lnTo>
                  <a:pt x="120" y="552"/>
                </a:lnTo>
                <a:lnTo>
                  <a:pt x="121" y="560"/>
                </a:lnTo>
                <a:lnTo>
                  <a:pt x="122" y="566"/>
                </a:lnTo>
                <a:lnTo>
                  <a:pt x="123" y="573"/>
                </a:lnTo>
                <a:lnTo>
                  <a:pt x="124" y="581"/>
                </a:lnTo>
                <a:lnTo>
                  <a:pt x="126" y="588"/>
                </a:lnTo>
                <a:lnTo>
                  <a:pt x="128" y="596"/>
                </a:lnTo>
                <a:lnTo>
                  <a:pt x="129" y="602"/>
                </a:lnTo>
                <a:lnTo>
                  <a:pt x="132" y="609"/>
                </a:lnTo>
                <a:lnTo>
                  <a:pt x="134" y="617"/>
                </a:lnTo>
                <a:lnTo>
                  <a:pt x="137" y="624"/>
                </a:lnTo>
                <a:lnTo>
                  <a:pt x="139" y="630"/>
                </a:lnTo>
                <a:lnTo>
                  <a:pt x="141" y="638"/>
                </a:lnTo>
                <a:lnTo>
                  <a:pt x="144" y="644"/>
                </a:lnTo>
                <a:lnTo>
                  <a:pt x="147" y="652"/>
                </a:lnTo>
                <a:lnTo>
                  <a:pt x="151" y="659"/>
                </a:lnTo>
                <a:lnTo>
                  <a:pt x="154" y="665"/>
                </a:lnTo>
                <a:lnTo>
                  <a:pt x="157" y="672"/>
                </a:lnTo>
                <a:lnTo>
                  <a:pt x="160" y="679"/>
                </a:lnTo>
                <a:lnTo>
                  <a:pt x="163" y="685"/>
                </a:lnTo>
                <a:lnTo>
                  <a:pt x="168" y="692"/>
                </a:lnTo>
                <a:lnTo>
                  <a:pt x="171" y="698"/>
                </a:lnTo>
                <a:lnTo>
                  <a:pt x="175" y="704"/>
                </a:lnTo>
                <a:lnTo>
                  <a:pt x="179" y="712"/>
                </a:lnTo>
                <a:lnTo>
                  <a:pt x="183" y="717"/>
                </a:lnTo>
                <a:lnTo>
                  <a:pt x="188" y="724"/>
                </a:lnTo>
                <a:lnTo>
                  <a:pt x="193" y="730"/>
                </a:lnTo>
                <a:lnTo>
                  <a:pt x="197" y="736"/>
                </a:lnTo>
                <a:lnTo>
                  <a:pt x="202" y="743"/>
                </a:lnTo>
                <a:lnTo>
                  <a:pt x="207" y="749"/>
                </a:lnTo>
                <a:lnTo>
                  <a:pt x="212" y="754"/>
                </a:lnTo>
                <a:lnTo>
                  <a:pt x="217" y="761"/>
                </a:lnTo>
                <a:lnTo>
                  <a:pt x="223" y="766"/>
                </a:lnTo>
                <a:lnTo>
                  <a:pt x="228" y="771"/>
                </a:lnTo>
                <a:lnTo>
                  <a:pt x="233" y="776"/>
                </a:lnTo>
                <a:lnTo>
                  <a:pt x="237" y="781"/>
                </a:lnTo>
                <a:lnTo>
                  <a:pt x="243" y="785"/>
                </a:lnTo>
                <a:lnTo>
                  <a:pt x="247" y="789"/>
                </a:lnTo>
                <a:lnTo>
                  <a:pt x="252" y="793"/>
                </a:lnTo>
                <a:lnTo>
                  <a:pt x="256" y="798"/>
                </a:lnTo>
                <a:lnTo>
                  <a:pt x="267" y="805"/>
                </a:lnTo>
                <a:lnTo>
                  <a:pt x="277" y="812"/>
                </a:lnTo>
                <a:lnTo>
                  <a:pt x="287" y="820"/>
                </a:lnTo>
                <a:lnTo>
                  <a:pt x="298" y="826"/>
                </a:lnTo>
                <a:lnTo>
                  <a:pt x="308" y="833"/>
                </a:lnTo>
                <a:lnTo>
                  <a:pt x="320" y="839"/>
                </a:lnTo>
                <a:lnTo>
                  <a:pt x="330" y="844"/>
                </a:lnTo>
                <a:lnTo>
                  <a:pt x="342" y="849"/>
                </a:lnTo>
                <a:lnTo>
                  <a:pt x="353" y="855"/>
                </a:lnTo>
                <a:lnTo>
                  <a:pt x="364" y="859"/>
                </a:lnTo>
                <a:lnTo>
                  <a:pt x="376" y="863"/>
                </a:lnTo>
                <a:lnTo>
                  <a:pt x="388" y="866"/>
                </a:lnTo>
                <a:lnTo>
                  <a:pt x="399" y="870"/>
                </a:lnTo>
                <a:lnTo>
                  <a:pt x="412" y="873"/>
                </a:lnTo>
                <a:lnTo>
                  <a:pt x="424" y="876"/>
                </a:lnTo>
                <a:lnTo>
                  <a:pt x="435" y="878"/>
                </a:lnTo>
                <a:lnTo>
                  <a:pt x="448" y="880"/>
                </a:lnTo>
                <a:lnTo>
                  <a:pt x="460" y="881"/>
                </a:lnTo>
                <a:lnTo>
                  <a:pt x="472" y="882"/>
                </a:lnTo>
                <a:lnTo>
                  <a:pt x="484" y="883"/>
                </a:lnTo>
                <a:lnTo>
                  <a:pt x="497" y="883"/>
                </a:lnTo>
                <a:lnTo>
                  <a:pt x="509" y="883"/>
                </a:lnTo>
                <a:lnTo>
                  <a:pt x="521" y="882"/>
                </a:lnTo>
                <a:lnTo>
                  <a:pt x="534" y="882"/>
                </a:lnTo>
                <a:lnTo>
                  <a:pt x="545" y="881"/>
                </a:lnTo>
                <a:lnTo>
                  <a:pt x="558" y="879"/>
                </a:lnTo>
                <a:lnTo>
                  <a:pt x="570" y="877"/>
                </a:lnTo>
                <a:lnTo>
                  <a:pt x="582" y="875"/>
                </a:lnTo>
                <a:lnTo>
                  <a:pt x="594" y="872"/>
                </a:lnTo>
                <a:lnTo>
                  <a:pt x="571" y="971"/>
                </a:lnTo>
                <a:lnTo>
                  <a:pt x="564" y="995"/>
                </a:lnTo>
                <a:lnTo>
                  <a:pt x="553" y="997"/>
                </a:lnTo>
                <a:lnTo>
                  <a:pt x="541" y="998"/>
                </a:lnTo>
                <a:lnTo>
                  <a:pt x="529" y="999"/>
                </a:lnTo>
                <a:lnTo>
                  <a:pt x="518" y="999"/>
                </a:lnTo>
                <a:lnTo>
                  <a:pt x="506" y="999"/>
                </a:lnTo>
                <a:lnTo>
                  <a:pt x="494" y="999"/>
                </a:lnTo>
                <a:lnTo>
                  <a:pt x="483" y="999"/>
                </a:lnTo>
                <a:lnTo>
                  <a:pt x="471" y="999"/>
                </a:lnTo>
                <a:lnTo>
                  <a:pt x="460" y="998"/>
                </a:lnTo>
                <a:lnTo>
                  <a:pt x="448" y="997"/>
                </a:lnTo>
                <a:lnTo>
                  <a:pt x="435" y="995"/>
                </a:lnTo>
                <a:lnTo>
                  <a:pt x="424" y="993"/>
                </a:lnTo>
                <a:lnTo>
                  <a:pt x="412" y="991"/>
                </a:lnTo>
                <a:lnTo>
                  <a:pt x="400" y="989"/>
                </a:lnTo>
                <a:lnTo>
                  <a:pt x="389" y="987"/>
                </a:lnTo>
                <a:lnTo>
                  <a:pt x="377" y="984"/>
                </a:lnTo>
                <a:lnTo>
                  <a:pt x="377" y="984"/>
                </a:lnTo>
                <a:lnTo>
                  <a:pt x="370" y="982"/>
                </a:lnTo>
                <a:lnTo>
                  <a:pt x="362" y="979"/>
                </a:lnTo>
                <a:lnTo>
                  <a:pt x="354" y="976"/>
                </a:lnTo>
                <a:lnTo>
                  <a:pt x="345" y="974"/>
                </a:lnTo>
                <a:lnTo>
                  <a:pt x="338" y="972"/>
                </a:lnTo>
                <a:lnTo>
                  <a:pt x="330" y="969"/>
                </a:lnTo>
                <a:lnTo>
                  <a:pt x="322" y="966"/>
                </a:lnTo>
                <a:lnTo>
                  <a:pt x="315" y="964"/>
                </a:lnTo>
                <a:lnTo>
                  <a:pt x="307" y="961"/>
                </a:lnTo>
                <a:lnTo>
                  <a:pt x="300" y="956"/>
                </a:lnTo>
                <a:lnTo>
                  <a:pt x="291" y="953"/>
                </a:lnTo>
                <a:lnTo>
                  <a:pt x="284" y="950"/>
                </a:lnTo>
                <a:lnTo>
                  <a:pt x="277" y="947"/>
                </a:lnTo>
                <a:lnTo>
                  <a:pt x="269" y="943"/>
                </a:lnTo>
                <a:lnTo>
                  <a:pt x="262" y="938"/>
                </a:lnTo>
                <a:lnTo>
                  <a:pt x="254" y="935"/>
                </a:lnTo>
                <a:lnTo>
                  <a:pt x="248" y="931"/>
                </a:lnTo>
                <a:lnTo>
                  <a:pt x="241" y="927"/>
                </a:lnTo>
                <a:lnTo>
                  <a:pt x="233" y="921"/>
                </a:lnTo>
                <a:lnTo>
                  <a:pt x="226" y="917"/>
                </a:lnTo>
                <a:lnTo>
                  <a:pt x="219" y="913"/>
                </a:lnTo>
                <a:lnTo>
                  <a:pt x="212" y="908"/>
                </a:lnTo>
                <a:lnTo>
                  <a:pt x="206" y="903"/>
                </a:lnTo>
                <a:lnTo>
                  <a:pt x="198" y="898"/>
                </a:lnTo>
                <a:lnTo>
                  <a:pt x="192" y="893"/>
                </a:lnTo>
                <a:lnTo>
                  <a:pt x="186" y="888"/>
                </a:lnTo>
                <a:lnTo>
                  <a:pt x="178" y="882"/>
                </a:lnTo>
                <a:lnTo>
                  <a:pt x="172" y="877"/>
                </a:lnTo>
                <a:lnTo>
                  <a:pt x="165" y="871"/>
                </a:lnTo>
                <a:lnTo>
                  <a:pt x="159" y="865"/>
                </a:lnTo>
                <a:lnTo>
                  <a:pt x="153" y="859"/>
                </a:lnTo>
                <a:lnTo>
                  <a:pt x="146" y="853"/>
                </a:lnTo>
                <a:lnTo>
                  <a:pt x="139" y="845"/>
                </a:lnTo>
                <a:lnTo>
                  <a:pt x="132" y="838"/>
                </a:lnTo>
                <a:lnTo>
                  <a:pt x="124" y="829"/>
                </a:lnTo>
                <a:lnTo>
                  <a:pt x="118" y="821"/>
                </a:lnTo>
                <a:lnTo>
                  <a:pt x="110" y="812"/>
                </a:lnTo>
                <a:lnTo>
                  <a:pt x="104" y="804"/>
                </a:lnTo>
                <a:lnTo>
                  <a:pt x="98" y="795"/>
                </a:lnTo>
                <a:lnTo>
                  <a:pt x="91" y="787"/>
                </a:lnTo>
                <a:lnTo>
                  <a:pt x="86" y="779"/>
                </a:lnTo>
                <a:lnTo>
                  <a:pt x="80" y="770"/>
                </a:lnTo>
                <a:lnTo>
                  <a:pt x="74" y="761"/>
                </a:lnTo>
                <a:lnTo>
                  <a:pt x="69" y="752"/>
                </a:lnTo>
                <a:lnTo>
                  <a:pt x="64" y="743"/>
                </a:lnTo>
                <a:lnTo>
                  <a:pt x="59" y="734"/>
                </a:lnTo>
                <a:lnTo>
                  <a:pt x="54" y="725"/>
                </a:lnTo>
                <a:lnTo>
                  <a:pt x="49" y="715"/>
                </a:lnTo>
                <a:lnTo>
                  <a:pt x="45" y="706"/>
                </a:lnTo>
                <a:lnTo>
                  <a:pt x="41" y="696"/>
                </a:lnTo>
                <a:lnTo>
                  <a:pt x="36" y="687"/>
                </a:lnTo>
                <a:lnTo>
                  <a:pt x="33" y="677"/>
                </a:lnTo>
                <a:lnTo>
                  <a:pt x="29" y="667"/>
                </a:lnTo>
                <a:lnTo>
                  <a:pt x="26" y="658"/>
                </a:lnTo>
                <a:lnTo>
                  <a:pt x="23" y="648"/>
                </a:lnTo>
                <a:lnTo>
                  <a:pt x="20" y="638"/>
                </a:lnTo>
                <a:lnTo>
                  <a:pt x="17" y="628"/>
                </a:lnTo>
                <a:lnTo>
                  <a:pt x="15" y="619"/>
                </a:lnTo>
                <a:lnTo>
                  <a:pt x="12" y="608"/>
                </a:lnTo>
                <a:lnTo>
                  <a:pt x="11" y="599"/>
                </a:lnTo>
                <a:lnTo>
                  <a:pt x="9" y="588"/>
                </a:lnTo>
                <a:lnTo>
                  <a:pt x="7" y="579"/>
                </a:lnTo>
                <a:lnTo>
                  <a:pt x="6" y="568"/>
                </a:lnTo>
                <a:lnTo>
                  <a:pt x="5" y="558"/>
                </a:lnTo>
                <a:lnTo>
                  <a:pt x="4" y="548"/>
                </a:lnTo>
                <a:lnTo>
                  <a:pt x="2" y="538"/>
                </a:lnTo>
                <a:lnTo>
                  <a:pt x="1" y="528"/>
                </a:lnTo>
                <a:lnTo>
                  <a:pt x="1" y="517"/>
                </a:lnTo>
                <a:lnTo>
                  <a:pt x="0" y="508"/>
                </a:lnTo>
                <a:lnTo>
                  <a:pt x="0" y="497"/>
                </a:lnTo>
                <a:lnTo>
                  <a:pt x="0" y="488"/>
                </a:lnTo>
                <a:lnTo>
                  <a:pt x="1" y="477"/>
                </a:lnTo>
                <a:lnTo>
                  <a:pt x="1" y="468"/>
                </a:lnTo>
                <a:lnTo>
                  <a:pt x="2" y="457"/>
                </a:lnTo>
                <a:lnTo>
                  <a:pt x="4" y="446"/>
                </a:lnTo>
                <a:lnTo>
                  <a:pt x="5" y="437"/>
                </a:lnTo>
                <a:lnTo>
                  <a:pt x="6" y="426"/>
                </a:lnTo>
                <a:lnTo>
                  <a:pt x="8" y="417"/>
                </a:lnTo>
                <a:lnTo>
                  <a:pt x="10" y="406"/>
                </a:lnTo>
                <a:lnTo>
                  <a:pt x="12" y="397"/>
                </a:lnTo>
                <a:lnTo>
                  <a:pt x="14" y="386"/>
                </a:lnTo>
                <a:lnTo>
                  <a:pt x="16" y="377"/>
                </a:lnTo>
                <a:lnTo>
                  <a:pt x="18" y="367"/>
                </a:lnTo>
                <a:lnTo>
                  <a:pt x="22" y="356"/>
                </a:lnTo>
                <a:lnTo>
                  <a:pt x="25" y="347"/>
                </a:lnTo>
                <a:lnTo>
                  <a:pt x="28" y="337"/>
                </a:lnTo>
                <a:lnTo>
                  <a:pt x="31" y="328"/>
                </a:lnTo>
                <a:lnTo>
                  <a:pt x="34" y="318"/>
                </a:lnTo>
                <a:lnTo>
                  <a:pt x="38" y="309"/>
                </a:lnTo>
                <a:lnTo>
                  <a:pt x="43" y="299"/>
                </a:lnTo>
                <a:lnTo>
                  <a:pt x="47" y="290"/>
                </a:lnTo>
                <a:lnTo>
                  <a:pt x="51" y="280"/>
                </a:lnTo>
                <a:lnTo>
                  <a:pt x="56" y="271"/>
                </a:lnTo>
                <a:lnTo>
                  <a:pt x="61" y="261"/>
                </a:lnTo>
                <a:lnTo>
                  <a:pt x="66" y="253"/>
                </a:lnTo>
                <a:lnTo>
                  <a:pt x="71" y="243"/>
                </a:lnTo>
                <a:lnTo>
                  <a:pt x="75" y="236"/>
                </a:lnTo>
                <a:lnTo>
                  <a:pt x="81" y="228"/>
                </a:lnTo>
                <a:lnTo>
                  <a:pt x="85" y="221"/>
                </a:lnTo>
                <a:lnTo>
                  <a:pt x="90" y="215"/>
                </a:lnTo>
                <a:lnTo>
                  <a:pt x="96" y="207"/>
                </a:lnTo>
                <a:lnTo>
                  <a:pt x="101" y="200"/>
                </a:lnTo>
                <a:lnTo>
                  <a:pt x="106" y="192"/>
                </a:lnTo>
                <a:lnTo>
                  <a:pt x="111" y="186"/>
                </a:lnTo>
                <a:lnTo>
                  <a:pt x="19" y="94"/>
                </a:lnTo>
                <a:lnTo>
                  <a:pt x="362" y="13"/>
                </a:lnTo>
                <a:close/>
                <a:moveTo>
                  <a:pt x="505" y="0"/>
                </a:moveTo>
                <a:lnTo>
                  <a:pt x="517" y="1"/>
                </a:lnTo>
                <a:lnTo>
                  <a:pt x="528" y="1"/>
                </a:lnTo>
                <a:lnTo>
                  <a:pt x="541" y="2"/>
                </a:lnTo>
                <a:lnTo>
                  <a:pt x="553" y="3"/>
                </a:lnTo>
                <a:lnTo>
                  <a:pt x="564" y="4"/>
                </a:lnTo>
                <a:lnTo>
                  <a:pt x="576" y="6"/>
                </a:lnTo>
                <a:lnTo>
                  <a:pt x="588" y="8"/>
                </a:lnTo>
                <a:lnTo>
                  <a:pt x="599" y="10"/>
                </a:lnTo>
                <a:lnTo>
                  <a:pt x="611" y="13"/>
                </a:lnTo>
                <a:lnTo>
                  <a:pt x="622" y="16"/>
                </a:lnTo>
                <a:lnTo>
                  <a:pt x="631" y="18"/>
                </a:lnTo>
                <a:lnTo>
                  <a:pt x="638" y="20"/>
                </a:lnTo>
                <a:lnTo>
                  <a:pt x="647" y="22"/>
                </a:lnTo>
                <a:lnTo>
                  <a:pt x="655" y="25"/>
                </a:lnTo>
                <a:lnTo>
                  <a:pt x="663" y="27"/>
                </a:lnTo>
                <a:lnTo>
                  <a:pt x="671" y="31"/>
                </a:lnTo>
                <a:lnTo>
                  <a:pt x="679" y="33"/>
                </a:lnTo>
                <a:lnTo>
                  <a:pt x="686" y="36"/>
                </a:lnTo>
                <a:lnTo>
                  <a:pt x="694" y="39"/>
                </a:lnTo>
                <a:lnTo>
                  <a:pt x="702" y="42"/>
                </a:lnTo>
                <a:lnTo>
                  <a:pt x="709" y="46"/>
                </a:lnTo>
                <a:lnTo>
                  <a:pt x="717" y="50"/>
                </a:lnTo>
                <a:lnTo>
                  <a:pt x="724" y="54"/>
                </a:lnTo>
                <a:lnTo>
                  <a:pt x="731" y="57"/>
                </a:lnTo>
                <a:lnTo>
                  <a:pt x="739" y="61"/>
                </a:lnTo>
                <a:lnTo>
                  <a:pt x="746" y="65"/>
                </a:lnTo>
                <a:lnTo>
                  <a:pt x="754" y="70"/>
                </a:lnTo>
                <a:lnTo>
                  <a:pt x="761" y="74"/>
                </a:lnTo>
                <a:lnTo>
                  <a:pt x="768" y="78"/>
                </a:lnTo>
                <a:lnTo>
                  <a:pt x="775" y="82"/>
                </a:lnTo>
                <a:lnTo>
                  <a:pt x="782" y="88"/>
                </a:lnTo>
                <a:lnTo>
                  <a:pt x="789" y="92"/>
                </a:lnTo>
                <a:lnTo>
                  <a:pt x="796" y="97"/>
                </a:lnTo>
                <a:lnTo>
                  <a:pt x="802" y="102"/>
                </a:lnTo>
                <a:lnTo>
                  <a:pt x="809" y="108"/>
                </a:lnTo>
                <a:lnTo>
                  <a:pt x="816" y="113"/>
                </a:lnTo>
                <a:lnTo>
                  <a:pt x="822" y="118"/>
                </a:lnTo>
                <a:lnTo>
                  <a:pt x="829" y="124"/>
                </a:lnTo>
                <a:lnTo>
                  <a:pt x="835" y="129"/>
                </a:lnTo>
                <a:lnTo>
                  <a:pt x="842" y="134"/>
                </a:lnTo>
                <a:lnTo>
                  <a:pt x="848" y="141"/>
                </a:lnTo>
                <a:lnTo>
                  <a:pt x="853" y="147"/>
                </a:lnTo>
                <a:lnTo>
                  <a:pt x="861" y="154"/>
                </a:lnTo>
                <a:lnTo>
                  <a:pt x="869" y="163"/>
                </a:lnTo>
                <a:lnTo>
                  <a:pt x="875" y="170"/>
                </a:lnTo>
                <a:lnTo>
                  <a:pt x="883" y="179"/>
                </a:lnTo>
                <a:lnTo>
                  <a:pt x="889" y="187"/>
                </a:lnTo>
                <a:lnTo>
                  <a:pt x="897" y="196"/>
                </a:lnTo>
                <a:lnTo>
                  <a:pt x="903" y="204"/>
                </a:lnTo>
                <a:lnTo>
                  <a:pt x="909" y="213"/>
                </a:lnTo>
                <a:lnTo>
                  <a:pt x="915" y="221"/>
                </a:lnTo>
                <a:lnTo>
                  <a:pt x="921" y="229"/>
                </a:lnTo>
                <a:lnTo>
                  <a:pt x="926" y="239"/>
                </a:lnTo>
                <a:lnTo>
                  <a:pt x="931" y="247"/>
                </a:lnTo>
                <a:lnTo>
                  <a:pt x="937" y="257"/>
                </a:lnTo>
                <a:lnTo>
                  <a:pt x="942" y="265"/>
                </a:lnTo>
                <a:lnTo>
                  <a:pt x="946" y="275"/>
                </a:lnTo>
                <a:lnTo>
                  <a:pt x="950" y="284"/>
                </a:lnTo>
                <a:lnTo>
                  <a:pt x="956" y="294"/>
                </a:lnTo>
                <a:lnTo>
                  <a:pt x="960" y="304"/>
                </a:lnTo>
                <a:lnTo>
                  <a:pt x="963" y="313"/>
                </a:lnTo>
                <a:lnTo>
                  <a:pt x="967" y="323"/>
                </a:lnTo>
                <a:lnTo>
                  <a:pt x="971" y="332"/>
                </a:lnTo>
                <a:lnTo>
                  <a:pt x="974" y="342"/>
                </a:lnTo>
                <a:lnTo>
                  <a:pt x="977" y="351"/>
                </a:lnTo>
                <a:lnTo>
                  <a:pt x="980" y="362"/>
                </a:lnTo>
                <a:lnTo>
                  <a:pt x="983" y="371"/>
                </a:lnTo>
                <a:lnTo>
                  <a:pt x="985" y="381"/>
                </a:lnTo>
                <a:lnTo>
                  <a:pt x="988" y="391"/>
                </a:lnTo>
                <a:lnTo>
                  <a:pt x="990" y="401"/>
                </a:lnTo>
                <a:lnTo>
                  <a:pt x="992" y="411"/>
                </a:lnTo>
                <a:lnTo>
                  <a:pt x="993" y="421"/>
                </a:lnTo>
                <a:lnTo>
                  <a:pt x="995" y="432"/>
                </a:lnTo>
                <a:lnTo>
                  <a:pt x="996" y="441"/>
                </a:lnTo>
                <a:lnTo>
                  <a:pt x="997" y="452"/>
                </a:lnTo>
                <a:lnTo>
                  <a:pt x="998" y="461"/>
                </a:lnTo>
                <a:lnTo>
                  <a:pt x="999" y="472"/>
                </a:lnTo>
                <a:lnTo>
                  <a:pt x="999" y="481"/>
                </a:lnTo>
                <a:lnTo>
                  <a:pt x="999" y="492"/>
                </a:lnTo>
                <a:lnTo>
                  <a:pt x="999" y="502"/>
                </a:lnTo>
                <a:lnTo>
                  <a:pt x="999" y="512"/>
                </a:lnTo>
                <a:lnTo>
                  <a:pt x="999" y="523"/>
                </a:lnTo>
                <a:lnTo>
                  <a:pt x="998" y="532"/>
                </a:lnTo>
                <a:lnTo>
                  <a:pt x="998" y="543"/>
                </a:lnTo>
                <a:lnTo>
                  <a:pt x="997" y="552"/>
                </a:lnTo>
                <a:lnTo>
                  <a:pt x="996" y="563"/>
                </a:lnTo>
                <a:lnTo>
                  <a:pt x="994" y="573"/>
                </a:lnTo>
                <a:lnTo>
                  <a:pt x="993" y="583"/>
                </a:lnTo>
                <a:lnTo>
                  <a:pt x="991" y="592"/>
                </a:lnTo>
                <a:lnTo>
                  <a:pt x="989" y="603"/>
                </a:lnTo>
                <a:lnTo>
                  <a:pt x="986" y="612"/>
                </a:lnTo>
                <a:lnTo>
                  <a:pt x="984" y="623"/>
                </a:lnTo>
                <a:lnTo>
                  <a:pt x="981" y="633"/>
                </a:lnTo>
                <a:lnTo>
                  <a:pt x="979" y="642"/>
                </a:lnTo>
                <a:lnTo>
                  <a:pt x="976" y="653"/>
                </a:lnTo>
                <a:lnTo>
                  <a:pt x="973" y="662"/>
                </a:lnTo>
                <a:lnTo>
                  <a:pt x="970" y="672"/>
                </a:lnTo>
                <a:lnTo>
                  <a:pt x="965" y="681"/>
                </a:lnTo>
                <a:lnTo>
                  <a:pt x="961" y="691"/>
                </a:lnTo>
                <a:lnTo>
                  <a:pt x="958" y="700"/>
                </a:lnTo>
                <a:lnTo>
                  <a:pt x="954" y="710"/>
                </a:lnTo>
                <a:lnTo>
                  <a:pt x="948" y="719"/>
                </a:lnTo>
                <a:lnTo>
                  <a:pt x="944" y="729"/>
                </a:lnTo>
                <a:lnTo>
                  <a:pt x="940" y="738"/>
                </a:lnTo>
                <a:lnTo>
                  <a:pt x="935" y="747"/>
                </a:lnTo>
                <a:lnTo>
                  <a:pt x="929" y="756"/>
                </a:lnTo>
                <a:lnTo>
                  <a:pt x="924" y="764"/>
                </a:lnTo>
                <a:lnTo>
                  <a:pt x="920" y="771"/>
                </a:lnTo>
                <a:lnTo>
                  <a:pt x="916" y="779"/>
                </a:lnTo>
                <a:lnTo>
                  <a:pt x="910" y="785"/>
                </a:lnTo>
                <a:lnTo>
                  <a:pt x="905" y="792"/>
                </a:lnTo>
                <a:lnTo>
                  <a:pt x="900" y="800"/>
                </a:lnTo>
                <a:lnTo>
                  <a:pt x="894" y="806"/>
                </a:lnTo>
                <a:lnTo>
                  <a:pt x="889" y="813"/>
                </a:lnTo>
                <a:lnTo>
                  <a:pt x="981" y="906"/>
                </a:lnTo>
                <a:lnTo>
                  <a:pt x="637" y="987"/>
                </a:lnTo>
                <a:lnTo>
                  <a:pt x="719" y="644"/>
                </a:lnTo>
                <a:lnTo>
                  <a:pt x="807" y="731"/>
                </a:lnTo>
                <a:lnTo>
                  <a:pt x="812" y="724"/>
                </a:lnTo>
                <a:lnTo>
                  <a:pt x="817" y="716"/>
                </a:lnTo>
                <a:lnTo>
                  <a:pt x="821" y="709"/>
                </a:lnTo>
                <a:lnTo>
                  <a:pt x="827" y="701"/>
                </a:lnTo>
                <a:lnTo>
                  <a:pt x="831" y="694"/>
                </a:lnTo>
                <a:lnTo>
                  <a:pt x="835" y="687"/>
                </a:lnTo>
                <a:lnTo>
                  <a:pt x="840" y="678"/>
                </a:lnTo>
                <a:lnTo>
                  <a:pt x="844" y="671"/>
                </a:lnTo>
                <a:lnTo>
                  <a:pt x="847" y="664"/>
                </a:lnTo>
                <a:lnTo>
                  <a:pt x="850" y="657"/>
                </a:lnTo>
                <a:lnTo>
                  <a:pt x="853" y="651"/>
                </a:lnTo>
                <a:lnTo>
                  <a:pt x="856" y="643"/>
                </a:lnTo>
                <a:lnTo>
                  <a:pt x="858" y="637"/>
                </a:lnTo>
                <a:lnTo>
                  <a:pt x="862" y="629"/>
                </a:lnTo>
                <a:lnTo>
                  <a:pt x="864" y="622"/>
                </a:lnTo>
                <a:lnTo>
                  <a:pt x="866" y="616"/>
                </a:lnTo>
                <a:lnTo>
                  <a:pt x="868" y="608"/>
                </a:lnTo>
                <a:lnTo>
                  <a:pt x="870" y="601"/>
                </a:lnTo>
                <a:lnTo>
                  <a:pt x="872" y="594"/>
                </a:lnTo>
                <a:lnTo>
                  <a:pt x="874" y="587"/>
                </a:lnTo>
                <a:lnTo>
                  <a:pt x="875" y="580"/>
                </a:lnTo>
                <a:lnTo>
                  <a:pt x="877" y="572"/>
                </a:lnTo>
                <a:lnTo>
                  <a:pt x="879" y="565"/>
                </a:lnTo>
                <a:lnTo>
                  <a:pt x="880" y="557"/>
                </a:lnTo>
                <a:lnTo>
                  <a:pt x="881" y="550"/>
                </a:lnTo>
                <a:lnTo>
                  <a:pt x="882" y="544"/>
                </a:lnTo>
                <a:lnTo>
                  <a:pt x="883" y="535"/>
                </a:lnTo>
                <a:lnTo>
                  <a:pt x="883" y="529"/>
                </a:lnTo>
                <a:lnTo>
                  <a:pt x="884" y="521"/>
                </a:lnTo>
                <a:lnTo>
                  <a:pt x="884" y="514"/>
                </a:lnTo>
                <a:lnTo>
                  <a:pt x="884" y="507"/>
                </a:lnTo>
                <a:lnTo>
                  <a:pt x="884" y="499"/>
                </a:lnTo>
                <a:lnTo>
                  <a:pt x="884" y="492"/>
                </a:lnTo>
                <a:lnTo>
                  <a:pt x="884" y="484"/>
                </a:lnTo>
                <a:lnTo>
                  <a:pt x="884" y="477"/>
                </a:lnTo>
                <a:lnTo>
                  <a:pt x="883" y="470"/>
                </a:lnTo>
                <a:lnTo>
                  <a:pt x="883" y="462"/>
                </a:lnTo>
                <a:lnTo>
                  <a:pt x="882" y="455"/>
                </a:lnTo>
                <a:lnTo>
                  <a:pt x="881" y="447"/>
                </a:lnTo>
                <a:lnTo>
                  <a:pt x="880" y="440"/>
                </a:lnTo>
                <a:lnTo>
                  <a:pt x="879" y="433"/>
                </a:lnTo>
                <a:lnTo>
                  <a:pt x="877" y="426"/>
                </a:lnTo>
                <a:lnTo>
                  <a:pt x="875" y="419"/>
                </a:lnTo>
                <a:lnTo>
                  <a:pt x="874" y="411"/>
                </a:lnTo>
                <a:lnTo>
                  <a:pt x="872" y="404"/>
                </a:lnTo>
                <a:lnTo>
                  <a:pt x="870" y="397"/>
                </a:lnTo>
                <a:lnTo>
                  <a:pt x="868" y="390"/>
                </a:lnTo>
                <a:lnTo>
                  <a:pt x="866" y="383"/>
                </a:lnTo>
                <a:lnTo>
                  <a:pt x="864" y="375"/>
                </a:lnTo>
                <a:lnTo>
                  <a:pt x="862" y="369"/>
                </a:lnTo>
                <a:lnTo>
                  <a:pt x="858" y="362"/>
                </a:lnTo>
                <a:lnTo>
                  <a:pt x="856" y="354"/>
                </a:lnTo>
                <a:lnTo>
                  <a:pt x="853" y="348"/>
                </a:lnTo>
                <a:lnTo>
                  <a:pt x="850" y="341"/>
                </a:lnTo>
                <a:lnTo>
                  <a:pt x="847" y="334"/>
                </a:lnTo>
                <a:lnTo>
                  <a:pt x="844" y="328"/>
                </a:lnTo>
                <a:lnTo>
                  <a:pt x="840" y="320"/>
                </a:lnTo>
                <a:lnTo>
                  <a:pt x="836" y="314"/>
                </a:lnTo>
                <a:lnTo>
                  <a:pt x="833" y="308"/>
                </a:lnTo>
                <a:lnTo>
                  <a:pt x="829" y="301"/>
                </a:lnTo>
                <a:lnTo>
                  <a:pt x="826" y="294"/>
                </a:lnTo>
                <a:lnTo>
                  <a:pt x="821" y="288"/>
                </a:lnTo>
                <a:lnTo>
                  <a:pt x="817" y="281"/>
                </a:lnTo>
                <a:lnTo>
                  <a:pt x="812" y="276"/>
                </a:lnTo>
                <a:lnTo>
                  <a:pt x="808" y="270"/>
                </a:lnTo>
                <a:lnTo>
                  <a:pt x="803" y="263"/>
                </a:lnTo>
                <a:lnTo>
                  <a:pt x="798" y="257"/>
                </a:lnTo>
                <a:lnTo>
                  <a:pt x="793" y="252"/>
                </a:lnTo>
                <a:lnTo>
                  <a:pt x="788" y="245"/>
                </a:lnTo>
                <a:lnTo>
                  <a:pt x="782" y="239"/>
                </a:lnTo>
                <a:lnTo>
                  <a:pt x="777" y="234"/>
                </a:lnTo>
                <a:lnTo>
                  <a:pt x="772" y="228"/>
                </a:lnTo>
                <a:lnTo>
                  <a:pt x="767" y="223"/>
                </a:lnTo>
                <a:lnTo>
                  <a:pt x="762" y="219"/>
                </a:lnTo>
                <a:lnTo>
                  <a:pt x="758" y="215"/>
                </a:lnTo>
                <a:lnTo>
                  <a:pt x="753" y="210"/>
                </a:lnTo>
                <a:lnTo>
                  <a:pt x="748" y="206"/>
                </a:lnTo>
                <a:lnTo>
                  <a:pt x="743" y="202"/>
                </a:lnTo>
                <a:lnTo>
                  <a:pt x="738" y="198"/>
                </a:lnTo>
                <a:lnTo>
                  <a:pt x="733" y="193"/>
                </a:lnTo>
                <a:lnTo>
                  <a:pt x="727" y="190"/>
                </a:lnTo>
                <a:lnTo>
                  <a:pt x="722" y="186"/>
                </a:lnTo>
                <a:lnTo>
                  <a:pt x="717" y="183"/>
                </a:lnTo>
                <a:lnTo>
                  <a:pt x="711" y="179"/>
                </a:lnTo>
                <a:lnTo>
                  <a:pt x="706" y="175"/>
                </a:lnTo>
                <a:lnTo>
                  <a:pt x="701" y="172"/>
                </a:lnTo>
                <a:lnTo>
                  <a:pt x="696" y="169"/>
                </a:lnTo>
                <a:lnTo>
                  <a:pt x="689" y="166"/>
                </a:lnTo>
                <a:lnTo>
                  <a:pt x="684" y="163"/>
                </a:lnTo>
                <a:lnTo>
                  <a:pt x="679" y="160"/>
                </a:lnTo>
                <a:lnTo>
                  <a:pt x="673" y="156"/>
                </a:lnTo>
                <a:lnTo>
                  <a:pt x="667" y="153"/>
                </a:lnTo>
                <a:lnTo>
                  <a:pt x="662" y="151"/>
                </a:lnTo>
                <a:lnTo>
                  <a:pt x="655" y="148"/>
                </a:lnTo>
                <a:lnTo>
                  <a:pt x="649" y="146"/>
                </a:lnTo>
                <a:lnTo>
                  <a:pt x="644" y="143"/>
                </a:lnTo>
                <a:lnTo>
                  <a:pt x="637" y="141"/>
                </a:lnTo>
                <a:lnTo>
                  <a:pt x="632" y="138"/>
                </a:lnTo>
                <a:lnTo>
                  <a:pt x="626" y="136"/>
                </a:lnTo>
                <a:lnTo>
                  <a:pt x="619" y="134"/>
                </a:lnTo>
                <a:lnTo>
                  <a:pt x="613" y="132"/>
                </a:lnTo>
                <a:lnTo>
                  <a:pt x="607" y="131"/>
                </a:lnTo>
                <a:lnTo>
                  <a:pt x="600" y="129"/>
                </a:lnTo>
                <a:lnTo>
                  <a:pt x="594" y="127"/>
                </a:lnTo>
                <a:lnTo>
                  <a:pt x="582" y="125"/>
                </a:lnTo>
                <a:lnTo>
                  <a:pt x="571" y="123"/>
                </a:lnTo>
                <a:lnTo>
                  <a:pt x="559" y="119"/>
                </a:lnTo>
                <a:lnTo>
                  <a:pt x="547" y="118"/>
                </a:lnTo>
                <a:lnTo>
                  <a:pt x="535" y="117"/>
                </a:lnTo>
                <a:lnTo>
                  <a:pt x="523" y="116"/>
                </a:lnTo>
                <a:lnTo>
                  <a:pt x="511" y="116"/>
                </a:lnTo>
                <a:lnTo>
                  <a:pt x="500" y="115"/>
                </a:lnTo>
                <a:lnTo>
                  <a:pt x="488" y="116"/>
                </a:lnTo>
                <a:lnTo>
                  <a:pt x="475" y="116"/>
                </a:lnTo>
                <a:lnTo>
                  <a:pt x="464" y="117"/>
                </a:lnTo>
                <a:lnTo>
                  <a:pt x="452" y="118"/>
                </a:lnTo>
                <a:lnTo>
                  <a:pt x="441" y="120"/>
                </a:lnTo>
                <a:lnTo>
                  <a:pt x="429" y="123"/>
                </a:lnTo>
                <a:lnTo>
                  <a:pt x="417" y="125"/>
                </a:lnTo>
                <a:lnTo>
                  <a:pt x="406" y="127"/>
                </a:lnTo>
                <a:lnTo>
                  <a:pt x="430" y="28"/>
                </a:lnTo>
                <a:lnTo>
                  <a:pt x="435" y="5"/>
                </a:lnTo>
                <a:lnTo>
                  <a:pt x="447" y="3"/>
                </a:lnTo>
                <a:lnTo>
                  <a:pt x="458" y="2"/>
                </a:lnTo>
                <a:lnTo>
                  <a:pt x="470" y="2"/>
                </a:lnTo>
                <a:lnTo>
                  <a:pt x="482" y="1"/>
                </a:lnTo>
                <a:lnTo>
                  <a:pt x="493" y="1"/>
                </a:lnTo>
                <a:lnTo>
                  <a:pt x="505" y="0"/>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2" name="椭圆 41"/>
          <p:cNvSpPr>
            <a:spLocks noChangeAspect="1"/>
          </p:cNvSpPr>
          <p:nvPr/>
        </p:nvSpPr>
        <p:spPr>
          <a:xfrm>
            <a:off x="856191" y="4683252"/>
            <a:ext cx="593493" cy="593493"/>
          </a:xfrm>
          <a:prstGeom prst="ellipse">
            <a:avLst/>
          </a:prstGeom>
          <a:noFill/>
          <a:ln w="254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3" name="Freeform 150"/>
          <p:cNvSpPr>
            <a:spLocks noChangeAspect="1" noEditPoints="1"/>
          </p:cNvSpPr>
          <p:nvPr/>
        </p:nvSpPr>
        <p:spPr bwMode="auto">
          <a:xfrm>
            <a:off x="970375" y="4787117"/>
            <a:ext cx="365125" cy="385763"/>
          </a:xfrm>
          <a:custGeom>
            <a:avLst/>
            <a:gdLst>
              <a:gd name="T0" fmla="*/ 593 w 1003"/>
              <a:gd name="T1" fmla="*/ 735 h 1063"/>
              <a:gd name="T2" fmla="*/ 566 w 1003"/>
              <a:gd name="T3" fmla="*/ 736 h 1063"/>
              <a:gd name="T4" fmla="*/ 254 w 1003"/>
              <a:gd name="T5" fmla="*/ 452 h 1063"/>
              <a:gd name="T6" fmla="*/ 539 w 1003"/>
              <a:gd name="T7" fmla="*/ 116 h 1063"/>
              <a:gd name="T8" fmla="*/ 567 w 1003"/>
              <a:gd name="T9" fmla="*/ 114 h 1063"/>
              <a:gd name="T10" fmla="*/ 878 w 1003"/>
              <a:gd name="T11" fmla="*/ 397 h 1063"/>
              <a:gd name="T12" fmla="*/ 593 w 1003"/>
              <a:gd name="T13" fmla="*/ 735 h 1063"/>
              <a:gd name="T14" fmla="*/ 205 w 1003"/>
              <a:gd name="T15" fmla="*/ 768 h 1063"/>
              <a:gd name="T16" fmla="*/ 106 w 1003"/>
              <a:gd name="T17" fmla="*/ 889 h 1063"/>
              <a:gd name="T18" fmla="*/ 94 w 1003"/>
              <a:gd name="T19" fmla="*/ 920 h 1063"/>
              <a:gd name="T20" fmla="*/ 111 w 1003"/>
              <a:gd name="T21" fmla="*/ 957 h 1063"/>
              <a:gd name="T22" fmla="*/ 114 w 1003"/>
              <a:gd name="T23" fmla="*/ 984 h 1063"/>
              <a:gd name="T24" fmla="*/ 86 w 1003"/>
              <a:gd name="T25" fmla="*/ 986 h 1063"/>
              <a:gd name="T26" fmla="*/ 54 w 1003"/>
              <a:gd name="T27" fmla="*/ 920 h 1063"/>
              <a:gd name="T28" fmla="*/ 74 w 1003"/>
              <a:gd name="T29" fmla="*/ 863 h 1063"/>
              <a:gd name="T30" fmla="*/ 174 w 1003"/>
              <a:gd name="T31" fmla="*/ 743 h 1063"/>
              <a:gd name="T32" fmla="*/ 203 w 1003"/>
              <a:gd name="T33" fmla="*/ 741 h 1063"/>
              <a:gd name="T34" fmla="*/ 205 w 1003"/>
              <a:gd name="T35" fmla="*/ 768 h 1063"/>
              <a:gd name="T36" fmla="*/ 993 w 1003"/>
              <a:gd name="T37" fmla="*/ 389 h 1063"/>
              <a:gd name="T38" fmla="*/ 567 w 1003"/>
              <a:gd name="T39" fmla="*/ 0 h 1063"/>
              <a:gd name="T40" fmla="*/ 530 w 1003"/>
              <a:gd name="T41" fmla="*/ 2 h 1063"/>
              <a:gd name="T42" fmla="*/ 239 w 1003"/>
              <a:gd name="T43" fmla="*/ 152 h 1063"/>
              <a:gd name="T44" fmla="*/ 141 w 1003"/>
              <a:gd name="T45" fmla="*/ 463 h 1063"/>
              <a:gd name="T46" fmla="*/ 199 w 1003"/>
              <a:gd name="T47" fmla="*/ 643 h 1063"/>
              <a:gd name="T48" fmla="*/ 38 w 1003"/>
              <a:gd name="T49" fmla="*/ 827 h 1063"/>
              <a:gd name="T50" fmla="*/ 4 w 1003"/>
              <a:gd name="T51" fmla="*/ 932 h 1063"/>
              <a:gd name="T52" fmla="*/ 55 w 1003"/>
              <a:gd name="T53" fmla="*/ 1030 h 1063"/>
              <a:gd name="T54" fmla="*/ 148 w 1003"/>
              <a:gd name="T55" fmla="*/ 1063 h 1063"/>
              <a:gd name="T56" fmla="*/ 161 w 1003"/>
              <a:gd name="T57" fmla="*/ 1063 h 1063"/>
              <a:gd name="T58" fmla="*/ 260 w 1003"/>
              <a:gd name="T59" fmla="*/ 1012 h 1063"/>
              <a:gd name="T60" fmla="*/ 424 w 1003"/>
              <a:gd name="T61" fmla="*/ 826 h 1063"/>
              <a:gd name="T62" fmla="*/ 568 w 1003"/>
              <a:gd name="T63" fmla="*/ 850 h 1063"/>
              <a:gd name="T64" fmla="*/ 604 w 1003"/>
              <a:gd name="T65" fmla="*/ 848 h 1063"/>
              <a:gd name="T66" fmla="*/ 895 w 1003"/>
              <a:gd name="T67" fmla="*/ 699 h 1063"/>
              <a:gd name="T68" fmla="*/ 993 w 1003"/>
              <a:gd name="T69" fmla="*/ 389 h 1063"/>
              <a:gd name="T70" fmla="*/ 572 w 1003"/>
              <a:gd name="T71" fmla="*/ 192 h 1063"/>
              <a:gd name="T72" fmla="*/ 549 w 1003"/>
              <a:gd name="T73" fmla="*/ 193 h 1063"/>
              <a:gd name="T74" fmla="*/ 379 w 1003"/>
              <a:gd name="T75" fmla="*/ 279 h 1063"/>
              <a:gd name="T76" fmla="*/ 381 w 1003"/>
              <a:gd name="T77" fmla="*/ 315 h 1063"/>
              <a:gd name="T78" fmla="*/ 417 w 1003"/>
              <a:gd name="T79" fmla="*/ 312 h 1063"/>
              <a:gd name="T80" fmla="*/ 553 w 1003"/>
              <a:gd name="T81" fmla="*/ 244 h 1063"/>
              <a:gd name="T82" fmla="*/ 572 w 1003"/>
              <a:gd name="T83" fmla="*/ 243 h 1063"/>
              <a:gd name="T84" fmla="*/ 698 w 1003"/>
              <a:gd name="T85" fmla="*/ 285 h 1063"/>
              <a:gd name="T86" fmla="*/ 734 w 1003"/>
              <a:gd name="T87" fmla="*/ 281 h 1063"/>
              <a:gd name="T88" fmla="*/ 730 w 1003"/>
              <a:gd name="T89" fmla="*/ 245 h 1063"/>
              <a:gd name="T90" fmla="*/ 572 w 1003"/>
              <a:gd name="T91" fmla="*/ 192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03" h="1063">
                <a:moveTo>
                  <a:pt x="593" y="735"/>
                </a:moveTo>
                <a:cubicBezTo>
                  <a:pt x="584" y="736"/>
                  <a:pt x="575" y="736"/>
                  <a:pt x="566" y="736"/>
                </a:cubicBezTo>
                <a:cubicBezTo>
                  <a:pt x="405" y="736"/>
                  <a:pt x="269" y="611"/>
                  <a:pt x="254" y="452"/>
                </a:cubicBezTo>
                <a:cubicBezTo>
                  <a:pt x="239" y="281"/>
                  <a:pt x="367" y="130"/>
                  <a:pt x="539" y="116"/>
                </a:cubicBezTo>
                <a:cubicBezTo>
                  <a:pt x="549" y="115"/>
                  <a:pt x="557" y="114"/>
                  <a:pt x="567" y="114"/>
                </a:cubicBezTo>
                <a:cubicBezTo>
                  <a:pt x="728" y="114"/>
                  <a:pt x="864" y="238"/>
                  <a:pt x="878" y="397"/>
                </a:cubicBezTo>
                <a:cubicBezTo>
                  <a:pt x="894" y="569"/>
                  <a:pt x="766" y="720"/>
                  <a:pt x="593" y="735"/>
                </a:cubicBezTo>
                <a:close/>
                <a:moveTo>
                  <a:pt x="205" y="768"/>
                </a:moveTo>
                <a:lnTo>
                  <a:pt x="106" y="889"/>
                </a:lnTo>
                <a:cubicBezTo>
                  <a:pt x="98" y="898"/>
                  <a:pt x="94" y="909"/>
                  <a:pt x="94" y="920"/>
                </a:cubicBezTo>
                <a:cubicBezTo>
                  <a:pt x="94" y="934"/>
                  <a:pt x="99" y="946"/>
                  <a:pt x="111" y="957"/>
                </a:cubicBezTo>
                <a:cubicBezTo>
                  <a:pt x="119" y="964"/>
                  <a:pt x="122" y="976"/>
                  <a:pt x="114" y="984"/>
                </a:cubicBezTo>
                <a:cubicBezTo>
                  <a:pt x="110" y="990"/>
                  <a:pt x="95" y="997"/>
                  <a:pt x="86" y="986"/>
                </a:cubicBezTo>
                <a:cubicBezTo>
                  <a:pt x="64" y="968"/>
                  <a:pt x="53" y="945"/>
                  <a:pt x="54" y="920"/>
                </a:cubicBezTo>
                <a:cubicBezTo>
                  <a:pt x="53" y="900"/>
                  <a:pt x="61" y="880"/>
                  <a:pt x="74" y="863"/>
                </a:cubicBezTo>
                <a:lnTo>
                  <a:pt x="174" y="743"/>
                </a:lnTo>
                <a:cubicBezTo>
                  <a:pt x="182" y="736"/>
                  <a:pt x="195" y="734"/>
                  <a:pt x="203" y="741"/>
                </a:cubicBezTo>
                <a:cubicBezTo>
                  <a:pt x="211" y="747"/>
                  <a:pt x="213" y="761"/>
                  <a:pt x="205" y="768"/>
                </a:cubicBezTo>
                <a:close/>
                <a:moveTo>
                  <a:pt x="993" y="389"/>
                </a:moveTo>
                <a:cubicBezTo>
                  <a:pt x="974" y="171"/>
                  <a:pt x="787" y="0"/>
                  <a:pt x="567" y="0"/>
                </a:cubicBezTo>
                <a:cubicBezTo>
                  <a:pt x="554" y="0"/>
                  <a:pt x="542" y="0"/>
                  <a:pt x="530" y="2"/>
                </a:cubicBezTo>
                <a:cubicBezTo>
                  <a:pt x="416" y="12"/>
                  <a:pt x="312" y="66"/>
                  <a:pt x="239" y="152"/>
                </a:cubicBezTo>
                <a:cubicBezTo>
                  <a:pt x="165" y="239"/>
                  <a:pt x="130" y="350"/>
                  <a:pt x="141" y="463"/>
                </a:cubicBezTo>
                <a:cubicBezTo>
                  <a:pt x="146" y="526"/>
                  <a:pt x="166" y="588"/>
                  <a:pt x="199" y="643"/>
                </a:cubicBezTo>
                <a:lnTo>
                  <a:pt x="38" y="827"/>
                </a:lnTo>
                <a:cubicBezTo>
                  <a:pt x="12" y="856"/>
                  <a:pt x="0" y="893"/>
                  <a:pt x="4" y="932"/>
                </a:cubicBezTo>
                <a:cubicBezTo>
                  <a:pt x="7" y="971"/>
                  <a:pt x="25" y="1004"/>
                  <a:pt x="55" y="1030"/>
                </a:cubicBezTo>
                <a:cubicBezTo>
                  <a:pt x="81" y="1052"/>
                  <a:pt x="114" y="1063"/>
                  <a:pt x="148" y="1063"/>
                </a:cubicBezTo>
                <a:cubicBezTo>
                  <a:pt x="152" y="1063"/>
                  <a:pt x="156" y="1063"/>
                  <a:pt x="161" y="1063"/>
                </a:cubicBezTo>
                <a:cubicBezTo>
                  <a:pt x="200" y="1059"/>
                  <a:pt x="235" y="1041"/>
                  <a:pt x="260" y="1012"/>
                </a:cubicBezTo>
                <a:lnTo>
                  <a:pt x="424" y="826"/>
                </a:lnTo>
                <a:cubicBezTo>
                  <a:pt x="471" y="842"/>
                  <a:pt x="518" y="850"/>
                  <a:pt x="568" y="850"/>
                </a:cubicBezTo>
                <a:cubicBezTo>
                  <a:pt x="580" y="850"/>
                  <a:pt x="591" y="849"/>
                  <a:pt x="604" y="848"/>
                </a:cubicBezTo>
                <a:cubicBezTo>
                  <a:pt x="718" y="838"/>
                  <a:pt x="822" y="785"/>
                  <a:pt x="895" y="699"/>
                </a:cubicBezTo>
                <a:cubicBezTo>
                  <a:pt x="969" y="612"/>
                  <a:pt x="1003" y="501"/>
                  <a:pt x="993" y="389"/>
                </a:cubicBezTo>
                <a:close/>
                <a:moveTo>
                  <a:pt x="572" y="192"/>
                </a:moveTo>
                <a:cubicBezTo>
                  <a:pt x="564" y="192"/>
                  <a:pt x="556" y="192"/>
                  <a:pt x="549" y="193"/>
                </a:cubicBezTo>
                <a:cubicBezTo>
                  <a:pt x="481" y="198"/>
                  <a:pt x="420" y="231"/>
                  <a:pt x="379" y="279"/>
                </a:cubicBezTo>
                <a:cubicBezTo>
                  <a:pt x="369" y="289"/>
                  <a:pt x="370" y="306"/>
                  <a:pt x="381" y="315"/>
                </a:cubicBezTo>
                <a:cubicBezTo>
                  <a:pt x="386" y="319"/>
                  <a:pt x="405" y="326"/>
                  <a:pt x="417" y="312"/>
                </a:cubicBezTo>
                <a:cubicBezTo>
                  <a:pt x="452" y="274"/>
                  <a:pt x="499" y="248"/>
                  <a:pt x="553" y="244"/>
                </a:cubicBezTo>
                <a:cubicBezTo>
                  <a:pt x="561" y="243"/>
                  <a:pt x="566" y="243"/>
                  <a:pt x="572" y="243"/>
                </a:cubicBezTo>
                <a:cubicBezTo>
                  <a:pt x="619" y="243"/>
                  <a:pt x="662" y="259"/>
                  <a:pt x="698" y="285"/>
                </a:cubicBezTo>
                <a:cubicBezTo>
                  <a:pt x="709" y="294"/>
                  <a:pt x="726" y="291"/>
                  <a:pt x="734" y="281"/>
                </a:cubicBezTo>
                <a:cubicBezTo>
                  <a:pt x="743" y="270"/>
                  <a:pt x="740" y="253"/>
                  <a:pt x="730" y="245"/>
                </a:cubicBezTo>
                <a:cubicBezTo>
                  <a:pt x="685" y="212"/>
                  <a:pt x="630" y="192"/>
                  <a:pt x="572" y="192"/>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4" name="Freeform 12"/>
          <p:cNvSpPr>
            <a:spLocks noChangeAspect="1"/>
          </p:cNvSpPr>
          <p:nvPr/>
        </p:nvSpPr>
        <p:spPr bwMode="auto">
          <a:xfrm>
            <a:off x="4095317" y="3148232"/>
            <a:ext cx="2567618" cy="2000683"/>
          </a:xfrm>
          <a:custGeom>
            <a:avLst/>
            <a:gdLst>
              <a:gd name="T0" fmla="*/ 3856 w 10327"/>
              <a:gd name="T1" fmla="*/ 8049 h 8049"/>
              <a:gd name="T2" fmla="*/ 3887 w 10327"/>
              <a:gd name="T3" fmla="*/ 8047 h 8049"/>
              <a:gd name="T4" fmla="*/ 3916 w 10327"/>
              <a:gd name="T5" fmla="*/ 8040 h 8049"/>
              <a:gd name="T6" fmla="*/ 3945 w 10327"/>
              <a:gd name="T7" fmla="*/ 8030 h 8049"/>
              <a:gd name="T8" fmla="*/ 3970 w 10327"/>
              <a:gd name="T9" fmla="*/ 8015 h 8049"/>
              <a:gd name="T10" fmla="*/ 3993 w 10327"/>
              <a:gd name="T11" fmla="*/ 7997 h 8049"/>
              <a:gd name="T12" fmla="*/ 4014 w 10327"/>
              <a:gd name="T13" fmla="*/ 7976 h 8049"/>
              <a:gd name="T14" fmla="*/ 4031 w 10327"/>
              <a:gd name="T15" fmla="*/ 7950 h 8049"/>
              <a:gd name="T16" fmla="*/ 4045 w 10327"/>
              <a:gd name="T17" fmla="*/ 7923 h 8049"/>
              <a:gd name="T18" fmla="*/ 4054 w 10327"/>
              <a:gd name="T19" fmla="*/ 7893 h 8049"/>
              <a:gd name="T20" fmla="*/ 4060 w 10327"/>
              <a:gd name="T21" fmla="*/ 7864 h 8049"/>
              <a:gd name="T22" fmla="*/ 4060 w 10327"/>
              <a:gd name="T23" fmla="*/ 7834 h 8049"/>
              <a:gd name="T24" fmla="*/ 4057 w 10327"/>
              <a:gd name="T25" fmla="*/ 7805 h 8049"/>
              <a:gd name="T26" fmla="*/ 4049 w 10327"/>
              <a:gd name="T27" fmla="*/ 7777 h 8049"/>
              <a:gd name="T28" fmla="*/ 4037 w 10327"/>
              <a:gd name="T29" fmla="*/ 7749 h 8049"/>
              <a:gd name="T30" fmla="*/ 4021 w 10327"/>
              <a:gd name="T31" fmla="*/ 7724 h 8049"/>
              <a:gd name="T32" fmla="*/ 4001 w 10327"/>
              <a:gd name="T33" fmla="*/ 7700 h 8049"/>
              <a:gd name="T34" fmla="*/ 10327 w 10327"/>
              <a:gd name="T35" fmla="*/ 0 h 8049"/>
              <a:gd name="T36" fmla="*/ 1038 w 10327"/>
              <a:gd name="T37" fmla="*/ 4740 h 8049"/>
              <a:gd name="T38" fmla="*/ 337 w 10327"/>
              <a:gd name="T39" fmla="*/ 4040 h 8049"/>
              <a:gd name="T40" fmla="*/ 313 w 10327"/>
              <a:gd name="T41" fmla="*/ 4022 h 8049"/>
              <a:gd name="T42" fmla="*/ 287 w 10327"/>
              <a:gd name="T43" fmla="*/ 4008 h 8049"/>
              <a:gd name="T44" fmla="*/ 258 w 10327"/>
              <a:gd name="T45" fmla="*/ 3998 h 8049"/>
              <a:gd name="T46" fmla="*/ 229 w 10327"/>
              <a:gd name="T47" fmla="*/ 3992 h 8049"/>
              <a:gd name="T48" fmla="*/ 200 w 10327"/>
              <a:gd name="T49" fmla="*/ 3991 h 8049"/>
              <a:gd name="T50" fmla="*/ 170 w 10327"/>
              <a:gd name="T51" fmla="*/ 3994 h 8049"/>
              <a:gd name="T52" fmla="*/ 141 w 10327"/>
              <a:gd name="T53" fmla="*/ 4001 h 8049"/>
              <a:gd name="T54" fmla="*/ 112 w 10327"/>
              <a:gd name="T55" fmla="*/ 4013 h 8049"/>
              <a:gd name="T56" fmla="*/ 85 w 10327"/>
              <a:gd name="T57" fmla="*/ 4029 h 8049"/>
              <a:gd name="T58" fmla="*/ 62 w 10327"/>
              <a:gd name="T59" fmla="*/ 4047 h 8049"/>
              <a:gd name="T60" fmla="*/ 42 w 10327"/>
              <a:gd name="T61" fmla="*/ 4069 h 8049"/>
              <a:gd name="T62" fmla="*/ 26 w 10327"/>
              <a:gd name="T63" fmla="*/ 4093 h 8049"/>
              <a:gd name="T64" fmla="*/ 13 w 10327"/>
              <a:gd name="T65" fmla="*/ 4121 h 8049"/>
              <a:gd name="T66" fmla="*/ 5 w 10327"/>
              <a:gd name="T67" fmla="*/ 4149 h 8049"/>
              <a:gd name="T68" fmla="*/ 1 w 10327"/>
              <a:gd name="T69" fmla="*/ 4179 h 8049"/>
              <a:gd name="T70" fmla="*/ 0 w 10327"/>
              <a:gd name="T71" fmla="*/ 7641 h 8049"/>
              <a:gd name="T72" fmla="*/ 2 w 10327"/>
              <a:gd name="T73" fmla="*/ 7682 h 8049"/>
              <a:gd name="T74" fmla="*/ 8 w 10327"/>
              <a:gd name="T75" fmla="*/ 7723 h 8049"/>
              <a:gd name="T76" fmla="*/ 18 w 10327"/>
              <a:gd name="T77" fmla="*/ 7762 h 8049"/>
              <a:gd name="T78" fmla="*/ 32 w 10327"/>
              <a:gd name="T79" fmla="*/ 7800 h 8049"/>
              <a:gd name="T80" fmla="*/ 49 w 10327"/>
              <a:gd name="T81" fmla="*/ 7835 h 8049"/>
              <a:gd name="T82" fmla="*/ 70 w 10327"/>
              <a:gd name="T83" fmla="*/ 7869 h 8049"/>
              <a:gd name="T84" fmla="*/ 94 w 10327"/>
              <a:gd name="T85" fmla="*/ 7900 h 8049"/>
              <a:gd name="T86" fmla="*/ 120 w 10327"/>
              <a:gd name="T87" fmla="*/ 7929 h 8049"/>
              <a:gd name="T88" fmla="*/ 149 w 10327"/>
              <a:gd name="T89" fmla="*/ 7956 h 8049"/>
              <a:gd name="T90" fmla="*/ 180 w 10327"/>
              <a:gd name="T91" fmla="*/ 7979 h 8049"/>
              <a:gd name="T92" fmla="*/ 214 w 10327"/>
              <a:gd name="T93" fmla="*/ 8000 h 8049"/>
              <a:gd name="T94" fmla="*/ 249 w 10327"/>
              <a:gd name="T95" fmla="*/ 8017 h 8049"/>
              <a:gd name="T96" fmla="*/ 288 w 10327"/>
              <a:gd name="T97" fmla="*/ 8031 h 8049"/>
              <a:gd name="T98" fmla="*/ 326 w 10327"/>
              <a:gd name="T99" fmla="*/ 8041 h 8049"/>
              <a:gd name="T100" fmla="*/ 367 w 10327"/>
              <a:gd name="T101" fmla="*/ 8047 h 8049"/>
              <a:gd name="T102" fmla="*/ 408 w 10327"/>
              <a:gd name="T103" fmla="*/ 8049 h 8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327" h="8049">
                <a:moveTo>
                  <a:pt x="408" y="8049"/>
                </a:moveTo>
                <a:lnTo>
                  <a:pt x="3856" y="8049"/>
                </a:lnTo>
                <a:lnTo>
                  <a:pt x="3872" y="8048"/>
                </a:lnTo>
                <a:lnTo>
                  <a:pt x="3887" y="8047"/>
                </a:lnTo>
                <a:lnTo>
                  <a:pt x="3902" y="8044"/>
                </a:lnTo>
                <a:lnTo>
                  <a:pt x="3916" y="8040"/>
                </a:lnTo>
                <a:lnTo>
                  <a:pt x="3930" y="8036"/>
                </a:lnTo>
                <a:lnTo>
                  <a:pt x="3945" y="8030"/>
                </a:lnTo>
                <a:lnTo>
                  <a:pt x="3958" y="8023"/>
                </a:lnTo>
                <a:lnTo>
                  <a:pt x="3970" y="8015"/>
                </a:lnTo>
                <a:lnTo>
                  <a:pt x="3982" y="8007"/>
                </a:lnTo>
                <a:lnTo>
                  <a:pt x="3993" y="7997"/>
                </a:lnTo>
                <a:lnTo>
                  <a:pt x="4004" y="7987"/>
                </a:lnTo>
                <a:lnTo>
                  <a:pt x="4014" y="7976"/>
                </a:lnTo>
                <a:lnTo>
                  <a:pt x="4023" y="7964"/>
                </a:lnTo>
                <a:lnTo>
                  <a:pt x="4031" y="7950"/>
                </a:lnTo>
                <a:lnTo>
                  <a:pt x="4038" y="7937"/>
                </a:lnTo>
                <a:lnTo>
                  <a:pt x="4045" y="7923"/>
                </a:lnTo>
                <a:lnTo>
                  <a:pt x="4050" y="7908"/>
                </a:lnTo>
                <a:lnTo>
                  <a:pt x="4054" y="7893"/>
                </a:lnTo>
                <a:lnTo>
                  <a:pt x="4058" y="7879"/>
                </a:lnTo>
                <a:lnTo>
                  <a:pt x="4060" y="7864"/>
                </a:lnTo>
                <a:lnTo>
                  <a:pt x="4061" y="7849"/>
                </a:lnTo>
                <a:lnTo>
                  <a:pt x="4060" y="7834"/>
                </a:lnTo>
                <a:lnTo>
                  <a:pt x="4059" y="7820"/>
                </a:lnTo>
                <a:lnTo>
                  <a:pt x="4057" y="7805"/>
                </a:lnTo>
                <a:lnTo>
                  <a:pt x="4054" y="7791"/>
                </a:lnTo>
                <a:lnTo>
                  <a:pt x="4049" y="7777"/>
                </a:lnTo>
                <a:lnTo>
                  <a:pt x="4044" y="7763"/>
                </a:lnTo>
                <a:lnTo>
                  <a:pt x="4037" y="7749"/>
                </a:lnTo>
                <a:lnTo>
                  <a:pt x="4029" y="7736"/>
                </a:lnTo>
                <a:lnTo>
                  <a:pt x="4021" y="7724"/>
                </a:lnTo>
                <a:lnTo>
                  <a:pt x="4011" y="7712"/>
                </a:lnTo>
                <a:lnTo>
                  <a:pt x="4001" y="7700"/>
                </a:lnTo>
                <a:lnTo>
                  <a:pt x="3311" y="7012"/>
                </a:lnTo>
                <a:lnTo>
                  <a:pt x="10327" y="0"/>
                </a:lnTo>
                <a:lnTo>
                  <a:pt x="5780" y="0"/>
                </a:lnTo>
                <a:lnTo>
                  <a:pt x="1038" y="4740"/>
                </a:lnTo>
                <a:lnTo>
                  <a:pt x="349" y="4050"/>
                </a:lnTo>
                <a:lnTo>
                  <a:pt x="337" y="4040"/>
                </a:lnTo>
                <a:lnTo>
                  <a:pt x="325" y="4030"/>
                </a:lnTo>
                <a:lnTo>
                  <a:pt x="313" y="4022"/>
                </a:lnTo>
                <a:lnTo>
                  <a:pt x="300" y="4014"/>
                </a:lnTo>
                <a:lnTo>
                  <a:pt x="287" y="4008"/>
                </a:lnTo>
                <a:lnTo>
                  <a:pt x="273" y="4002"/>
                </a:lnTo>
                <a:lnTo>
                  <a:pt x="258" y="3998"/>
                </a:lnTo>
                <a:lnTo>
                  <a:pt x="244" y="3994"/>
                </a:lnTo>
                <a:lnTo>
                  <a:pt x="229" y="3992"/>
                </a:lnTo>
                <a:lnTo>
                  <a:pt x="215" y="3991"/>
                </a:lnTo>
                <a:lnTo>
                  <a:pt x="200" y="3991"/>
                </a:lnTo>
                <a:lnTo>
                  <a:pt x="185" y="3991"/>
                </a:lnTo>
                <a:lnTo>
                  <a:pt x="170" y="3994"/>
                </a:lnTo>
                <a:lnTo>
                  <a:pt x="156" y="3997"/>
                </a:lnTo>
                <a:lnTo>
                  <a:pt x="141" y="4001"/>
                </a:lnTo>
                <a:lnTo>
                  <a:pt x="126" y="4006"/>
                </a:lnTo>
                <a:lnTo>
                  <a:pt x="112" y="4013"/>
                </a:lnTo>
                <a:lnTo>
                  <a:pt x="99" y="4020"/>
                </a:lnTo>
                <a:lnTo>
                  <a:pt x="85" y="4029"/>
                </a:lnTo>
                <a:lnTo>
                  <a:pt x="73" y="4038"/>
                </a:lnTo>
                <a:lnTo>
                  <a:pt x="62" y="4047"/>
                </a:lnTo>
                <a:lnTo>
                  <a:pt x="52" y="4058"/>
                </a:lnTo>
                <a:lnTo>
                  <a:pt x="42" y="4069"/>
                </a:lnTo>
                <a:lnTo>
                  <a:pt x="34" y="4081"/>
                </a:lnTo>
                <a:lnTo>
                  <a:pt x="26" y="4093"/>
                </a:lnTo>
                <a:lnTo>
                  <a:pt x="19" y="4107"/>
                </a:lnTo>
                <a:lnTo>
                  <a:pt x="13" y="4121"/>
                </a:lnTo>
                <a:lnTo>
                  <a:pt x="9" y="4135"/>
                </a:lnTo>
                <a:lnTo>
                  <a:pt x="5" y="4149"/>
                </a:lnTo>
                <a:lnTo>
                  <a:pt x="2" y="4164"/>
                </a:lnTo>
                <a:lnTo>
                  <a:pt x="1" y="4179"/>
                </a:lnTo>
                <a:lnTo>
                  <a:pt x="0" y="4195"/>
                </a:lnTo>
                <a:lnTo>
                  <a:pt x="0" y="7641"/>
                </a:lnTo>
                <a:lnTo>
                  <a:pt x="1" y="7662"/>
                </a:lnTo>
                <a:lnTo>
                  <a:pt x="2" y="7682"/>
                </a:lnTo>
                <a:lnTo>
                  <a:pt x="5" y="7703"/>
                </a:lnTo>
                <a:lnTo>
                  <a:pt x="8" y="7723"/>
                </a:lnTo>
                <a:lnTo>
                  <a:pt x="13" y="7742"/>
                </a:lnTo>
                <a:lnTo>
                  <a:pt x="18" y="7762"/>
                </a:lnTo>
                <a:lnTo>
                  <a:pt x="25" y="7781"/>
                </a:lnTo>
                <a:lnTo>
                  <a:pt x="32" y="7800"/>
                </a:lnTo>
                <a:lnTo>
                  <a:pt x="40" y="7818"/>
                </a:lnTo>
                <a:lnTo>
                  <a:pt x="49" y="7835"/>
                </a:lnTo>
                <a:lnTo>
                  <a:pt x="59" y="7852"/>
                </a:lnTo>
                <a:lnTo>
                  <a:pt x="70" y="7869"/>
                </a:lnTo>
                <a:lnTo>
                  <a:pt x="81" y="7885"/>
                </a:lnTo>
                <a:lnTo>
                  <a:pt x="94" y="7900"/>
                </a:lnTo>
                <a:lnTo>
                  <a:pt x="107" y="7915"/>
                </a:lnTo>
                <a:lnTo>
                  <a:pt x="120" y="7929"/>
                </a:lnTo>
                <a:lnTo>
                  <a:pt x="134" y="7942"/>
                </a:lnTo>
                <a:lnTo>
                  <a:pt x="149" y="7956"/>
                </a:lnTo>
                <a:lnTo>
                  <a:pt x="164" y="7968"/>
                </a:lnTo>
                <a:lnTo>
                  <a:pt x="180" y="7979"/>
                </a:lnTo>
                <a:lnTo>
                  <a:pt x="197" y="7990"/>
                </a:lnTo>
                <a:lnTo>
                  <a:pt x="214" y="8000"/>
                </a:lnTo>
                <a:lnTo>
                  <a:pt x="231" y="8009"/>
                </a:lnTo>
                <a:lnTo>
                  <a:pt x="249" y="8017"/>
                </a:lnTo>
                <a:lnTo>
                  <a:pt x="269" y="8024"/>
                </a:lnTo>
                <a:lnTo>
                  <a:pt x="288" y="8031"/>
                </a:lnTo>
                <a:lnTo>
                  <a:pt x="307" y="8036"/>
                </a:lnTo>
                <a:lnTo>
                  <a:pt x="326" y="8041"/>
                </a:lnTo>
                <a:lnTo>
                  <a:pt x="346" y="8044"/>
                </a:lnTo>
                <a:lnTo>
                  <a:pt x="367" y="8047"/>
                </a:lnTo>
                <a:lnTo>
                  <a:pt x="387" y="8048"/>
                </a:lnTo>
                <a:lnTo>
                  <a:pt x="408" y="8049"/>
                </a:lnTo>
                <a:close/>
              </a:path>
            </a:pathLst>
          </a:custGeom>
          <a:gradFill>
            <a:gsLst>
              <a:gs pos="0">
                <a:srgbClr val="C00000"/>
              </a:gs>
              <a:gs pos="100000">
                <a:srgbClr val="C00000">
                  <a:lumMod val="75000"/>
                </a:srgbClr>
              </a:gs>
            </a:gsLst>
            <a:lin ang="2700000" scaled="1"/>
          </a:gradFill>
          <a:ln w="25400" cap="flat" cmpd="sng" algn="ctr">
            <a:no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5" name="Freeform 13"/>
          <p:cNvSpPr>
            <a:spLocks noChangeAspect="1"/>
          </p:cNvSpPr>
          <p:nvPr/>
        </p:nvSpPr>
        <p:spPr bwMode="auto">
          <a:xfrm>
            <a:off x="5529066" y="2272466"/>
            <a:ext cx="2567618" cy="2000683"/>
          </a:xfrm>
          <a:custGeom>
            <a:avLst/>
            <a:gdLst>
              <a:gd name="T0" fmla="*/ 6471 w 10327"/>
              <a:gd name="T1" fmla="*/ 0 h 8049"/>
              <a:gd name="T2" fmla="*/ 6440 w 10327"/>
              <a:gd name="T3" fmla="*/ 2 h 8049"/>
              <a:gd name="T4" fmla="*/ 6411 w 10327"/>
              <a:gd name="T5" fmla="*/ 9 h 8049"/>
              <a:gd name="T6" fmla="*/ 6382 w 10327"/>
              <a:gd name="T7" fmla="*/ 19 h 8049"/>
              <a:gd name="T8" fmla="*/ 6357 w 10327"/>
              <a:gd name="T9" fmla="*/ 34 h 8049"/>
              <a:gd name="T10" fmla="*/ 6334 w 10327"/>
              <a:gd name="T11" fmla="*/ 52 h 8049"/>
              <a:gd name="T12" fmla="*/ 6313 w 10327"/>
              <a:gd name="T13" fmla="*/ 73 h 8049"/>
              <a:gd name="T14" fmla="*/ 6296 w 10327"/>
              <a:gd name="T15" fmla="*/ 99 h 8049"/>
              <a:gd name="T16" fmla="*/ 6282 w 10327"/>
              <a:gd name="T17" fmla="*/ 126 h 8049"/>
              <a:gd name="T18" fmla="*/ 6273 w 10327"/>
              <a:gd name="T19" fmla="*/ 156 h 8049"/>
              <a:gd name="T20" fmla="*/ 6267 w 10327"/>
              <a:gd name="T21" fmla="*/ 185 h 8049"/>
              <a:gd name="T22" fmla="*/ 6267 w 10327"/>
              <a:gd name="T23" fmla="*/ 215 h 8049"/>
              <a:gd name="T24" fmla="*/ 6270 w 10327"/>
              <a:gd name="T25" fmla="*/ 244 h 8049"/>
              <a:gd name="T26" fmla="*/ 6278 w 10327"/>
              <a:gd name="T27" fmla="*/ 272 h 8049"/>
              <a:gd name="T28" fmla="*/ 6290 w 10327"/>
              <a:gd name="T29" fmla="*/ 300 h 8049"/>
              <a:gd name="T30" fmla="*/ 6306 w 10327"/>
              <a:gd name="T31" fmla="*/ 325 h 8049"/>
              <a:gd name="T32" fmla="*/ 6326 w 10327"/>
              <a:gd name="T33" fmla="*/ 349 h 8049"/>
              <a:gd name="T34" fmla="*/ 0 w 10327"/>
              <a:gd name="T35" fmla="*/ 8049 h 8049"/>
              <a:gd name="T36" fmla="*/ 9289 w 10327"/>
              <a:gd name="T37" fmla="*/ 3309 h 8049"/>
              <a:gd name="T38" fmla="*/ 9990 w 10327"/>
              <a:gd name="T39" fmla="*/ 4009 h 8049"/>
              <a:gd name="T40" fmla="*/ 10014 w 10327"/>
              <a:gd name="T41" fmla="*/ 4027 h 8049"/>
              <a:gd name="T42" fmla="*/ 10040 w 10327"/>
              <a:gd name="T43" fmla="*/ 4041 h 8049"/>
              <a:gd name="T44" fmla="*/ 10069 w 10327"/>
              <a:gd name="T45" fmla="*/ 4051 h 8049"/>
              <a:gd name="T46" fmla="*/ 10098 w 10327"/>
              <a:gd name="T47" fmla="*/ 4057 h 8049"/>
              <a:gd name="T48" fmla="*/ 10127 w 10327"/>
              <a:gd name="T49" fmla="*/ 4058 h 8049"/>
              <a:gd name="T50" fmla="*/ 10157 w 10327"/>
              <a:gd name="T51" fmla="*/ 4055 h 8049"/>
              <a:gd name="T52" fmla="*/ 10186 w 10327"/>
              <a:gd name="T53" fmla="*/ 4048 h 8049"/>
              <a:gd name="T54" fmla="*/ 10215 w 10327"/>
              <a:gd name="T55" fmla="*/ 4036 h 8049"/>
              <a:gd name="T56" fmla="*/ 10242 w 10327"/>
              <a:gd name="T57" fmla="*/ 4020 h 8049"/>
              <a:gd name="T58" fmla="*/ 10265 w 10327"/>
              <a:gd name="T59" fmla="*/ 4002 h 8049"/>
              <a:gd name="T60" fmla="*/ 10285 w 10327"/>
              <a:gd name="T61" fmla="*/ 3980 h 8049"/>
              <a:gd name="T62" fmla="*/ 10301 w 10327"/>
              <a:gd name="T63" fmla="*/ 3956 h 8049"/>
              <a:gd name="T64" fmla="*/ 10314 w 10327"/>
              <a:gd name="T65" fmla="*/ 3928 h 8049"/>
              <a:gd name="T66" fmla="*/ 10322 w 10327"/>
              <a:gd name="T67" fmla="*/ 3900 h 8049"/>
              <a:gd name="T68" fmla="*/ 10326 w 10327"/>
              <a:gd name="T69" fmla="*/ 3870 h 8049"/>
              <a:gd name="T70" fmla="*/ 10327 w 10327"/>
              <a:gd name="T71" fmla="*/ 408 h 8049"/>
              <a:gd name="T72" fmla="*/ 10325 w 10327"/>
              <a:gd name="T73" fmla="*/ 367 h 8049"/>
              <a:gd name="T74" fmla="*/ 10319 w 10327"/>
              <a:gd name="T75" fmla="*/ 326 h 8049"/>
              <a:gd name="T76" fmla="*/ 10309 w 10327"/>
              <a:gd name="T77" fmla="*/ 286 h 8049"/>
              <a:gd name="T78" fmla="*/ 10295 w 10327"/>
              <a:gd name="T79" fmla="*/ 249 h 8049"/>
              <a:gd name="T80" fmla="*/ 10278 w 10327"/>
              <a:gd name="T81" fmla="*/ 214 h 8049"/>
              <a:gd name="T82" fmla="*/ 10257 w 10327"/>
              <a:gd name="T83" fmla="*/ 180 h 8049"/>
              <a:gd name="T84" fmla="*/ 10233 w 10327"/>
              <a:gd name="T85" fmla="*/ 149 h 8049"/>
              <a:gd name="T86" fmla="*/ 10207 w 10327"/>
              <a:gd name="T87" fmla="*/ 120 h 8049"/>
              <a:gd name="T88" fmla="*/ 10178 w 10327"/>
              <a:gd name="T89" fmla="*/ 93 h 8049"/>
              <a:gd name="T90" fmla="*/ 10147 w 10327"/>
              <a:gd name="T91" fmla="*/ 69 h 8049"/>
              <a:gd name="T92" fmla="*/ 10113 w 10327"/>
              <a:gd name="T93" fmla="*/ 49 h 8049"/>
              <a:gd name="T94" fmla="*/ 10078 w 10327"/>
              <a:gd name="T95" fmla="*/ 32 h 8049"/>
              <a:gd name="T96" fmla="*/ 10039 w 10327"/>
              <a:gd name="T97" fmla="*/ 18 h 8049"/>
              <a:gd name="T98" fmla="*/ 10000 w 10327"/>
              <a:gd name="T99" fmla="*/ 8 h 8049"/>
              <a:gd name="T100" fmla="*/ 9960 w 10327"/>
              <a:gd name="T101" fmla="*/ 2 h 8049"/>
              <a:gd name="T102" fmla="*/ 9919 w 10327"/>
              <a:gd name="T103" fmla="*/ 0 h 8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327" h="8049">
                <a:moveTo>
                  <a:pt x="9919" y="0"/>
                </a:moveTo>
                <a:lnTo>
                  <a:pt x="6471" y="0"/>
                </a:lnTo>
                <a:lnTo>
                  <a:pt x="6455" y="1"/>
                </a:lnTo>
                <a:lnTo>
                  <a:pt x="6440" y="2"/>
                </a:lnTo>
                <a:lnTo>
                  <a:pt x="6425" y="5"/>
                </a:lnTo>
                <a:lnTo>
                  <a:pt x="6411" y="9"/>
                </a:lnTo>
                <a:lnTo>
                  <a:pt x="6397" y="13"/>
                </a:lnTo>
                <a:lnTo>
                  <a:pt x="6382" y="19"/>
                </a:lnTo>
                <a:lnTo>
                  <a:pt x="6369" y="26"/>
                </a:lnTo>
                <a:lnTo>
                  <a:pt x="6357" y="34"/>
                </a:lnTo>
                <a:lnTo>
                  <a:pt x="6345" y="42"/>
                </a:lnTo>
                <a:lnTo>
                  <a:pt x="6334" y="52"/>
                </a:lnTo>
                <a:lnTo>
                  <a:pt x="6323" y="62"/>
                </a:lnTo>
                <a:lnTo>
                  <a:pt x="6313" y="73"/>
                </a:lnTo>
                <a:lnTo>
                  <a:pt x="6304" y="85"/>
                </a:lnTo>
                <a:lnTo>
                  <a:pt x="6296" y="99"/>
                </a:lnTo>
                <a:lnTo>
                  <a:pt x="6289" y="112"/>
                </a:lnTo>
                <a:lnTo>
                  <a:pt x="6282" y="126"/>
                </a:lnTo>
                <a:lnTo>
                  <a:pt x="6277" y="141"/>
                </a:lnTo>
                <a:lnTo>
                  <a:pt x="6273" y="156"/>
                </a:lnTo>
                <a:lnTo>
                  <a:pt x="6269" y="170"/>
                </a:lnTo>
                <a:lnTo>
                  <a:pt x="6267" y="185"/>
                </a:lnTo>
                <a:lnTo>
                  <a:pt x="6266" y="200"/>
                </a:lnTo>
                <a:lnTo>
                  <a:pt x="6267" y="215"/>
                </a:lnTo>
                <a:lnTo>
                  <a:pt x="6268" y="229"/>
                </a:lnTo>
                <a:lnTo>
                  <a:pt x="6270" y="244"/>
                </a:lnTo>
                <a:lnTo>
                  <a:pt x="6273" y="258"/>
                </a:lnTo>
                <a:lnTo>
                  <a:pt x="6278" y="272"/>
                </a:lnTo>
                <a:lnTo>
                  <a:pt x="6283" y="286"/>
                </a:lnTo>
                <a:lnTo>
                  <a:pt x="6290" y="300"/>
                </a:lnTo>
                <a:lnTo>
                  <a:pt x="6298" y="313"/>
                </a:lnTo>
                <a:lnTo>
                  <a:pt x="6306" y="325"/>
                </a:lnTo>
                <a:lnTo>
                  <a:pt x="6316" y="337"/>
                </a:lnTo>
                <a:lnTo>
                  <a:pt x="6326" y="349"/>
                </a:lnTo>
                <a:lnTo>
                  <a:pt x="7016" y="1037"/>
                </a:lnTo>
                <a:lnTo>
                  <a:pt x="0" y="8049"/>
                </a:lnTo>
                <a:lnTo>
                  <a:pt x="4547" y="8049"/>
                </a:lnTo>
                <a:lnTo>
                  <a:pt x="9289" y="3309"/>
                </a:lnTo>
                <a:lnTo>
                  <a:pt x="9978" y="3999"/>
                </a:lnTo>
                <a:lnTo>
                  <a:pt x="9990" y="4009"/>
                </a:lnTo>
                <a:lnTo>
                  <a:pt x="10002" y="4019"/>
                </a:lnTo>
                <a:lnTo>
                  <a:pt x="10014" y="4027"/>
                </a:lnTo>
                <a:lnTo>
                  <a:pt x="10027" y="4035"/>
                </a:lnTo>
                <a:lnTo>
                  <a:pt x="10040" y="4041"/>
                </a:lnTo>
                <a:lnTo>
                  <a:pt x="10054" y="4047"/>
                </a:lnTo>
                <a:lnTo>
                  <a:pt x="10069" y="4051"/>
                </a:lnTo>
                <a:lnTo>
                  <a:pt x="10083" y="4055"/>
                </a:lnTo>
                <a:lnTo>
                  <a:pt x="10098" y="4057"/>
                </a:lnTo>
                <a:lnTo>
                  <a:pt x="10112" y="4058"/>
                </a:lnTo>
                <a:lnTo>
                  <a:pt x="10127" y="4058"/>
                </a:lnTo>
                <a:lnTo>
                  <a:pt x="10142" y="4058"/>
                </a:lnTo>
                <a:lnTo>
                  <a:pt x="10157" y="4055"/>
                </a:lnTo>
                <a:lnTo>
                  <a:pt x="10171" y="4052"/>
                </a:lnTo>
                <a:lnTo>
                  <a:pt x="10186" y="4048"/>
                </a:lnTo>
                <a:lnTo>
                  <a:pt x="10201" y="4043"/>
                </a:lnTo>
                <a:lnTo>
                  <a:pt x="10215" y="4036"/>
                </a:lnTo>
                <a:lnTo>
                  <a:pt x="10228" y="4029"/>
                </a:lnTo>
                <a:lnTo>
                  <a:pt x="10242" y="4020"/>
                </a:lnTo>
                <a:lnTo>
                  <a:pt x="10254" y="4011"/>
                </a:lnTo>
                <a:lnTo>
                  <a:pt x="10265" y="4002"/>
                </a:lnTo>
                <a:lnTo>
                  <a:pt x="10275" y="3991"/>
                </a:lnTo>
                <a:lnTo>
                  <a:pt x="10285" y="3980"/>
                </a:lnTo>
                <a:lnTo>
                  <a:pt x="10293" y="3968"/>
                </a:lnTo>
                <a:lnTo>
                  <a:pt x="10301" y="3956"/>
                </a:lnTo>
                <a:lnTo>
                  <a:pt x="10308" y="3942"/>
                </a:lnTo>
                <a:lnTo>
                  <a:pt x="10314" y="3928"/>
                </a:lnTo>
                <a:lnTo>
                  <a:pt x="10318" y="3914"/>
                </a:lnTo>
                <a:lnTo>
                  <a:pt x="10322" y="3900"/>
                </a:lnTo>
                <a:lnTo>
                  <a:pt x="10325" y="3885"/>
                </a:lnTo>
                <a:lnTo>
                  <a:pt x="10326" y="3870"/>
                </a:lnTo>
                <a:lnTo>
                  <a:pt x="10327" y="3854"/>
                </a:lnTo>
                <a:lnTo>
                  <a:pt x="10327" y="408"/>
                </a:lnTo>
                <a:lnTo>
                  <a:pt x="10326" y="387"/>
                </a:lnTo>
                <a:lnTo>
                  <a:pt x="10325" y="367"/>
                </a:lnTo>
                <a:lnTo>
                  <a:pt x="10322" y="346"/>
                </a:lnTo>
                <a:lnTo>
                  <a:pt x="10319" y="326"/>
                </a:lnTo>
                <a:lnTo>
                  <a:pt x="10314" y="307"/>
                </a:lnTo>
                <a:lnTo>
                  <a:pt x="10309" y="286"/>
                </a:lnTo>
                <a:lnTo>
                  <a:pt x="10302" y="268"/>
                </a:lnTo>
                <a:lnTo>
                  <a:pt x="10295" y="249"/>
                </a:lnTo>
                <a:lnTo>
                  <a:pt x="10287" y="231"/>
                </a:lnTo>
                <a:lnTo>
                  <a:pt x="10278" y="214"/>
                </a:lnTo>
                <a:lnTo>
                  <a:pt x="10268" y="197"/>
                </a:lnTo>
                <a:lnTo>
                  <a:pt x="10257" y="180"/>
                </a:lnTo>
                <a:lnTo>
                  <a:pt x="10246" y="164"/>
                </a:lnTo>
                <a:lnTo>
                  <a:pt x="10233" y="149"/>
                </a:lnTo>
                <a:lnTo>
                  <a:pt x="10220" y="134"/>
                </a:lnTo>
                <a:lnTo>
                  <a:pt x="10207" y="120"/>
                </a:lnTo>
                <a:lnTo>
                  <a:pt x="10193" y="107"/>
                </a:lnTo>
                <a:lnTo>
                  <a:pt x="10178" y="93"/>
                </a:lnTo>
                <a:lnTo>
                  <a:pt x="10163" y="81"/>
                </a:lnTo>
                <a:lnTo>
                  <a:pt x="10147" y="69"/>
                </a:lnTo>
                <a:lnTo>
                  <a:pt x="10130" y="59"/>
                </a:lnTo>
                <a:lnTo>
                  <a:pt x="10113" y="49"/>
                </a:lnTo>
                <a:lnTo>
                  <a:pt x="10096" y="40"/>
                </a:lnTo>
                <a:lnTo>
                  <a:pt x="10078" y="32"/>
                </a:lnTo>
                <a:lnTo>
                  <a:pt x="10058" y="25"/>
                </a:lnTo>
                <a:lnTo>
                  <a:pt x="10039" y="18"/>
                </a:lnTo>
                <a:lnTo>
                  <a:pt x="10020" y="13"/>
                </a:lnTo>
                <a:lnTo>
                  <a:pt x="10000" y="8"/>
                </a:lnTo>
                <a:lnTo>
                  <a:pt x="9981" y="5"/>
                </a:lnTo>
                <a:lnTo>
                  <a:pt x="9960" y="2"/>
                </a:lnTo>
                <a:lnTo>
                  <a:pt x="9940" y="1"/>
                </a:lnTo>
                <a:lnTo>
                  <a:pt x="9919" y="0"/>
                </a:lnTo>
                <a:close/>
              </a:path>
            </a:pathLst>
          </a:custGeom>
          <a:gradFill>
            <a:gsLst>
              <a:gs pos="0">
                <a:srgbClr val="17406D"/>
              </a:gs>
              <a:gs pos="100000">
                <a:srgbClr val="17406D">
                  <a:lumMod val="75000"/>
                </a:srgbClr>
              </a:gs>
            </a:gsLst>
            <a:lin ang="2700000" scaled="1"/>
          </a:gradFill>
          <a:ln w="25400" cap="flat" cmpd="sng" algn="ctr">
            <a:noFill/>
            <a:prstDash val="solid"/>
            <a:miter lim="800000"/>
          </a:ln>
          <a:effectLst>
            <a:outerShdw blurRad="254000" dist="152400" dir="2700000" algn="t" rotWithShape="0">
              <a:prstClr val="black">
                <a:alpha val="60000"/>
              </a:prstClr>
            </a:outerShdw>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FFFFFF"/>
              </a:solidFill>
              <a:effectLst/>
              <a:uLnTx/>
              <a:uFillTx/>
              <a:latin typeface="微软雅黑" panose="020B0503020204020204" pitchFamily="34" charset="-122"/>
              <a:ea typeface="宋体" panose="02010600030101010101" pitchFamily="2" charset="-122"/>
            </a:endParaRPr>
          </a:p>
        </p:txBody>
      </p:sp>
      <p:sp>
        <p:nvSpPr>
          <p:cNvPr id="46" name="Freeform 14"/>
          <p:cNvSpPr>
            <a:spLocks noChangeAspect="1"/>
          </p:cNvSpPr>
          <p:nvPr/>
        </p:nvSpPr>
        <p:spPr bwMode="auto">
          <a:xfrm>
            <a:off x="4095317" y="2276942"/>
            <a:ext cx="2567618" cy="2000683"/>
          </a:xfrm>
          <a:custGeom>
            <a:avLst/>
            <a:gdLst>
              <a:gd name="T0" fmla="*/ 3856 w 10327"/>
              <a:gd name="T1" fmla="*/ 0 h 8049"/>
              <a:gd name="T2" fmla="*/ 3887 w 10327"/>
              <a:gd name="T3" fmla="*/ 2 h 8049"/>
              <a:gd name="T4" fmla="*/ 3916 w 10327"/>
              <a:gd name="T5" fmla="*/ 8 h 8049"/>
              <a:gd name="T6" fmla="*/ 3945 w 10327"/>
              <a:gd name="T7" fmla="*/ 19 h 8049"/>
              <a:gd name="T8" fmla="*/ 3970 w 10327"/>
              <a:gd name="T9" fmla="*/ 33 h 8049"/>
              <a:gd name="T10" fmla="*/ 3993 w 10327"/>
              <a:gd name="T11" fmla="*/ 51 h 8049"/>
              <a:gd name="T12" fmla="*/ 4014 w 10327"/>
              <a:gd name="T13" fmla="*/ 73 h 8049"/>
              <a:gd name="T14" fmla="*/ 4031 w 10327"/>
              <a:gd name="T15" fmla="*/ 98 h 8049"/>
              <a:gd name="T16" fmla="*/ 4045 w 10327"/>
              <a:gd name="T17" fmla="*/ 126 h 8049"/>
              <a:gd name="T18" fmla="*/ 4054 w 10327"/>
              <a:gd name="T19" fmla="*/ 155 h 8049"/>
              <a:gd name="T20" fmla="*/ 4060 w 10327"/>
              <a:gd name="T21" fmla="*/ 185 h 8049"/>
              <a:gd name="T22" fmla="*/ 4060 w 10327"/>
              <a:gd name="T23" fmla="*/ 214 h 8049"/>
              <a:gd name="T24" fmla="*/ 4057 w 10327"/>
              <a:gd name="T25" fmla="*/ 243 h 8049"/>
              <a:gd name="T26" fmla="*/ 4049 w 10327"/>
              <a:gd name="T27" fmla="*/ 271 h 8049"/>
              <a:gd name="T28" fmla="*/ 4037 w 10327"/>
              <a:gd name="T29" fmla="*/ 299 h 8049"/>
              <a:gd name="T30" fmla="*/ 4021 w 10327"/>
              <a:gd name="T31" fmla="*/ 325 h 8049"/>
              <a:gd name="T32" fmla="*/ 4001 w 10327"/>
              <a:gd name="T33" fmla="*/ 348 h 8049"/>
              <a:gd name="T34" fmla="*/ 10327 w 10327"/>
              <a:gd name="T35" fmla="*/ 8049 h 8049"/>
              <a:gd name="T36" fmla="*/ 1038 w 10327"/>
              <a:gd name="T37" fmla="*/ 3309 h 8049"/>
              <a:gd name="T38" fmla="*/ 337 w 10327"/>
              <a:gd name="T39" fmla="*/ 4009 h 8049"/>
              <a:gd name="T40" fmla="*/ 313 w 10327"/>
              <a:gd name="T41" fmla="*/ 4027 h 8049"/>
              <a:gd name="T42" fmla="*/ 287 w 10327"/>
              <a:gd name="T43" fmla="*/ 4041 h 8049"/>
              <a:gd name="T44" fmla="*/ 258 w 10327"/>
              <a:gd name="T45" fmla="*/ 4051 h 8049"/>
              <a:gd name="T46" fmla="*/ 229 w 10327"/>
              <a:gd name="T47" fmla="*/ 4057 h 8049"/>
              <a:gd name="T48" fmla="*/ 200 w 10327"/>
              <a:gd name="T49" fmla="*/ 4058 h 8049"/>
              <a:gd name="T50" fmla="*/ 170 w 10327"/>
              <a:gd name="T51" fmla="*/ 4055 h 8049"/>
              <a:gd name="T52" fmla="*/ 141 w 10327"/>
              <a:gd name="T53" fmla="*/ 4048 h 8049"/>
              <a:gd name="T54" fmla="*/ 112 w 10327"/>
              <a:gd name="T55" fmla="*/ 4036 h 8049"/>
              <a:gd name="T56" fmla="*/ 85 w 10327"/>
              <a:gd name="T57" fmla="*/ 4020 h 8049"/>
              <a:gd name="T58" fmla="*/ 62 w 10327"/>
              <a:gd name="T59" fmla="*/ 4001 h 8049"/>
              <a:gd name="T60" fmla="*/ 42 w 10327"/>
              <a:gd name="T61" fmla="*/ 3980 h 8049"/>
              <a:gd name="T62" fmla="*/ 26 w 10327"/>
              <a:gd name="T63" fmla="*/ 3955 h 8049"/>
              <a:gd name="T64" fmla="*/ 13 w 10327"/>
              <a:gd name="T65" fmla="*/ 3928 h 8049"/>
              <a:gd name="T66" fmla="*/ 5 w 10327"/>
              <a:gd name="T67" fmla="*/ 3899 h 8049"/>
              <a:gd name="T68" fmla="*/ 1 w 10327"/>
              <a:gd name="T69" fmla="*/ 3869 h 8049"/>
              <a:gd name="T70" fmla="*/ 0 w 10327"/>
              <a:gd name="T71" fmla="*/ 408 h 8049"/>
              <a:gd name="T72" fmla="*/ 2 w 10327"/>
              <a:gd name="T73" fmla="*/ 366 h 8049"/>
              <a:gd name="T74" fmla="*/ 8 w 10327"/>
              <a:gd name="T75" fmla="*/ 326 h 8049"/>
              <a:gd name="T76" fmla="*/ 18 w 10327"/>
              <a:gd name="T77" fmla="*/ 287 h 8049"/>
              <a:gd name="T78" fmla="*/ 32 w 10327"/>
              <a:gd name="T79" fmla="*/ 249 h 8049"/>
              <a:gd name="T80" fmla="*/ 49 w 10327"/>
              <a:gd name="T81" fmla="*/ 213 h 8049"/>
              <a:gd name="T82" fmla="*/ 70 w 10327"/>
              <a:gd name="T83" fmla="*/ 180 h 8049"/>
              <a:gd name="T84" fmla="*/ 94 w 10327"/>
              <a:gd name="T85" fmla="*/ 149 h 8049"/>
              <a:gd name="T86" fmla="*/ 120 w 10327"/>
              <a:gd name="T87" fmla="*/ 120 h 8049"/>
              <a:gd name="T88" fmla="*/ 149 w 10327"/>
              <a:gd name="T89" fmla="*/ 93 h 8049"/>
              <a:gd name="T90" fmla="*/ 180 w 10327"/>
              <a:gd name="T91" fmla="*/ 69 h 8049"/>
              <a:gd name="T92" fmla="*/ 214 w 10327"/>
              <a:gd name="T93" fmla="*/ 49 h 8049"/>
              <a:gd name="T94" fmla="*/ 249 w 10327"/>
              <a:gd name="T95" fmla="*/ 32 h 8049"/>
              <a:gd name="T96" fmla="*/ 288 w 10327"/>
              <a:gd name="T97" fmla="*/ 18 h 8049"/>
              <a:gd name="T98" fmla="*/ 326 w 10327"/>
              <a:gd name="T99" fmla="*/ 8 h 8049"/>
              <a:gd name="T100" fmla="*/ 367 w 10327"/>
              <a:gd name="T101" fmla="*/ 2 h 8049"/>
              <a:gd name="T102" fmla="*/ 408 w 10327"/>
              <a:gd name="T103" fmla="*/ 0 h 8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327" h="8049">
                <a:moveTo>
                  <a:pt x="408" y="0"/>
                </a:moveTo>
                <a:lnTo>
                  <a:pt x="3856" y="0"/>
                </a:lnTo>
                <a:lnTo>
                  <a:pt x="3872" y="0"/>
                </a:lnTo>
                <a:lnTo>
                  <a:pt x="3887" y="2"/>
                </a:lnTo>
                <a:lnTo>
                  <a:pt x="3902" y="4"/>
                </a:lnTo>
                <a:lnTo>
                  <a:pt x="3916" y="8"/>
                </a:lnTo>
                <a:lnTo>
                  <a:pt x="3930" y="13"/>
                </a:lnTo>
                <a:lnTo>
                  <a:pt x="3945" y="19"/>
                </a:lnTo>
                <a:lnTo>
                  <a:pt x="3958" y="25"/>
                </a:lnTo>
                <a:lnTo>
                  <a:pt x="3970" y="33"/>
                </a:lnTo>
                <a:lnTo>
                  <a:pt x="3982" y="42"/>
                </a:lnTo>
                <a:lnTo>
                  <a:pt x="3993" y="51"/>
                </a:lnTo>
                <a:lnTo>
                  <a:pt x="4004" y="61"/>
                </a:lnTo>
                <a:lnTo>
                  <a:pt x="4014" y="73"/>
                </a:lnTo>
                <a:lnTo>
                  <a:pt x="4023" y="85"/>
                </a:lnTo>
                <a:lnTo>
                  <a:pt x="4031" y="98"/>
                </a:lnTo>
                <a:lnTo>
                  <a:pt x="4038" y="112"/>
                </a:lnTo>
                <a:lnTo>
                  <a:pt x="4045" y="126"/>
                </a:lnTo>
                <a:lnTo>
                  <a:pt x="4050" y="140"/>
                </a:lnTo>
                <a:lnTo>
                  <a:pt x="4054" y="155"/>
                </a:lnTo>
                <a:lnTo>
                  <a:pt x="4058" y="170"/>
                </a:lnTo>
                <a:lnTo>
                  <a:pt x="4060" y="185"/>
                </a:lnTo>
                <a:lnTo>
                  <a:pt x="4061" y="200"/>
                </a:lnTo>
                <a:lnTo>
                  <a:pt x="4060" y="214"/>
                </a:lnTo>
                <a:lnTo>
                  <a:pt x="4059" y="229"/>
                </a:lnTo>
                <a:lnTo>
                  <a:pt x="4057" y="243"/>
                </a:lnTo>
                <a:lnTo>
                  <a:pt x="4054" y="257"/>
                </a:lnTo>
                <a:lnTo>
                  <a:pt x="4049" y="271"/>
                </a:lnTo>
                <a:lnTo>
                  <a:pt x="4044" y="286"/>
                </a:lnTo>
                <a:lnTo>
                  <a:pt x="4037" y="299"/>
                </a:lnTo>
                <a:lnTo>
                  <a:pt x="4029" y="312"/>
                </a:lnTo>
                <a:lnTo>
                  <a:pt x="4021" y="325"/>
                </a:lnTo>
                <a:lnTo>
                  <a:pt x="4011" y="337"/>
                </a:lnTo>
                <a:lnTo>
                  <a:pt x="4001" y="348"/>
                </a:lnTo>
                <a:lnTo>
                  <a:pt x="3311" y="1036"/>
                </a:lnTo>
                <a:lnTo>
                  <a:pt x="10327" y="8049"/>
                </a:lnTo>
                <a:lnTo>
                  <a:pt x="5780" y="8049"/>
                </a:lnTo>
                <a:lnTo>
                  <a:pt x="1038" y="3309"/>
                </a:lnTo>
                <a:lnTo>
                  <a:pt x="349" y="3998"/>
                </a:lnTo>
                <a:lnTo>
                  <a:pt x="337" y="4009"/>
                </a:lnTo>
                <a:lnTo>
                  <a:pt x="325" y="4018"/>
                </a:lnTo>
                <a:lnTo>
                  <a:pt x="313" y="4027"/>
                </a:lnTo>
                <a:lnTo>
                  <a:pt x="300" y="4034"/>
                </a:lnTo>
                <a:lnTo>
                  <a:pt x="287" y="4041"/>
                </a:lnTo>
                <a:lnTo>
                  <a:pt x="273" y="4047"/>
                </a:lnTo>
                <a:lnTo>
                  <a:pt x="258" y="4051"/>
                </a:lnTo>
                <a:lnTo>
                  <a:pt x="244" y="4054"/>
                </a:lnTo>
                <a:lnTo>
                  <a:pt x="229" y="4057"/>
                </a:lnTo>
                <a:lnTo>
                  <a:pt x="215" y="4058"/>
                </a:lnTo>
                <a:lnTo>
                  <a:pt x="200" y="4058"/>
                </a:lnTo>
                <a:lnTo>
                  <a:pt x="185" y="4057"/>
                </a:lnTo>
                <a:lnTo>
                  <a:pt x="170" y="4055"/>
                </a:lnTo>
                <a:lnTo>
                  <a:pt x="156" y="4052"/>
                </a:lnTo>
                <a:lnTo>
                  <a:pt x="141" y="4048"/>
                </a:lnTo>
                <a:lnTo>
                  <a:pt x="126" y="4042"/>
                </a:lnTo>
                <a:lnTo>
                  <a:pt x="112" y="4036"/>
                </a:lnTo>
                <a:lnTo>
                  <a:pt x="99" y="4028"/>
                </a:lnTo>
                <a:lnTo>
                  <a:pt x="85" y="4020"/>
                </a:lnTo>
                <a:lnTo>
                  <a:pt x="73" y="4011"/>
                </a:lnTo>
                <a:lnTo>
                  <a:pt x="62" y="4001"/>
                </a:lnTo>
                <a:lnTo>
                  <a:pt x="52" y="3991"/>
                </a:lnTo>
                <a:lnTo>
                  <a:pt x="42" y="3980"/>
                </a:lnTo>
                <a:lnTo>
                  <a:pt x="34" y="3968"/>
                </a:lnTo>
                <a:lnTo>
                  <a:pt x="26" y="3955"/>
                </a:lnTo>
                <a:lnTo>
                  <a:pt x="19" y="3942"/>
                </a:lnTo>
                <a:lnTo>
                  <a:pt x="13" y="3928"/>
                </a:lnTo>
                <a:lnTo>
                  <a:pt x="9" y="3914"/>
                </a:lnTo>
                <a:lnTo>
                  <a:pt x="5" y="3899"/>
                </a:lnTo>
                <a:lnTo>
                  <a:pt x="2" y="3884"/>
                </a:lnTo>
                <a:lnTo>
                  <a:pt x="1" y="3869"/>
                </a:lnTo>
                <a:lnTo>
                  <a:pt x="0" y="3854"/>
                </a:lnTo>
                <a:lnTo>
                  <a:pt x="0" y="408"/>
                </a:lnTo>
                <a:lnTo>
                  <a:pt x="1" y="387"/>
                </a:lnTo>
                <a:lnTo>
                  <a:pt x="2" y="366"/>
                </a:lnTo>
                <a:lnTo>
                  <a:pt x="5" y="346"/>
                </a:lnTo>
                <a:lnTo>
                  <a:pt x="8" y="326"/>
                </a:lnTo>
                <a:lnTo>
                  <a:pt x="13" y="306"/>
                </a:lnTo>
                <a:lnTo>
                  <a:pt x="18" y="287"/>
                </a:lnTo>
                <a:lnTo>
                  <a:pt x="25" y="267"/>
                </a:lnTo>
                <a:lnTo>
                  <a:pt x="32" y="249"/>
                </a:lnTo>
                <a:lnTo>
                  <a:pt x="40" y="231"/>
                </a:lnTo>
                <a:lnTo>
                  <a:pt x="49" y="213"/>
                </a:lnTo>
                <a:lnTo>
                  <a:pt x="59" y="196"/>
                </a:lnTo>
                <a:lnTo>
                  <a:pt x="70" y="180"/>
                </a:lnTo>
                <a:lnTo>
                  <a:pt x="81" y="164"/>
                </a:lnTo>
                <a:lnTo>
                  <a:pt x="94" y="149"/>
                </a:lnTo>
                <a:lnTo>
                  <a:pt x="107" y="134"/>
                </a:lnTo>
                <a:lnTo>
                  <a:pt x="120" y="120"/>
                </a:lnTo>
                <a:lnTo>
                  <a:pt x="134" y="106"/>
                </a:lnTo>
                <a:lnTo>
                  <a:pt x="149" y="93"/>
                </a:lnTo>
                <a:lnTo>
                  <a:pt x="164" y="80"/>
                </a:lnTo>
                <a:lnTo>
                  <a:pt x="180" y="69"/>
                </a:lnTo>
                <a:lnTo>
                  <a:pt x="197" y="58"/>
                </a:lnTo>
                <a:lnTo>
                  <a:pt x="214" y="49"/>
                </a:lnTo>
                <a:lnTo>
                  <a:pt x="231" y="40"/>
                </a:lnTo>
                <a:lnTo>
                  <a:pt x="249" y="32"/>
                </a:lnTo>
                <a:lnTo>
                  <a:pt x="269" y="24"/>
                </a:lnTo>
                <a:lnTo>
                  <a:pt x="288" y="18"/>
                </a:lnTo>
                <a:lnTo>
                  <a:pt x="307" y="12"/>
                </a:lnTo>
                <a:lnTo>
                  <a:pt x="326" y="8"/>
                </a:lnTo>
                <a:lnTo>
                  <a:pt x="346" y="4"/>
                </a:lnTo>
                <a:lnTo>
                  <a:pt x="367" y="2"/>
                </a:lnTo>
                <a:lnTo>
                  <a:pt x="387" y="0"/>
                </a:lnTo>
                <a:lnTo>
                  <a:pt x="408" y="0"/>
                </a:lnTo>
                <a:close/>
              </a:path>
            </a:pathLst>
          </a:custGeom>
          <a:gradFill>
            <a:gsLst>
              <a:gs pos="0">
                <a:srgbClr val="17406D"/>
              </a:gs>
              <a:gs pos="100000">
                <a:srgbClr val="17406D">
                  <a:lumMod val="75000"/>
                </a:srgbClr>
              </a:gs>
            </a:gsLst>
            <a:lin ang="2700000" scaled="1"/>
          </a:gradFill>
          <a:ln w="25400" cap="flat" cmpd="sng" algn="ctr">
            <a:noFill/>
            <a:prstDash val="solid"/>
            <a:miter lim="800000"/>
          </a:ln>
          <a:effectLst>
            <a:outerShdw blurRad="254000" dist="152400" algn="l" rotWithShape="0">
              <a:prstClr val="black">
                <a:alpha val="40000"/>
              </a:prstClr>
            </a:outerShdw>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FFFFFF"/>
              </a:solidFill>
              <a:effectLst/>
              <a:uLnTx/>
              <a:uFillTx/>
              <a:latin typeface="微软雅黑" panose="020B0503020204020204" pitchFamily="34" charset="-122"/>
              <a:ea typeface="宋体" panose="02010600030101010101" pitchFamily="2" charset="-122"/>
            </a:endParaRPr>
          </a:p>
        </p:txBody>
      </p:sp>
      <p:sp>
        <p:nvSpPr>
          <p:cNvPr id="47" name="Freeform 15"/>
          <p:cNvSpPr>
            <a:spLocks noChangeAspect="1"/>
          </p:cNvSpPr>
          <p:nvPr/>
        </p:nvSpPr>
        <p:spPr bwMode="auto">
          <a:xfrm>
            <a:off x="5529066" y="3143755"/>
            <a:ext cx="2567618" cy="2000683"/>
          </a:xfrm>
          <a:custGeom>
            <a:avLst/>
            <a:gdLst>
              <a:gd name="T0" fmla="*/ 6471 w 10327"/>
              <a:gd name="T1" fmla="*/ 8049 h 8049"/>
              <a:gd name="T2" fmla="*/ 6440 w 10327"/>
              <a:gd name="T3" fmla="*/ 8047 h 8049"/>
              <a:gd name="T4" fmla="*/ 6411 w 10327"/>
              <a:gd name="T5" fmla="*/ 8041 h 8049"/>
              <a:gd name="T6" fmla="*/ 6382 w 10327"/>
              <a:gd name="T7" fmla="*/ 8030 h 8049"/>
              <a:gd name="T8" fmla="*/ 6357 w 10327"/>
              <a:gd name="T9" fmla="*/ 8016 h 8049"/>
              <a:gd name="T10" fmla="*/ 6334 w 10327"/>
              <a:gd name="T11" fmla="*/ 7998 h 8049"/>
              <a:gd name="T12" fmla="*/ 6313 w 10327"/>
              <a:gd name="T13" fmla="*/ 7976 h 8049"/>
              <a:gd name="T14" fmla="*/ 6296 w 10327"/>
              <a:gd name="T15" fmla="*/ 7951 h 8049"/>
              <a:gd name="T16" fmla="*/ 6282 w 10327"/>
              <a:gd name="T17" fmla="*/ 7923 h 8049"/>
              <a:gd name="T18" fmla="*/ 6273 w 10327"/>
              <a:gd name="T19" fmla="*/ 7894 h 8049"/>
              <a:gd name="T20" fmla="*/ 6267 w 10327"/>
              <a:gd name="T21" fmla="*/ 7864 h 8049"/>
              <a:gd name="T22" fmla="*/ 6267 w 10327"/>
              <a:gd name="T23" fmla="*/ 7835 h 8049"/>
              <a:gd name="T24" fmla="*/ 6270 w 10327"/>
              <a:gd name="T25" fmla="*/ 7806 h 8049"/>
              <a:gd name="T26" fmla="*/ 6278 w 10327"/>
              <a:gd name="T27" fmla="*/ 7778 h 8049"/>
              <a:gd name="T28" fmla="*/ 6290 w 10327"/>
              <a:gd name="T29" fmla="*/ 7750 h 8049"/>
              <a:gd name="T30" fmla="*/ 6306 w 10327"/>
              <a:gd name="T31" fmla="*/ 7724 h 8049"/>
              <a:gd name="T32" fmla="*/ 6326 w 10327"/>
              <a:gd name="T33" fmla="*/ 7701 h 8049"/>
              <a:gd name="T34" fmla="*/ 0 w 10327"/>
              <a:gd name="T35" fmla="*/ 0 h 8049"/>
              <a:gd name="T36" fmla="*/ 9289 w 10327"/>
              <a:gd name="T37" fmla="*/ 4740 h 8049"/>
              <a:gd name="T38" fmla="*/ 9990 w 10327"/>
              <a:gd name="T39" fmla="*/ 4040 h 8049"/>
              <a:gd name="T40" fmla="*/ 10014 w 10327"/>
              <a:gd name="T41" fmla="*/ 4022 h 8049"/>
              <a:gd name="T42" fmla="*/ 10040 w 10327"/>
              <a:gd name="T43" fmla="*/ 4008 h 8049"/>
              <a:gd name="T44" fmla="*/ 10069 w 10327"/>
              <a:gd name="T45" fmla="*/ 3998 h 8049"/>
              <a:gd name="T46" fmla="*/ 10098 w 10327"/>
              <a:gd name="T47" fmla="*/ 3992 h 8049"/>
              <a:gd name="T48" fmla="*/ 10127 w 10327"/>
              <a:gd name="T49" fmla="*/ 3991 h 8049"/>
              <a:gd name="T50" fmla="*/ 10157 w 10327"/>
              <a:gd name="T51" fmla="*/ 3994 h 8049"/>
              <a:gd name="T52" fmla="*/ 10186 w 10327"/>
              <a:gd name="T53" fmla="*/ 4001 h 8049"/>
              <a:gd name="T54" fmla="*/ 10215 w 10327"/>
              <a:gd name="T55" fmla="*/ 4013 h 8049"/>
              <a:gd name="T56" fmla="*/ 10242 w 10327"/>
              <a:gd name="T57" fmla="*/ 4029 h 8049"/>
              <a:gd name="T58" fmla="*/ 10265 w 10327"/>
              <a:gd name="T59" fmla="*/ 4048 h 8049"/>
              <a:gd name="T60" fmla="*/ 10285 w 10327"/>
              <a:gd name="T61" fmla="*/ 4069 h 8049"/>
              <a:gd name="T62" fmla="*/ 10301 w 10327"/>
              <a:gd name="T63" fmla="*/ 4094 h 8049"/>
              <a:gd name="T64" fmla="*/ 10314 w 10327"/>
              <a:gd name="T65" fmla="*/ 4121 h 8049"/>
              <a:gd name="T66" fmla="*/ 10322 w 10327"/>
              <a:gd name="T67" fmla="*/ 4150 h 8049"/>
              <a:gd name="T68" fmla="*/ 10326 w 10327"/>
              <a:gd name="T69" fmla="*/ 4180 h 8049"/>
              <a:gd name="T70" fmla="*/ 10327 w 10327"/>
              <a:gd name="T71" fmla="*/ 7641 h 8049"/>
              <a:gd name="T72" fmla="*/ 10325 w 10327"/>
              <a:gd name="T73" fmla="*/ 7683 h 8049"/>
              <a:gd name="T74" fmla="*/ 10319 w 10327"/>
              <a:gd name="T75" fmla="*/ 7723 h 8049"/>
              <a:gd name="T76" fmla="*/ 10309 w 10327"/>
              <a:gd name="T77" fmla="*/ 7762 h 8049"/>
              <a:gd name="T78" fmla="*/ 10295 w 10327"/>
              <a:gd name="T79" fmla="*/ 7800 h 8049"/>
              <a:gd name="T80" fmla="*/ 10278 w 10327"/>
              <a:gd name="T81" fmla="*/ 7836 h 8049"/>
              <a:gd name="T82" fmla="*/ 10257 w 10327"/>
              <a:gd name="T83" fmla="*/ 7869 h 8049"/>
              <a:gd name="T84" fmla="*/ 10233 w 10327"/>
              <a:gd name="T85" fmla="*/ 7900 h 8049"/>
              <a:gd name="T86" fmla="*/ 10207 w 10327"/>
              <a:gd name="T87" fmla="*/ 7929 h 8049"/>
              <a:gd name="T88" fmla="*/ 10178 w 10327"/>
              <a:gd name="T89" fmla="*/ 7956 h 8049"/>
              <a:gd name="T90" fmla="*/ 10147 w 10327"/>
              <a:gd name="T91" fmla="*/ 7980 h 8049"/>
              <a:gd name="T92" fmla="*/ 10113 w 10327"/>
              <a:gd name="T93" fmla="*/ 8000 h 8049"/>
              <a:gd name="T94" fmla="*/ 10078 w 10327"/>
              <a:gd name="T95" fmla="*/ 8017 h 8049"/>
              <a:gd name="T96" fmla="*/ 10039 w 10327"/>
              <a:gd name="T97" fmla="*/ 8031 h 8049"/>
              <a:gd name="T98" fmla="*/ 10000 w 10327"/>
              <a:gd name="T99" fmla="*/ 8041 h 8049"/>
              <a:gd name="T100" fmla="*/ 9960 w 10327"/>
              <a:gd name="T101" fmla="*/ 8047 h 8049"/>
              <a:gd name="T102" fmla="*/ 9919 w 10327"/>
              <a:gd name="T103" fmla="*/ 8049 h 8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327" h="8049">
                <a:moveTo>
                  <a:pt x="9919" y="8049"/>
                </a:moveTo>
                <a:lnTo>
                  <a:pt x="6471" y="8049"/>
                </a:lnTo>
                <a:lnTo>
                  <a:pt x="6455" y="8049"/>
                </a:lnTo>
                <a:lnTo>
                  <a:pt x="6440" y="8047"/>
                </a:lnTo>
                <a:lnTo>
                  <a:pt x="6425" y="8045"/>
                </a:lnTo>
                <a:lnTo>
                  <a:pt x="6411" y="8041"/>
                </a:lnTo>
                <a:lnTo>
                  <a:pt x="6397" y="8036"/>
                </a:lnTo>
                <a:lnTo>
                  <a:pt x="6382" y="8030"/>
                </a:lnTo>
                <a:lnTo>
                  <a:pt x="6369" y="8024"/>
                </a:lnTo>
                <a:lnTo>
                  <a:pt x="6357" y="8016"/>
                </a:lnTo>
                <a:lnTo>
                  <a:pt x="6345" y="8007"/>
                </a:lnTo>
                <a:lnTo>
                  <a:pt x="6334" y="7998"/>
                </a:lnTo>
                <a:lnTo>
                  <a:pt x="6323" y="7988"/>
                </a:lnTo>
                <a:lnTo>
                  <a:pt x="6313" y="7976"/>
                </a:lnTo>
                <a:lnTo>
                  <a:pt x="6304" y="7963"/>
                </a:lnTo>
                <a:lnTo>
                  <a:pt x="6296" y="7951"/>
                </a:lnTo>
                <a:lnTo>
                  <a:pt x="6289" y="7937"/>
                </a:lnTo>
                <a:lnTo>
                  <a:pt x="6282" y="7923"/>
                </a:lnTo>
                <a:lnTo>
                  <a:pt x="6277" y="7909"/>
                </a:lnTo>
                <a:lnTo>
                  <a:pt x="6273" y="7894"/>
                </a:lnTo>
                <a:lnTo>
                  <a:pt x="6269" y="7879"/>
                </a:lnTo>
                <a:lnTo>
                  <a:pt x="6267" y="7864"/>
                </a:lnTo>
                <a:lnTo>
                  <a:pt x="6266" y="7849"/>
                </a:lnTo>
                <a:lnTo>
                  <a:pt x="6267" y="7835"/>
                </a:lnTo>
                <a:lnTo>
                  <a:pt x="6268" y="7820"/>
                </a:lnTo>
                <a:lnTo>
                  <a:pt x="6270" y="7806"/>
                </a:lnTo>
                <a:lnTo>
                  <a:pt x="6273" y="7791"/>
                </a:lnTo>
                <a:lnTo>
                  <a:pt x="6278" y="7778"/>
                </a:lnTo>
                <a:lnTo>
                  <a:pt x="6283" y="7763"/>
                </a:lnTo>
                <a:lnTo>
                  <a:pt x="6290" y="7750"/>
                </a:lnTo>
                <a:lnTo>
                  <a:pt x="6298" y="7737"/>
                </a:lnTo>
                <a:lnTo>
                  <a:pt x="6306" y="7724"/>
                </a:lnTo>
                <a:lnTo>
                  <a:pt x="6316" y="7712"/>
                </a:lnTo>
                <a:lnTo>
                  <a:pt x="6326" y="7701"/>
                </a:lnTo>
                <a:lnTo>
                  <a:pt x="7016" y="7013"/>
                </a:lnTo>
                <a:lnTo>
                  <a:pt x="0" y="0"/>
                </a:lnTo>
                <a:lnTo>
                  <a:pt x="4547" y="0"/>
                </a:lnTo>
                <a:lnTo>
                  <a:pt x="9289" y="4740"/>
                </a:lnTo>
                <a:lnTo>
                  <a:pt x="9978" y="4051"/>
                </a:lnTo>
                <a:lnTo>
                  <a:pt x="9990" y="4040"/>
                </a:lnTo>
                <a:lnTo>
                  <a:pt x="10002" y="4031"/>
                </a:lnTo>
                <a:lnTo>
                  <a:pt x="10014" y="4022"/>
                </a:lnTo>
                <a:lnTo>
                  <a:pt x="10027" y="4015"/>
                </a:lnTo>
                <a:lnTo>
                  <a:pt x="10040" y="4008"/>
                </a:lnTo>
                <a:lnTo>
                  <a:pt x="10054" y="4002"/>
                </a:lnTo>
                <a:lnTo>
                  <a:pt x="10069" y="3998"/>
                </a:lnTo>
                <a:lnTo>
                  <a:pt x="10083" y="3995"/>
                </a:lnTo>
                <a:lnTo>
                  <a:pt x="10098" y="3992"/>
                </a:lnTo>
                <a:lnTo>
                  <a:pt x="10112" y="3991"/>
                </a:lnTo>
                <a:lnTo>
                  <a:pt x="10127" y="3991"/>
                </a:lnTo>
                <a:lnTo>
                  <a:pt x="10142" y="3992"/>
                </a:lnTo>
                <a:lnTo>
                  <a:pt x="10157" y="3994"/>
                </a:lnTo>
                <a:lnTo>
                  <a:pt x="10171" y="3997"/>
                </a:lnTo>
                <a:lnTo>
                  <a:pt x="10186" y="4001"/>
                </a:lnTo>
                <a:lnTo>
                  <a:pt x="10201" y="4007"/>
                </a:lnTo>
                <a:lnTo>
                  <a:pt x="10215" y="4013"/>
                </a:lnTo>
                <a:lnTo>
                  <a:pt x="10228" y="4021"/>
                </a:lnTo>
                <a:lnTo>
                  <a:pt x="10242" y="4029"/>
                </a:lnTo>
                <a:lnTo>
                  <a:pt x="10254" y="4038"/>
                </a:lnTo>
                <a:lnTo>
                  <a:pt x="10265" y="4048"/>
                </a:lnTo>
                <a:lnTo>
                  <a:pt x="10275" y="4058"/>
                </a:lnTo>
                <a:lnTo>
                  <a:pt x="10285" y="4069"/>
                </a:lnTo>
                <a:lnTo>
                  <a:pt x="10293" y="4081"/>
                </a:lnTo>
                <a:lnTo>
                  <a:pt x="10301" y="4094"/>
                </a:lnTo>
                <a:lnTo>
                  <a:pt x="10308" y="4107"/>
                </a:lnTo>
                <a:lnTo>
                  <a:pt x="10314" y="4121"/>
                </a:lnTo>
                <a:lnTo>
                  <a:pt x="10318" y="4135"/>
                </a:lnTo>
                <a:lnTo>
                  <a:pt x="10322" y="4150"/>
                </a:lnTo>
                <a:lnTo>
                  <a:pt x="10325" y="4165"/>
                </a:lnTo>
                <a:lnTo>
                  <a:pt x="10326" y="4180"/>
                </a:lnTo>
                <a:lnTo>
                  <a:pt x="10327" y="4195"/>
                </a:lnTo>
                <a:lnTo>
                  <a:pt x="10327" y="7641"/>
                </a:lnTo>
                <a:lnTo>
                  <a:pt x="10326" y="7662"/>
                </a:lnTo>
                <a:lnTo>
                  <a:pt x="10325" y="7683"/>
                </a:lnTo>
                <a:lnTo>
                  <a:pt x="10322" y="7703"/>
                </a:lnTo>
                <a:lnTo>
                  <a:pt x="10319" y="7723"/>
                </a:lnTo>
                <a:lnTo>
                  <a:pt x="10314" y="7743"/>
                </a:lnTo>
                <a:lnTo>
                  <a:pt x="10309" y="7762"/>
                </a:lnTo>
                <a:lnTo>
                  <a:pt x="10302" y="7782"/>
                </a:lnTo>
                <a:lnTo>
                  <a:pt x="10295" y="7800"/>
                </a:lnTo>
                <a:lnTo>
                  <a:pt x="10287" y="7818"/>
                </a:lnTo>
                <a:lnTo>
                  <a:pt x="10278" y="7836"/>
                </a:lnTo>
                <a:lnTo>
                  <a:pt x="10268" y="7853"/>
                </a:lnTo>
                <a:lnTo>
                  <a:pt x="10257" y="7869"/>
                </a:lnTo>
                <a:lnTo>
                  <a:pt x="10246" y="7885"/>
                </a:lnTo>
                <a:lnTo>
                  <a:pt x="10233" y="7900"/>
                </a:lnTo>
                <a:lnTo>
                  <a:pt x="10220" y="7915"/>
                </a:lnTo>
                <a:lnTo>
                  <a:pt x="10207" y="7929"/>
                </a:lnTo>
                <a:lnTo>
                  <a:pt x="10193" y="7943"/>
                </a:lnTo>
                <a:lnTo>
                  <a:pt x="10178" y="7956"/>
                </a:lnTo>
                <a:lnTo>
                  <a:pt x="10163" y="7969"/>
                </a:lnTo>
                <a:lnTo>
                  <a:pt x="10147" y="7980"/>
                </a:lnTo>
                <a:lnTo>
                  <a:pt x="10130" y="7991"/>
                </a:lnTo>
                <a:lnTo>
                  <a:pt x="10113" y="8000"/>
                </a:lnTo>
                <a:lnTo>
                  <a:pt x="10096" y="8009"/>
                </a:lnTo>
                <a:lnTo>
                  <a:pt x="10078" y="8017"/>
                </a:lnTo>
                <a:lnTo>
                  <a:pt x="10058" y="8025"/>
                </a:lnTo>
                <a:lnTo>
                  <a:pt x="10039" y="8031"/>
                </a:lnTo>
                <a:lnTo>
                  <a:pt x="10020" y="8037"/>
                </a:lnTo>
                <a:lnTo>
                  <a:pt x="10000" y="8041"/>
                </a:lnTo>
                <a:lnTo>
                  <a:pt x="9981" y="8045"/>
                </a:lnTo>
                <a:lnTo>
                  <a:pt x="9960" y="8047"/>
                </a:lnTo>
                <a:lnTo>
                  <a:pt x="9940" y="8049"/>
                </a:lnTo>
                <a:lnTo>
                  <a:pt x="9919" y="8049"/>
                </a:lnTo>
                <a:close/>
              </a:path>
            </a:pathLst>
          </a:custGeom>
          <a:gradFill>
            <a:gsLst>
              <a:gs pos="0">
                <a:srgbClr val="C00000"/>
              </a:gs>
              <a:gs pos="100000">
                <a:srgbClr val="C00000">
                  <a:lumMod val="75000"/>
                </a:srgbClr>
              </a:gs>
            </a:gsLst>
            <a:lin ang="2700000" scaled="1"/>
          </a:gradFill>
          <a:ln w="25400" cap="flat" cmpd="sng" algn="ctr">
            <a:no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8" name="文本框 47"/>
          <p:cNvSpPr txBox="1">
            <a:spLocks/>
          </p:cNvSpPr>
          <p:nvPr/>
        </p:nvSpPr>
        <p:spPr>
          <a:xfrm>
            <a:off x="1579410" y="2075290"/>
            <a:ext cx="2232000" cy="1169551"/>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49" name="文本框 48"/>
          <p:cNvSpPr txBox="1">
            <a:spLocks/>
          </p:cNvSpPr>
          <p:nvPr/>
        </p:nvSpPr>
        <p:spPr>
          <a:xfrm>
            <a:off x="1579410" y="1720612"/>
            <a:ext cx="2232000"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0" name="文本框 49"/>
          <p:cNvSpPr txBox="1">
            <a:spLocks/>
          </p:cNvSpPr>
          <p:nvPr/>
        </p:nvSpPr>
        <p:spPr>
          <a:xfrm>
            <a:off x="8380591" y="2075290"/>
            <a:ext cx="2232000" cy="1169551"/>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51" name="文本框 50"/>
          <p:cNvSpPr txBox="1">
            <a:spLocks/>
          </p:cNvSpPr>
          <p:nvPr/>
        </p:nvSpPr>
        <p:spPr>
          <a:xfrm>
            <a:off x="8380591" y="1720612"/>
            <a:ext cx="2232000"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2" name="文本框 51"/>
          <p:cNvSpPr txBox="1">
            <a:spLocks/>
          </p:cNvSpPr>
          <p:nvPr/>
        </p:nvSpPr>
        <p:spPr>
          <a:xfrm>
            <a:off x="1579410" y="4572562"/>
            <a:ext cx="2232000" cy="1169551"/>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53" name="文本框 52"/>
          <p:cNvSpPr txBox="1">
            <a:spLocks/>
          </p:cNvSpPr>
          <p:nvPr/>
        </p:nvSpPr>
        <p:spPr>
          <a:xfrm>
            <a:off x="1579410" y="4217884"/>
            <a:ext cx="2232000"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4" name="文本框 53"/>
          <p:cNvSpPr txBox="1">
            <a:spLocks/>
          </p:cNvSpPr>
          <p:nvPr/>
        </p:nvSpPr>
        <p:spPr>
          <a:xfrm>
            <a:off x="8380591" y="4572562"/>
            <a:ext cx="2232000" cy="1169551"/>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55" name="文本框 54"/>
          <p:cNvSpPr txBox="1">
            <a:spLocks/>
          </p:cNvSpPr>
          <p:nvPr/>
        </p:nvSpPr>
        <p:spPr>
          <a:xfrm>
            <a:off x="8380591" y="4217884"/>
            <a:ext cx="2232000"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6" name="文本框 55"/>
          <p:cNvSpPr txBox="1"/>
          <p:nvPr/>
        </p:nvSpPr>
        <p:spPr>
          <a:xfrm>
            <a:off x="4201913" y="2344396"/>
            <a:ext cx="652743" cy="646331"/>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700" b="1" i="0" u="none" strike="noStrike" kern="0" cap="none" spc="0" normalizeH="0" baseline="0" noProof="0" dirty="0">
                <a:ln>
                  <a:noFill/>
                </a:ln>
                <a:solidFill>
                  <a:srgbClr val="FFFFFF"/>
                </a:solidFill>
                <a:effectLst/>
                <a:uLnTx/>
                <a:uFillTx/>
              </a:rPr>
              <a:t>01</a:t>
            </a:r>
            <a:endParaRPr kumimoji="0" lang="zh-CN" altLang="en-US" sz="3600" b="1" i="0" u="none" strike="noStrike" kern="0" cap="none" spc="0" normalizeH="0" baseline="0" noProof="0" dirty="0">
              <a:ln>
                <a:noFill/>
              </a:ln>
              <a:solidFill>
                <a:srgbClr val="FFFFFF"/>
              </a:solidFill>
              <a:effectLst/>
              <a:uLnTx/>
              <a:uFillTx/>
            </a:endParaRPr>
          </a:p>
        </p:txBody>
      </p:sp>
      <p:sp>
        <p:nvSpPr>
          <p:cNvPr id="57" name="文本框 56"/>
          <p:cNvSpPr txBox="1"/>
          <p:nvPr/>
        </p:nvSpPr>
        <p:spPr>
          <a:xfrm>
            <a:off x="7349893" y="2344396"/>
            <a:ext cx="652743" cy="646331"/>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700" b="1" i="0" u="none" strike="noStrike" kern="0" cap="none" spc="0" normalizeH="0" baseline="0" noProof="0" dirty="0">
                <a:ln>
                  <a:noFill/>
                </a:ln>
                <a:solidFill>
                  <a:srgbClr val="FFFFFF"/>
                </a:solidFill>
                <a:effectLst/>
                <a:uLnTx/>
                <a:uFillTx/>
              </a:rPr>
              <a:t>02</a:t>
            </a:r>
            <a:endParaRPr kumimoji="0" lang="zh-CN" altLang="en-US" sz="3600" b="1" i="0" u="none" strike="noStrike" kern="0" cap="none" spc="0" normalizeH="0" baseline="0" noProof="0" dirty="0">
              <a:ln>
                <a:noFill/>
              </a:ln>
              <a:solidFill>
                <a:srgbClr val="FFFFFF"/>
              </a:solidFill>
              <a:effectLst/>
              <a:uLnTx/>
              <a:uFillTx/>
            </a:endParaRPr>
          </a:p>
        </p:txBody>
      </p:sp>
      <p:sp>
        <p:nvSpPr>
          <p:cNvPr id="58" name="文本框 57"/>
          <p:cNvSpPr txBox="1"/>
          <p:nvPr/>
        </p:nvSpPr>
        <p:spPr>
          <a:xfrm>
            <a:off x="4201913" y="4414523"/>
            <a:ext cx="652743" cy="646331"/>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700" b="1" i="0" u="none" strike="noStrike" kern="0" cap="none" spc="0" normalizeH="0" baseline="0" noProof="0" dirty="0">
                <a:ln>
                  <a:noFill/>
                </a:ln>
                <a:solidFill>
                  <a:srgbClr val="FFFFFF"/>
                </a:solidFill>
                <a:effectLst/>
                <a:uLnTx/>
                <a:uFillTx/>
              </a:rPr>
              <a:t>03</a:t>
            </a:r>
            <a:endParaRPr kumimoji="0" lang="zh-CN" altLang="en-US" sz="3600" b="1" i="0" u="none" strike="noStrike" kern="0" cap="none" spc="0" normalizeH="0" baseline="0" noProof="0" dirty="0">
              <a:ln>
                <a:noFill/>
              </a:ln>
              <a:solidFill>
                <a:srgbClr val="FFFFFF"/>
              </a:solidFill>
              <a:effectLst/>
              <a:uLnTx/>
              <a:uFillTx/>
            </a:endParaRPr>
          </a:p>
        </p:txBody>
      </p:sp>
      <p:sp>
        <p:nvSpPr>
          <p:cNvPr id="59" name="文本框 58"/>
          <p:cNvSpPr txBox="1"/>
          <p:nvPr/>
        </p:nvSpPr>
        <p:spPr>
          <a:xfrm>
            <a:off x="7349893" y="4414523"/>
            <a:ext cx="652743" cy="646331"/>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700" b="1" i="0" u="none" strike="noStrike" kern="0" cap="none" spc="0" normalizeH="0" baseline="0" noProof="0" dirty="0">
                <a:ln>
                  <a:noFill/>
                </a:ln>
                <a:solidFill>
                  <a:srgbClr val="FFFFFF"/>
                </a:solidFill>
                <a:effectLst/>
                <a:uLnTx/>
                <a:uFillTx/>
              </a:rPr>
              <a:t>04</a:t>
            </a:r>
            <a:endParaRPr kumimoji="0" lang="zh-CN" altLang="en-US" sz="3600" b="1" i="0"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139960989"/>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1"/>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4"/>
                                            </p:tgtEl>
                                            <p:attrNameLst>
                                              <p:attrName>style.visibility</p:attrName>
                                            </p:attrNameLst>
                                          </p:cBhvr>
                                          <p:to>
                                            <p:strVal val="visible"/>
                                          </p:to>
                                        </p:set>
                                        <p:anim calcmode="lin" valueType="num">
                                          <p:cBhvr>
                                            <p:cTn id="14" dur="500" fill="hold"/>
                                            <p:tgtEl>
                                              <p:spTgt spid="34"/>
                                            </p:tgtEl>
                                            <p:attrNameLst>
                                              <p:attrName>ppt_w</p:attrName>
                                            </p:attrNameLst>
                                          </p:cBhvr>
                                          <p:tavLst>
                                            <p:tav tm="0">
                                              <p:val>
                                                <p:fltVal val="0"/>
                                              </p:val>
                                            </p:tav>
                                            <p:tav tm="100000">
                                              <p:val>
                                                <p:strVal val="#ppt_w"/>
                                              </p:val>
                                            </p:tav>
                                          </p:tavLst>
                                        </p:anim>
                                        <p:anim calcmode="lin" valueType="num">
                                          <p:cBhvr>
                                            <p:cTn id="15" dur="500" fill="hold"/>
                                            <p:tgtEl>
                                              <p:spTgt spid="34"/>
                                            </p:tgtEl>
                                            <p:attrNameLst>
                                              <p:attrName>ppt_h</p:attrName>
                                            </p:attrNameLst>
                                          </p:cBhvr>
                                          <p:tavLst>
                                            <p:tav tm="0">
                                              <p:val>
                                                <p:fltVal val="0"/>
                                              </p:val>
                                            </p:tav>
                                            <p:tav tm="100000">
                                              <p:val>
                                                <p:strVal val="#ppt_h"/>
                                              </p:val>
                                            </p:tav>
                                          </p:tavLst>
                                        </p:anim>
                                        <p:animEffect transition="in" filter="fade">
                                          <p:cBhvr>
                                            <p:cTn id="16" dur="500"/>
                                            <p:tgtEl>
                                              <p:spTgt spid="34"/>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4"/>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5"/>
                                            </p:tgtEl>
                                            <p:attrNameLst>
                                              <p:attrName>ppt_x</p:attrName>
                                              <p:attrName>ppt_y</p:attrName>
                                            </p:attrNameLst>
                                          </p:cBhvr>
                                          <p:rCtr x="12500" y="0"/>
                                        </p:animMotion>
                                      </p:childTnLst>
                                    </p:cTn>
                                  </p:par>
                                </p:childTnLst>
                              </p:cTn>
                            </p:par>
                            <p:par>
                              <p:cTn id="26" fill="hold">
                                <p:stCondLst>
                                  <p:cond delay="1500"/>
                                </p:stCondLst>
                                <p:childTnLst>
                                  <p:par>
                                    <p:cTn id="27" presetID="2" presetClass="entr" presetSubtype="4" accel="50000" fill="hold" grpId="0" nodeType="afterEffect" p14:presetBounceEnd="50000">
                                      <p:stCondLst>
                                        <p:cond delay="0"/>
                                      </p:stCondLst>
                                      <p:childTnLst>
                                        <p:set>
                                          <p:cBhvr>
                                            <p:cTn id="28" dur="1" fill="hold">
                                              <p:stCondLst>
                                                <p:cond delay="0"/>
                                              </p:stCondLst>
                                            </p:cTn>
                                            <p:tgtEl>
                                              <p:spTgt spid="46"/>
                                            </p:tgtEl>
                                            <p:attrNameLst>
                                              <p:attrName>style.visibility</p:attrName>
                                            </p:attrNameLst>
                                          </p:cBhvr>
                                          <p:to>
                                            <p:strVal val="visible"/>
                                          </p:to>
                                        </p:set>
                                        <p:anim calcmode="lin" valueType="num" p14:bounceEnd="50000">
                                          <p:cBhvr additive="base">
                                            <p:cTn id="29" dur="1000" fill="hold"/>
                                            <p:tgtEl>
                                              <p:spTgt spid="46"/>
                                            </p:tgtEl>
                                            <p:attrNameLst>
                                              <p:attrName>ppt_x</p:attrName>
                                            </p:attrNameLst>
                                          </p:cBhvr>
                                          <p:tavLst>
                                            <p:tav tm="0">
                                              <p:val>
                                                <p:strVal val="#ppt_x"/>
                                              </p:val>
                                            </p:tav>
                                            <p:tav tm="100000">
                                              <p:val>
                                                <p:strVal val="#ppt_x"/>
                                              </p:val>
                                            </p:tav>
                                          </p:tavLst>
                                        </p:anim>
                                        <p:anim calcmode="lin" valueType="num" p14:bounceEnd="50000">
                                          <p:cBhvr additive="base">
                                            <p:cTn id="30" dur="1000" fill="hold"/>
                                            <p:tgtEl>
                                              <p:spTgt spid="46"/>
                                            </p:tgtEl>
                                            <p:attrNameLst>
                                              <p:attrName>ppt_y</p:attrName>
                                            </p:attrNameLst>
                                          </p:cBhvr>
                                          <p:tavLst>
                                            <p:tav tm="0">
                                              <p:val>
                                                <p:strVal val="1+#ppt_h/2"/>
                                              </p:val>
                                            </p:tav>
                                            <p:tav tm="100000">
                                              <p:val>
                                                <p:strVal val="#ppt_y"/>
                                              </p:val>
                                            </p:tav>
                                          </p:tavLst>
                                        </p:anim>
                                      </p:childTnLst>
                                    </p:cTn>
                                  </p:par>
                                  <p:par>
                                    <p:cTn id="31" presetID="2" presetClass="entr" presetSubtype="4" accel="50000" fill="hold" grpId="0" nodeType="withEffect" p14:presetBounceEnd="50000">
                                      <p:stCondLst>
                                        <p:cond delay="0"/>
                                      </p:stCondLst>
                                      <p:childTnLst>
                                        <p:set>
                                          <p:cBhvr>
                                            <p:cTn id="32" dur="1" fill="hold">
                                              <p:stCondLst>
                                                <p:cond delay="0"/>
                                              </p:stCondLst>
                                            </p:cTn>
                                            <p:tgtEl>
                                              <p:spTgt spid="45"/>
                                            </p:tgtEl>
                                            <p:attrNameLst>
                                              <p:attrName>style.visibility</p:attrName>
                                            </p:attrNameLst>
                                          </p:cBhvr>
                                          <p:to>
                                            <p:strVal val="visible"/>
                                          </p:to>
                                        </p:set>
                                        <p:anim calcmode="lin" valueType="num" p14:bounceEnd="50000">
                                          <p:cBhvr additive="base">
                                            <p:cTn id="33" dur="1000" fill="hold"/>
                                            <p:tgtEl>
                                              <p:spTgt spid="45"/>
                                            </p:tgtEl>
                                            <p:attrNameLst>
                                              <p:attrName>ppt_x</p:attrName>
                                            </p:attrNameLst>
                                          </p:cBhvr>
                                          <p:tavLst>
                                            <p:tav tm="0">
                                              <p:val>
                                                <p:strVal val="#ppt_x"/>
                                              </p:val>
                                            </p:tav>
                                            <p:tav tm="100000">
                                              <p:val>
                                                <p:strVal val="#ppt_x"/>
                                              </p:val>
                                            </p:tav>
                                          </p:tavLst>
                                        </p:anim>
                                        <p:anim calcmode="lin" valueType="num" p14:bounceEnd="50000">
                                          <p:cBhvr additive="base">
                                            <p:cTn id="34" dur="1000" fill="hold"/>
                                            <p:tgtEl>
                                              <p:spTgt spid="45"/>
                                            </p:tgtEl>
                                            <p:attrNameLst>
                                              <p:attrName>ppt_y</p:attrName>
                                            </p:attrNameLst>
                                          </p:cBhvr>
                                          <p:tavLst>
                                            <p:tav tm="0">
                                              <p:val>
                                                <p:strVal val="1+#ppt_h/2"/>
                                              </p:val>
                                            </p:tav>
                                            <p:tav tm="100000">
                                              <p:val>
                                                <p:strVal val="#ppt_y"/>
                                              </p:val>
                                            </p:tav>
                                          </p:tavLst>
                                        </p:anim>
                                      </p:childTnLst>
                                    </p:cTn>
                                  </p:par>
                                  <p:par>
                                    <p:cTn id="35" presetID="2" presetClass="entr" presetSubtype="1" accel="50000" fill="hold" grpId="0" nodeType="withEffect" p14:presetBounceEnd="50000">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14:bounceEnd="50000">
                                          <p:cBhvr additive="base">
                                            <p:cTn id="37" dur="1000" fill="hold"/>
                                            <p:tgtEl>
                                              <p:spTgt spid="44"/>
                                            </p:tgtEl>
                                            <p:attrNameLst>
                                              <p:attrName>ppt_x</p:attrName>
                                            </p:attrNameLst>
                                          </p:cBhvr>
                                          <p:tavLst>
                                            <p:tav tm="0">
                                              <p:val>
                                                <p:strVal val="#ppt_x"/>
                                              </p:val>
                                            </p:tav>
                                            <p:tav tm="100000">
                                              <p:val>
                                                <p:strVal val="#ppt_x"/>
                                              </p:val>
                                            </p:tav>
                                          </p:tavLst>
                                        </p:anim>
                                        <p:anim calcmode="lin" valueType="num" p14:bounceEnd="50000">
                                          <p:cBhvr additive="base">
                                            <p:cTn id="38" dur="1000" fill="hold"/>
                                            <p:tgtEl>
                                              <p:spTgt spid="44"/>
                                            </p:tgtEl>
                                            <p:attrNameLst>
                                              <p:attrName>ppt_y</p:attrName>
                                            </p:attrNameLst>
                                          </p:cBhvr>
                                          <p:tavLst>
                                            <p:tav tm="0">
                                              <p:val>
                                                <p:strVal val="0-#ppt_h/2"/>
                                              </p:val>
                                            </p:tav>
                                            <p:tav tm="100000">
                                              <p:val>
                                                <p:strVal val="#ppt_y"/>
                                              </p:val>
                                            </p:tav>
                                          </p:tavLst>
                                        </p:anim>
                                      </p:childTnLst>
                                    </p:cTn>
                                  </p:par>
                                  <p:par>
                                    <p:cTn id="39" presetID="2" presetClass="entr" presetSubtype="1" accel="50000" fill="hold" grpId="0" nodeType="withEffect" p14:presetBounceEnd="50000">
                                      <p:stCondLst>
                                        <p:cond delay="0"/>
                                      </p:stCondLst>
                                      <p:childTnLst>
                                        <p:set>
                                          <p:cBhvr>
                                            <p:cTn id="40" dur="1" fill="hold">
                                              <p:stCondLst>
                                                <p:cond delay="0"/>
                                              </p:stCondLst>
                                            </p:cTn>
                                            <p:tgtEl>
                                              <p:spTgt spid="47"/>
                                            </p:tgtEl>
                                            <p:attrNameLst>
                                              <p:attrName>style.visibility</p:attrName>
                                            </p:attrNameLst>
                                          </p:cBhvr>
                                          <p:to>
                                            <p:strVal val="visible"/>
                                          </p:to>
                                        </p:set>
                                        <p:anim calcmode="lin" valueType="num" p14:bounceEnd="50000">
                                          <p:cBhvr additive="base">
                                            <p:cTn id="41" dur="1000" fill="hold"/>
                                            <p:tgtEl>
                                              <p:spTgt spid="47"/>
                                            </p:tgtEl>
                                            <p:attrNameLst>
                                              <p:attrName>ppt_x</p:attrName>
                                            </p:attrNameLst>
                                          </p:cBhvr>
                                          <p:tavLst>
                                            <p:tav tm="0">
                                              <p:val>
                                                <p:strVal val="#ppt_x"/>
                                              </p:val>
                                            </p:tav>
                                            <p:tav tm="100000">
                                              <p:val>
                                                <p:strVal val="#ppt_x"/>
                                              </p:val>
                                            </p:tav>
                                          </p:tavLst>
                                        </p:anim>
                                        <p:anim calcmode="lin" valueType="num" p14:bounceEnd="50000">
                                          <p:cBhvr additive="base">
                                            <p:cTn id="42" dur="1000" fill="hold"/>
                                            <p:tgtEl>
                                              <p:spTgt spid="47"/>
                                            </p:tgtEl>
                                            <p:attrNameLst>
                                              <p:attrName>ppt_y</p:attrName>
                                            </p:attrNameLst>
                                          </p:cBhvr>
                                          <p:tavLst>
                                            <p:tav tm="0">
                                              <p:val>
                                                <p:strVal val="0-#ppt_h/2"/>
                                              </p:val>
                                            </p:tav>
                                            <p:tav tm="100000">
                                              <p:val>
                                                <p:strVal val="#ppt_y"/>
                                              </p:val>
                                            </p:tav>
                                          </p:tavLst>
                                        </p:anim>
                                      </p:childTnLst>
                                    </p:cTn>
                                  </p:par>
                                </p:childTnLst>
                              </p:cTn>
                            </p:par>
                            <p:par>
                              <p:cTn id="43" fill="hold">
                                <p:stCondLst>
                                  <p:cond delay="2500"/>
                                </p:stCondLst>
                                <p:childTnLst>
                                  <p:par>
                                    <p:cTn id="44" presetID="53" presetClass="entr" presetSubtype="16" fill="hold" grpId="0" nodeType="afterEffect">
                                      <p:stCondLst>
                                        <p:cond delay="0"/>
                                      </p:stCondLst>
                                      <p:childTnLst>
                                        <p:set>
                                          <p:cBhvr>
                                            <p:cTn id="45" dur="1" fill="hold">
                                              <p:stCondLst>
                                                <p:cond delay="0"/>
                                              </p:stCondLst>
                                            </p:cTn>
                                            <p:tgtEl>
                                              <p:spTgt spid="56"/>
                                            </p:tgtEl>
                                            <p:attrNameLst>
                                              <p:attrName>style.visibility</p:attrName>
                                            </p:attrNameLst>
                                          </p:cBhvr>
                                          <p:to>
                                            <p:strVal val="visible"/>
                                          </p:to>
                                        </p:set>
                                        <p:anim calcmode="lin" valueType="num">
                                          <p:cBhvr>
                                            <p:cTn id="46" dur="250" fill="hold"/>
                                            <p:tgtEl>
                                              <p:spTgt spid="56"/>
                                            </p:tgtEl>
                                            <p:attrNameLst>
                                              <p:attrName>ppt_w</p:attrName>
                                            </p:attrNameLst>
                                          </p:cBhvr>
                                          <p:tavLst>
                                            <p:tav tm="0">
                                              <p:val>
                                                <p:fltVal val="0"/>
                                              </p:val>
                                            </p:tav>
                                            <p:tav tm="100000">
                                              <p:val>
                                                <p:strVal val="#ppt_w"/>
                                              </p:val>
                                            </p:tav>
                                          </p:tavLst>
                                        </p:anim>
                                        <p:anim calcmode="lin" valueType="num">
                                          <p:cBhvr>
                                            <p:cTn id="47" dur="250" fill="hold"/>
                                            <p:tgtEl>
                                              <p:spTgt spid="56"/>
                                            </p:tgtEl>
                                            <p:attrNameLst>
                                              <p:attrName>ppt_h</p:attrName>
                                            </p:attrNameLst>
                                          </p:cBhvr>
                                          <p:tavLst>
                                            <p:tav tm="0">
                                              <p:val>
                                                <p:fltVal val="0"/>
                                              </p:val>
                                            </p:tav>
                                            <p:tav tm="100000">
                                              <p:val>
                                                <p:strVal val="#ppt_h"/>
                                              </p:val>
                                            </p:tav>
                                          </p:tavLst>
                                        </p:anim>
                                        <p:animEffect transition="in" filter="fade">
                                          <p:cBhvr>
                                            <p:cTn id="48" dur="250"/>
                                            <p:tgtEl>
                                              <p:spTgt spid="56"/>
                                            </p:tgtEl>
                                          </p:cBhvr>
                                        </p:animEffect>
                                      </p:childTnLst>
                                    </p:cTn>
                                  </p:par>
                                  <p:par>
                                    <p:cTn id="49" presetID="6" presetClass="emph" presetSubtype="0" decel="100000" fill="hold" grpId="1" nodeType="withEffect">
                                      <p:stCondLst>
                                        <p:cond delay="200"/>
                                      </p:stCondLst>
                                      <p:childTnLst>
                                        <p:animScale>
                                          <p:cBhvr>
                                            <p:cTn id="50" dur="250" fill="hold"/>
                                            <p:tgtEl>
                                              <p:spTgt spid="56"/>
                                            </p:tgtEl>
                                          </p:cBhvr>
                                          <p:by x="120000" y="120000"/>
                                        </p:animScale>
                                      </p:childTnLst>
                                    </p:cTn>
                                  </p:par>
                                  <p:par>
                                    <p:cTn id="51" presetID="6" presetClass="emph" presetSubtype="0" decel="100000" fill="hold" grpId="2" nodeType="withEffect">
                                      <p:stCondLst>
                                        <p:cond delay="400"/>
                                      </p:stCondLst>
                                      <p:childTnLst>
                                        <p:animScale>
                                          <p:cBhvr>
                                            <p:cTn id="52" dur="250" fill="hold"/>
                                            <p:tgtEl>
                                              <p:spTgt spid="56"/>
                                            </p:tgtEl>
                                          </p:cBhvr>
                                          <p:by x="83000" y="83000"/>
                                        </p:animScale>
                                      </p:childTnLst>
                                    </p:cTn>
                                  </p:par>
                                  <p:par>
                                    <p:cTn id="53" presetID="53" presetClass="entr" presetSubtype="16" fill="hold" grpId="0" nodeType="withEffect">
                                      <p:stCondLst>
                                        <p:cond delay="400"/>
                                      </p:stCondLst>
                                      <p:childTnLst>
                                        <p:set>
                                          <p:cBhvr>
                                            <p:cTn id="54" dur="1" fill="hold">
                                              <p:stCondLst>
                                                <p:cond delay="0"/>
                                              </p:stCondLst>
                                            </p:cTn>
                                            <p:tgtEl>
                                              <p:spTgt spid="36"/>
                                            </p:tgtEl>
                                            <p:attrNameLst>
                                              <p:attrName>style.visibility</p:attrName>
                                            </p:attrNameLst>
                                          </p:cBhvr>
                                          <p:to>
                                            <p:strVal val="visible"/>
                                          </p:to>
                                        </p:set>
                                        <p:anim calcmode="lin" valueType="num">
                                          <p:cBhvr>
                                            <p:cTn id="55" dur="250" fill="hold"/>
                                            <p:tgtEl>
                                              <p:spTgt spid="36"/>
                                            </p:tgtEl>
                                            <p:attrNameLst>
                                              <p:attrName>ppt_w</p:attrName>
                                            </p:attrNameLst>
                                          </p:cBhvr>
                                          <p:tavLst>
                                            <p:tav tm="0">
                                              <p:val>
                                                <p:fltVal val="0"/>
                                              </p:val>
                                            </p:tav>
                                            <p:tav tm="100000">
                                              <p:val>
                                                <p:strVal val="#ppt_w"/>
                                              </p:val>
                                            </p:tav>
                                          </p:tavLst>
                                        </p:anim>
                                        <p:anim calcmode="lin" valueType="num">
                                          <p:cBhvr>
                                            <p:cTn id="56" dur="250" fill="hold"/>
                                            <p:tgtEl>
                                              <p:spTgt spid="36"/>
                                            </p:tgtEl>
                                            <p:attrNameLst>
                                              <p:attrName>ppt_h</p:attrName>
                                            </p:attrNameLst>
                                          </p:cBhvr>
                                          <p:tavLst>
                                            <p:tav tm="0">
                                              <p:val>
                                                <p:fltVal val="0"/>
                                              </p:val>
                                            </p:tav>
                                            <p:tav tm="100000">
                                              <p:val>
                                                <p:strVal val="#ppt_h"/>
                                              </p:val>
                                            </p:tav>
                                          </p:tavLst>
                                        </p:anim>
                                        <p:animEffect transition="in" filter="fade">
                                          <p:cBhvr>
                                            <p:cTn id="57" dur="250"/>
                                            <p:tgtEl>
                                              <p:spTgt spid="36"/>
                                            </p:tgtEl>
                                          </p:cBhvr>
                                        </p:animEffect>
                                      </p:childTnLst>
                                    </p:cTn>
                                  </p:par>
                                  <p:par>
                                    <p:cTn id="58" presetID="6" presetClass="emph" presetSubtype="0" decel="100000" fill="hold" grpId="1" nodeType="withEffect">
                                      <p:stCondLst>
                                        <p:cond delay="600"/>
                                      </p:stCondLst>
                                      <p:childTnLst>
                                        <p:animScale>
                                          <p:cBhvr>
                                            <p:cTn id="59" dur="250" fill="hold"/>
                                            <p:tgtEl>
                                              <p:spTgt spid="36"/>
                                            </p:tgtEl>
                                          </p:cBhvr>
                                          <p:by x="120000" y="120000"/>
                                        </p:animScale>
                                      </p:childTnLst>
                                    </p:cTn>
                                  </p:par>
                                  <p:par>
                                    <p:cTn id="60" presetID="6" presetClass="emph" presetSubtype="0" decel="100000" fill="hold" grpId="2" nodeType="withEffect">
                                      <p:stCondLst>
                                        <p:cond delay="800"/>
                                      </p:stCondLst>
                                      <p:childTnLst>
                                        <p:animScale>
                                          <p:cBhvr>
                                            <p:cTn id="61" dur="250" fill="hold"/>
                                            <p:tgtEl>
                                              <p:spTgt spid="36"/>
                                            </p:tgtEl>
                                          </p:cBhvr>
                                          <p:by x="83000" y="83000"/>
                                        </p:animScale>
                                      </p:childTnLst>
                                    </p:cTn>
                                  </p:par>
                                  <p:par>
                                    <p:cTn id="62" presetID="53" presetClass="entr" presetSubtype="16" fill="hold" grpId="0" nodeType="withEffect">
                                      <p:stCondLst>
                                        <p:cond delay="600"/>
                                      </p:stCondLst>
                                      <p:childTnLst>
                                        <p:set>
                                          <p:cBhvr>
                                            <p:cTn id="63" dur="1" fill="hold">
                                              <p:stCondLst>
                                                <p:cond delay="0"/>
                                              </p:stCondLst>
                                            </p:cTn>
                                            <p:tgtEl>
                                              <p:spTgt spid="37"/>
                                            </p:tgtEl>
                                            <p:attrNameLst>
                                              <p:attrName>style.visibility</p:attrName>
                                            </p:attrNameLst>
                                          </p:cBhvr>
                                          <p:to>
                                            <p:strVal val="visible"/>
                                          </p:to>
                                        </p:set>
                                        <p:anim calcmode="lin" valueType="num">
                                          <p:cBhvr>
                                            <p:cTn id="64" dur="250" fill="hold"/>
                                            <p:tgtEl>
                                              <p:spTgt spid="37"/>
                                            </p:tgtEl>
                                            <p:attrNameLst>
                                              <p:attrName>ppt_w</p:attrName>
                                            </p:attrNameLst>
                                          </p:cBhvr>
                                          <p:tavLst>
                                            <p:tav tm="0">
                                              <p:val>
                                                <p:fltVal val="0"/>
                                              </p:val>
                                            </p:tav>
                                            <p:tav tm="100000">
                                              <p:val>
                                                <p:strVal val="#ppt_w"/>
                                              </p:val>
                                            </p:tav>
                                          </p:tavLst>
                                        </p:anim>
                                        <p:anim calcmode="lin" valueType="num">
                                          <p:cBhvr>
                                            <p:cTn id="65" dur="250" fill="hold"/>
                                            <p:tgtEl>
                                              <p:spTgt spid="37"/>
                                            </p:tgtEl>
                                            <p:attrNameLst>
                                              <p:attrName>ppt_h</p:attrName>
                                            </p:attrNameLst>
                                          </p:cBhvr>
                                          <p:tavLst>
                                            <p:tav tm="0">
                                              <p:val>
                                                <p:fltVal val="0"/>
                                              </p:val>
                                            </p:tav>
                                            <p:tav tm="100000">
                                              <p:val>
                                                <p:strVal val="#ppt_h"/>
                                              </p:val>
                                            </p:tav>
                                          </p:tavLst>
                                        </p:anim>
                                        <p:animEffect transition="in" filter="fade">
                                          <p:cBhvr>
                                            <p:cTn id="66" dur="250"/>
                                            <p:tgtEl>
                                              <p:spTgt spid="37"/>
                                            </p:tgtEl>
                                          </p:cBhvr>
                                        </p:animEffect>
                                      </p:childTnLst>
                                    </p:cTn>
                                  </p:par>
                                  <p:par>
                                    <p:cTn id="67" presetID="6" presetClass="emph" presetSubtype="0" decel="100000" fill="hold" grpId="1" nodeType="withEffect">
                                      <p:stCondLst>
                                        <p:cond delay="800"/>
                                      </p:stCondLst>
                                      <p:childTnLst>
                                        <p:animScale>
                                          <p:cBhvr>
                                            <p:cTn id="68" dur="250" fill="hold"/>
                                            <p:tgtEl>
                                              <p:spTgt spid="37"/>
                                            </p:tgtEl>
                                          </p:cBhvr>
                                          <p:by x="120000" y="120000"/>
                                        </p:animScale>
                                      </p:childTnLst>
                                    </p:cTn>
                                  </p:par>
                                  <p:par>
                                    <p:cTn id="69" presetID="6" presetClass="emph" presetSubtype="0" decel="100000" fill="hold" grpId="2" nodeType="withEffect">
                                      <p:stCondLst>
                                        <p:cond delay="1000"/>
                                      </p:stCondLst>
                                      <p:childTnLst>
                                        <p:animScale>
                                          <p:cBhvr>
                                            <p:cTn id="70" dur="250" fill="hold"/>
                                            <p:tgtEl>
                                              <p:spTgt spid="37"/>
                                            </p:tgtEl>
                                          </p:cBhvr>
                                          <p:by x="83000" y="83000"/>
                                        </p:animScale>
                                      </p:childTnLst>
                                    </p:cTn>
                                  </p:par>
                                  <p:par>
                                    <p:cTn id="71" presetID="53" presetClass="entr" presetSubtype="16" fill="hold" grpId="0" nodeType="withEffect">
                                      <p:stCondLst>
                                        <p:cond delay="750"/>
                                      </p:stCondLst>
                                      <p:childTnLst>
                                        <p:set>
                                          <p:cBhvr>
                                            <p:cTn id="72" dur="1" fill="hold">
                                              <p:stCondLst>
                                                <p:cond delay="0"/>
                                              </p:stCondLst>
                                            </p:cTn>
                                            <p:tgtEl>
                                              <p:spTgt spid="49"/>
                                            </p:tgtEl>
                                            <p:attrNameLst>
                                              <p:attrName>style.visibility</p:attrName>
                                            </p:attrNameLst>
                                          </p:cBhvr>
                                          <p:to>
                                            <p:strVal val="visible"/>
                                          </p:to>
                                        </p:set>
                                        <p:anim calcmode="lin" valueType="num">
                                          <p:cBhvr>
                                            <p:cTn id="73" dur="500" fill="hold"/>
                                            <p:tgtEl>
                                              <p:spTgt spid="49"/>
                                            </p:tgtEl>
                                            <p:attrNameLst>
                                              <p:attrName>ppt_w</p:attrName>
                                            </p:attrNameLst>
                                          </p:cBhvr>
                                          <p:tavLst>
                                            <p:tav tm="0">
                                              <p:val>
                                                <p:fltVal val="0"/>
                                              </p:val>
                                            </p:tav>
                                            <p:tav tm="100000">
                                              <p:val>
                                                <p:strVal val="#ppt_w"/>
                                              </p:val>
                                            </p:tav>
                                          </p:tavLst>
                                        </p:anim>
                                        <p:anim calcmode="lin" valueType="num">
                                          <p:cBhvr>
                                            <p:cTn id="74" dur="500" fill="hold"/>
                                            <p:tgtEl>
                                              <p:spTgt spid="49"/>
                                            </p:tgtEl>
                                            <p:attrNameLst>
                                              <p:attrName>ppt_h</p:attrName>
                                            </p:attrNameLst>
                                          </p:cBhvr>
                                          <p:tavLst>
                                            <p:tav tm="0">
                                              <p:val>
                                                <p:fltVal val="0"/>
                                              </p:val>
                                            </p:tav>
                                            <p:tav tm="100000">
                                              <p:val>
                                                <p:strVal val="#ppt_h"/>
                                              </p:val>
                                            </p:tav>
                                          </p:tavLst>
                                        </p:anim>
                                        <p:animEffect transition="in" filter="fade">
                                          <p:cBhvr>
                                            <p:cTn id="75" dur="500"/>
                                            <p:tgtEl>
                                              <p:spTgt spid="49"/>
                                            </p:tgtEl>
                                          </p:cBhvr>
                                        </p:animEffect>
                                      </p:childTnLst>
                                    </p:cTn>
                                  </p:par>
                                  <p:par>
                                    <p:cTn id="76" presetID="63" presetClass="path" presetSubtype="0" accel="50000" decel="50000" fill="hold" grpId="1" nodeType="withEffect">
                                      <p:stCondLst>
                                        <p:cond delay="750"/>
                                      </p:stCondLst>
                                      <p:childTnLst>
                                        <p:animMotion origin="layout" path="M -3.75E-6 -4.07407E-6 L 0.09414 -4.07407E-6 " pathEditMode="relative" rAng="0" ptsTypes="AA">
                                          <p:cBhvr>
                                            <p:cTn id="77" dur="1000" spd="-100000" fill="hold"/>
                                            <p:tgtEl>
                                              <p:spTgt spid="49"/>
                                            </p:tgtEl>
                                            <p:attrNameLst>
                                              <p:attrName>ppt_x</p:attrName>
                                              <p:attrName>ppt_y</p:attrName>
                                            </p:attrNameLst>
                                          </p:cBhvr>
                                          <p:rCtr x="4701" y="0"/>
                                        </p:animMotion>
                                      </p:childTnLst>
                                    </p:cTn>
                                  </p:par>
                                  <p:par>
                                    <p:cTn id="78" presetID="53" presetClass="entr" presetSubtype="16" fill="hold" grpId="0" nodeType="withEffect">
                                      <p:stCondLst>
                                        <p:cond delay="1250"/>
                                      </p:stCondLst>
                                      <p:iterate type="lt">
                                        <p:tmPct val="10000"/>
                                      </p:iterate>
                                      <p:childTnLst>
                                        <p:set>
                                          <p:cBhvr>
                                            <p:cTn id="79" dur="1" fill="hold">
                                              <p:stCondLst>
                                                <p:cond delay="0"/>
                                              </p:stCondLst>
                                            </p:cTn>
                                            <p:tgtEl>
                                              <p:spTgt spid="48"/>
                                            </p:tgtEl>
                                            <p:attrNameLst>
                                              <p:attrName>style.visibility</p:attrName>
                                            </p:attrNameLst>
                                          </p:cBhvr>
                                          <p:to>
                                            <p:strVal val="visible"/>
                                          </p:to>
                                        </p:set>
                                        <p:anim calcmode="lin" valueType="num">
                                          <p:cBhvr>
                                            <p:cTn id="80" dur="250" fill="hold"/>
                                            <p:tgtEl>
                                              <p:spTgt spid="48"/>
                                            </p:tgtEl>
                                            <p:attrNameLst>
                                              <p:attrName>ppt_w</p:attrName>
                                            </p:attrNameLst>
                                          </p:cBhvr>
                                          <p:tavLst>
                                            <p:tav tm="0">
                                              <p:val>
                                                <p:fltVal val="0"/>
                                              </p:val>
                                            </p:tav>
                                            <p:tav tm="100000">
                                              <p:val>
                                                <p:strVal val="#ppt_w"/>
                                              </p:val>
                                            </p:tav>
                                          </p:tavLst>
                                        </p:anim>
                                        <p:anim calcmode="lin" valueType="num">
                                          <p:cBhvr>
                                            <p:cTn id="81" dur="250" fill="hold"/>
                                            <p:tgtEl>
                                              <p:spTgt spid="48"/>
                                            </p:tgtEl>
                                            <p:attrNameLst>
                                              <p:attrName>ppt_h</p:attrName>
                                            </p:attrNameLst>
                                          </p:cBhvr>
                                          <p:tavLst>
                                            <p:tav tm="0">
                                              <p:val>
                                                <p:fltVal val="0"/>
                                              </p:val>
                                            </p:tav>
                                            <p:tav tm="100000">
                                              <p:val>
                                                <p:strVal val="#ppt_h"/>
                                              </p:val>
                                            </p:tav>
                                          </p:tavLst>
                                        </p:anim>
                                        <p:animEffect transition="in" filter="fade">
                                          <p:cBhvr>
                                            <p:cTn id="82" dur="250"/>
                                            <p:tgtEl>
                                              <p:spTgt spid="48"/>
                                            </p:tgtEl>
                                          </p:cBhvr>
                                        </p:animEffect>
                                      </p:childTnLst>
                                    </p:cTn>
                                  </p:par>
                                </p:childTnLst>
                              </p:cTn>
                            </p:par>
                            <p:par>
                              <p:cTn id="83" fill="hold">
                                <p:stCondLst>
                                  <p:cond delay="5275"/>
                                </p:stCondLst>
                                <p:childTnLst>
                                  <p:par>
                                    <p:cTn id="84" presetID="53" presetClass="entr" presetSubtype="16" fill="hold" grpId="0" nodeType="afterEffect">
                                      <p:stCondLst>
                                        <p:cond delay="0"/>
                                      </p:stCondLst>
                                      <p:childTnLst>
                                        <p:set>
                                          <p:cBhvr>
                                            <p:cTn id="85" dur="1" fill="hold">
                                              <p:stCondLst>
                                                <p:cond delay="0"/>
                                              </p:stCondLst>
                                            </p:cTn>
                                            <p:tgtEl>
                                              <p:spTgt spid="57"/>
                                            </p:tgtEl>
                                            <p:attrNameLst>
                                              <p:attrName>style.visibility</p:attrName>
                                            </p:attrNameLst>
                                          </p:cBhvr>
                                          <p:to>
                                            <p:strVal val="visible"/>
                                          </p:to>
                                        </p:set>
                                        <p:anim calcmode="lin" valueType="num">
                                          <p:cBhvr>
                                            <p:cTn id="86" dur="250" fill="hold"/>
                                            <p:tgtEl>
                                              <p:spTgt spid="57"/>
                                            </p:tgtEl>
                                            <p:attrNameLst>
                                              <p:attrName>ppt_w</p:attrName>
                                            </p:attrNameLst>
                                          </p:cBhvr>
                                          <p:tavLst>
                                            <p:tav tm="0">
                                              <p:val>
                                                <p:fltVal val="0"/>
                                              </p:val>
                                            </p:tav>
                                            <p:tav tm="100000">
                                              <p:val>
                                                <p:strVal val="#ppt_w"/>
                                              </p:val>
                                            </p:tav>
                                          </p:tavLst>
                                        </p:anim>
                                        <p:anim calcmode="lin" valueType="num">
                                          <p:cBhvr>
                                            <p:cTn id="87" dur="250" fill="hold"/>
                                            <p:tgtEl>
                                              <p:spTgt spid="57"/>
                                            </p:tgtEl>
                                            <p:attrNameLst>
                                              <p:attrName>ppt_h</p:attrName>
                                            </p:attrNameLst>
                                          </p:cBhvr>
                                          <p:tavLst>
                                            <p:tav tm="0">
                                              <p:val>
                                                <p:fltVal val="0"/>
                                              </p:val>
                                            </p:tav>
                                            <p:tav tm="100000">
                                              <p:val>
                                                <p:strVal val="#ppt_h"/>
                                              </p:val>
                                            </p:tav>
                                          </p:tavLst>
                                        </p:anim>
                                        <p:animEffect transition="in" filter="fade">
                                          <p:cBhvr>
                                            <p:cTn id="88" dur="250"/>
                                            <p:tgtEl>
                                              <p:spTgt spid="57"/>
                                            </p:tgtEl>
                                          </p:cBhvr>
                                        </p:animEffect>
                                      </p:childTnLst>
                                    </p:cTn>
                                  </p:par>
                                  <p:par>
                                    <p:cTn id="89" presetID="6" presetClass="emph" presetSubtype="0" decel="100000" fill="hold" grpId="1" nodeType="withEffect">
                                      <p:stCondLst>
                                        <p:cond delay="200"/>
                                      </p:stCondLst>
                                      <p:childTnLst>
                                        <p:animScale>
                                          <p:cBhvr>
                                            <p:cTn id="90" dur="250" fill="hold"/>
                                            <p:tgtEl>
                                              <p:spTgt spid="57"/>
                                            </p:tgtEl>
                                          </p:cBhvr>
                                          <p:by x="120000" y="120000"/>
                                        </p:animScale>
                                      </p:childTnLst>
                                    </p:cTn>
                                  </p:par>
                                  <p:par>
                                    <p:cTn id="91" presetID="6" presetClass="emph" presetSubtype="0" decel="100000" fill="hold" grpId="2" nodeType="withEffect">
                                      <p:stCondLst>
                                        <p:cond delay="400"/>
                                      </p:stCondLst>
                                      <p:childTnLst>
                                        <p:animScale>
                                          <p:cBhvr>
                                            <p:cTn id="92" dur="250" fill="hold"/>
                                            <p:tgtEl>
                                              <p:spTgt spid="57"/>
                                            </p:tgtEl>
                                          </p:cBhvr>
                                          <p:by x="83000" y="83000"/>
                                        </p:animScale>
                                      </p:childTnLst>
                                    </p:cTn>
                                  </p:par>
                                  <p:par>
                                    <p:cTn id="93" presetID="53" presetClass="entr" presetSubtype="16" fill="hold" grpId="0" nodeType="withEffect">
                                      <p:stCondLst>
                                        <p:cond delay="400"/>
                                      </p:stCondLst>
                                      <p:childTnLst>
                                        <p:set>
                                          <p:cBhvr>
                                            <p:cTn id="94" dur="1" fill="hold">
                                              <p:stCondLst>
                                                <p:cond delay="0"/>
                                              </p:stCondLst>
                                            </p:cTn>
                                            <p:tgtEl>
                                              <p:spTgt spid="38"/>
                                            </p:tgtEl>
                                            <p:attrNameLst>
                                              <p:attrName>style.visibility</p:attrName>
                                            </p:attrNameLst>
                                          </p:cBhvr>
                                          <p:to>
                                            <p:strVal val="visible"/>
                                          </p:to>
                                        </p:set>
                                        <p:anim calcmode="lin" valueType="num">
                                          <p:cBhvr>
                                            <p:cTn id="95" dur="250" fill="hold"/>
                                            <p:tgtEl>
                                              <p:spTgt spid="38"/>
                                            </p:tgtEl>
                                            <p:attrNameLst>
                                              <p:attrName>ppt_w</p:attrName>
                                            </p:attrNameLst>
                                          </p:cBhvr>
                                          <p:tavLst>
                                            <p:tav tm="0">
                                              <p:val>
                                                <p:fltVal val="0"/>
                                              </p:val>
                                            </p:tav>
                                            <p:tav tm="100000">
                                              <p:val>
                                                <p:strVal val="#ppt_w"/>
                                              </p:val>
                                            </p:tav>
                                          </p:tavLst>
                                        </p:anim>
                                        <p:anim calcmode="lin" valueType="num">
                                          <p:cBhvr>
                                            <p:cTn id="96" dur="250" fill="hold"/>
                                            <p:tgtEl>
                                              <p:spTgt spid="38"/>
                                            </p:tgtEl>
                                            <p:attrNameLst>
                                              <p:attrName>ppt_h</p:attrName>
                                            </p:attrNameLst>
                                          </p:cBhvr>
                                          <p:tavLst>
                                            <p:tav tm="0">
                                              <p:val>
                                                <p:fltVal val="0"/>
                                              </p:val>
                                            </p:tav>
                                            <p:tav tm="100000">
                                              <p:val>
                                                <p:strVal val="#ppt_h"/>
                                              </p:val>
                                            </p:tav>
                                          </p:tavLst>
                                        </p:anim>
                                        <p:animEffect transition="in" filter="fade">
                                          <p:cBhvr>
                                            <p:cTn id="97" dur="250"/>
                                            <p:tgtEl>
                                              <p:spTgt spid="38"/>
                                            </p:tgtEl>
                                          </p:cBhvr>
                                        </p:animEffect>
                                      </p:childTnLst>
                                    </p:cTn>
                                  </p:par>
                                  <p:par>
                                    <p:cTn id="98" presetID="6" presetClass="emph" presetSubtype="0" decel="100000" fill="hold" grpId="1" nodeType="withEffect">
                                      <p:stCondLst>
                                        <p:cond delay="600"/>
                                      </p:stCondLst>
                                      <p:childTnLst>
                                        <p:animScale>
                                          <p:cBhvr>
                                            <p:cTn id="99" dur="250" fill="hold"/>
                                            <p:tgtEl>
                                              <p:spTgt spid="38"/>
                                            </p:tgtEl>
                                          </p:cBhvr>
                                          <p:by x="120000" y="120000"/>
                                        </p:animScale>
                                      </p:childTnLst>
                                    </p:cTn>
                                  </p:par>
                                  <p:par>
                                    <p:cTn id="100" presetID="6" presetClass="emph" presetSubtype="0" decel="100000" fill="hold" grpId="2" nodeType="withEffect">
                                      <p:stCondLst>
                                        <p:cond delay="800"/>
                                      </p:stCondLst>
                                      <p:childTnLst>
                                        <p:animScale>
                                          <p:cBhvr>
                                            <p:cTn id="101" dur="250" fill="hold"/>
                                            <p:tgtEl>
                                              <p:spTgt spid="38"/>
                                            </p:tgtEl>
                                          </p:cBhvr>
                                          <p:by x="83000" y="83000"/>
                                        </p:animScale>
                                      </p:childTnLst>
                                    </p:cTn>
                                  </p:par>
                                  <p:par>
                                    <p:cTn id="102" presetID="53" presetClass="entr" presetSubtype="16" fill="hold" grpId="0" nodeType="withEffect">
                                      <p:stCondLst>
                                        <p:cond delay="600"/>
                                      </p:stCondLst>
                                      <p:childTnLst>
                                        <p:set>
                                          <p:cBhvr>
                                            <p:cTn id="103" dur="1" fill="hold">
                                              <p:stCondLst>
                                                <p:cond delay="0"/>
                                              </p:stCondLst>
                                            </p:cTn>
                                            <p:tgtEl>
                                              <p:spTgt spid="39"/>
                                            </p:tgtEl>
                                            <p:attrNameLst>
                                              <p:attrName>style.visibility</p:attrName>
                                            </p:attrNameLst>
                                          </p:cBhvr>
                                          <p:to>
                                            <p:strVal val="visible"/>
                                          </p:to>
                                        </p:set>
                                        <p:anim calcmode="lin" valueType="num">
                                          <p:cBhvr>
                                            <p:cTn id="104" dur="250" fill="hold"/>
                                            <p:tgtEl>
                                              <p:spTgt spid="39"/>
                                            </p:tgtEl>
                                            <p:attrNameLst>
                                              <p:attrName>ppt_w</p:attrName>
                                            </p:attrNameLst>
                                          </p:cBhvr>
                                          <p:tavLst>
                                            <p:tav tm="0">
                                              <p:val>
                                                <p:fltVal val="0"/>
                                              </p:val>
                                            </p:tav>
                                            <p:tav tm="100000">
                                              <p:val>
                                                <p:strVal val="#ppt_w"/>
                                              </p:val>
                                            </p:tav>
                                          </p:tavLst>
                                        </p:anim>
                                        <p:anim calcmode="lin" valueType="num">
                                          <p:cBhvr>
                                            <p:cTn id="105" dur="250" fill="hold"/>
                                            <p:tgtEl>
                                              <p:spTgt spid="39"/>
                                            </p:tgtEl>
                                            <p:attrNameLst>
                                              <p:attrName>ppt_h</p:attrName>
                                            </p:attrNameLst>
                                          </p:cBhvr>
                                          <p:tavLst>
                                            <p:tav tm="0">
                                              <p:val>
                                                <p:fltVal val="0"/>
                                              </p:val>
                                            </p:tav>
                                            <p:tav tm="100000">
                                              <p:val>
                                                <p:strVal val="#ppt_h"/>
                                              </p:val>
                                            </p:tav>
                                          </p:tavLst>
                                        </p:anim>
                                        <p:animEffect transition="in" filter="fade">
                                          <p:cBhvr>
                                            <p:cTn id="106" dur="250"/>
                                            <p:tgtEl>
                                              <p:spTgt spid="39"/>
                                            </p:tgtEl>
                                          </p:cBhvr>
                                        </p:animEffect>
                                      </p:childTnLst>
                                    </p:cTn>
                                  </p:par>
                                  <p:par>
                                    <p:cTn id="107" presetID="6" presetClass="emph" presetSubtype="0" decel="100000" fill="hold" grpId="1" nodeType="withEffect">
                                      <p:stCondLst>
                                        <p:cond delay="800"/>
                                      </p:stCondLst>
                                      <p:childTnLst>
                                        <p:animScale>
                                          <p:cBhvr>
                                            <p:cTn id="108" dur="250" fill="hold"/>
                                            <p:tgtEl>
                                              <p:spTgt spid="39"/>
                                            </p:tgtEl>
                                          </p:cBhvr>
                                          <p:by x="120000" y="120000"/>
                                        </p:animScale>
                                      </p:childTnLst>
                                    </p:cTn>
                                  </p:par>
                                  <p:par>
                                    <p:cTn id="109" presetID="6" presetClass="emph" presetSubtype="0" decel="100000" fill="hold" grpId="2" nodeType="withEffect">
                                      <p:stCondLst>
                                        <p:cond delay="1000"/>
                                      </p:stCondLst>
                                      <p:childTnLst>
                                        <p:animScale>
                                          <p:cBhvr>
                                            <p:cTn id="110" dur="250" fill="hold"/>
                                            <p:tgtEl>
                                              <p:spTgt spid="39"/>
                                            </p:tgtEl>
                                          </p:cBhvr>
                                          <p:by x="83000" y="83000"/>
                                        </p:animScale>
                                      </p:childTnLst>
                                    </p:cTn>
                                  </p:par>
                                  <p:par>
                                    <p:cTn id="111" presetID="53" presetClass="entr" presetSubtype="16" fill="hold" grpId="0" nodeType="withEffect">
                                      <p:stCondLst>
                                        <p:cond delay="750"/>
                                      </p:stCondLst>
                                      <p:childTnLst>
                                        <p:set>
                                          <p:cBhvr>
                                            <p:cTn id="112" dur="1" fill="hold">
                                              <p:stCondLst>
                                                <p:cond delay="0"/>
                                              </p:stCondLst>
                                            </p:cTn>
                                            <p:tgtEl>
                                              <p:spTgt spid="51"/>
                                            </p:tgtEl>
                                            <p:attrNameLst>
                                              <p:attrName>style.visibility</p:attrName>
                                            </p:attrNameLst>
                                          </p:cBhvr>
                                          <p:to>
                                            <p:strVal val="visible"/>
                                          </p:to>
                                        </p:set>
                                        <p:anim calcmode="lin" valueType="num">
                                          <p:cBhvr>
                                            <p:cTn id="113" dur="500" fill="hold"/>
                                            <p:tgtEl>
                                              <p:spTgt spid="51"/>
                                            </p:tgtEl>
                                            <p:attrNameLst>
                                              <p:attrName>ppt_w</p:attrName>
                                            </p:attrNameLst>
                                          </p:cBhvr>
                                          <p:tavLst>
                                            <p:tav tm="0">
                                              <p:val>
                                                <p:fltVal val="0"/>
                                              </p:val>
                                            </p:tav>
                                            <p:tav tm="100000">
                                              <p:val>
                                                <p:strVal val="#ppt_w"/>
                                              </p:val>
                                            </p:tav>
                                          </p:tavLst>
                                        </p:anim>
                                        <p:anim calcmode="lin" valueType="num">
                                          <p:cBhvr>
                                            <p:cTn id="114" dur="500" fill="hold"/>
                                            <p:tgtEl>
                                              <p:spTgt spid="51"/>
                                            </p:tgtEl>
                                            <p:attrNameLst>
                                              <p:attrName>ppt_h</p:attrName>
                                            </p:attrNameLst>
                                          </p:cBhvr>
                                          <p:tavLst>
                                            <p:tav tm="0">
                                              <p:val>
                                                <p:fltVal val="0"/>
                                              </p:val>
                                            </p:tav>
                                            <p:tav tm="100000">
                                              <p:val>
                                                <p:strVal val="#ppt_h"/>
                                              </p:val>
                                            </p:tav>
                                          </p:tavLst>
                                        </p:anim>
                                        <p:animEffect transition="in" filter="fade">
                                          <p:cBhvr>
                                            <p:cTn id="115" dur="500"/>
                                            <p:tgtEl>
                                              <p:spTgt spid="51"/>
                                            </p:tgtEl>
                                          </p:cBhvr>
                                        </p:animEffect>
                                      </p:childTnLst>
                                    </p:cTn>
                                  </p:par>
                                  <p:par>
                                    <p:cTn id="116" presetID="35" presetClass="path" presetSubtype="0" accel="50000" decel="50000" fill="hold" grpId="1" nodeType="withEffect">
                                      <p:stCondLst>
                                        <p:cond delay="750"/>
                                      </p:stCondLst>
                                      <p:childTnLst>
                                        <p:animMotion origin="layout" path="M 3.75E-6 -4.07407E-6 L -0.09453 -4.07407E-6 " pathEditMode="relative" rAng="0" ptsTypes="AA">
                                          <p:cBhvr>
                                            <p:cTn id="117" dur="1000" spd="-100000" fill="hold"/>
                                            <p:tgtEl>
                                              <p:spTgt spid="51"/>
                                            </p:tgtEl>
                                            <p:attrNameLst>
                                              <p:attrName>ppt_x</p:attrName>
                                              <p:attrName>ppt_y</p:attrName>
                                            </p:attrNameLst>
                                          </p:cBhvr>
                                          <p:rCtr x="-4727" y="0"/>
                                        </p:animMotion>
                                      </p:childTnLst>
                                    </p:cTn>
                                  </p:par>
                                  <p:par>
                                    <p:cTn id="118" presetID="53" presetClass="entr" presetSubtype="16" fill="hold" grpId="0" nodeType="withEffect">
                                      <p:stCondLst>
                                        <p:cond delay="1250"/>
                                      </p:stCondLst>
                                      <p:iterate type="lt">
                                        <p:tmPct val="10000"/>
                                      </p:iterate>
                                      <p:childTnLst>
                                        <p:set>
                                          <p:cBhvr>
                                            <p:cTn id="119" dur="1" fill="hold">
                                              <p:stCondLst>
                                                <p:cond delay="0"/>
                                              </p:stCondLst>
                                            </p:cTn>
                                            <p:tgtEl>
                                              <p:spTgt spid="50"/>
                                            </p:tgtEl>
                                            <p:attrNameLst>
                                              <p:attrName>style.visibility</p:attrName>
                                            </p:attrNameLst>
                                          </p:cBhvr>
                                          <p:to>
                                            <p:strVal val="visible"/>
                                          </p:to>
                                        </p:set>
                                        <p:anim calcmode="lin" valueType="num">
                                          <p:cBhvr>
                                            <p:cTn id="120" dur="250" fill="hold"/>
                                            <p:tgtEl>
                                              <p:spTgt spid="50"/>
                                            </p:tgtEl>
                                            <p:attrNameLst>
                                              <p:attrName>ppt_w</p:attrName>
                                            </p:attrNameLst>
                                          </p:cBhvr>
                                          <p:tavLst>
                                            <p:tav tm="0">
                                              <p:val>
                                                <p:fltVal val="0"/>
                                              </p:val>
                                            </p:tav>
                                            <p:tav tm="100000">
                                              <p:val>
                                                <p:strVal val="#ppt_w"/>
                                              </p:val>
                                            </p:tav>
                                          </p:tavLst>
                                        </p:anim>
                                        <p:anim calcmode="lin" valueType="num">
                                          <p:cBhvr>
                                            <p:cTn id="121" dur="250" fill="hold"/>
                                            <p:tgtEl>
                                              <p:spTgt spid="50"/>
                                            </p:tgtEl>
                                            <p:attrNameLst>
                                              <p:attrName>ppt_h</p:attrName>
                                            </p:attrNameLst>
                                          </p:cBhvr>
                                          <p:tavLst>
                                            <p:tav tm="0">
                                              <p:val>
                                                <p:fltVal val="0"/>
                                              </p:val>
                                            </p:tav>
                                            <p:tav tm="100000">
                                              <p:val>
                                                <p:strVal val="#ppt_h"/>
                                              </p:val>
                                            </p:tav>
                                          </p:tavLst>
                                        </p:anim>
                                        <p:animEffect transition="in" filter="fade">
                                          <p:cBhvr>
                                            <p:cTn id="122" dur="250"/>
                                            <p:tgtEl>
                                              <p:spTgt spid="50"/>
                                            </p:tgtEl>
                                          </p:cBhvr>
                                        </p:animEffect>
                                      </p:childTnLst>
                                    </p:cTn>
                                  </p:par>
                                </p:childTnLst>
                              </p:cTn>
                            </p:par>
                            <p:par>
                              <p:cTn id="123" fill="hold">
                                <p:stCondLst>
                                  <p:cond delay="8050"/>
                                </p:stCondLst>
                                <p:childTnLst>
                                  <p:par>
                                    <p:cTn id="124" presetID="53" presetClass="entr" presetSubtype="16" fill="hold" grpId="0" nodeType="afterEffect">
                                      <p:stCondLst>
                                        <p:cond delay="0"/>
                                      </p:stCondLst>
                                      <p:childTnLst>
                                        <p:set>
                                          <p:cBhvr>
                                            <p:cTn id="125" dur="1" fill="hold">
                                              <p:stCondLst>
                                                <p:cond delay="0"/>
                                              </p:stCondLst>
                                            </p:cTn>
                                            <p:tgtEl>
                                              <p:spTgt spid="58"/>
                                            </p:tgtEl>
                                            <p:attrNameLst>
                                              <p:attrName>style.visibility</p:attrName>
                                            </p:attrNameLst>
                                          </p:cBhvr>
                                          <p:to>
                                            <p:strVal val="visible"/>
                                          </p:to>
                                        </p:set>
                                        <p:anim calcmode="lin" valueType="num">
                                          <p:cBhvr>
                                            <p:cTn id="126" dur="250" fill="hold"/>
                                            <p:tgtEl>
                                              <p:spTgt spid="58"/>
                                            </p:tgtEl>
                                            <p:attrNameLst>
                                              <p:attrName>ppt_w</p:attrName>
                                            </p:attrNameLst>
                                          </p:cBhvr>
                                          <p:tavLst>
                                            <p:tav tm="0">
                                              <p:val>
                                                <p:fltVal val="0"/>
                                              </p:val>
                                            </p:tav>
                                            <p:tav tm="100000">
                                              <p:val>
                                                <p:strVal val="#ppt_w"/>
                                              </p:val>
                                            </p:tav>
                                          </p:tavLst>
                                        </p:anim>
                                        <p:anim calcmode="lin" valueType="num">
                                          <p:cBhvr>
                                            <p:cTn id="127" dur="250" fill="hold"/>
                                            <p:tgtEl>
                                              <p:spTgt spid="58"/>
                                            </p:tgtEl>
                                            <p:attrNameLst>
                                              <p:attrName>ppt_h</p:attrName>
                                            </p:attrNameLst>
                                          </p:cBhvr>
                                          <p:tavLst>
                                            <p:tav tm="0">
                                              <p:val>
                                                <p:fltVal val="0"/>
                                              </p:val>
                                            </p:tav>
                                            <p:tav tm="100000">
                                              <p:val>
                                                <p:strVal val="#ppt_h"/>
                                              </p:val>
                                            </p:tav>
                                          </p:tavLst>
                                        </p:anim>
                                        <p:animEffect transition="in" filter="fade">
                                          <p:cBhvr>
                                            <p:cTn id="128" dur="250"/>
                                            <p:tgtEl>
                                              <p:spTgt spid="58"/>
                                            </p:tgtEl>
                                          </p:cBhvr>
                                        </p:animEffect>
                                      </p:childTnLst>
                                    </p:cTn>
                                  </p:par>
                                  <p:par>
                                    <p:cTn id="129" presetID="6" presetClass="emph" presetSubtype="0" decel="100000" fill="hold" grpId="1" nodeType="withEffect">
                                      <p:stCondLst>
                                        <p:cond delay="200"/>
                                      </p:stCondLst>
                                      <p:childTnLst>
                                        <p:animScale>
                                          <p:cBhvr>
                                            <p:cTn id="130" dur="250" fill="hold"/>
                                            <p:tgtEl>
                                              <p:spTgt spid="58"/>
                                            </p:tgtEl>
                                          </p:cBhvr>
                                          <p:by x="120000" y="120000"/>
                                        </p:animScale>
                                      </p:childTnLst>
                                    </p:cTn>
                                  </p:par>
                                  <p:par>
                                    <p:cTn id="131" presetID="6" presetClass="emph" presetSubtype="0" decel="100000" fill="hold" grpId="2" nodeType="withEffect">
                                      <p:stCondLst>
                                        <p:cond delay="400"/>
                                      </p:stCondLst>
                                      <p:childTnLst>
                                        <p:animScale>
                                          <p:cBhvr>
                                            <p:cTn id="132" dur="250" fill="hold"/>
                                            <p:tgtEl>
                                              <p:spTgt spid="58"/>
                                            </p:tgtEl>
                                          </p:cBhvr>
                                          <p:by x="83000" y="83000"/>
                                        </p:animScale>
                                      </p:childTnLst>
                                    </p:cTn>
                                  </p:par>
                                  <p:par>
                                    <p:cTn id="133" presetID="53" presetClass="entr" presetSubtype="16" fill="hold" grpId="0" nodeType="withEffect">
                                      <p:stCondLst>
                                        <p:cond delay="400"/>
                                      </p:stCondLst>
                                      <p:childTnLst>
                                        <p:set>
                                          <p:cBhvr>
                                            <p:cTn id="134" dur="1" fill="hold">
                                              <p:stCondLst>
                                                <p:cond delay="0"/>
                                              </p:stCondLst>
                                            </p:cTn>
                                            <p:tgtEl>
                                              <p:spTgt spid="42"/>
                                            </p:tgtEl>
                                            <p:attrNameLst>
                                              <p:attrName>style.visibility</p:attrName>
                                            </p:attrNameLst>
                                          </p:cBhvr>
                                          <p:to>
                                            <p:strVal val="visible"/>
                                          </p:to>
                                        </p:set>
                                        <p:anim calcmode="lin" valueType="num">
                                          <p:cBhvr>
                                            <p:cTn id="135" dur="250" fill="hold"/>
                                            <p:tgtEl>
                                              <p:spTgt spid="42"/>
                                            </p:tgtEl>
                                            <p:attrNameLst>
                                              <p:attrName>ppt_w</p:attrName>
                                            </p:attrNameLst>
                                          </p:cBhvr>
                                          <p:tavLst>
                                            <p:tav tm="0">
                                              <p:val>
                                                <p:fltVal val="0"/>
                                              </p:val>
                                            </p:tav>
                                            <p:tav tm="100000">
                                              <p:val>
                                                <p:strVal val="#ppt_w"/>
                                              </p:val>
                                            </p:tav>
                                          </p:tavLst>
                                        </p:anim>
                                        <p:anim calcmode="lin" valueType="num">
                                          <p:cBhvr>
                                            <p:cTn id="136" dur="250" fill="hold"/>
                                            <p:tgtEl>
                                              <p:spTgt spid="42"/>
                                            </p:tgtEl>
                                            <p:attrNameLst>
                                              <p:attrName>ppt_h</p:attrName>
                                            </p:attrNameLst>
                                          </p:cBhvr>
                                          <p:tavLst>
                                            <p:tav tm="0">
                                              <p:val>
                                                <p:fltVal val="0"/>
                                              </p:val>
                                            </p:tav>
                                            <p:tav tm="100000">
                                              <p:val>
                                                <p:strVal val="#ppt_h"/>
                                              </p:val>
                                            </p:tav>
                                          </p:tavLst>
                                        </p:anim>
                                        <p:animEffect transition="in" filter="fade">
                                          <p:cBhvr>
                                            <p:cTn id="137" dur="250"/>
                                            <p:tgtEl>
                                              <p:spTgt spid="42"/>
                                            </p:tgtEl>
                                          </p:cBhvr>
                                        </p:animEffect>
                                      </p:childTnLst>
                                    </p:cTn>
                                  </p:par>
                                  <p:par>
                                    <p:cTn id="138" presetID="6" presetClass="emph" presetSubtype="0" decel="100000" fill="hold" grpId="1" nodeType="withEffect">
                                      <p:stCondLst>
                                        <p:cond delay="600"/>
                                      </p:stCondLst>
                                      <p:childTnLst>
                                        <p:animScale>
                                          <p:cBhvr>
                                            <p:cTn id="139" dur="250" fill="hold"/>
                                            <p:tgtEl>
                                              <p:spTgt spid="42"/>
                                            </p:tgtEl>
                                          </p:cBhvr>
                                          <p:by x="120000" y="120000"/>
                                        </p:animScale>
                                      </p:childTnLst>
                                    </p:cTn>
                                  </p:par>
                                  <p:par>
                                    <p:cTn id="140" presetID="6" presetClass="emph" presetSubtype="0" decel="100000" fill="hold" grpId="2" nodeType="withEffect">
                                      <p:stCondLst>
                                        <p:cond delay="800"/>
                                      </p:stCondLst>
                                      <p:childTnLst>
                                        <p:animScale>
                                          <p:cBhvr>
                                            <p:cTn id="141" dur="250" fill="hold"/>
                                            <p:tgtEl>
                                              <p:spTgt spid="42"/>
                                            </p:tgtEl>
                                          </p:cBhvr>
                                          <p:by x="83000" y="83000"/>
                                        </p:animScale>
                                      </p:childTnLst>
                                    </p:cTn>
                                  </p:par>
                                  <p:par>
                                    <p:cTn id="142" presetID="53" presetClass="entr" presetSubtype="16" fill="hold" grpId="0" nodeType="withEffect">
                                      <p:stCondLst>
                                        <p:cond delay="600"/>
                                      </p:stCondLst>
                                      <p:childTnLst>
                                        <p:set>
                                          <p:cBhvr>
                                            <p:cTn id="143" dur="1" fill="hold">
                                              <p:stCondLst>
                                                <p:cond delay="0"/>
                                              </p:stCondLst>
                                            </p:cTn>
                                            <p:tgtEl>
                                              <p:spTgt spid="43"/>
                                            </p:tgtEl>
                                            <p:attrNameLst>
                                              <p:attrName>style.visibility</p:attrName>
                                            </p:attrNameLst>
                                          </p:cBhvr>
                                          <p:to>
                                            <p:strVal val="visible"/>
                                          </p:to>
                                        </p:set>
                                        <p:anim calcmode="lin" valueType="num">
                                          <p:cBhvr>
                                            <p:cTn id="144" dur="250" fill="hold"/>
                                            <p:tgtEl>
                                              <p:spTgt spid="43"/>
                                            </p:tgtEl>
                                            <p:attrNameLst>
                                              <p:attrName>ppt_w</p:attrName>
                                            </p:attrNameLst>
                                          </p:cBhvr>
                                          <p:tavLst>
                                            <p:tav tm="0">
                                              <p:val>
                                                <p:fltVal val="0"/>
                                              </p:val>
                                            </p:tav>
                                            <p:tav tm="100000">
                                              <p:val>
                                                <p:strVal val="#ppt_w"/>
                                              </p:val>
                                            </p:tav>
                                          </p:tavLst>
                                        </p:anim>
                                        <p:anim calcmode="lin" valueType="num">
                                          <p:cBhvr>
                                            <p:cTn id="145" dur="250" fill="hold"/>
                                            <p:tgtEl>
                                              <p:spTgt spid="43"/>
                                            </p:tgtEl>
                                            <p:attrNameLst>
                                              <p:attrName>ppt_h</p:attrName>
                                            </p:attrNameLst>
                                          </p:cBhvr>
                                          <p:tavLst>
                                            <p:tav tm="0">
                                              <p:val>
                                                <p:fltVal val="0"/>
                                              </p:val>
                                            </p:tav>
                                            <p:tav tm="100000">
                                              <p:val>
                                                <p:strVal val="#ppt_h"/>
                                              </p:val>
                                            </p:tav>
                                          </p:tavLst>
                                        </p:anim>
                                        <p:animEffect transition="in" filter="fade">
                                          <p:cBhvr>
                                            <p:cTn id="146" dur="250"/>
                                            <p:tgtEl>
                                              <p:spTgt spid="43"/>
                                            </p:tgtEl>
                                          </p:cBhvr>
                                        </p:animEffect>
                                      </p:childTnLst>
                                    </p:cTn>
                                  </p:par>
                                  <p:par>
                                    <p:cTn id="147" presetID="6" presetClass="emph" presetSubtype="0" decel="100000" fill="hold" grpId="1" nodeType="withEffect">
                                      <p:stCondLst>
                                        <p:cond delay="800"/>
                                      </p:stCondLst>
                                      <p:childTnLst>
                                        <p:animScale>
                                          <p:cBhvr>
                                            <p:cTn id="148" dur="250" fill="hold"/>
                                            <p:tgtEl>
                                              <p:spTgt spid="43"/>
                                            </p:tgtEl>
                                          </p:cBhvr>
                                          <p:by x="120000" y="120000"/>
                                        </p:animScale>
                                      </p:childTnLst>
                                    </p:cTn>
                                  </p:par>
                                  <p:par>
                                    <p:cTn id="149" presetID="6" presetClass="emph" presetSubtype="0" decel="100000" fill="hold" grpId="2" nodeType="withEffect">
                                      <p:stCondLst>
                                        <p:cond delay="1000"/>
                                      </p:stCondLst>
                                      <p:childTnLst>
                                        <p:animScale>
                                          <p:cBhvr>
                                            <p:cTn id="150" dur="250" fill="hold"/>
                                            <p:tgtEl>
                                              <p:spTgt spid="43"/>
                                            </p:tgtEl>
                                          </p:cBhvr>
                                          <p:by x="83000" y="83000"/>
                                        </p:animScale>
                                      </p:childTnLst>
                                    </p:cTn>
                                  </p:par>
                                  <p:par>
                                    <p:cTn id="151" presetID="53" presetClass="entr" presetSubtype="16" fill="hold" grpId="0" nodeType="withEffect">
                                      <p:stCondLst>
                                        <p:cond delay="750"/>
                                      </p:stCondLst>
                                      <p:childTnLst>
                                        <p:set>
                                          <p:cBhvr>
                                            <p:cTn id="152" dur="1" fill="hold">
                                              <p:stCondLst>
                                                <p:cond delay="0"/>
                                              </p:stCondLst>
                                            </p:cTn>
                                            <p:tgtEl>
                                              <p:spTgt spid="53"/>
                                            </p:tgtEl>
                                            <p:attrNameLst>
                                              <p:attrName>style.visibility</p:attrName>
                                            </p:attrNameLst>
                                          </p:cBhvr>
                                          <p:to>
                                            <p:strVal val="visible"/>
                                          </p:to>
                                        </p:set>
                                        <p:anim calcmode="lin" valueType="num">
                                          <p:cBhvr>
                                            <p:cTn id="153" dur="500" fill="hold"/>
                                            <p:tgtEl>
                                              <p:spTgt spid="53"/>
                                            </p:tgtEl>
                                            <p:attrNameLst>
                                              <p:attrName>ppt_w</p:attrName>
                                            </p:attrNameLst>
                                          </p:cBhvr>
                                          <p:tavLst>
                                            <p:tav tm="0">
                                              <p:val>
                                                <p:fltVal val="0"/>
                                              </p:val>
                                            </p:tav>
                                            <p:tav tm="100000">
                                              <p:val>
                                                <p:strVal val="#ppt_w"/>
                                              </p:val>
                                            </p:tav>
                                          </p:tavLst>
                                        </p:anim>
                                        <p:anim calcmode="lin" valueType="num">
                                          <p:cBhvr>
                                            <p:cTn id="154" dur="500" fill="hold"/>
                                            <p:tgtEl>
                                              <p:spTgt spid="53"/>
                                            </p:tgtEl>
                                            <p:attrNameLst>
                                              <p:attrName>ppt_h</p:attrName>
                                            </p:attrNameLst>
                                          </p:cBhvr>
                                          <p:tavLst>
                                            <p:tav tm="0">
                                              <p:val>
                                                <p:fltVal val="0"/>
                                              </p:val>
                                            </p:tav>
                                            <p:tav tm="100000">
                                              <p:val>
                                                <p:strVal val="#ppt_h"/>
                                              </p:val>
                                            </p:tav>
                                          </p:tavLst>
                                        </p:anim>
                                        <p:animEffect transition="in" filter="fade">
                                          <p:cBhvr>
                                            <p:cTn id="155" dur="500"/>
                                            <p:tgtEl>
                                              <p:spTgt spid="53"/>
                                            </p:tgtEl>
                                          </p:cBhvr>
                                        </p:animEffect>
                                      </p:childTnLst>
                                    </p:cTn>
                                  </p:par>
                                  <p:par>
                                    <p:cTn id="156" presetID="63" presetClass="path" presetSubtype="0" accel="50000" decel="50000" fill="hold" grpId="1" nodeType="withEffect">
                                      <p:stCondLst>
                                        <p:cond delay="750"/>
                                      </p:stCondLst>
                                      <p:childTnLst>
                                        <p:animMotion origin="layout" path="M -3.75E-6 -4.44444E-6 L 0.09414 -4.44444E-6 " pathEditMode="relative" rAng="0" ptsTypes="AA">
                                          <p:cBhvr>
                                            <p:cTn id="157" dur="1000" spd="-100000" fill="hold"/>
                                            <p:tgtEl>
                                              <p:spTgt spid="53"/>
                                            </p:tgtEl>
                                            <p:attrNameLst>
                                              <p:attrName>ppt_x</p:attrName>
                                              <p:attrName>ppt_y</p:attrName>
                                            </p:attrNameLst>
                                          </p:cBhvr>
                                          <p:rCtr x="4701" y="0"/>
                                        </p:animMotion>
                                      </p:childTnLst>
                                    </p:cTn>
                                  </p:par>
                                  <p:par>
                                    <p:cTn id="158" presetID="53" presetClass="entr" presetSubtype="16" fill="hold" grpId="0" nodeType="withEffect">
                                      <p:stCondLst>
                                        <p:cond delay="1250"/>
                                      </p:stCondLst>
                                      <p:iterate type="lt">
                                        <p:tmPct val="10000"/>
                                      </p:iterate>
                                      <p:childTnLst>
                                        <p:set>
                                          <p:cBhvr>
                                            <p:cTn id="159" dur="1" fill="hold">
                                              <p:stCondLst>
                                                <p:cond delay="0"/>
                                              </p:stCondLst>
                                            </p:cTn>
                                            <p:tgtEl>
                                              <p:spTgt spid="52"/>
                                            </p:tgtEl>
                                            <p:attrNameLst>
                                              <p:attrName>style.visibility</p:attrName>
                                            </p:attrNameLst>
                                          </p:cBhvr>
                                          <p:to>
                                            <p:strVal val="visible"/>
                                          </p:to>
                                        </p:set>
                                        <p:anim calcmode="lin" valueType="num">
                                          <p:cBhvr>
                                            <p:cTn id="160" dur="250" fill="hold"/>
                                            <p:tgtEl>
                                              <p:spTgt spid="52"/>
                                            </p:tgtEl>
                                            <p:attrNameLst>
                                              <p:attrName>ppt_w</p:attrName>
                                            </p:attrNameLst>
                                          </p:cBhvr>
                                          <p:tavLst>
                                            <p:tav tm="0">
                                              <p:val>
                                                <p:fltVal val="0"/>
                                              </p:val>
                                            </p:tav>
                                            <p:tav tm="100000">
                                              <p:val>
                                                <p:strVal val="#ppt_w"/>
                                              </p:val>
                                            </p:tav>
                                          </p:tavLst>
                                        </p:anim>
                                        <p:anim calcmode="lin" valueType="num">
                                          <p:cBhvr>
                                            <p:cTn id="161" dur="250" fill="hold"/>
                                            <p:tgtEl>
                                              <p:spTgt spid="52"/>
                                            </p:tgtEl>
                                            <p:attrNameLst>
                                              <p:attrName>ppt_h</p:attrName>
                                            </p:attrNameLst>
                                          </p:cBhvr>
                                          <p:tavLst>
                                            <p:tav tm="0">
                                              <p:val>
                                                <p:fltVal val="0"/>
                                              </p:val>
                                            </p:tav>
                                            <p:tav tm="100000">
                                              <p:val>
                                                <p:strVal val="#ppt_h"/>
                                              </p:val>
                                            </p:tav>
                                          </p:tavLst>
                                        </p:anim>
                                        <p:animEffect transition="in" filter="fade">
                                          <p:cBhvr>
                                            <p:cTn id="162" dur="250"/>
                                            <p:tgtEl>
                                              <p:spTgt spid="52"/>
                                            </p:tgtEl>
                                          </p:cBhvr>
                                        </p:animEffect>
                                      </p:childTnLst>
                                    </p:cTn>
                                  </p:par>
                                </p:childTnLst>
                              </p:cTn>
                            </p:par>
                            <p:par>
                              <p:cTn id="163" fill="hold">
                                <p:stCondLst>
                                  <p:cond delay="10825"/>
                                </p:stCondLst>
                                <p:childTnLst>
                                  <p:par>
                                    <p:cTn id="164" presetID="53" presetClass="entr" presetSubtype="16" fill="hold" grpId="0" nodeType="after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p:cTn id="166" dur="250" fill="hold"/>
                                            <p:tgtEl>
                                              <p:spTgt spid="59"/>
                                            </p:tgtEl>
                                            <p:attrNameLst>
                                              <p:attrName>ppt_w</p:attrName>
                                            </p:attrNameLst>
                                          </p:cBhvr>
                                          <p:tavLst>
                                            <p:tav tm="0">
                                              <p:val>
                                                <p:fltVal val="0"/>
                                              </p:val>
                                            </p:tav>
                                            <p:tav tm="100000">
                                              <p:val>
                                                <p:strVal val="#ppt_w"/>
                                              </p:val>
                                            </p:tav>
                                          </p:tavLst>
                                        </p:anim>
                                        <p:anim calcmode="lin" valueType="num">
                                          <p:cBhvr>
                                            <p:cTn id="167" dur="250" fill="hold"/>
                                            <p:tgtEl>
                                              <p:spTgt spid="59"/>
                                            </p:tgtEl>
                                            <p:attrNameLst>
                                              <p:attrName>ppt_h</p:attrName>
                                            </p:attrNameLst>
                                          </p:cBhvr>
                                          <p:tavLst>
                                            <p:tav tm="0">
                                              <p:val>
                                                <p:fltVal val="0"/>
                                              </p:val>
                                            </p:tav>
                                            <p:tav tm="100000">
                                              <p:val>
                                                <p:strVal val="#ppt_h"/>
                                              </p:val>
                                            </p:tav>
                                          </p:tavLst>
                                        </p:anim>
                                        <p:animEffect transition="in" filter="fade">
                                          <p:cBhvr>
                                            <p:cTn id="168" dur="250"/>
                                            <p:tgtEl>
                                              <p:spTgt spid="59"/>
                                            </p:tgtEl>
                                          </p:cBhvr>
                                        </p:animEffect>
                                      </p:childTnLst>
                                    </p:cTn>
                                  </p:par>
                                  <p:par>
                                    <p:cTn id="169" presetID="6" presetClass="emph" presetSubtype="0" decel="100000" fill="hold" grpId="1" nodeType="withEffect">
                                      <p:stCondLst>
                                        <p:cond delay="200"/>
                                      </p:stCondLst>
                                      <p:childTnLst>
                                        <p:animScale>
                                          <p:cBhvr>
                                            <p:cTn id="170" dur="250" fill="hold"/>
                                            <p:tgtEl>
                                              <p:spTgt spid="59"/>
                                            </p:tgtEl>
                                          </p:cBhvr>
                                          <p:by x="120000" y="120000"/>
                                        </p:animScale>
                                      </p:childTnLst>
                                    </p:cTn>
                                  </p:par>
                                  <p:par>
                                    <p:cTn id="171" presetID="6" presetClass="emph" presetSubtype="0" decel="100000" fill="hold" grpId="2" nodeType="withEffect">
                                      <p:stCondLst>
                                        <p:cond delay="400"/>
                                      </p:stCondLst>
                                      <p:childTnLst>
                                        <p:animScale>
                                          <p:cBhvr>
                                            <p:cTn id="172" dur="250" fill="hold"/>
                                            <p:tgtEl>
                                              <p:spTgt spid="59"/>
                                            </p:tgtEl>
                                          </p:cBhvr>
                                          <p:by x="83000" y="83000"/>
                                        </p:animScale>
                                      </p:childTnLst>
                                    </p:cTn>
                                  </p:par>
                                  <p:par>
                                    <p:cTn id="173" presetID="53" presetClass="entr" presetSubtype="16" fill="hold" grpId="0" nodeType="withEffect">
                                      <p:stCondLst>
                                        <p:cond delay="400"/>
                                      </p:stCondLst>
                                      <p:childTnLst>
                                        <p:set>
                                          <p:cBhvr>
                                            <p:cTn id="174" dur="1" fill="hold">
                                              <p:stCondLst>
                                                <p:cond delay="0"/>
                                              </p:stCondLst>
                                            </p:cTn>
                                            <p:tgtEl>
                                              <p:spTgt spid="40"/>
                                            </p:tgtEl>
                                            <p:attrNameLst>
                                              <p:attrName>style.visibility</p:attrName>
                                            </p:attrNameLst>
                                          </p:cBhvr>
                                          <p:to>
                                            <p:strVal val="visible"/>
                                          </p:to>
                                        </p:set>
                                        <p:anim calcmode="lin" valueType="num">
                                          <p:cBhvr>
                                            <p:cTn id="175" dur="250" fill="hold"/>
                                            <p:tgtEl>
                                              <p:spTgt spid="40"/>
                                            </p:tgtEl>
                                            <p:attrNameLst>
                                              <p:attrName>ppt_w</p:attrName>
                                            </p:attrNameLst>
                                          </p:cBhvr>
                                          <p:tavLst>
                                            <p:tav tm="0">
                                              <p:val>
                                                <p:fltVal val="0"/>
                                              </p:val>
                                            </p:tav>
                                            <p:tav tm="100000">
                                              <p:val>
                                                <p:strVal val="#ppt_w"/>
                                              </p:val>
                                            </p:tav>
                                          </p:tavLst>
                                        </p:anim>
                                        <p:anim calcmode="lin" valueType="num">
                                          <p:cBhvr>
                                            <p:cTn id="176" dur="250" fill="hold"/>
                                            <p:tgtEl>
                                              <p:spTgt spid="40"/>
                                            </p:tgtEl>
                                            <p:attrNameLst>
                                              <p:attrName>ppt_h</p:attrName>
                                            </p:attrNameLst>
                                          </p:cBhvr>
                                          <p:tavLst>
                                            <p:tav tm="0">
                                              <p:val>
                                                <p:fltVal val="0"/>
                                              </p:val>
                                            </p:tav>
                                            <p:tav tm="100000">
                                              <p:val>
                                                <p:strVal val="#ppt_h"/>
                                              </p:val>
                                            </p:tav>
                                          </p:tavLst>
                                        </p:anim>
                                        <p:animEffect transition="in" filter="fade">
                                          <p:cBhvr>
                                            <p:cTn id="177" dur="250"/>
                                            <p:tgtEl>
                                              <p:spTgt spid="40"/>
                                            </p:tgtEl>
                                          </p:cBhvr>
                                        </p:animEffect>
                                      </p:childTnLst>
                                    </p:cTn>
                                  </p:par>
                                  <p:par>
                                    <p:cTn id="178" presetID="6" presetClass="emph" presetSubtype="0" decel="100000" fill="hold" grpId="1" nodeType="withEffect">
                                      <p:stCondLst>
                                        <p:cond delay="600"/>
                                      </p:stCondLst>
                                      <p:childTnLst>
                                        <p:animScale>
                                          <p:cBhvr>
                                            <p:cTn id="179" dur="250" fill="hold"/>
                                            <p:tgtEl>
                                              <p:spTgt spid="40"/>
                                            </p:tgtEl>
                                          </p:cBhvr>
                                          <p:by x="120000" y="120000"/>
                                        </p:animScale>
                                      </p:childTnLst>
                                    </p:cTn>
                                  </p:par>
                                  <p:par>
                                    <p:cTn id="180" presetID="6" presetClass="emph" presetSubtype="0" decel="100000" fill="hold" grpId="2" nodeType="withEffect">
                                      <p:stCondLst>
                                        <p:cond delay="800"/>
                                      </p:stCondLst>
                                      <p:childTnLst>
                                        <p:animScale>
                                          <p:cBhvr>
                                            <p:cTn id="181" dur="250" fill="hold"/>
                                            <p:tgtEl>
                                              <p:spTgt spid="40"/>
                                            </p:tgtEl>
                                          </p:cBhvr>
                                          <p:by x="83000" y="83000"/>
                                        </p:animScale>
                                      </p:childTnLst>
                                    </p:cTn>
                                  </p:par>
                                  <p:par>
                                    <p:cTn id="182" presetID="53" presetClass="entr" presetSubtype="16" fill="hold" grpId="0" nodeType="withEffect">
                                      <p:stCondLst>
                                        <p:cond delay="600"/>
                                      </p:stCondLst>
                                      <p:childTnLst>
                                        <p:set>
                                          <p:cBhvr>
                                            <p:cTn id="183" dur="1" fill="hold">
                                              <p:stCondLst>
                                                <p:cond delay="0"/>
                                              </p:stCondLst>
                                            </p:cTn>
                                            <p:tgtEl>
                                              <p:spTgt spid="41"/>
                                            </p:tgtEl>
                                            <p:attrNameLst>
                                              <p:attrName>style.visibility</p:attrName>
                                            </p:attrNameLst>
                                          </p:cBhvr>
                                          <p:to>
                                            <p:strVal val="visible"/>
                                          </p:to>
                                        </p:set>
                                        <p:anim calcmode="lin" valueType="num">
                                          <p:cBhvr>
                                            <p:cTn id="184" dur="250" fill="hold"/>
                                            <p:tgtEl>
                                              <p:spTgt spid="41"/>
                                            </p:tgtEl>
                                            <p:attrNameLst>
                                              <p:attrName>ppt_w</p:attrName>
                                            </p:attrNameLst>
                                          </p:cBhvr>
                                          <p:tavLst>
                                            <p:tav tm="0">
                                              <p:val>
                                                <p:fltVal val="0"/>
                                              </p:val>
                                            </p:tav>
                                            <p:tav tm="100000">
                                              <p:val>
                                                <p:strVal val="#ppt_w"/>
                                              </p:val>
                                            </p:tav>
                                          </p:tavLst>
                                        </p:anim>
                                        <p:anim calcmode="lin" valueType="num">
                                          <p:cBhvr>
                                            <p:cTn id="185" dur="250" fill="hold"/>
                                            <p:tgtEl>
                                              <p:spTgt spid="41"/>
                                            </p:tgtEl>
                                            <p:attrNameLst>
                                              <p:attrName>ppt_h</p:attrName>
                                            </p:attrNameLst>
                                          </p:cBhvr>
                                          <p:tavLst>
                                            <p:tav tm="0">
                                              <p:val>
                                                <p:fltVal val="0"/>
                                              </p:val>
                                            </p:tav>
                                            <p:tav tm="100000">
                                              <p:val>
                                                <p:strVal val="#ppt_h"/>
                                              </p:val>
                                            </p:tav>
                                          </p:tavLst>
                                        </p:anim>
                                        <p:animEffect transition="in" filter="fade">
                                          <p:cBhvr>
                                            <p:cTn id="186" dur="250"/>
                                            <p:tgtEl>
                                              <p:spTgt spid="41"/>
                                            </p:tgtEl>
                                          </p:cBhvr>
                                        </p:animEffect>
                                      </p:childTnLst>
                                    </p:cTn>
                                  </p:par>
                                  <p:par>
                                    <p:cTn id="187" presetID="6" presetClass="emph" presetSubtype="0" decel="100000" fill="hold" grpId="1" nodeType="withEffect">
                                      <p:stCondLst>
                                        <p:cond delay="800"/>
                                      </p:stCondLst>
                                      <p:childTnLst>
                                        <p:animScale>
                                          <p:cBhvr>
                                            <p:cTn id="188" dur="250" fill="hold"/>
                                            <p:tgtEl>
                                              <p:spTgt spid="41"/>
                                            </p:tgtEl>
                                          </p:cBhvr>
                                          <p:by x="120000" y="120000"/>
                                        </p:animScale>
                                      </p:childTnLst>
                                    </p:cTn>
                                  </p:par>
                                  <p:par>
                                    <p:cTn id="189" presetID="6" presetClass="emph" presetSubtype="0" decel="100000" fill="hold" grpId="2" nodeType="withEffect">
                                      <p:stCondLst>
                                        <p:cond delay="1000"/>
                                      </p:stCondLst>
                                      <p:childTnLst>
                                        <p:animScale>
                                          <p:cBhvr>
                                            <p:cTn id="190" dur="250" fill="hold"/>
                                            <p:tgtEl>
                                              <p:spTgt spid="41"/>
                                            </p:tgtEl>
                                          </p:cBhvr>
                                          <p:by x="83000" y="83000"/>
                                        </p:animScale>
                                      </p:childTnLst>
                                    </p:cTn>
                                  </p:par>
                                  <p:par>
                                    <p:cTn id="191" presetID="53" presetClass="entr" presetSubtype="16" fill="hold" grpId="0" nodeType="withEffect">
                                      <p:stCondLst>
                                        <p:cond delay="750"/>
                                      </p:stCondLst>
                                      <p:childTnLst>
                                        <p:set>
                                          <p:cBhvr>
                                            <p:cTn id="192" dur="1" fill="hold">
                                              <p:stCondLst>
                                                <p:cond delay="0"/>
                                              </p:stCondLst>
                                            </p:cTn>
                                            <p:tgtEl>
                                              <p:spTgt spid="55"/>
                                            </p:tgtEl>
                                            <p:attrNameLst>
                                              <p:attrName>style.visibility</p:attrName>
                                            </p:attrNameLst>
                                          </p:cBhvr>
                                          <p:to>
                                            <p:strVal val="visible"/>
                                          </p:to>
                                        </p:set>
                                        <p:anim calcmode="lin" valueType="num">
                                          <p:cBhvr>
                                            <p:cTn id="193" dur="500" fill="hold"/>
                                            <p:tgtEl>
                                              <p:spTgt spid="55"/>
                                            </p:tgtEl>
                                            <p:attrNameLst>
                                              <p:attrName>ppt_w</p:attrName>
                                            </p:attrNameLst>
                                          </p:cBhvr>
                                          <p:tavLst>
                                            <p:tav tm="0">
                                              <p:val>
                                                <p:fltVal val="0"/>
                                              </p:val>
                                            </p:tav>
                                            <p:tav tm="100000">
                                              <p:val>
                                                <p:strVal val="#ppt_w"/>
                                              </p:val>
                                            </p:tav>
                                          </p:tavLst>
                                        </p:anim>
                                        <p:anim calcmode="lin" valueType="num">
                                          <p:cBhvr>
                                            <p:cTn id="194" dur="500" fill="hold"/>
                                            <p:tgtEl>
                                              <p:spTgt spid="55"/>
                                            </p:tgtEl>
                                            <p:attrNameLst>
                                              <p:attrName>ppt_h</p:attrName>
                                            </p:attrNameLst>
                                          </p:cBhvr>
                                          <p:tavLst>
                                            <p:tav tm="0">
                                              <p:val>
                                                <p:fltVal val="0"/>
                                              </p:val>
                                            </p:tav>
                                            <p:tav tm="100000">
                                              <p:val>
                                                <p:strVal val="#ppt_h"/>
                                              </p:val>
                                            </p:tav>
                                          </p:tavLst>
                                        </p:anim>
                                        <p:animEffect transition="in" filter="fade">
                                          <p:cBhvr>
                                            <p:cTn id="195" dur="500"/>
                                            <p:tgtEl>
                                              <p:spTgt spid="55"/>
                                            </p:tgtEl>
                                          </p:cBhvr>
                                        </p:animEffect>
                                      </p:childTnLst>
                                    </p:cTn>
                                  </p:par>
                                  <p:par>
                                    <p:cTn id="196" presetID="35" presetClass="path" presetSubtype="0" accel="50000" decel="50000" fill="hold" grpId="1" nodeType="withEffect">
                                      <p:stCondLst>
                                        <p:cond delay="750"/>
                                      </p:stCondLst>
                                      <p:childTnLst>
                                        <p:animMotion origin="layout" path="M 3.75E-6 -4.44444E-6 L -0.09453 -4.44444E-6 " pathEditMode="relative" rAng="0" ptsTypes="AA">
                                          <p:cBhvr>
                                            <p:cTn id="197" dur="1000" spd="-100000" fill="hold"/>
                                            <p:tgtEl>
                                              <p:spTgt spid="55"/>
                                            </p:tgtEl>
                                            <p:attrNameLst>
                                              <p:attrName>ppt_x</p:attrName>
                                              <p:attrName>ppt_y</p:attrName>
                                            </p:attrNameLst>
                                          </p:cBhvr>
                                          <p:rCtr x="-4727" y="0"/>
                                        </p:animMotion>
                                      </p:childTnLst>
                                    </p:cTn>
                                  </p:par>
                                  <p:par>
                                    <p:cTn id="198" presetID="53" presetClass="entr" presetSubtype="16" fill="hold" grpId="0" nodeType="withEffect">
                                      <p:stCondLst>
                                        <p:cond delay="1250"/>
                                      </p:stCondLst>
                                      <p:iterate type="lt">
                                        <p:tmPct val="10000"/>
                                      </p:iterate>
                                      <p:childTnLst>
                                        <p:set>
                                          <p:cBhvr>
                                            <p:cTn id="199" dur="1" fill="hold">
                                              <p:stCondLst>
                                                <p:cond delay="0"/>
                                              </p:stCondLst>
                                            </p:cTn>
                                            <p:tgtEl>
                                              <p:spTgt spid="54"/>
                                            </p:tgtEl>
                                            <p:attrNameLst>
                                              <p:attrName>style.visibility</p:attrName>
                                            </p:attrNameLst>
                                          </p:cBhvr>
                                          <p:to>
                                            <p:strVal val="visible"/>
                                          </p:to>
                                        </p:set>
                                        <p:anim calcmode="lin" valueType="num">
                                          <p:cBhvr>
                                            <p:cTn id="200" dur="250" fill="hold"/>
                                            <p:tgtEl>
                                              <p:spTgt spid="54"/>
                                            </p:tgtEl>
                                            <p:attrNameLst>
                                              <p:attrName>ppt_w</p:attrName>
                                            </p:attrNameLst>
                                          </p:cBhvr>
                                          <p:tavLst>
                                            <p:tav tm="0">
                                              <p:val>
                                                <p:fltVal val="0"/>
                                              </p:val>
                                            </p:tav>
                                            <p:tav tm="100000">
                                              <p:val>
                                                <p:strVal val="#ppt_w"/>
                                              </p:val>
                                            </p:tav>
                                          </p:tavLst>
                                        </p:anim>
                                        <p:anim calcmode="lin" valueType="num">
                                          <p:cBhvr>
                                            <p:cTn id="201" dur="250" fill="hold"/>
                                            <p:tgtEl>
                                              <p:spTgt spid="54"/>
                                            </p:tgtEl>
                                            <p:attrNameLst>
                                              <p:attrName>ppt_h</p:attrName>
                                            </p:attrNameLst>
                                          </p:cBhvr>
                                          <p:tavLst>
                                            <p:tav tm="0">
                                              <p:val>
                                                <p:fltVal val="0"/>
                                              </p:val>
                                            </p:tav>
                                            <p:tav tm="100000">
                                              <p:val>
                                                <p:strVal val="#ppt_h"/>
                                              </p:val>
                                            </p:tav>
                                          </p:tavLst>
                                        </p:anim>
                                        <p:animEffect transition="in" filter="fade">
                                          <p:cBhvr>
                                            <p:cTn id="202"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4" grpId="1"/>
          <p:bldP spid="36" grpId="0" animBg="1"/>
          <p:bldP spid="36" grpId="1" animBg="1"/>
          <p:bldP spid="36" grpId="2" animBg="1"/>
          <p:bldP spid="37" grpId="0" animBg="1"/>
          <p:bldP spid="37" grpId="1" animBg="1"/>
          <p:bldP spid="37" grpId="2" animBg="1"/>
          <p:bldP spid="38" grpId="0" animBg="1"/>
          <p:bldP spid="38" grpId="1" animBg="1"/>
          <p:bldP spid="38" grpId="2" animBg="1"/>
          <p:bldP spid="39" grpId="0" animBg="1"/>
          <p:bldP spid="39" grpId="1" animBg="1"/>
          <p:bldP spid="39" grpId="2" animBg="1"/>
          <p:bldP spid="40" grpId="0" animBg="1"/>
          <p:bldP spid="40" grpId="1" animBg="1"/>
          <p:bldP spid="40" grpId="2" animBg="1"/>
          <p:bldP spid="41" grpId="0" animBg="1"/>
          <p:bldP spid="41" grpId="1" animBg="1"/>
          <p:bldP spid="41" grpId="2" animBg="1"/>
          <p:bldP spid="42" grpId="0" animBg="1"/>
          <p:bldP spid="42" grpId="1" animBg="1"/>
          <p:bldP spid="42" grpId="2" animBg="1"/>
          <p:bldP spid="43" grpId="0" animBg="1"/>
          <p:bldP spid="43" grpId="1" animBg="1"/>
          <p:bldP spid="43" grpId="2" animBg="1"/>
          <p:bldP spid="44" grpId="0" animBg="1"/>
          <p:bldP spid="45" grpId="0" animBg="1"/>
          <p:bldP spid="46" grpId="0" animBg="1"/>
          <p:bldP spid="47" grpId="0" animBg="1"/>
          <p:bldP spid="48" grpId="0"/>
          <p:bldP spid="49" grpId="0"/>
          <p:bldP spid="49" grpId="1"/>
          <p:bldP spid="50" grpId="0"/>
          <p:bldP spid="51" grpId="0"/>
          <p:bldP spid="51" grpId="1"/>
          <p:bldP spid="52" grpId="0"/>
          <p:bldP spid="53" grpId="0"/>
          <p:bldP spid="53" grpId="1"/>
          <p:bldP spid="54" grpId="0"/>
          <p:bldP spid="55" grpId="0"/>
          <p:bldP spid="55" grpId="1"/>
          <p:bldP spid="56" grpId="0"/>
          <p:bldP spid="56" grpId="1"/>
          <p:bldP spid="56" grpId="2"/>
          <p:bldP spid="57" grpId="0"/>
          <p:bldP spid="57" grpId="1"/>
          <p:bldP spid="57" grpId="2"/>
          <p:bldP spid="58" grpId="0"/>
          <p:bldP spid="58" grpId="1"/>
          <p:bldP spid="58" grpId="2"/>
          <p:bldP spid="59" grpId="0"/>
          <p:bldP spid="59" grpId="1"/>
          <p:bldP spid="59" grpId="2"/>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1"/>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4"/>
                                            </p:tgtEl>
                                            <p:attrNameLst>
                                              <p:attrName>style.visibility</p:attrName>
                                            </p:attrNameLst>
                                          </p:cBhvr>
                                          <p:to>
                                            <p:strVal val="visible"/>
                                          </p:to>
                                        </p:set>
                                        <p:anim calcmode="lin" valueType="num">
                                          <p:cBhvr>
                                            <p:cTn id="14" dur="500" fill="hold"/>
                                            <p:tgtEl>
                                              <p:spTgt spid="34"/>
                                            </p:tgtEl>
                                            <p:attrNameLst>
                                              <p:attrName>ppt_w</p:attrName>
                                            </p:attrNameLst>
                                          </p:cBhvr>
                                          <p:tavLst>
                                            <p:tav tm="0">
                                              <p:val>
                                                <p:fltVal val="0"/>
                                              </p:val>
                                            </p:tav>
                                            <p:tav tm="100000">
                                              <p:val>
                                                <p:strVal val="#ppt_w"/>
                                              </p:val>
                                            </p:tav>
                                          </p:tavLst>
                                        </p:anim>
                                        <p:anim calcmode="lin" valueType="num">
                                          <p:cBhvr>
                                            <p:cTn id="15" dur="500" fill="hold"/>
                                            <p:tgtEl>
                                              <p:spTgt spid="34"/>
                                            </p:tgtEl>
                                            <p:attrNameLst>
                                              <p:attrName>ppt_h</p:attrName>
                                            </p:attrNameLst>
                                          </p:cBhvr>
                                          <p:tavLst>
                                            <p:tav tm="0">
                                              <p:val>
                                                <p:fltVal val="0"/>
                                              </p:val>
                                            </p:tav>
                                            <p:tav tm="100000">
                                              <p:val>
                                                <p:strVal val="#ppt_h"/>
                                              </p:val>
                                            </p:tav>
                                          </p:tavLst>
                                        </p:anim>
                                        <p:animEffect transition="in" filter="fade">
                                          <p:cBhvr>
                                            <p:cTn id="16" dur="500"/>
                                            <p:tgtEl>
                                              <p:spTgt spid="34"/>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4"/>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5"/>
                                            </p:tgtEl>
                                            <p:attrNameLst>
                                              <p:attrName>ppt_x</p:attrName>
                                              <p:attrName>ppt_y</p:attrName>
                                            </p:attrNameLst>
                                          </p:cBhvr>
                                          <p:rCtr x="12500" y="0"/>
                                        </p:animMotion>
                                      </p:childTnLst>
                                    </p:cTn>
                                  </p:par>
                                </p:childTnLst>
                              </p:cTn>
                            </p:par>
                            <p:par>
                              <p:cTn id="26" fill="hold">
                                <p:stCondLst>
                                  <p:cond delay="1500"/>
                                </p:stCondLst>
                                <p:childTnLst>
                                  <p:par>
                                    <p:cTn id="27" presetID="2" presetClass="entr" presetSubtype="4" accel="50000" fill="hold" grpId="0" nodeType="afterEffect">
                                      <p:stCondLst>
                                        <p:cond delay="0"/>
                                      </p:stCondLst>
                                      <p:childTnLst>
                                        <p:set>
                                          <p:cBhvr>
                                            <p:cTn id="28" dur="1" fill="hold">
                                              <p:stCondLst>
                                                <p:cond delay="0"/>
                                              </p:stCondLst>
                                            </p:cTn>
                                            <p:tgtEl>
                                              <p:spTgt spid="46"/>
                                            </p:tgtEl>
                                            <p:attrNameLst>
                                              <p:attrName>style.visibility</p:attrName>
                                            </p:attrNameLst>
                                          </p:cBhvr>
                                          <p:to>
                                            <p:strVal val="visible"/>
                                          </p:to>
                                        </p:set>
                                        <p:anim calcmode="lin" valueType="num">
                                          <p:cBhvr additive="base">
                                            <p:cTn id="29" dur="1000" fill="hold"/>
                                            <p:tgtEl>
                                              <p:spTgt spid="46"/>
                                            </p:tgtEl>
                                            <p:attrNameLst>
                                              <p:attrName>ppt_x</p:attrName>
                                            </p:attrNameLst>
                                          </p:cBhvr>
                                          <p:tavLst>
                                            <p:tav tm="0">
                                              <p:val>
                                                <p:strVal val="#ppt_x"/>
                                              </p:val>
                                            </p:tav>
                                            <p:tav tm="100000">
                                              <p:val>
                                                <p:strVal val="#ppt_x"/>
                                              </p:val>
                                            </p:tav>
                                          </p:tavLst>
                                        </p:anim>
                                        <p:anim calcmode="lin" valueType="num">
                                          <p:cBhvr additive="base">
                                            <p:cTn id="30" dur="1000" fill="hold"/>
                                            <p:tgtEl>
                                              <p:spTgt spid="46"/>
                                            </p:tgtEl>
                                            <p:attrNameLst>
                                              <p:attrName>ppt_y</p:attrName>
                                            </p:attrNameLst>
                                          </p:cBhvr>
                                          <p:tavLst>
                                            <p:tav tm="0">
                                              <p:val>
                                                <p:strVal val="1+#ppt_h/2"/>
                                              </p:val>
                                            </p:tav>
                                            <p:tav tm="100000">
                                              <p:val>
                                                <p:strVal val="#ppt_y"/>
                                              </p:val>
                                            </p:tav>
                                          </p:tavLst>
                                        </p:anim>
                                      </p:childTnLst>
                                    </p:cTn>
                                  </p:par>
                                  <p:par>
                                    <p:cTn id="31" presetID="2" presetClass="entr" presetSubtype="4" accel="5000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anim calcmode="lin" valueType="num">
                                          <p:cBhvr additive="base">
                                            <p:cTn id="33" dur="1000" fill="hold"/>
                                            <p:tgtEl>
                                              <p:spTgt spid="45"/>
                                            </p:tgtEl>
                                            <p:attrNameLst>
                                              <p:attrName>ppt_x</p:attrName>
                                            </p:attrNameLst>
                                          </p:cBhvr>
                                          <p:tavLst>
                                            <p:tav tm="0">
                                              <p:val>
                                                <p:strVal val="#ppt_x"/>
                                              </p:val>
                                            </p:tav>
                                            <p:tav tm="100000">
                                              <p:val>
                                                <p:strVal val="#ppt_x"/>
                                              </p:val>
                                            </p:tav>
                                          </p:tavLst>
                                        </p:anim>
                                        <p:anim calcmode="lin" valueType="num">
                                          <p:cBhvr additive="base">
                                            <p:cTn id="34" dur="1000" fill="hold"/>
                                            <p:tgtEl>
                                              <p:spTgt spid="45"/>
                                            </p:tgtEl>
                                            <p:attrNameLst>
                                              <p:attrName>ppt_y</p:attrName>
                                            </p:attrNameLst>
                                          </p:cBhvr>
                                          <p:tavLst>
                                            <p:tav tm="0">
                                              <p:val>
                                                <p:strVal val="1+#ppt_h/2"/>
                                              </p:val>
                                            </p:tav>
                                            <p:tav tm="100000">
                                              <p:val>
                                                <p:strVal val="#ppt_y"/>
                                              </p:val>
                                            </p:tav>
                                          </p:tavLst>
                                        </p:anim>
                                      </p:childTnLst>
                                    </p:cTn>
                                  </p:par>
                                  <p:par>
                                    <p:cTn id="35" presetID="2" presetClass="entr" presetSubtype="1" accel="5000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additive="base">
                                            <p:cTn id="37" dur="1000" fill="hold"/>
                                            <p:tgtEl>
                                              <p:spTgt spid="44"/>
                                            </p:tgtEl>
                                            <p:attrNameLst>
                                              <p:attrName>ppt_x</p:attrName>
                                            </p:attrNameLst>
                                          </p:cBhvr>
                                          <p:tavLst>
                                            <p:tav tm="0">
                                              <p:val>
                                                <p:strVal val="#ppt_x"/>
                                              </p:val>
                                            </p:tav>
                                            <p:tav tm="100000">
                                              <p:val>
                                                <p:strVal val="#ppt_x"/>
                                              </p:val>
                                            </p:tav>
                                          </p:tavLst>
                                        </p:anim>
                                        <p:anim calcmode="lin" valueType="num">
                                          <p:cBhvr additive="base">
                                            <p:cTn id="38" dur="1000" fill="hold"/>
                                            <p:tgtEl>
                                              <p:spTgt spid="44"/>
                                            </p:tgtEl>
                                            <p:attrNameLst>
                                              <p:attrName>ppt_y</p:attrName>
                                            </p:attrNameLst>
                                          </p:cBhvr>
                                          <p:tavLst>
                                            <p:tav tm="0">
                                              <p:val>
                                                <p:strVal val="0-#ppt_h/2"/>
                                              </p:val>
                                            </p:tav>
                                            <p:tav tm="100000">
                                              <p:val>
                                                <p:strVal val="#ppt_y"/>
                                              </p:val>
                                            </p:tav>
                                          </p:tavLst>
                                        </p:anim>
                                      </p:childTnLst>
                                    </p:cTn>
                                  </p:par>
                                  <p:par>
                                    <p:cTn id="39" presetID="2" presetClass="entr" presetSubtype="1" accel="5000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anim calcmode="lin" valueType="num">
                                          <p:cBhvr additive="base">
                                            <p:cTn id="41" dur="1000" fill="hold"/>
                                            <p:tgtEl>
                                              <p:spTgt spid="47"/>
                                            </p:tgtEl>
                                            <p:attrNameLst>
                                              <p:attrName>ppt_x</p:attrName>
                                            </p:attrNameLst>
                                          </p:cBhvr>
                                          <p:tavLst>
                                            <p:tav tm="0">
                                              <p:val>
                                                <p:strVal val="#ppt_x"/>
                                              </p:val>
                                            </p:tav>
                                            <p:tav tm="100000">
                                              <p:val>
                                                <p:strVal val="#ppt_x"/>
                                              </p:val>
                                            </p:tav>
                                          </p:tavLst>
                                        </p:anim>
                                        <p:anim calcmode="lin" valueType="num">
                                          <p:cBhvr additive="base">
                                            <p:cTn id="42" dur="1000" fill="hold"/>
                                            <p:tgtEl>
                                              <p:spTgt spid="47"/>
                                            </p:tgtEl>
                                            <p:attrNameLst>
                                              <p:attrName>ppt_y</p:attrName>
                                            </p:attrNameLst>
                                          </p:cBhvr>
                                          <p:tavLst>
                                            <p:tav tm="0">
                                              <p:val>
                                                <p:strVal val="0-#ppt_h/2"/>
                                              </p:val>
                                            </p:tav>
                                            <p:tav tm="100000">
                                              <p:val>
                                                <p:strVal val="#ppt_y"/>
                                              </p:val>
                                            </p:tav>
                                          </p:tavLst>
                                        </p:anim>
                                      </p:childTnLst>
                                    </p:cTn>
                                  </p:par>
                                </p:childTnLst>
                              </p:cTn>
                            </p:par>
                            <p:par>
                              <p:cTn id="43" fill="hold">
                                <p:stCondLst>
                                  <p:cond delay="2500"/>
                                </p:stCondLst>
                                <p:childTnLst>
                                  <p:par>
                                    <p:cTn id="44" presetID="53" presetClass="entr" presetSubtype="16" fill="hold" grpId="0" nodeType="afterEffect">
                                      <p:stCondLst>
                                        <p:cond delay="0"/>
                                      </p:stCondLst>
                                      <p:childTnLst>
                                        <p:set>
                                          <p:cBhvr>
                                            <p:cTn id="45" dur="1" fill="hold">
                                              <p:stCondLst>
                                                <p:cond delay="0"/>
                                              </p:stCondLst>
                                            </p:cTn>
                                            <p:tgtEl>
                                              <p:spTgt spid="56"/>
                                            </p:tgtEl>
                                            <p:attrNameLst>
                                              <p:attrName>style.visibility</p:attrName>
                                            </p:attrNameLst>
                                          </p:cBhvr>
                                          <p:to>
                                            <p:strVal val="visible"/>
                                          </p:to>
                                        </p:set>
                                        <p:anim calcmode="lin" valueType="num">
                                          <p:cBhvr>
                                            <p:cTn id="46" dur="250" fill="hold"/>
                                            <p:tgtEl>
                                              <p:spTgt spid="56"/>
                                            </p:tgtEl>
                                            <p:attrNameLst>
                                              <p:attrName>ppt_w</p:attrName>
                                            </p:attrNameLst>
                                          </p:cBhvr>
                                          <p:tavLst>
                                            <p:tav tm="0">
                                              <p:val>
                                                <p:fltVal val="0"/>
                                              </p:val>
                                            </p:tav>
                                            <p:tav tm="100000">
                                              <p:val>
                                                <p:strVal val="#ppt_w"/>
                                              </p:val>
                                            </p:tav>
                                          </p:tavLst>
                                        </p:anim>
                                        <p:anim calcmode="lin" valueType="num">
                                          <p:cBhvr>
                                            <p:cTn id="47" dur="250" fill="hold"/>
                                            <p:tgtEl>
                                              <p:spTgt spid="56"/>
                                            </p:tgtEl>
                                            <p:attrNameLst>
                                              <p:attrName>ppt_h</p:attrName>
                                            </p:attrNameLst>
                                          </p:cBhvr>
                                          <p:tavLst>
                                            <p:tav tm="0">
                                              <p:val>
                                                <p:fltVal val="0"/>
                                              </p:val>
                                            </p:tav>
                                            <p:tav tm="100000">
                                              <p:val>
                                                <p:strVal val="#ppt_h"/>
                                              </p:val>
                                            </p:tav>
                                          </p:tavLst>
                                        </p:anim>
                                        <p:animEffect transition="in" filter="fade">
                                          <p:cBhvr>
                                            <p:cTn id="48" dur="250"/>
                                            <p:tgtEl>
                                              <p:spTgt spid="56"/>
                                            </p:tgtEl>
                                          </p:cBhvr>
                                        </p:animEffect>
                                      </p:childTnLst>
                                    </p:cTn>
                                  </p:par>
                                  <p:par>
                                    <p:cTn id="49" presetID="6" presetClass="emph" presetSubtype="0" decel="100000" fill="hold" grpId="1" nodeType="withEffect">
                                      <p:stCondLst>
                                        <p:cond delay="200"/>
                                      </p:stCondLst>
                                      <p:childTnLst>
                                        <p:animScale>
                                          <p:cBhvr>
                                            <p:cTn id="50" dur="250" fill="hold"/>
                                            <p:tgtEl>
                                              <p:spTgt spid="56"/>
                                            </p:tgtEl>
                                          </p:cBhvr>
                                          <p:by x="120000" y="120000"/>
                                        </p:animScale>
                                      </p:childTnLst>
                                    </p:cTn>
                                  </p:par>
                                  <p:par>
                                    <p:cTn id="51" presetID="6" presetClass="emph" presetSubtype="0" decel="100000" fill="hold" grpId="2" nodeType="withEffect">
                                      <p:stCondLst>
                                        <p:cond delay="400"/>
                                      </p:stCondLst>
                                      <p:childTnLst>
                                        <p:animScale>
                                          <p:cBhvr>
                                            <p:cTn id="52" dur="250" fill="hold"/>
                                            <p:tgtEl>
                                              <p:spTgt spid="56"/>
                                            </p:tgtEl>
                                          </p:cBhvr>
                                          <p:by x="83000" y="83000"/>
                                        </p:animScale>
                                      </p:childTnLst>
                                    </p:cTn>
                                  </p:par>
                                  <p:par>
                                    <p:cTn id="53" presetID="53" presetClass="entr" presetSubtype="16" fill="hold" grpId="0" nodeType="withEffect">
                                      <p:stCondLst>
                                        <p:cond delay="400"/>
                                      </p:stCondLst>
                                      <p:childTnLst>
                                        <p:set>
                                          <p:cBhvr>
                                            <p:cTn id="54" dur="1" fill="hold">
                                              <p:stCondLst>
                                                <p:cond delay="0"/>
                                              </p:stCondLst>
                                            </p:cTn>
                                            <p:tgtEl>
                                              <p:spTgt spid="36"/>
                                            </p:tgtEl>
                                            <p:attrNameLst>
                                              <p:attrName>style.visibility</p:attrName>
                                            </p:attrNameLst>
                                          </p:cBhvr>
                                          <p:to>
                                            <p:strVal val="visible"/>
                                          </p:to>
                                        </p:set>
                                        <p:anim calcmode="lin" valueType="num">
                                          <p:cBhvr>
                                            <p:cTn id="55" dur="250" fill="hold"/>
                                            <p:tgtEl>
                                              <p:spTgt spid="36"/>
                                            </p:tgtEl>
                                            <p:attrNameLst>
                                              <p:attrName>ppt_w</p:attrName>
                                            </p:attrNameLst>
                                          </p:cBhvr>
                                          <p:tavLst>
                                            <p:tav tm="0">
                                              <p:val>
                                                <p:fltVal val="0"/>
                                              </p:val>
                                            </p:tav>
                                            <p:tav tm="100000">
                                              <p:val>
                                                <p:strVal val="#ppt_w"/>
                                              </p:val>
                                            </p:tav>
                                          </p:tavLst>
                                        </p:anim>
                                        <p:anim calcmode="lin" valueType="num">
                                          <p:cBhvr>
                                            <p:cTn id="56" dur="250" fill="hold"/>
                                            <p:tgtEl>
                                              <p:spTgt spid="36"/>
                                            </p:tgtEl>
                                            <p:attrNameLst>
                                              <p:attrName>ppt_h</p:attrName>
                                            </p:attrNameLst>
                                          </p:cBhvr>
                                          <p:tavLst>
                                            <p:tav tm="0">
                                              <p:val>
                                                <p:fltVal val="0"/>
                                              </p:val>
                                            </p:tav>
                                            <p:tav tm="100000">
                                              <p:val>
                                                <p:strVal val="#ppt_h"/>
                                              </p:val>
                                            </p:tav>
                                          </p:tavLst>
                                        </p:anim>
                                        <p:animEffect transition="in" filter="fade">
                                          <p:cBhvr>
                                            <p:cTn id="57" dur="250"/>
                                            <p:tgtEl>
                                              <p:spTgt spid="36"/>
                                            </p:tgtEl>
                                          </p:cBhvr>
                                        </p:animEffect>
                                      </p:childTnLst>
                                    </p:cTn>
                                  </p:par>
                                  <p:par>
                                    <p:cTn id="58" presetID="6" presetClass="emph" presetSubtype="0" decel="100000" fill="hold" grpId="1" nodeType="withEffect">
                                      <p:stCondLst>
                                        <p:cond delay="600"/>
                                      </p:stCondLst>
                                      <p:childTnLst>
                                        <p:animScale>
                                          <p:cBhvr>
                                            <p:cTn id="59" dur="250" fill="hold"/>
                                            <p:tgtEl>
                                              <p:spTgt spid="36"/>
                                            </p:tgtEl>
                                          </p:cBhvr>
                                          <p:by x="120000" y="120000"/>
                                        </p:animScale>
                                      </p:childTnLst>
                                    </p:cTn>
                                  </p:par>
                                  <p:par>
                                    <p:cTn id="60" presetID="6" presetClass="emph" presetSubtype="0" decel="100000" fill="hold" grpId="2" nodeType="withEffect">
                                      <p:stCondLst>
                                        <p:cond delay="800"/>
                                      </p:stCondLst>
                                      <p:childTnLst>
                                        <p:animScale>
                                          <p:cBhvr>
                                            <p:cTn id="61" dur="250" fill="hold"/>
                                            <p:tgtEl>
                                              <p:spTgt spid="36"/>
                                            </p:tgtEl>
                                          </p:cBhvr>
                                          <p:by x="83000" y="83000"/>
                                        </p:animScale>
                                      </p:childTnLst>
                                    </p:cTn>
                                  </p:par>
                                  <p:par>
                                    <p:cTn id="62" presetID="53" presetClass="entr" presetSubtype="16" fill="hold" grpId="0" nodeType="withEffect">
                                      <p:stCondLst>
                                        <p:cond delay="600"/>
                                      </p:stCondLst>
                                      <p:childTnLst>
                                        <p:set>
                                          <p:cBhvr>
                                            <p:cTn id="63" dur="1" fill="hold">
                                              <p:stCondLst>
                                                <p:cond delay="0"/>
                                              </p:stCondLst>
                                            </p:cTn>
                                            <p:tgtEl>
                                              <p:spTgt spid="37"/>
                                            </p:tgtEl>
                                            <p:attrNameLst>
                                              <p:attrName>style.visibility</p:attrName>
                                            </p:attrNameLst>
                                          </p:cBhvr>
                                          <p:to>
                                            <p:strVal val="visible"/>
                                          </p:to>
                                        </p:set>
                                        <p:anim calcmode="lin" valueType="num">
                                          <p:cBhvr>
                                            <p:cTn id="64" dur="250" fill="hold"/>
                                            <p:tgtEl>
                                              <p:spTgt spid="37"/>
                                            </p:tgtEl>
                                            <p:attrNameLst>
                                              <p:attrName>ppt_w</p:attrName>
                                            </p:attrNameLst>
                                          </p:cBhvr>
                                          <p:tavLst>
                                            <p:tav tm="0">
                                              <p:val>
                                                <p:fltVal val="0"/>
                                              </p:val>
                                            </p:tav>
                                            <p:tav tm="100000">
                                              <p:val>
                                                <p:strVal val="#ppt_w"/>
                                              </p:val>
                                            </p:tav>
                                          </p:tavLst>
                                        </p:anim>
                                        <p:anim calcmode="lin" valueType="num">
                                          <p:cBhvr>
                                            <p:cTn id="65" dur="250" fill="hold"/>
                                            <p:tgtEl>
                                              <p:spTgt spid="37"/>
                                            </p:tgtEl>
                                            <p:attrNameLst>
                                              <p:attrName>ppt_h</p:attrName>
                                            </p:attrNameLst>
                                          </p:cBhvr>
                                          <p:tavLst>
                                            <p:tav tm="0">
                                              <p:val>
                                                <p:fltVal val="0"/>
                                              </p:val>
                                            </p:tav>
                                            <p:tav tm="100000">
                                              <p:val>
                                                <p:strVal val="#ppt_h"/>
                                              </p:val>
                                            </p:tav>
                                          </p:tavLst>
                                        </p:anim>
                                        <p:animEffect transition="in" filter="fade">
                                          <p:cBhvr>
                                            <p:cTn id="66" dur="250"/>
                                            <p:tgtEl>
                                              <p:spTgt spid="37"/>
                                            </p:tgtEl>
                                          </p:cBhvr>
                                        </p:animEffect>
                                      </p:childTnLst>
                                    </p:cTn>
                                  </p:par>
                                  <p:par>
                                    <p:cTn id="67" presetID="6" presetClass="emph" presetSubtype="0" decel="100000" fill="hold" grpId="1" nodeType="withEffect">
                                      <p:stCondLst>
                                        <p:cond delay="800"/>
                                      </p:stCondLst>
                                      <p:childTnLst>
                                        <p:animScale>
                                          <p:cBhvr>
                                            <p:cTn id="68" dur="250" fill="hold"/>
                                            <p:tgtEl>
                                              <p:spTgt spid="37"/>
                                            </p:tgtEl>
                                          </p:cBhvr>
                                          <p:by x="120000" y="120000"/>
                                        </p:animScale>
                                      </p:childTnLst>
                                    </p:cTn>
                                  </p:par>
                                  <p:par>
                                    <p:cTn id="69" presetID="6" presetClass="emph" presetSubtype="0" decel="100000" fill="hold" grpId="2" nodeType="withEffect">
                                      <p:stCondLst>
                                        <p:cond delay="1000"/>
                                      </p:stCondLst>
                                      <p:childTnLst>
                                        <p:animScale>
                                          <p:cBhvr>
                                            <p:cTn id="70" dur="250" fill="hold"/>
                                            <p:tgtEl>
                                              <p:spTgt spid="37"/>
                                            </p:tgtEl>
                                          </p:cBhvr>
                                          <p:by x="83000" y="83000"/>
                                        </p:animScale>
                                      </p:childTnLst>
                                    </p:cTn>
                                  </p:par>
                                  <p:par>
                                    <p:cTn id="71" presetID="53" presetClass="entr" presetSubtype="16" fill="hold" grpId="0" nodeType="withEffect">
                                      <p:stCondLst>
                                        <p:cond delay="750"/>
                                      </p:stCondLst>
                                      <p:childTnLst>
                                        <p:set>
                                          <p:cBhvr>
                                            <p:cTn id="72" dur="1" fill="hold">
                                              <p:stCondLst>
                                                <p:cond delay="0"/>
                                              </p:stCondLst>
                                            </p:cTn>
                                            <p:tgtEl>
                                              <p:spTgt spid="49"/>
                                            </p:tgtEl>
                                            <p:attrNameLst>
                                              <p:attrName>style.visibility</p:attrName>
                                            </p:attrNameLst>
                                          </p:cBhvr>
                                          <p:to>
                                            <p:strVal val="visible"/>
                                          </p:to>
                                        </p:set>
                                        <p:anim calcmode="lin" valueType="num">
                                          <p:cBhvr>
                                            <p:cTn id="73" dur="500" fill="hold"/>
                                            <p:tgtEl>
                                              <p:spTgt spid="49"/>
                                            </p:tgtEl>
                                            <p:attrNameLst>
                                              <p:attrName>ppt_w</p:attrName>
                                            </p:attrNameLst>
                                          </p:cBhvr>
                                          <p:tavLst>
                                            <p:tav tm="0">
                                              <p:val>
                                                <p:fltVal val="0"/>
                                              </p:val>
                                            </p:tav>
                                            <p:tav tm="100000">
                                              <p:val>
                                                <p:strVal val="#ppt_w"/>
                                              </p:val>
                                            </p:tav>
                                          </p:tavLst>
                                        </p:anim>
                                        <p:anim calcmode="lin" valueType="num">
                                          <p:cBhvr>
                                            <p:cTn id="74" dur="500" fill="hold"/>
                                            <p:tgtEl>
                                              <p:spTgt spid="49"/>
                                            </p:tgtEl>
                                            <p:attrNameLst>
                                              <p:attrName>ppt_h</p:attrName>
                                            </p:attrNameLst>
                                          </p:cBhvr>
                                          <p:tavLst>
                                            <p:tav tm="0">
                                              <p:val>
                                                <p:fltVal val="0"/>
                                              </p:val>
                                            </p:tav>
                                            <p:tav tm="100000">
                                              <p:val>
                                                <p:strVal val="#ppt_h"/>
                                              </p:val>
                                            </p:tav>
                                          </p:tavLst>
                                        </p:anim>
                                        <p:animEffect transition="in" filter="fade">
                                          <p:cBhvr>
                                            <p:cTn id="75" dur="500"/>
                                            <p:tgtEl>
                                              <p:spTgt spid="49"/>
                                            </p:tgtEl>
                                          </p:cBhvr>
                                        </p:animEffect>
                                      </p:childTnLst>
                                    </p:cTn>
                                  </p:par>
                                  <p:par>
                                    <p:cTn id="76" presetID="63" presetClass="path" presetSubtype="0" accel="50000" decel="50000" fill="hold" grpId="1" nodeType="withEffect">
                                      <p:stCondLst>
                                        <p:cond delay="750"/>
                                      </p:stCondLst>
                                      <p:childTnLst>
                                        <p:animMotion origin="layout" path="M -3.75E-6 -4.07407E-6 L 0.09414 -4.07407E-6 " pathEditMode="relative" rAng="0" ptsTypes="AA">
                                          <p:cBhvr>
                                            <p:cTn id="77" dur="1000" spd="-100000" fill="hold"/>
                                            <p:tgtEl>
                                              <p:spTgt spid="49"/>
                                            </p:tgtEl>
                                            <p:attrNameLst>
                                              <p:attrName>ppt_x</p:attrName>
                                              <p:attrName>ppt_y</p:attrName>
                                            </p:attrNameLst>
                                          </p:cBhvr>
                                          <p:rCtr x="4701" y="0"/>
                                        </p:animMotion>
                                      </p:childTnLst>
                                    </p:cTn>
                                  </p:par>
                                  <p:par>
                                    <p:cTn id="78" presetID="53" presetClass="entr" presetSubtype="16" fill="hold" grpId="0" nodeType="withEffect">
                                      <p:stCondLst>
                                        <p:cond delay="1250"/>
                                      </p:stCondLst>
                                      <p:iterate type="lt">
                                        <p:tmPct val="10000"/>
                                      </p:iterate>
                                      <p:childTnLst>
                                        <p:set>
                                          <p:cBhvr>
                                            <p:cTn id="79" dur="1" fill="hold">
                                              <p:stCondLst>
                                                <p:cond delay="0"/>
                                              </p:stCondLst>
                                            </p:cTn>
                                            <p:tgtEl>
                                              <p:spTgt spid="48"/>
                                            </p:tgtEl>
                                            <p:attrNameLst>
                                              <p:attrName>style.visibility</p:attrName>
                                            </p:attrNameLst>
                                          </p:cBhvr>
                                          <p:to>
                                            <p:strVal val="visible"/>
                                          </p:to>
                                        </p:set>
                                        <p:anim calcmode="lin" valueType="num">
                                          <p:cBhvr>
                                            <p:cTn id="80" dur="250" fill="hold"/>
                                            <p:tgtEl>
                                              <p:spTgt spid="48"/>
                                            </p:tgtEl>
                                            <p:attrNameLst>
                                              <p:attrName>ppt_w</p:attrName>
                                            </p:attrNameLst>
                                          </p:cBhvr>
                                          <p:tavLst>
                                            <p:tav tm="0">
                                              <p:val>
                                                <p:fltVal val="0"/>
                                              </p:val>
                                            </p:tav>
                                            <p:tav tm="100000">
                                              <p:val>
                                                <p:strVal val="#ppt_w"/>
                                              </p:val>
                                            </p:tav>
                                          </p:tavLst>
                                        </p:anim>
                                        <p:anim calcmode="lin" valueType="num">
                                          <p:cBhvr>
                                            <p:cTn id="81" dur="250" fill="hold"/>
                                            <p:tgtEl>
                                              <p:spTgt spid="48"/>
                                            </p:tgtEl>
                                            <p:attrNameLst>
                                              <p:attrName>ppt_h</p:attrName>
                                            </p:attrNameLst>
                                          </p:cBhvr>
                                          <p:tavLst>
                                            <p:tav tm="0">
                                              <p:val>
                                                <p:fltVal val="0"/>
                                              </p:val>
                                            </p:tav>
                                            <p:tav tm="100000">
                                              <p:val>
                                                <p:strVal val="#ppt_h"/>
                                              </p:val>
                                            </p:tav>
                                          </p:tavLst>
                                        </p:anim>
                                        <p:animEffect transition="in" filter="fade">
                                          <p:cBhvr>
                                            <p:cTn id="82" dur="250"/>
                                            <p:tgtEl>
                                              <p:spTgt spid="48"/>
                                            </p:tgtEl>
                                          </p:cBhvr>
                                        </p:animEffect>
                                      </p:childTnLst>
                                    </p:cTn>
                                  </p:par>
                                </p:childTnLst>
                              </p:cTn>
                            </p:par>
                            <p:par>
                              <p:cTn id="83" fill="hold">
                                <p:stCondLst>
                                  <p:cond delay="5275"/>
                                </p:stCondLst>
                                <p:childTnLst>
                                  <p:par>
                                    <p:cTn id="84" presetID="53" presetClass="entr" presetSubtype="16" fill="hold" grpId="0" nodeType="afterEffect">
                                      <p:stCondLst>
                                        <p:cond delay="0"/>
                                      </p:stCondLst>
                                      <p:childTnLst>
                                        <p:set>
                                          <p:cBhvr>
                                            <p:cTn id="85" dur="1" fill="hold">
                                              <p:stCondLst>
                                                <p:cond delay="0"/>
                                              </p:stCondLst>
                                            </p:cTn>
                                            <p:tgtEl>
                                              <p:spTgt spid="57"/>
                                            </p:tgtEl>
                                            <p:attrNameLst>
                                              <p:attrName>style.visibility</p:attrName>
                                            </p:attrNameLst>
                                          </p:cBhvr>
                                          <p:to>
                                            <p:strVal val="visible"/>
                                          </p:to>
                                        </p:set>
                                        <p:anim calcmode="lin" valueType="num">
                                          <p:cBhvr>
                                            <p:cTn id="86" dur="250" fill="hold"/>
                                            <p:tgtEl>
                                              <p:spTgt spid="57"/>
                                            </p:tgtEl>
                                            <p:attrNameLst>
                                              <p:attrName>ppt_w</p:attrName>
                                            </p:attrNameLst>
                                          </p:cBhvr>
                                          <p:tavLst>
                                            <p:tav tm="0">
                                              <p:val>
                                                <p:fltVal val="0"/>
                                              </p:val>
                                            </p:tav>
                                            <p:tav tm="100000">
                                              <p:val>
                                                <p:strVal val="#ppt_w"/>
                                              </p:val>
                                            </p:tav>
                                          </p:tavLst>
                                        </p:anim>
                                        <p:anim calcmode="lin" valueType="num">
                                          <p:cBhvr>
                                            <p:cTn id="87" dur="250" fill="hold"/>
                                            <p:tgtEl>
                                              <p:spTgt spid="57"/>
                                            </p:tgtEl>
                                            <p:attrNameLst>
                                              <p:attrName>ppt_h</p:attrName>
                                            </p:attrNameLst>
                                          </p:cBhvr>
                                          <p:tavLst>
                                            <p:tav tm="0">
                                              <p:val>
                                                <p:fltVal val="0"/>
                                              </p:val>
                                            </p:tav>
                                            <p:tav tm="100000">
                                              <p:val>
                                                <p:strVal val="#ppt_h"/>
                                              </p:val>
                                            </p:tav>
                                          </p:tavLst>
                                        </p:anim>
                                        <p:animEffect transition="in" filter="fade">
                                          <p:cBhvr>
                                            <p:cTn id="88" dur="250"/>
                                            <p:tgtEl>
                                              <p:spTgt spid="57"/>
                                            </p:tgtEl>
                                          </p:cBhvr>
                                        </p:animEffect>
                                      </p:childTnLst>
                                    </p:cTn>
                                  </p:par>
                                  <p:par>
                                    <p:cTn id="89" presetID="6" presetClass="emph" presetSubtype="0" decel="100000" fill="hold" grpId="1" nodeType="withEffect">
                                      <p:stCondLst>
                                        <p:cond delay="200"/>
                                      </p:stCondLst>
                                      <p:childTnLst>
                                        <p:animScale>
                                          <p:cBhvr>
                                            <p:cTn id="90" dur="250" fill="hold"/>
                                            <p:tgtEl>
                                              <p:spTgt spid="57"/>
                                            </p:tgtEl>
                                          </p:cBhvr>
                                          <p:by x="120000" y="120000"/>
                                        </p:animScale>
                                      </p:childTnLst>
                                    </p:cTn>
                                  </p:par>
                                  <p:par>
                                    <p:cTn id="91" presetID="6" presetClass="emph" presetSubtype="0" decel="100000" fill="hold" grpId="2" nodeType="withEffect">
                                      <p:stCondLst>
                                        <p:cond delay="400"/>
                                      </p:stCondLst>
                                      <p:childTnLst>
                                        <p:animScale>
                                          <p:cBhvr>
                                            <p:cTn id="92" dur="250" fill="hold"/>
                                            <p:tgtEl>
                                              <p:spTgt spid="57"/>
                                            </p:tgtEl>
                                          </p:cBhvr>
                                          <p:by x="83000" y="83000"/>
                                        </p:animScale>
                                      </p:childTnLst>
                                    </p:cTn>
                                  </p:par>
                                  <p:par>
                                    <p:cTn id="93" presetID="53" presetClass="entr" presetSubtype="16" fill="hold" grpId="0" nodeType="withEffect">
                                      <p:stCondLst>
                                        <p:cond delay="400"/>
                                      </p:stCondLst>
                                      <p:childTnLst>
                                        <p:set>
                                          <p:cBhvr>
                                            <p:cTn id="94" dur="1" fill="hold">
                                              <p:stCondLst>
                                                <p:cond delay="0"/>
                                              </p:stCondLst>
                                            </p:cTn>
                                            <p:tgtEl>
                                              <p:spTgt spid="38"/>
                                            </p:tgtEl>
                                            <p:attrNameLst>
                                              <p:attrName>style.visibility</p:attrName>
                                            </p:attrNameLst>
                                          </p:cBhvr>
                                          <p:to>
                                            <p:strVal val="visible"/>
                                          </p:to>
                                        </p:set>
                                        <p:anim calcmode="lin" valueType="num">
                                          <p:cBhvr>
                                            <p:cTn id="95" dur="250" fill="hold"/>
                                            <p:tgtEl>
                                              <p:spTgt spid="38"/>
                                            </p:tgtEl>
                                            <p:attrNameLst>
                                              <p:attrName>ppt_w</p:attrName>
                                            </p:attrNameLst>
                                          </p:cBhvr>
                                          <p:tavLst>
                                            <p:tav tm="0">
                                              <p:val>
                                                <p:fltVal val="0"/>
                                              </p:val>
                                            </p:tav>
                                            <p:tav tm="100000">
                                              <p:val>
                                                <p:strVal val="#ppt_w"/>
                                              </p:val>
                                            </p:tav>
                                          </p:tavLst>
                                        </p:anim>
                                        <p:anim calcmode="lin" valueType="num">
                                          <p:cBhvr>
                                            <p:cTn id="96" dur="250" fill="hold"/>
                                            <p:tgtEl>
                                              <p:spTgt spid="38"/>
                                            </p:tgtEl>
                                            <p:attrNameLst>
                                              <p:attrName>ppt_h</p:attrName>
                                            </p:attrNameLst>
                                          </p:cBhvr>
                                          <p:tavLst>
                                            <p:tav tm="0">
                                              <p:val>
                                                <p:fltVal val="0"/>
                                              </p:val>
                                            </p:tav>
                                            <p:tav tm="100000">
                                              <p:val>
                                                <p:strVal val="#ppt_h"/>
                                              </p:val>
                                            </p:tav>
                                          </p:tavLst>
                                        </p:anim>
                                        <p:animEffect transition="in" filter="fade">
                                          <p:cBhvr>
                                            <p:cTn id="97" dur="250"/>
                                            <p:tgtEl>
                                              <p:spTgt spid="38"/>
                                            </p:tgtEl>
                                          </p:cBhvr>
                                        </p:animEffect>
                                      </p:childTnLst>
                                    </p:cTn>
                                  </p:par>
                                  <p:par>
                                    <p:cTn id="98" presetID="6" presetClass="emph" presetSubtype="0" decel="100000" fill="hold" grpId="1" nodeType="withEffect">
                                      <p:stCondLst>
                                        <p:cond delay="600"/>
                                      </p:stCondLst>
                                      <p:childTnLst>
                                        <p:animScale>
                                          <p:cBhvr>
                                            <p:cTn id="99" dur="250" fill="hold"/>
                                            <p:tgtEl>
                                              <p:spTgt spid="38"/>
                                            </p:tgtEl>
                                          </p:cBhvr>
                                          <p:by x="120000" y="120000"/>
                                        </p:animScale>
                                      </p:childTnLst>
                                    </p:cTn>
                                  </p:par>
                                  <p:par>
                                    <p:cTn id="100" presetID="6" presetClass="emph" presetSubtype="0" decel="100000" fill="hold" grpId="2" nodeType="withEffect">
                                      <p:stCondLst>
                                        <p:cond delay="800"/>
                                      </p:stCondLst>
                                      <p:childTnLst>
                                        <p:animScale>
                                          <p:cBhvr>
                                            <p:cTn id="101" dur="250" fill="hold"/>
                                            <p:tgtEl>
                                              <p:spTgt spid="38"/>
                                            </p:tgtEl>
                                          </p:cBhvr>
                                          <p:by x="83000" y="83000"/>
                                        </p:animScale>
                                      </p:childTnLst>
                                    </p:cTn>
                                  </p:par>
                                  <p:par>
                                    <p:cTn id="102" presetID="53" presetClass="entr" presetSubtype="16" fill="hold" grpId="0" nodeType="withEffect">
                                      <p:stCondLst>
                                        <p:cond delay="600"/>
                                      </p:stCondLst>
                                      <p:childTnLst>
                                        <p:set>
                                          <p:cBhvr>
                                            <p:cTn id="103" dur="1" fill="hold">
                                              <p:stCondLst>
                                                <p:cond delay="0"/>
                                              </p:stCondLst>
                                            </p:cTn>
                                            <p:tgtEl>
                                              <p:spTgt spid="39"/>
                                            </p:tgtEl>
                                            <p:attrNameLst>
                                              <p:attrName>style.visibility</p:attrName>
                                            </p:attrNameLst>
                                          </p:cBhvr>
                                          <p:to>
                                            <p:strVal val="visible"/>
                                          </p:to>
                                        </p:set>
                                        <p:anim calcmode="lin" valueType="num">
                                          <p:cBhvr>
                                            <p:cTn id="104" dur="250" fill="hold"/>
                                            <p:tgtEl>
                                              <p:spTgt spid="39"/>
                                            </p:tgtEl>
                                            <p:attrNameLst>
                                              <p:attrName>ppt_w</p:attrName>
                                            </p:attrNameLst>
                                          </p:cBhvr>
                                          <p:tavLst>
                                            <p:tav tm="0">
                                              <p:val>
                                                <p:fltVal val="0"/>
                                              </p:val>
                                            </p:tav>
                                            <p:tav tm="100000">
                                              <p:val>
                                                <p:strVal val="#ppt_w"/>
                                              </p:val>
                                            </p:tav>
                                          </p:tavLst>
                                        </p:anim>
                                        <p:anim calcmode="lin" valueType="num">
                                          <p:cBhvr>
                                            <p:cTn id="105" dur="250" fill="hold"/>
                                            <p:tgtEl>
                                              <p:spTgt spid="39"/>
                                            </p:tgtEl>
                                            <p:attrNameLst>
                                              <p:attrName>ppt_h</p:attrName>
                                            </p:attrNameLst>
                                          </p:cBhvr>
                                          <p:tavLst>
                                            <p:tav tm="0">
                                              <p:val>
                                                <p:fltVal val="0"/>
                                              </p:val>
                                            </p:tav>
                                            <p:tav tm="100000">
                                              <p:val>
                                                <p:strVal val="#ppt_h"/>
                                              </p:val>
                                            </p:tav>
                                          </p:tavLst>
                                        </p:anim>
                                        <p:animEffect transition="in" filter="fade">
                                          <p:cBhvr>
                                            <p:cTn id="106" dur="250"/>
                                            <p:tgtEl>
                                              <p:spTgt spid="39"/>
                                            </p:tgtEl>
                                          </p:cBhvr>
                                        </p:animEffect>
                                      </p:childTnLst>
                                    </p:cTn>
                                  </p:par>
                                  <p:par>
                                    <p:cTn id="107" presetID="6" presetClass="emph" presetSubtype="0" decel="100000" fill="hold" grpId="1" nodeType="withEffect">
                                      <p:stCondLst>
                                        <p:cond delay="800"/>
                                      </p:stCondLst>
                                      <p:childTnLst>
                                        <p:animScale>
                                          <p:cBhvr>
                                            <p:cTn id="108" dur="250" fill="hold"/>
                                            <p:tgtEl>
                                              <p:spTgt spid="39"/>
                                            </p:tgtEl>
                                          </p:cBhvr>
                                          <p:by x="120000" y="120000"/>
                                        </p:animScale>
                                      </p:childTnLst>
                                    </p:cTn>
                                  </p:par>
                                  <p:par>
                                    <p:cTn id="109" presetID="6" presetClass="emph" presetSubtype="0" decel="100000" fill="hold" grpId="2" nodeType="withEffect">
                                      <p:stCondLst>
                                        <p:cond delay="1000"/>
                                      </p:stCondLst>
                                      <p:childTnLst>
                                        <p:animScale>
                                          <p:cBhvr>
                                            <p:cTn id="110" dur="250" fill="hold"/>
                                            <p:tgtEl>
                                              <p:spTgt spid="39"/>
                                            </p:tgtEl>
                                          </p:cBhvr>
                                          <p:by x="83000" y="83000"/>
                                        </p:animScale>
                                      </p:childTnLst>
                                    </p:cTn>
                                  </p:par>
                                  <p:par>
                                    <p:cTn id="111" presetID="53" presetClass="entr" presetSubtype="16" fill="hold" grpId="0" nodeType="withEffect">
                                      <p:stCondLst>
                                        <p:cond delay="750"/>
                                      </p:stCondLst>
                                      <p:childTnLst>
                                        <p:set>
                                          <p:cBhvr>
                                            <p:cTn id="112" dur="1" fill="hold">
                                              <p:stCondLst>
                                                <p:cond delay="0"/>
                                              </p:stCondLst>
                                            </p:cTn>
                                            <p:tgtEl>
                                              <p:spTgt spid="51"/>
                                            </p:tgtEl>
                                            <p:attrNameLst>
                                              <p:attrName>style.visibility</p:attrName>
                                            </p:attrNameLst>
                                          </p:cBhvr>
                                          <p:to>
                                            <p:strVal val="visible"/>
                                          </p:to>
                                        </p:set>
                                        <p:anim calcmode="lin" valueType="num">
                                          <p:cBhvr>
                                            <p:cTn id="113" dur="500" fill="hold"/>
                                            <p:tgtEl>
                                              <p:spTgt spid="51"/>
                                            </p:tgtEl>
                                            <p:attrNameLst>
                                              <p:attrName>ppt_w</p:attrName>
                                            </p:attrNameLst>
                                          </p:cBhvr>
                                          <p:tavLst>
                                            <p:tav tm="0">
                                              <p:val>
                                                <p:fltVal val="0"/>
                                              </p:val>
                                            </p:tav>
                                            <p:tav tm="100000">
                                              <p:val>
                                                <p:strVal val="#ppt_w"/>
                                              </p:val>
                                            </p:tav>
                                          </p:tavLst>
                                        </p:anim>
                                        <p:anim calcmode="lin" valueType="num">
                                          <p:cBhvr>
                                            <p:cTn id="114" dur="500" fill="hold"/>
                                            <p:tgtEl>
                                              <p:spTgt spid="51"/>
                                            </p:tgtEl>
                                            <p:attrNameLst>
                                              <p:attrName>ppt_h</p:attrName>
                                            </p:attrNameLst>
                                          </p:cBhvr>
                                          <p:tavLst>
                                            <p:tav tm="0">
                                              <p:val>
                                                <p:fltVal val="0"/>
                                              </p:val>
                                            </p:tav>
                                            <p:tav tm="100000">
                                              <p:val>
                                                <p:strVal val="#ppt_h"/>
                                              </p:val>
                                            </p:tav>
                                          </p:tavLst>
                                        </p:anim>
                                        <p:animEffect transition="in" filter="fade">
                                          <p:cBhvr>
                                            <p:cTn id="115" dur="500"/>
                                            <p:tgtEl>
                                              <p:spTgt spid="51"/>
                                            </p:tgtEl>
                                          </p:cBhvr>
                                        </p:animEffect>
                                      </p:childTnLst>
                                    </p:cTn>
                                  </p:par>
                                  <p:par>
                                    <p:cTn id="116" presetID="35" presetClass="path" presetSubtype="0" accel="50000" decel="50000" fill="hold" grpId="1" nodeType="withEffect">
                                      <p:stCondLst>
                                        <p:cond delay="750"/>
                                      </p:stCondLst>
                                      <p:childTnLst>
                                        <p:animMotion origin="layout" path="M 3.75E-6 -4.07407E-6 L -0.09453 -4.07407E-6 " pathEditMode="relative" rAng="0" ptsTypes="AA">
                                          <p:cBhvr>
                                            <p:cTn id="117" dur="1000" spd="-100000" fill="hold"/>
                                            <p:tgtEl>
                                              <p:spTgt spid="51"/>
                                            </p:tgtEl>
                                            <p:attrNameLst>
                                              <p:attrName>ppt_x</p:attrName>
                                              <p:attrName>ppt_y</p:attrName>
                                            </p:attrNameLst>
                                          </p:cBhvr>
                                          <p:rCtr x="-4727" y="0"/>
                                        </p:animMotion>
                                      </p:childTnLst>
                                    </p:cTn>
                                  </p:par>
                                  <p:par>
                                    <p:cTn id="118" presetID="53" presetClass="entr" presetSubtype="16" fill="hold" grpId="0" nodeType="withEffect">
                                      <p:stCondLst>
                                        <p:cond delay="1250"/>
                                      </p:stCondLst>
                                      <p:iterate type="lt">
                                        <p:tmPct val="10000"/>
                                      </p:iterate>
                                      <p:childTnLst>
                                        <p:set>
                                          <p:cBhvr>
                                            <p:cTn id="119" dur="1" fill="hold">
                                              <p:stCondLst>
                                                <p:cond delay="0"/>
                                              </p:stCondLst>
                                            </p:cTn>
                                            <p:tgtEl>
                                              <p:spTgt spid="50"/>
                                            </p:tgtEl>
                                            <p:attrNameLst>
                                              <p:attrName>style.visibility</p:attrName>
                                            </p:attrNameLst>
                                          </p:cBhvr>
                                          <p:to>
                                            <p:strVal val="visible"/>
                                          </p:to>
                                        </p:set>
                                        <p:anim calcmode="lin" valueType="num">
                                          <p:cBhvr>
                                            <p:cTn id="120" dur="250" fill="hold"/>
                                            <p:tgtEl>
                                              <p:spTgt spid="50"/>
                                            </p:tgtEl>
                                            <p:attrNameLst>
                                              <p:attrName>ppt_w</p:attrName>
                                            </p:attrNameLst>
                                          </p:cBhvr>
                                          <p:tavLst>
                                            <p:tav tm="0">
                                              <p:val>
                                                <p:fltVal val="0"/>
                                              </p:val>
                                            </p:tav>
                                            <p:tav tm="100000">
                                              <p:val>
                                                <p:strVal val="#ppt_w"/>
                                              </p:val>
                                            </p:tav>
                                          </p:tavLst>
                                        </p:anim>
                                        <p:anim calcmode="lin" valueType="num">
                                          <p:cBhvr>
                                            <p:cTn id="121" dur="250" fill="hold"/>
                                            <p:tgtEl>
                                              <p:spTgt spid="50"/>
                                            </p:tgtEl>
                                            <p:attrNameLst>
                                              <p:attrName>ppt_h</p:attrName>
                                            </p:attrNameLst>
                                          </p:cBhvr>
                                          <p:tavLst>
                                            <p:tav tm="0">
                                              <p:val>
                                                <p:fltVal val="0"/>
                                              </p:val>
                                            </p:tav>
                                            <p:tav tm="100000">
                                              <p:val>
                                                <p:strVal val="#ppt_h"/>
                                              </p:val>
                                            </p:tav>
                                          </p:tavLst>
                                        </p:anim>
                                        <p:animEffect transition="in" filter="fade">
                                          <p:cBhvr>
                                            <p:cTn id="122" dur="250"/>
                                            <p:tgtEl>
                                              <p:spTgt spid="50"/>
                                            </p:tgtEl>
                                          </p:cBhvr>
                                        </p:animEffect>
                                      </p:childTnLst>
                                    </p:cTn>
                                  </p:par>
                                </p:childTnLst>
                              </p:cTn>
                            </p:par>
                            <p:par>
                              <p:cTn id="123" fill="hold">
                                <p:stCondLst>
                                  <p:cond delay="8050"/>
                                </p:stCondLst>
                                <p:childTnLst>
                                  <p:par>
                                    <p:cTn id="124" presetID="53" presetClass="entr" presetSubtype="16" fill="hold" grpId="0" nodeType="afterEffect">
                                      <p:stCondLst>
                                        <p:cond delay="0"/>
                                      </p:stCondLst>
                                      <p:childTnLst>
                                        <p:set>
                                          <p:cBhvr>
                                            <p:cTn id="125" dur="1" fill="hold">
                                              <p:stCondLst>
                                                <p:cond delay="0"/>
                                              </p:stCondLst>
                                            </p:cTn>
                                            <p:tgtEl>
                                              <p:spTgt spid="58"/>
                                            </p:tgtEl>
                                            <p:attrNameLst>
                                              <p:attrName>style.visibility</p:attrName>
                                            </p:attrNameLst>
                                          </p:cBhvr>
                                          <p:to>
                                            <p:strVal val="visible"/>
                                          </p:to>
                                        </p:set>
                                        <p:anim calcmode="lin" valueType="num">
                                          <p:cBhvr>
                                            <p:cTn id="126" dur="250" fill="hold"/>
                                            <p:tgtEl>
                                              <p:spTgt spid="58"/>
                                            </p:tgtEl>
                                            <p:attrNameLst>
                                              <p:attrName>ppt_w</p:attrName>
                                            </p:attrNameLst>
                                          </p:cBhvr>
                                          <p:tavLst>
                                            <p:tav tm="0">
                                              <p:val>
                                                <p:fltVal val="0"/>
                                              </p:val>
                                            </p:tav>
                                            <p:tav tm="100000">
                                              <p:val>
                                                <p:strVal val="#ppt_w"/>
                                              </p:val>
                                            </p:tav>
                                          </p:tavLst>
                                        </p:anim>
                                        <p:anim calcmode="lin" valueType="num">
                                          <p:cBhvr>
                                            <p:cTn id="127" dur="250" fill="hold"/>
                                            <p:tgtEl>
                                              <p:spTgt spid="58"/>
                                            </p:tgtEl>
                                            <p:attrNameLst>
                                              <p:attrName>ppt_h</p:attrName>
                                            </p:attrNameLst>
                                          </p:cBhvr>
                                          <p:tavLst>
                                            <p:tav tm="0">
                                              <p:val>
                                                <p:fltVal val="0"/>
                                              </p:val>
                                            </p:tav>
                                            <p:tav tm="100000">
                                              <p:val>
                                                <p:strVal val="#ppt_h"/>
                                              </p:val>
                                            </p:tav>
                                          </p:tavLst>
                                        </p:anim>
                                        <p:animEffect transition="in" filter="fade">
                                          <p:cBhvr>
                                            <p:cTn id="128" dur="250"/>
                                            <p:tgtEl>
                                              <p:spTgt spid="58"/>
                                            </p:tgtEl>
                                          </p:cBhvr>
                                        </p:animEffect>
                                      </p:childTnLst>
                                    </p:cTn>
                                  </p:par>
                                  <p:par>
                                    <p:cTn id="129" presetID="6" presetClass="emph" presetSubtype="0" decel="100000" fill="hold" grpId="1" nodeType="withEffect">
                                      <p:stCondLst>
                                        <p:cond delay="200"/>
                                      </p:stCondLst>
                                      <p:childTnLst>
                                        <p:animScale>
                                          <p:cBhvr>
                                            <p:cTn id="130" dur="250" fill="hold"/>
                                            <p:tgtEl>
                                              <p:spTgt spid="58"/>
                                            </p:tgtEl>
                                          </p:cBhvr>
                                          <p:by x="120000" y="120000"/>
                                        </p:animScale>
                                      </p:childTnLst>
                                    </p:cTn>
                                  </p:par>
                                  <p:par>
                                    <p:cTn id="131" presetID="6" presetClass="emph" presetSubtype="0" decel="100000" fill="hold" grpId="2" nodeType="withEffect">
                                      <p:stCondLst>
                                        <p:cond delay="400"/>
                                      </p:stCondLst>
                                      <p:childTnLst>
                                        <p:animScale>
                                          <p:cBhvr>
                                            <p:cTn id="132" dur="250" fill="hold"/>
                                            <p:tgtEl>
                                              <p:spTgt spid="58"/>
                                            </p:tgtEl>
                                          </p:cBhvr>
                                          <p:by x="83000" y="83000"/>
                                        </p:animScale>
                                      </p:childTnLst>
                                    </p:cTn>
                                  </p:par>
                                  <p:par>
                                    <p:cTn id="133" presetID="53" presetClass="entr" presetSubtype="16" fill="hold" grpId="0" nodeType="withEffect">
                                      <p:stCondLst>
                                        <p:cond delay="400"/>
                                      </p:stCondLst>
                                      <p:childTnLst>
                                        <p:set>
                                          <p:cBhvr>
                                            <p:cTn id="134" dur="1" fill="hold">
                                              <p:stCondLst>
                                                <p:cond delay="0"/>
                                              </p:stCondLst>
                                            </p:cTn>
                                            <p:tgtEl>
                                              <p:spTgt spid="42"/>
                                            </p:tgtEl>
                                            <p:attrNameLst>
                                              <p:attrName>style.visibility</p:attrName>
                                            </p:attrNameLst>
                                          </p:cBhvr>
                                          <p:to>
                                            <p:strVal val="visible"/>
                                          </p:to>
                                        </p:set>
                                        <p:anim calcmode="lin" valueType="num">
                                          <p:cBhvr>
                                            <p:cTn id="135" dur="250" fill="hold"/>
                                            <p:tgtEl>
                                              <p:spTgt spid="42"/>
                                            </p:tgtEl>
                                            <p:attrNameLst>
                                              <p:attrName>ppt_w</p:attrName>
                                            </p:attrNameLst>
                                          </p:cBhvr>
                                          <p:tavLst>
                                            <p:tav tm="0">
                                              <p:val>
                                                <p:fltVal val="0"/>
                                              </p:val>
                                            </p:tav>
                                            <p:tav tm="100000">
                                              <p:val>
                                                <p:strVal val="#ppt_w"/>
                                              </p:val>
                                            </p:tav>
                                          </p:tavLst>
                                        </p:anim>
                                        <p:anim calcmode="lin" valueType="num">
                                          <p:cBhvr>
                                            <p:cTn id="136" dur="250" fill="hold"/>
                                            <p:tgtEl>
                                              <p:spTgt spid="42"/>
                                            </p:tgtEl>
                                            <p:attrNameLst>
                                              <p:attrName>ppt_h</p:attrName>
                                            </p:attrNameLst>
                                          </p:cBhvr>
                                          <p:tavLst>
                                            <p:tav tm="0">
                                              <p:val>
                                                <p:fltVal val="0"/>
                                              </p:val>
                                            </p:tav>
                                            <p:tav tm="100000">
                                              <p:val>
                                                <p:strVal val="#ppt_h"/>
                                              </p:val>
                                            </p:tav>
                                          </p:tavLst>
                                        </p:anim>
                                        <p:animEffect transition="in" filter="fade">
                                          <p:cBhvr>
                                            <p:cTn id="137" dur="250"/>
                                            <p:tgtEl>
                                              <p:spTgt spid="42"/>
                                            </p:tgtEl>
                                          </p:cBhvr>
                                        </p:animEffect>
                                      </p:childTnLst>
                                    </p:cTn>
                                  </p:par>
                                  <p:par>
                                    <p:cTn id="138" presetID="6" presetClass="emph" presetSubtype="0" decel="100000" fill="hold" grpId="1" nodeType="withEffect">
                                      <p:stCondLst>
                                        <p:cond delay="600"/>
                                      </p:stCondLst>
                                      <p:childTnLst>
                                        <p:animScale>
                                          <p:cBhvr>
                                            <p:cTn id="139" dur="250" fill="hold"/>
                                            <p:tgtEl>
                                              <p:spTgt spid="42"/>
                                            </p:tgtEl>
                                          </p:cBhvr>
                                          <p:by x="120000" y="120000"/>
                                        </p:animScale>
                                      </p:childTnLst>
                                    </p:cTn>
                                  </p:par>
                                  <p:par>
                                    <p:cTn id="140" presetID="6" presetClass="emph" presetSubtype="0" decel="100000" fill="hold" grpId="2" nodeType="withEffect">
                                      <p:stCondLst>
                                        <p:cond delay="800"/>
                                      </p:stCondLst>
                                      <p:childTnLst>
                                        <p:animScale>
                                          <p:cBhvr>
                                            <p:cTn id="141" dur="250" fill="hold"/>
                                            <p:tgtEl>
                                              <p:spTgt spid="42"/>
                                            </p:tgtEl>
                                          </p:cBhvr>
                                          <p:by x="83000" y="83000"/>
                                        </p:animScale>
                                      </p:childTnLst>
                                    </p:cTn>
                                  </p:par>
                                  <p:par>
                                    <p:cTn id="142" presetID="53" presetClass="entr" presetSubtype="16" fill="hold" grpId="0" nodeType="withEffect">
                                      <p:stCondLst>
                                        <p:cond delay="600"/>
                                      </p:stCondLst>
                                      <p:childTnLst>
                                        <p:set>
                                          <p:cBhvr>
                                            <p:cTn id="143" dur="1" fill="hold">
                                              <p:stCondLst>
                                                <p:cond delay="0"/>
                                              </p:stCondLst>
                                            </p:cTn>
                                            <p:tgtEl>
                                              <p:spTgt spid="43"/>
                                            </p:tgtEl>
                                            <p:attrNameLst>
                                              <p:attrName>style.visibility</p:attrName>
                                            </p:attrNameLst>
                                          </p:cBhvr>
                                          <p:to>
                                            <p:strVal val="visible"/>
                                          </p:to>
                                        </p:set>
                                        <p:anim calcmode="lin" valueType="num">
                                          <p:cBhvr>
                                            <p:cTn id="144" dur="250" fill="hold"/>
                                            <p:tgtEl>
                                              <p:spTgt spid="43"/>
                                            </p:tgtEl>
                                            <p:attrNameLst>
                                              <p:attrName>ppt_w</p:attrName>
                                            </p:attrNameLst>
                                          </p:cBhvr>
                                          <p:tavLst>
                                            <p:tav tm="0">
                                              <p:val>
                                                <p:fltVal val="0"/>
                                              </p:val>
                                            </p:tav>
                                            <p:tav tm="100000">
                                              <p:val>
                                                <p:strVal val="#ppt_w"/>
                                              </p:val>
                                            </p:tav>
                                          </p:tavLst>
                                        </p:anim>
                                        <p:anim calcmode="lin" valueType="num">
                                          <p:cBhvr>
                                            <p:cTn id="145" dur="250" fill="hold"/>
                                            <p:tgtEl>
                                              <p:spTgt spid="43"/>
                                            </p:tgtEl>
                                            <p:attrNameLst>
                                              <p:attrName>ppt_h</p:attrName>
                                            </p:attrNameLst>
                                          </p:cBhvr>
                                          <p:tavLst>
                                            <p:tav tm="0">
                                              <p:val>
                                                <p:fltVal val="0"/>
                                              </p:val>
                                            </p:tav>
                                            <p:tav tm="100000">
                                              <p:val>
                                                <p:strVal val="#ppt_h"/>
                                              </p:val>
                                            </p:tav>
                                          </p:tavLst>
                                        </p:anim>
                                        <p:animEffect transition="in" filter="fade">
                                          <p:cBhvr>
                                            <p:cTn id="146" dur="250"/>
                                            <p:tgtEl>
                                              <p:spTgt spid="43"/>
                                            </p:tgtEl>
                                          </p:cBhvr>
                                        </p:animEffect>
                                      </p:childTnLst>
                                    </p:cTn>
                                  </p:par>
                                  <p:par>
                                    <p:cTn id="147" presetID="6" presetClass="emph" presetSubtype="0" decel="100000" fill="hold" grpId="1" nodeType="withEffect">
                                      <p:stCondLst>
                                        <p:cond delay="800"/>
                                      </p:stCondLst>
                                      <p:childTnLst>
                                        <p:animScale>
                                          <p:cBhvr>
                                            <p:cTn id="148" dur="250" fill="hold"/>
                                            <p:tgtEl>
                                              <p:spTgt spid="43"/>
                                            </p:tgtEl>
                                          </p:cBhvr>
                                          <p:by x="120000" y="120000"/>
                                        </p:animScale>
                                      </p:childTnLst>
                                    </p:cTn>
                                  </p:par>
                                  <p:par>
                                    <p:cTn id="149" presetID="6" presetClass="emph" presetSubtype="0" decel="100000" fill="hold" grpId="2" nodeType="withEffect">
                                      <p:stCondLst>
                                        <p:cond delay="1000"/>
                                      </p:stCondLst>
                                      <p:childTnLst>
                                        <p:animScale>
                                          <p:cBhvr>
                                            <p:cTn id="150" dur="250" fill="hold"/>
                                            <p:tgtEl>
                                              <p:spTgt spid="43"/>
                                            </p:tgtEl>
                                          </p:cBhvr>
                                          <p:by x="83000" y="83000"/>
                                        </p:animScale>
                                      </p:childTnLst>
                                    </p:cTn>
                                  </p:par>
                                  <p:par>
                                    <p:cTn id="151" presetID="53" presetClass="entr" presetSubtype="16" fill="hold" grpId="0" nodeType="withEffect">
                                      <p:stCondLst>
                                        <p:cond delay="750"/>
                                      </p:stCondLst>
                                      <p:childTnLst>
                                        <p:set>
                                          <p:cBhvr>
                                            <p:cTn id="152" dur="1" fill="hold">
                                              <p:stCondLst>
                                                <p:cond delay="0"/>
                                              </p:stCondLst>
                                            </p:cTn>
                                            <p:tgtEl>
                                              <p:spTgt spid="53"/>
                                            </p:tgtEl>
                                            <p:attrNameLst>
                                              <p:attrName>style.visibility</p:attrName>
                                            </p:attrNameLst>
                                          </p:cBhvr>
                                          <p:to>
                                            <p:strVal val="visible"/>
                                          </p:to>
                                        </p:set>
                                        <p:anim calcmode="lin" valueType="num">
                                          <p:cBhvr>
                                            <p:cTn id="153" dur="500" fill="hold"/>
                                            <p:tgtEl>
                                              <p:spTgt spid="53"/>
                                            </p:tgtEl>
                                            <p:attrNameLst>
                                              <p:attrName>ppt_w</p:attrName>
                                            </p:attrNameLst>
                                          </p:cBhvr>
                                          <p:tavLst>
                                            <p:tav tm="0">
                                              <p:val>
                                                <p:fltVal val="0"/>
                                              </p:val>
                                            </p:tav>
                                            <p:tav tm="100000">
                                              <p:val>
                                                <p:strVal val="#ppt_w"/>
                                              </p:val>
                                            </p:tav>
                                          </p:tavLst>
                                        </p:anim>
                                        <p:anim calcmode="lin" valueType="num">
                                          <p:cBhvr>
                                            <p:cTn id="154" dur="500" fill="hold"/>
                                            <p:tgtEl>
                                              <p:spTgt spid="53"/>
                                            </p:tgtEl>
                                            <p:attrNameLst>
                                              <p:attrName>ppt_h</p:attrName>
                                            </p:attrNameLst>
                                          </p:cBhvr>
                                          <p:tavLst>
                                            <p:tav tm="0">
                                              <p:val>
                                                <p:fltVal val="0"/>
                                              </p:val>
                                            </p:tav>
                                            <p:tav tm="100000">
                                              <p:val>
                                                <p:strVal val="#ppt_h"/>
                                              </p:val>
                                            </p:tav>
                                          </p:tavLst>
                                        </p:anim>
                                        <p:animEffect transition="in" filter="fade">
                                          <p:cBhvr>
                                            <p:cTn id="155" dur="500"/>
                                            <p:tgtEl>
                                              <p:spTgt spid="53"/>
                                            </p:tgtEl>
                                          </p:cBhvr>
                                        </p:animEffect>
                                      </p:childTnLst>
                                    </p:cTn>
                                  </p:par>
                                  <p:par>
                                    <p:cTn id="156" presetID="63" presetClass="path" presetSubtype="0" accel="50000" decel="50000" fill="hold" grpId="1" nodeType="withEffect">
                                      <p:stCondLst>
                                        <p:cond delay="750"/>
                                      </p:stCondLst>
                                      <p:childTnLst>
                                        <p:animMotion origin="layout" path="M -3.75E-6 -4.44444E-6 L 0.09414 -4.44444E-6 " pathEditMode="relative" rAng="0" ptsTypes="AA">
                                          <p:cBhvr>
                                            <p:cTn id="157" dur="1000" spd="-100000" fill="hold"/>
                                            <p:tgtEl>
                                              <p:spTgt spid="53"/>
                                            </p:tgtEl>
                                            <p:attrNameLst>
                                              <p:attrName>ppt_x</p:attrName>
                                              <p:attrName>ppt_y</p:attrName>
                                            </p:attrNameLst>
                                          </p:cBhvr>
                                          <p:rCtr x="4701" y="0"/>
                                        </p:animMotion>
                                      </p:childTnLst>
                                    </p:cTn>
                                  </p:par>
                                  <p:par>
                                    <p:cTn id="158" presetID="53" presetClass="entr" presetSubtype="16" fill="hold" grpId="0" nodeType="withEffect">
                                      <p:stCondLst>
                                        <p:cond delay="1250"/>
                                      </p:stCondLst>
                                      <p:iterate type="lt">
                                        <p:tmPct val="10000"/>
                                      </p:iterate>
                                      <p:childTnLst>
                                        <p:set>
                                          <p:cBhvr>
                                            <p:cTn id="159" dur="1" fill="hold">
                                              <p:stCondLst>
                                                <p:cond delay="0"/>
                                              </p:stCondLst>
                                            </p:cTn>
                                            <p:tgtEl>
                                              <p:spTgt spid="52"/>
                                            </p:tgtEl>
                                            <p:attrNameLst>
                                              <p:attrName>style.visibility</p:attrName>
                                            </p:attrNameLst>
                                          </p:cBhvr>
                                          <p:to>
                                            <p:strVal val="visible"/>
                                          </p:to>
                                        </p:set>
                                        <p:anim calcmode="lin" valueType="num">
                                          <p:cBhvr>
                                            <p:cTn id="160" dur="250" fill="hold"/>
                                            <p:tgtEl>
                                              <p:spTgt spid="52"/>
                                            </p:tgtEl>
                                            <p:attrNameLst>
                                              <p:attrName>ppt_w</p:attrName>
                                            </p:attrNameLst>
                                          </p:cBhvr>
                                          <p:tavLst>
                                            <p:tav tm="0">
                                              <p:val>
                                                <p:fltVal val="0"/>
                                              </p:val>
                                            </p:tav>
                                            <p:tav tm="100000">
                                              <p:val>
                                                <p:strVal val="#ppt_w"/>
                                              </p:val>
                                            </p:tav>
                                          </p:tavLst>
                                        </p:anim>
                                        <p:anim calcmode="lin" valueType="num">
                                          <p:cBhvr>
                                            <p:cTn id="161" dur="250" fill="hold"/>
                                            <p:tgtEl>
                                              <p:spTgt spid="52"/>
                                            </p:tgtEl>
                                            <p:attrNameLst>
                                              <p:attrName>ppt_h</p:attrName>
                                            </p:attrNameLst>
                                          </p:cBhvr>
                                          <p:tavLst>
                                            <p:tav tm="0">
                                              <p:val>
                                                <p:fltVal val="0"/>
                                              </p:val>
                                            </p:tav>
                                            <p:tav tm="100000">
                                              <p:val>
                                                <p:strVal val="#ppt_h"/>
                                              </p:val>
                                            </p:tav>
                                          </p:tavLst>
                                        </p:anim>
                                        <p:animEffect transition="in" filter="fade">
                                          <p:cBhvr>
                                            <p:cTn id="162" dur="250"/>
                                            <p:tgtEl>
                                              <p:spTgt spid="52"/>
                                            </p:tgtEl>
                                          </p:cBhvr>
                                        </p:animEffect>
                                      </p:childTnLst>
                                    </p:cTn>
                                  </p:par>
                                </p:childTnLst>
                              </p:cTn>
                            </p:par>
                            <p:par>
                              <p:cTn id="163" fill="hold">
                                <p:stCondLst>
                                  <p:cond delay="10825"/>
                                </p:stCondLst>
                                <p:childTnLst>
                                  <p:par>
                                    <p:cTn id="164" presetID="53" presetClass="entr" presetSubtype="16" fill="hold" grpId="0" nodeType="after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p:cTn id="166" dur="250" fill="hold"/>
                                            <p:tgtEl>
                                              <p:spTgt spid="59"/>
                                            </p:tgtEl>
                                            <p:attrNameLst>
                                              <p:attrName>ppt_w</p:attrName>
                                            </p:attrNameLst>
                                          </p:cBhvr>
                                          <p:tavLst>
                                            <p:tav tm="0">
                                              <p:val>
                                                <p:fltVal val="0"/>
                                              </p:val>
                                            </p:tav>
                                            <p:tav tm="100000">
                                              <p:val>
                                                <p:strVal val="#ppt_w"/>
                                              </p:val>
                                            </p:tav>
                                          </p:tavLst>
                                        </p:anim>
                                        <p:anim calcmode="lin" valueType="num">
                                          <p:cBhvr>
                                            <p:cTn id="167" dur="250" fill="hold"/>
                                            <p:tgtEl>
                                              <p:spTgt spid="59"/>
                                            </p:tgtEl>
                                            <p:attrNameLst>
                                              <p:attrName>ppt_h</p:attrName>
                                            </p:attrNameLst>
                                          </p:cBhvr>
                                          <p:tavLst>
                                            <p:tav tm="0">
                                              <p:val>
                                                <p:fltVal val="0"/>
                                              </p:val>
                                            </p:tav>
                                            <p:tav tm="100000">
                                              <p:val>
                                                <p:strVal val="#ppt_h"/>
                                              </p:val>
                                            </p:tav>
                                          </p:tavLst>
                                        </p:anim>
                                        <p:animEffect transition="in" filter="fade">
                                          <p:cBhvr>
                                            <p:cTn id="168" dur="250"/>
                                            <p:tgtEl>
                                              <p:spTgt spid="59"/>
                                            </p:tgtEl>
                                          </p:cBhvr>
                                        </p:animEffect>
                                      </p:childTnLst>
                                    </p:cTn>
                                  </p:par>
                                  <p:par>
                                    <p:cTn id="169" presetID="6" presetClass="emph" presetSubtype="0" decel="100000" fill="hold" grpId="1" nodeType="withEffect">
                                      <p:stCondLst>
                                        <p:cond delay="200"/>
                                      </p:stCondLst>
                                      <p:childTnLst>
                                        <p:animScale>
                                          <p:cBhvr>
                                            <p:cTn id="170" dur="250" fill="hold"/>
                                            <p:tgtEl>
                                              <p:spTgt spid="59"/>
                                            </p:tgtEl>
                                          </p:cBhvr>
                                          <p:by x="120000" y="120000"/>
                                        </p:animScale>
                                      </p:childTnLst>
                                    </p:cTn>
                                  </p:par>
                                  <p:par>
                                    <p:cTn id="171" presetID="6" presetClass="emph" presetSubtype="0" decel="100000" fill="hold" grpId="2" nodeType="withEffect">
                                      <p:stCondLst>
                                        <p:cond delay="400"/>
                                      </p:stCondLst>
                                      <p:childTnLst>
                                        <p:animScale>
                                          <p:cBhvr>
                                            <p:cTn id="172" dur="250" fill="hold"/>
                                            <p:tgtEl>
                                              <p:spTgt spid="59"/>
                                            </p:tgtEl>
                                          </p:cBhvr>
                                          <p:by x="83000" y="83000"/>
                                        </p:animScale>
                                      </p:childTnLst>
                                    </p:cTn>
                                  </p:par>
                                  <p:par>
                                    <p:cTn id="173" presetID="53" presetClass="entr" presetSubtype="16" fill="hold" grpId="0" nodeType="withEffect">
                                      <p:stCondLst>
                                        <p:cond delay="400"/>
                                      </p:stCondLst>
                                      <p:childTnLst>
                                        <p:set>
                                          <p:cBhvr>
                                            <p:cTn id="174" dur="1" fill="hold">
                                              <p:stCondLst>
                                                <p:cond delay="0"/>
                                              </p:stCondLst>
                                            </p:cTn>
                                            <p:tgtEl>
                                              <p:spTgt spid="40"/>
                                            </p:tgtEl>
                                            <p:attrNameLst>
                                              <p:attrName>style.visibility</p:attrName>
                                            </p:attrNameLst>
                                          </p:cBhvr>
                                          <p:to>
                                            <p:strVal val="visible"/>
                                          </p:to>
                                        </p:set>
                                        <p:anim calcmode="lin" valueType="num">
                                          <p:cBhvr>
                                            <p:cTn id="175" dur="250" fill="hold"/>
                                            <p:tgtEl>
                                              <p:spTgt spid="40"/>
                                            </p:tgtEl>
                                            <p:attrNameLst>
                                              <p:attrName>ppt_w</p:attrName>
                                            </p:attrNameLst>
                                          </p:cBhvr>
                                          <p:tavLst>
                                            <p:tav tm="0">
                                              <p:val>
                                                <p:fltVal val="0"/>
                                              </p:val>
                                            </p:tav>
                                            <p:tav tm="100000">
                                              <p:val>
                                                <p:strVal val="#ppt_w"/>
                                              </p:val>
                                            </p:tav>
                                          </p:tavLst>
                                        </p:anim>
                                        <p:anim calcmode="lin" valueType="num">
                                          <p:cBhvr>
                                            <p:cTn id="176" dur="250" fill="hold"/>
                                            <p:tgtEl>
                                              <p:spTgt spid="40"/>
                                            </p:tgtEl>
                                            <p:attrNameLst>
                                              <p:attrName>ppt_h</p:attrName>
                                            </p:attrNameLst>
                                          </p:cBhvr>
                                          <p:tavLst>
                                            <p:tav tm="0">
                                              <p:val>
                                                <p:fltVal val="0"/>
                                              </p:val>
                                            </p:tav>
                                            <p:tav tm="100000">
                                              <p:val>
                                                <p:strVal val="#ppt_h"/>
                                              </p:val>
                                            </p:tav>
                                          </p:tavLst>
                                        </p:anim>
                                        <p:animEffect transition="in" filter="fade">
                                          <p:cBhvr>
                                            <p:cTn id="177" dur="250"/>
                                            <p:tgtEl>
                                              <p:spTgt spid="40"/>
                                            </p:tgtEl>
                                          </p:cBhvr>
                                        </p:animEffect>
                                      </p:childTnLst>
                                    </p:cTn>
                                  </p:par>
                                  <p:par>
                                    <p:cTn id="178" presetID="6" presetClass="emph" presetSubtype="0" decel="100000" fill="hold" grpId="1" nodeType="withEffect">
                                      <p:stCondLst>
                                        <p:cond delay="600"/>
                                      </p:stCondLst>
                                      <p:childTnLst>
                                        <p:animScale>
                                          <p:cBhvr>
                                            <p:cTn id="179" dur="250" fill="hold"/>
                                            <p:tgtEl>
                                              <p:spTgt spid="40"/>
                                            </p:tgtEl>
                                          </p:cBhvr>
                                          <p:by x="120000" y="120000"/>
                                        </p:animScale>
                                      </p:childTnLst>
                                    </p:cTn>
                                  </p:par>
                                  <p:par>
                                    <p:cTn id="180" presetID="6" presetClass="emph" presetSubtype="0" decel="100000" fill="hold" grpId="2" nodeType="withEffect">
                                      <p:stCondLst>
                                        <p:cond delay="800"/>
                                      </p:stCondLst>
                                      <p:childTnLst>
                                        <p:animScale>
                                          <p:cBhvr>
                                            <p:cTn id="181" dur="250" fill="hold"/>
                                            <p:tgtEl>
                                              <p:spTgt spid="40"/>
                                            </p:tgtEl>
                                          </p:cBhvr>
                                          <p:by x="83000" y="83000"/>
                                        </p:animScale>
                                      </p:childTnLst>
                                    </p:cTn>
                                  </p:par>
                                  <p:par>
                                    <p:cTn id="182" presetID="53" presetClass="entr" presetSubtype="16" fill="hold" grpId="0" nodeType="withEffect">
                                      <p:stCondLst>
                                        <p:cond delay="600"/>
                                      </p:stCondLst>
                                      <p:childTnLst>
                                        <p:set>
                                          <p:cBhvr>
                                            <p:cTn id="183" dur="1" fill="hold">
                                              <p:stCondLst>
                                                <p:cond delay="0"/>
                                              </p:stCondLst>
                                            </p:cTn>
                                            <p:tgtEl>
                                              <p:spTgt spid="41"/>
                                            </p:tgtEl>
                                            <p:attrNameLst>
                                              <p:attrName>style.visibility</p:attrName>
                                            </p:attrNameLst>
                                          </p:cBhvr>
                                          <p:to>
                                            <p:strVal val="visible"/>
                                          </p:to>
                                        </p:set>
                                        <p:anim calcmode="lin" valueType="num">
                                          <p:cBhvr>
                                            <p:cTn id="184" dur="250" fill="hold"/>
                                            <p:tgtEl>
                                              <p:spTgt spid="41"/>
                                            </p:tgtEl>
                                            <p:attrNameLst>
                                              <p:attrName>ppt_w</p:attrName>
                                            </p:attrNameLst>
                                          </p:cBhvr>
                                          <p:tavLst>
                                            <p:tav tm="0">
                                              <p:val>
                                                <p:fltVal val="0"/>
                                              </p:val>
                                            </p:tav>
                                            <p:tav tm="100000">
                                              <p:val>
                                                <p:strVal val="#ppt_w"/>
                                              </p:val>
                                            </p:tav>
                                          </p:tavLst>
                                        </p:anim>
                                        <p:anim calcmode="lin" valueType="num">
                                          <p:cBhvr>
                                            <p:cTn id="185" dur="250" fill="hold"/>
                                            <p:tgtEl>
                                              <p:spTgt spid="41"/>
                                            </p:tgtEl>
                                            <p:attrNameLst>
                                              <p:attrName>ppt_h</p:attrName>
                                            </p:attrNameLst>
                                          </p:cBhvr>
                                          <p:tavLst>
                                            <p:tav tm="0">
                                              <p:val>
                                                <p:fltVal val="0"/>
                                              </p:val>
                                            </p:tav>
                                            <p:tav tm="100000">
                                              <p:val>
                                                <p:strVal val="#ppt_h"/>
                                              </p:val>
                                            </p:tav>
                                          </p:tavLst>
                                        </p:anim>
                                        <p:animEffect transition="in" filter="fade">
                                          <p:cBhvr>
                                            <p:cTn id="186" dur="250"/>
                                            <p:tgtEl>
                                              <p:spTgt spid="41"/>
                                            </p:tgtEl>
                                          </p:cBhvr>
                                        </p:animEffect>
                                      </p:childTnLst>
                                    </p:cTn>
                                  </p:par>
                                  <p:par>
                                    <p:cTn id="187" presetID="6" presetClass="emph" presetSubtype="0" decel="100000" fill="hold" grpId="1" nodeType="withEffect">
                                      <p:stCondLst>
                                        <p:cond delay="800"/>
                                      </p:stCondLst>
                                      <p:childTnLst>
                                        <p:animScale>
                                          <p:cBhvr>
                                            <p:cTn id="188" dur="250" fill="hold"/>
                                            <p:tgtEl>
                                              <p:spTgt spid="41"/>
                                            </p:tgtEl>
                                          </p:cBhvr>
                                          <p:by x="120000" y="120000"/>
                                        </p:animScale>
                                      </p:childTnLst>
                                    </p:cTn>
                                  </p:par>
                                  <p:par>
                                    <p:cTn id="189" presetID="6" presetClass="emph" presetSubtype="0" decel="100000" fill="hold" grpId="2" nodeType="withEffect">
                                      <p:stCondLst>
                                        <p:cond delay="1000"/>
                                      </p:stCondLst>
                                      <p:childTnLst>
                                        <p:animScale>
                                          <p:cBhvr>
                                            <p:cTn id="190" dur="250" fill="hold"/>
                                            <p:tgtEl>
                                              <p:spTgt spid="41"/>
                                            </p:tgtEl>
                                          </p:cBhvr>
                                          <p:by x="83000" y="83000"/>
                                        </p:animScale>
                                      </p:childTnLst>
                                    </p:cTn>
                                  </p:par>
                                  <p:par>
                                    <p:cTn id="191" presetID="53" presetClass="entr" presetSubtype="16" fill="hold" grpId="0" nodeType="withEffect">
                                      <p:stCondLst>
                                        <p:cond delay="750"/>
                                      </p:stCondLst>
                                      <p:childTnLst>
                                        <p:set>
                                          <p:cBhvr>
                                            <p:cTn id="192" dur="1" fill="hold">
                                              <p:stCondLst>
                                                <p:cond delay="0"/>
                                              </p:stCondLst>
                                            </p:cTn>
                                            <p:tgtEl>
                                              <p:spTgt spid="55"/>
                                            </p:tgtEl>
                                            <p:attrNameLst>
                                              <p:attrName>style.visibility</p:attrName>
                                            </p:attrNameLst>
                                          </p:cBhvr>
                                          <p:to>
                                            <p:strVal val="visible"/>
                                          </p:to>
                                        </p:set>
                                        <p:anim calcmode="lin" valueType="num">
                                          <p:cBhvr>
                                            <p:cTn id="193" dur="500" fill="hold"/>
                                            <p:tgtEl>
                                              <p:spTgt spid="55"/>
                                            </p:tgtEl>
                                            <p:attrNameLst>
                                              <p:attrName>ppt_w</p:attrName>
                                            </p:attrNameLst>
                                          </p:cBhvr>
                                          <p:tavLst>
                                            <p:tav tm="0">
                                              <p:val>
                                                <p:fltVal val="0"/>
                                              </p:val>
                                            </p:tav>
                                            <p:tav tm="100000">
                                              <p:val>
                                                <p:strVal val="#ppt_w"/>
                                              </p:val>
                                            </p:tav>
                                          </p:tavLst>
                                        </p:anim>
                                        <p:anim calcmode="lin" valueType="num">
                                          <p:cBhvr>
                                            <p:cTn id="194" dur="500" fill="hold"/>
                                            <p:tgtEl>
                                              <p:spTgt spid="55"/>
                                            </p:tgtEl>
                                            <p:attrNameLst>
                                              <p:attrName>ppt_h</p:attrName>
                                            </p:attrNameLst>
                                          </p:cBhvr>
                                          <p:tavLst>
                                            <p:tav tm="0">
                                              <p:val>
                                                <p:fltVal val="0"/>
                                              </p:val>
                                            </p:tav>
                                            <p:tav tm="100000">
                                              <p:val>
                                                <p:strVal val="#ppt_h"/>
                                              </p:val>
                                            </p:tav>
                                          </p:tavLst>
                                        </p:anim>
                                        <p:animEffect transition="in" filter="fade">
                                          <p:cBhvr>
                                            <p:cTn id="195" dur="500"/>
                                            <p:tgtEl>
                                              <p:spTgt spid="55"/>
                                            </p:tgtEl>
                                          </p:cBhvr>
                                        </p:animEffect>
                                      </p:childTnLst>
                                    </p:cTn>
                                  </p:par>
                                  <p:par>
                                    <p:cTn id="196" presetID="35" presetClass="path" presetSubtype="0" accel="50000" decel="50000" fill="hold" grpId="1" nodeType="withEffect">
                                      <p:stCondLst>
                                        <p:cond delay="750"/>
                                      </p:stCondLst>
                                      <p:childTnLst>
                                        <p:animMotion origin="layout" path="M 3.75E-6 -4.44444E-6 L -0.09453 -4.44444E-6 " pathEditMode="relative" rAng="0" ptsTypes="AA">
                                          <p:cBhvr>
                                            <p:cTn id="197" dur="1000" spd="-100000" fill="hold"/>
                                            <p:tgtEl>
                                              <p:spTgt spid="55"/>
                                            </p:tgtEl>
                                            <p:attrNameLst>
                                              <p:attrName>ppt_x</p:attrName>
                                              <p:attrName>ppt_y</p:attrName>
                                            </p:attrNameLst>
                                          </p:cBhvr>
                                          <p:rCtr x="-4727" y="0"/>
                                        </p:animMotion>
                                      </p:childTnLst>
                                    </p:cTn>
                                  </p:par>
                                  <p:par>
                                    <p:cTn id="198" presetID="53" presetClass="entr" presetSubtype="16" fill="hold" grpId="0" nodeType="withEffect">
                                      <p:stCondLst>
                                        <p:cond delay="1250"/>
                                      </p:stCondLst>
                                      <p:iterate type="lt">
                                        <p:tmPct val="10000"/>
                                      </p:iterate>
                                      <p:childTnLst>
                                        <p:set>
                                          <p:cBhvr>
                                            <p:cTn id="199" dur="1" fill="hold">
                                              <p:stCondLst>
                                                <p:cond delay="0"/>
                                              </p:stCondLst>
                                            </p:cTn>
                                            <p:tgtEl>
                                              <p:spTgt spid="54"/>
                                            </p:tgtEl>
                                            <p:attrNameLst>
                                              <p:attrName>style.visibility</p:attrName>
                                            </p:attrNameLst>
                                          </p:cBhvr>
                                          <p:to>
                                            <p:strVal val="visible"/>
                                          </p:to>
                                        </p:set>
                                        <p:anim calcmode="lin" valueType="num">
                                          <p:cBhvr>
                                            <p:cTn id="200" dur="250" fill="hold"/>
                                            <p:tgtEl>
                                              <p:spTgt spid="54"/>
                                            </p:tgtEl>
                                            <p:attrNameLst>
                                              <p:attrName>ppt_w</p:attrName>
                                            </p:attrNameLst>
                                          </p:cBhvr>
                                          <p:tavLst>
                                            <p:tav tm="0">
                                              <p:val>
                                                <p:fltVal val="0"/>
                                              </p:val>
                                            </p:tav>
                                            <p:tav tm="100000">
                                              <p:val>
                                                <p:strVal val="#ppt_w"/>
                                              </p:val>
                                            </p:tav>
                                          </p:tavLst>
                                        </p:anim>
                                        <p:anim calcmode="lin" valueType="num">
                                          <p:cBhvr>
                                            <p:cTn id="201" dur="250" fill="hold"/>
                                            <p:tgtEl>
                                              <p:spTgt spid="54"/>
                                            </p:tgtEl>
                                            <p:attrNameLst>
                                              <p:attrName>ppt_h</p:attrName>
                                            </p:attrNameLst>
                                          </p:cBhvr>
                                          <p:tavLst>
                                            <p:tav tm="0">
                                              <p:val>
                                                <p:fltVal val="0"/>
                                              </p:val>
                                            </p:tav>
                                            <p:tav tm="100000">
                                              <p:val>
                                                <p:strVal val="#ppt_h"/>
                                              </p:val>
                                            </p:tav>
                                          </p:tavLst>
                                        </p:anim>
                                        <p:animEffect transition="in" filter="fade">
                                          <p:cBhvr>
                                            <p:cTn id="202"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4" grpId="1"/>
          <p:bldP spid="36" grpId="0" animBg="1"/>
          <p:bldP spid="36" grpId="1" animBg="1"/>
          <p:bldP spid="36" grpId="2" animBg="1"/>
          <p:bldP spid="37" grpId="0" animBg="1"/>
          <p:bldP spid="37" grpId="1" animBg="1"/>
          <p:bldP spid="37" grpId="2" animBg="1"/>
          <p:bldP spid="38" grpId="0" animBg="1"/>
          <p:bldP spid="38" grpId="1" animBg="1"/>
          <p:bldP spid="38" grpId="2" animBg="1"/>
          <p:bldP spid="39" grpId="0" animBg="1"/>
          <p:bldP spid="39" grpId="1" animBg="1"/>
          <p:bldP spid="39" grpId="2" animBg="1"/>
          <p:bldP spid="40" grpId="0" animBg="1"/>
          <p:bldP spid="40" grpId="1" animBg="1"/>
          <p:bldP spid="40" grpId="2" animBg="1"/>
          <p:bldP spid="41" grpId="0" animBg="1"/>
          <p:bldP spid="41" grpId="1" animBg="1"/>
          <p:bldP spid="41" grpId="2" animBg="1"/>
          <p:bldP spid="42" grpId="0" animBg="1"/>
          <p:bldP spid="42" grpId="1" animBg="1"/>
          <p:bldP spid="42" grpId="2" animBg="1"/>
          <p:bldP spid="43" grpId="0" animBg="1"/>
          <p:bldP spid="43" grpId="1" animBg="1"/>
          <p:bldP spid="43" grpId="2" animBg="1"/>
          <p:bldP spid="44" grpId="0" animBg="1"/>
          <p:bldP spid="45" grpId="0" animBg="1"/>
          <p:bldP spid="46" grpId="0" animBg="1"/>
          <p:bldP spid="47" grpId="0" animBg="1"/>
          <p:bldP spid="48" grpId="0"/>
          <p:bldP spid="49" grpId="0"/>
          <p:bldP spid="49" grpId="1"/>
          <p:bldP spid="50" grpId="0"/>
          <p:bldP spid="51" grpId="0"/>
          <p:bldP spid="51" grpId="1"/>
          <p:bldP spid="52" grpId="0"/>
          <p:bldP spid="53" grpId="0"/>
          <p:bldP spid="53" grpId="1"/>
          <p:bldP spid="54" grpId="0"/>
          <p:bldP spid="55" grpId="0"/>
          <p:bldP spid="55" grpId="1"/>
          <p:bldP spid="56" grpId="0"/>
          <p:bldP spid="56" grpId="1"/>
          <p:bldP spid="56" grpId="2"/>
          <p:bldP spid="57" grpId="0"/>
          <p:bldP spid="57" grpId="1"/>
          <p:bldP spid="57" grpId="2"/>
          <p:bldP spid="58" grpId="0"/>
          <p:bldP spid="58" grpId="1"/>
          <p:bldP spid="58" grpId="2"/>
          <p:bldP spid="59" grpId="0"/>
          <p:bldP spid="59" grpId="1"/>
          <p:bldP spid="59" grpId="2"/>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942612" y="1754708"/>
            <a:ext cx="2306777" cy="1938992"/>
          </a:xfrm>
          <a:prstGeom prst="rect">
            <a:avLst/>
          </a:prstGeom>
          <a:effectLst/>
        </p:spPr>
        <p:txBody>
          <a:bodyPr wrap="square" anchor="ctr">
            <a:spAutoFit/>
          </a:bodyPr>
          <a:lstStyle>
            <a:defPPr>
              <a:defRPr lang="zh-CN"/>
            </a:defPPr>
            <a:lvl1pPr algn="ctr">
              <a:defRPr sz="9600" b="1" spc="300">
                <a:solidFill>
                  <a:schemeClr val="accent2"/>
                </a:solidFill>
                <a:effectLst>
                  <a:innerShdw blurRad="76200" dist="76200" dir="13500000">
                    <a:prstClr val="black">
                      <a:alpha val="50000"/>
                    </a:prstClr>
                  </a:innerShdw>
                </a:effectLst>
                <a:ea typeface="微软雅黑" panose="020B0503020204020204" pitchFamily="34" charset="-122"/>
              </a:defRPr>
            </a:lvl1pPr>
          </a:lstStyle>
          <a:p>
            <a:pPr algn="ctr"/>
            <a:r>
              <a:rPr lang="en-US" altLang="zh-CN" sz="12000" dirty="0">
                <a:solidFill>
                  <a:srgbClr val="17406D"/>
                </a:solidFill>
                <a:effectLst/>
                <a:latin typeface="AgencyFB" panose="02000806040000020003" pitchFamily="2" charset="0"/>
              </a:rPr>
              <a:t>02</a:t>
            </a:r>
            <a:endParaRPr lang="zh-CN" altLang="en-US" sz="12000" dirty="0">
              <a:solidFill>
                <a:srgbClr val="17406D"/>
              </a:solidFill>
              <a:effectLst/>
              <a:latin typeface="AgencyFB" panose="02000806040000020003" pitchFamily="2" charset="0"/>
            </a:endParaRPr>
          </a:p>
        </p:txBody>
      </p:sp>
      <p:sp>
        <p:nvSpPr>
          <p:cNvPr id="8" name="文本框 7"/>
          <p:cNvSpPr txBox="1"/>
          <p:nvPr/>
        </p:nvSpPr>
        <p:spPr>
          <a:xfrm>
            <a:off x="2475943" y="3914196"/>
            <a:ext cx="7240115" cy="1200329"/>
          </a:xfrm>
          <a:prstGeom prst="rect">
            <a:avLst/>
          </a:prstGeom>
          <a:noFill/>
        </p:spPr>
        <p:txBody>
          <a:bodyPr wrap="square" rtlCol="0">
            <a:spAutoFit/>
          </a:bodyPr>
          <a:lstStyle/>
          <a:p>
            <a:pPr algn="ctr"/>
            <a:r>
              <a:rPr lang="zh-CN" altLang="en-US" sz="7200" b="1" dirty="0">
                <a:solidFill>
                  <a:srgbClr val="17406D"/>
                </a:solidFill>
                <a:latin typeface="微软雅黑" panose="020B0503020204020204" pitchFamily="34" charset="-122"/>
                <a:ea typeface="微软雅黑" panose="020B0503020204020204" pitchFamily="34" charset="-122"/>
                <a:cs typeface="Aharoni" panose="02010803020104030203" pitchFamily="2" charset="-79"/>
              </a:rPr>
              <a:t>工作完成情况</a:t>
            </a:r>
          </a:p>
        </p:txBody>
      </p:sp>
      <p:sp>
        <p:nvSpPr>
          <p:cNvPr id="9" name="文本框 8"/>
          <p:cNvSpPr txBox="1"/>
          <p:nvPr/>
        </p:nvSpPr>
        <p:spPr>
          <a:xfrm>
            <a:off x="3838808" y="5053565"/>
            <a:ext cx="4514385" cy="461665"/>
          </a:xfrm>
          <a:prstGeom prst="rect">
            <a:avLst/>
          </a:prstGeom>
          <a:noFill/>
        </p:spPr>
        <p:txBody>
          <a:bodyPr wrap="square" rtlCol="0">
            <a:spAutoFit/>
          </a:bodyPr>
          <a:lstStyle>
            <a:defPPr>
              <a:defRPr lang="zh-CN"/>
            </a:defPPr>
            <a:lvl1pPr>
              <a:defRPr sz="12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17406D"/>
                </a:solidFill>
                <a:effectLst/>
                <a:uLnTx/>
                <a:uFillTx/>
                <a:latin typeface="微软雅黑" panose="020B0503020204020204" pitchFamily="34" charset="-122"/>
                <a:ea typeface="微软雅黑" panose="020B0503020204020204" pitchFamily="34" charset="-122"/>
              </a:rPr>
              <a:t>COMPLETION STATUS</a:t>
            </a:r>
          </a:p>
        </p:txBody>
      </p:sp>
      <p:sp>
        <p:nvSpPr>
          <p:cNvPr id="10" name="Freeform 5"/>
          <p:cNvSpPr>
            <a:spLocks/>
          </p:cNvSpPr>
          <p:nvPr/>
        </p:nvSpPr>
        <p:spPr bwMode="auto">
          <a:xfrm>
            <a:off x="6289733" y="1127760"/>
            <a:ext cx="789927" cy="784927"/>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11" name="Freeform 6"/>
          <p:cNvSpPr>
            <a:spLocks/>
          </p:cNvSpPr>
          <p:nvPr/>
        </p:nvSpPr>
        <p:spPr bwMode="auto">
          <a:xfrm>
            <a:off x="5112343" y="1127760"/>
            <a:ext cx="1967317" cy="2494768"/>
          </a:xfrm>
          <a:custGeom>
            <a:avLst/>
            <a:gdLst>
              <a:gd name="T0" fmla="*/ 200 w 6832"/>
              <a:gd name="T1" fmla="*/ 0 h 8715"/>
              <a:gd name="T2" fmla="*/ 3879 w 6832"/>
              <a:gd name="T3" fmla="*/ 0 h 8715"/>
              <a:gd name="T4" fmla="*/ 3879 w 6832"/>
              <a:gd name="T5" fmla="*/ 400 h 8715"/>
              <a:gd name="T6" fmla="*/ 400 w 6832"/>
              <a:gd name="T7" fmla="*/ 400 h 8715"/>
              <a:gd name="T8" fmla="*/ 400 w 6832"/>
              <a:gd name="T9" fmla="*/ 8315 h 8715"/>
              <a:gd name="T10" fmla="*/ 6432 w 6832"/>
              <a:gd name="T11" fmla="*/ 8315 h 8715"/>
              <a:gd name="T12" fmla="*/ 6432 w 6832"/>
              <a:gd name="T13" fmla="*/ 2952 h 8715"/>
              <a:gd name="T14" fmla="*/ 6832 w 6832"/>
              <a:gd name="T15" fmla="*/ 2952 h 8715"/>
              <a:gd name="T16" fmla="*/ 6832 w 6832"/>
              <a:gd name="T17" fmla="*/ 8515 h 8715"/>
              <a:gd name="T18" fmla="*/ 6832 w 6832"/>
              <a:gd name="T19" fmla="*/ 8715 h 8715"/>
              <a:gd name="T20" fmla="*/ 6632 w 6832"/>
              <a:gd name="T21" fmla="*/ 8715 h 8715"/>
              <a:gd name="T22" fmla="*/ 200 w 6832"/>
              <a:gd name="T23" fmla="*/ 8715 h 8715"/>
              <a:gd name="T24" fmla="*/ 0 w 6832"/>
              <a:gd name="T25" fmla="*/ 8715 h 8715"/>
              <a:gd name="T26" fmla="*/ 0 w 6832"/>
              <a:gd name="T27" fmla="*/ 8515 h 8715"/>
              <a:gd name="T28" fmla="*/ 0 w 6832"/>
              <a:gd name="T29" fmla="*/ 200 h 8715"/>
              <a:gd name="T30" fmla="*/ 0 w 6832"/>
              <a:gd name="T31" fmla="*/ 0 h 8715"/>
              <a:gd name="T32" fmla="*/ 200 w 6832"/>
              <a:gd name="T33" fmla="*/ 0 h 8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832" h="8715">
                <a:moveTo>
                  <a:pt x="200" y="0"/>
                </a:moveTo>
                <a:lnTo>
                  <a:pt x="3879" y="0"/>
                </a:lnTo>
                <a:lnTo>
                  <a:pt x="3879" y="400"/>
                </a:lnTo>
                <a:lnTo>
                  <a:pt x="400" y="400"/>
                </a:lnTo>
                <a:lnTo>
                  <a:pt x="400" y="8315"/>
                </a:lnTo>
                <a:lnTo>
                  <a:pt x="6432" y="8315"/>
                </a:lnTo>
                <a:lnTo>
                  <a:pt x="6432" y="2952"/>
                </a:lnTo>
                <a:lnTo>
                  <a:pt x="6832" y="2952"/>
                </a:lnTo>
                <a:lnTo>
                  <a:pt x="6832" y="8515"/>
                </a:lnTo>
                <a:lnTo>
                  <a:pt x="6832" y="8715"/>
                </a:lnTo>
                <a:lnTo>
                  <a:pt x="6632" y="8715"/>
                </a:lnTo>
                <a:lnTo>
                  <a:pt x="200" y="8715"/>
                </a:lnTo>
                <a:lnTo>
                  <a:pt x="0" y="8715"/>
                </a:lnTo>
                <a:lnTo>
                  <a:pt x="0" y="8515"/>
                </a:lnTo>
                <a:lnTo>
                  <a:pt x="0" y="200"/>
                </a:lnTo>
                <a:lnTo>
                  <a:pt x="0" y="0"/>
                </a:lnTo>
                <a:lnTo>
                  <a:pt x="200" y="0"/>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cxnSp>
        <p:nvCxnSpPr>
          <p:cNvPr id="18" name="直接连接符 17"/>
          <p:cNvCxnSpPr/>
          <p:nvPr/>
        </p:nvCxnSpPr>
        <p:spPr>
          <a:xfrm flipV="1">
            <a:off x="588582" y="-226165"/>
            <a:ext cx="2743006" cy="2743005"/>
          </a:xfrm>
          <a:prstGeom prst="line">
            <a:avLst/>
          </a:prstGeom>
          <a:noFill/>
          <a:ln w="63500" cap="rnd" cmpd="sng" algn="ctr">
            <a:gradFill>
              <a:gsLst>
                <a:gs pos="0">
                  <a:srgbClr val="17406D">
                    <a:alpha val="0"/>
                  </a:srgbClr>
                </a:gs>
                <a:gs pos="75000">
                  <a:srgbClr val="17406D"/>
                </a:gs>
              </a:gsLst>
              <a:lin ang="5400000" scaled="1"/>
            </a:gradFill>
            <a:prstDash val="solid"/>
            <a:miter lim="800000"/>
          </a:ln>
          <a:effectLst/>
        </p:spPr>
      </p:cxnSp>
      <p:cxnSp>
        <p:nvCxnSpPr>
          <p:cNvPr id="19" name="直接连接符 18"/>
          <p:cNvCxnSpPr/>
          <p:nvPr/>
        </p:nvCxnSpPr>
        <p:spPr>
          <a:xfrm flipV="1">
            <a:off x="-712073" y="543360"/>
            <a:ext cx="2601310" cy="2601310"/>
          </a:xfrm>
          <a:prstGeom prst="line">
            <a:avLst/>
          </a:prstGeom>
          <a:noFill/>
          <a:ln w="50800" cap="rnd" cmpd="sng" algn="ctr">
            <a:gradFill>
              <a:gsLst>
                <a:gs pos="20000">
                  <a:srgbClr val="C00000">
                    <a:alpha val="0"/>
                  </a:srgbClr>
                </a:gs>
                <a:gs pos="100000">
                  <a:srgbClr val="C00000"/>
                </a:gs>
              </a:gsLst>
              <a:lin ang="5400000" scaled="1"/>
            </a:gradFill>
            <a:prstDash val="solid"/>
            <a:miter lim="800000"/>
          </a:ln>
          <a:effectLst/>
        </p:spPr>
      </p:cxnSp>
      <p:cxnSp>
        <p:nvCxnSpPr>
          <p:cNvPr id="20" name="直接连接符 19"/>
          <p:cNvCxnSpPr/>
          <p:nvPr/>
        </p:nvCxnSpPr>
        <p:spPr>
          <a:xfrm flipV="1">
            <a:off x="352289" y="-864305"/>
            <a:ext cx="2601310" cy="2601310"/>
          </a:xfrm>
          <a:prstGeom prst="line">
            <a:avLst/>
          </a:prstGeom>
          <a:noFill/>
          <a:ln w="38100" cap="rnd" cmpd="sng" algn="ctr">
            <a:gradFill>
              <a:gsLst>
                <a:gs pos="0">
                  <a:srgbClr val="17406D">
                    <a:alpha val="0"/>
                  </a:srgbClr>
                </a:gs>
                <a:gs pos="75000">
                  <a:srgbClr val="17406D"/>
                </a:gs>
              </a:gsLst>
              <a:lin ang="5400000" scaled="1"/>
            </a:gradFill>
            <a:prstDash val="solid"/>
            <a:miter lim="800000"/>
          </a:ln>
          <a:effectLst/>
        </p:spPr>
      </p:cxnSp>
      <p:cxnSp>
        <p:nvCxnSpPr>
          <p:cNvPr id="21" name="直接连接符 20"/>
          <p:cNvCxnSpPr/>
          <p:nvPr/>
        </p:nvCxnSpPr>
        <p:spPr>
          <a:xfrm flipV="1">
            <a:off x="9899473" y="4336237"/>
            <a:ext cx="2601310" cy="2601310"/>
          </a:xfrm>
          <a:prstGeom prst="line">
            <a:avLst/>
          </a:prstGeom>
          <a:noFill/>
          <a:ln w="63500" cap="rnd" cmpd="sng" algn="ctr">
            <a:gradFill>
              <a:gsLst>
                <a:gs pos="0">
                  <a:srgbClr val="17406D">
                    <a:alpha val="0"/>
                  </a:srgbClr>
                </a:gs>
                <a:gs pos="50000">
                  <a:srgbClr val="17406D"/>
                </a:gs>
              </a:gsLst>
              <a:lin ang="5400000" scaled="1"/>
            </a:gradFill>
            <a:prstDash val="solid"/>
            <a:miter lim="800000"/>
          </a:ln>
          <a:effectLst/>
        </p:spPr>
      </p:cxnSp>
      <p:cxnSp>
        <p:nvCxnSpPr>
          <p:cNvPr id="22" name="直接连接符 21"/>
          <p:cNvCxnSpPr/>
          <p:nvPr/>
        </p:nvCxnSpPr>
        <p:spPr>
          <a:xfrm flipV="1">
            <a:off x="8583250" y="4587764"/>
            <a:ext cx="2993181" cy="2993181"/>
          </a:xfrm>
          <a:prstGeom prst="line">
            <a:avLst/>
          </a:prstGeom>
          <a:noFill/>
          <a:ln w="50800" cap="rnd" cmpd="sng" algn="ctr">
            <a:gradFill>
              <a:gsLst>
                <a:gs pos="8000">
                  <a:srgbClr val="C00000">
                    <a:alpha val="0"/>
                  </a:srgbClr>
                </a:gs>
                <a:gs pos="100000">
                  <a:srgbClr val="C00000"/>
                </a:gs>
              </a:gsLst>
              <a:lin ang="5400000" scaled="1"/>
            </a:gradFill>
            <a:prstDash val="solid"/>
            <a:miter lim="800000"/>
          </a:ln>
          <a:effectLst/>
        </p:spPr>
      </p:cxnSp>
      <p:cxnSp>
        <p:nvCxnSpPr>
          <p:cNvPr id="23" name="直接连接符 22"/>
          <p:cNvCxnSpPr/>
          <p:nvPr/>
        </p:nvCxnSpPr>
        <p:spPr>
          <a:xfrm flipV="1">
            <a:off x="9899473" y="3524672"/>
            <a:ext cx="2365215" cy="2365215"/>
          </a:xfrm>
          <a:prstGeom prst="line">
            <a:avLst/>
          </a:prstGeom>
          <a:noFill/>
          <a:ln w="38100" cap="rnd" cmpd="sng" algn="ctr">
            <a:gradFill>
              <a:gsLst>
                <a:gs pos="0">
                  <a:srgbClr val="17406D">
                    <a:alpha val="0"/>
                  </a:srgbClr>
                </a:gs>
                <a:gs pos="50000">
                  <a:srgbClr val="17406D"/>
                </a:gs>
              </a:gsLst>
              <a:lin ang="5400000" scaled="1"/>
            </a:gradFill>
            <a:prstDash val="solid"/>
            <a:miter lim="800000"/>
          </a:ln>
          <a:effectLst/>
        </p:spPr>
      </p:cxnSp>
    </p:spTree>
    <p:extLst>
      <p:ext uri="{BB962C8B-B14F-4D97-AF65-F5344CB8AC3E}">
        <p14:creationId xmlns:p14="http://schemas.microsoft.com/office/powerpoint/2010/main" val="183396430"/>
      </p:ext>
    </p:extLst>
  </p:cSld>
  <p:clrMapOvr>
    <a:masterClrMapping/>
  </p:clrMapOvr>
  <p:transition spd="slow"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upRight)">
                                      <p:cBhvr>
                                        <p:cTn id="7" dur="750"/>
                                        <p:tgtEl>
                                          <p:spTgt spid="11"/>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ppt_w</p:attrName>
                                        </p:attrNameLst>
                                      </p:cBhvr>
                                      <p:tavLst>
                                        <p:tav tm="0">
                                          <p:val>
                                            <p:fltVal val="0"/>
                                          </p:val>
                                        </p:tav>
                                        <p:tav tm="100000">
                                          <p:val>
                                            <p:strVal val="#ppt_w"/>
                                          </p:val>
                                        </p:tav>
                                      </p:tavLst>
                                    </p:anim>
                                    <p:anim calcmode="lin" valueType="num">
                                      <p:cBhvr>
                                        <p:cTn id="11" dur="500" fill="hold"/>
                                        <p:tgtEl>
                                          <p:spTgt spid="10"/>
                                        </p:tgtEl>
                                        <p:attrNameLst>
                                          <p:attrName>ppt_h</p:attrName>
                                        </p:attrNameLst>
                                      </p:cBhvr>
                                      <p:tavLst>
                                        <p:tav tm="0">
                                          <p:val>
                                            <p:fltVal val="0"/>
                                          </p:val>
                                        </p:tav>
                                        <p:tav tm="100000">
                                          <p:val>
                                            <p:strVal val="#ppt_h"/>
                                          </p:val>
                                        </p:tav>
                                      </p:tavLst>
                                    </p:anim>
                                    <p:animEffect transition="in" filter="fade">
                                      <p:cBhvr>
                                        <p:cTn id="12" dur="500"/>
                                        <p:tgtEl>
                                          <p:spTgt spid="10"/>
                                        </p:tgtEl>
                                      </p:cBhvr>
                                    </p:animEffect>
                                  </p:childTnLst>
                                </p:cTn>
                              </p:par>
                              <p:par>
                                <p:cTn id="13" presetID="56" presetClass="path" presetSubtype="0" accel="50000" decel="50000" fill="hold" grpId="1" nodeType="withEffect">
                                  <p:stCondLst>
                                    <p:cond delay="250"/>
                                  </p:stCondLst>
                                  <p:childTnLst>
                                    <p:animMotion origin="layout" path="M -0.0556 0.09907 L 2.70833E-6 2.22222E-6 " pathEditMode="relative" rAng="0" ptsTypes="AA">
                                      <p:cBhvr>
                                        <p:cTn id="14" dur="1000" fill="hold"/>
                                        <p:tgtEl>
                                          <p:spTgt spid="10"/>
                                        </p:tgtEl>
                                        <p:attrNameLst>
                                          <p:attrName>ppt_x</p:attrName>
                                          <p:attrName>ppt_y</p:attrName>
                                        </p:attrNameLst>
                                      </p:cBhvr>
                                      <p:rCtr x="2773" y="-4954"/>
                                    </p:animMotion>
                                  </p:childTnLst>
                                </p:cTn>
                              </p:par>
                              <p:par>
                                <p:cTn id="15" presetID="10" presetClass="entr" presetSubtype="0" fill="hold" grpId="0" nodeType="withEffect">
                                  <p:stCondLst>
                                    <p:cond delay="7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50"/>
                                        <p:tgtEl>
                                          <p:spTgt spid="7"/>
                                        </p:tgtEl>
                                      </p:cBhvr>
                                    </p:animEffect>
                                  </p:childTnLst>
                                </p:cTn>
                              </p:par>
                              <p:par>
                                <p:cTn id="18" presetID="53" presetClass="entr" presetSubtype="16" fill="hold" grpId="0" nodeType="withEffect">
                                  <p:stCondLst>
                                    <p:cond delay="100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63" presetClass="path" presetSubtype="0" accel="50000" decel="50000" fill="hold" grpId="1" nodeType="withEffect">
                                  <p:stCondLst>
                                    <p:cond delay="1000"/>
                                  </p:stCondLst>
                                  <p:childTnLst>
                                    <p:animMotion origin="layout" path="M 0 0 L 0.25 0 E" pathEditMode="relative" ptsTypes="">
                                      <p:cBhvr>
                                        <p:cTn id="24" dur="1000" spd="-100000" fill="hold"/>
                                        <p:tgtEl>
                                          <p:spTgt spid="8"/>
                                        </p:tgtEl>
                                        <p:attrNameLst>
                                          <p:attrName>ppt_x</p:attrName>
                                          <p:attrName>ppt_y</p:attrName>
                                        </p:attrNameLst>
                                      </p:cBhvr>
                                    </p:animMotion>
                                  </p:childTnLst>
                                </p:cTn>
                              </p:par>
                              <p:par>
                                <p:cTn id="25" presetID="53" presetClass="entr" presetSubtype="16" fill="hold" grpId="0" nodeType="withEffect">
                                  <p:stCondLst>
                                    <p:cond delay="1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35" presetClass="path" presetSubtype="0" accel="50000" decel="50000" fill="hold" grpId="1" nodeType="withEffect">
                                  <p:stCondLst>
                                    <p:cond delay="1250"/>
                                  </p:stCondLst>
                                  <p:childTnLst>
                                    <p:animMotion origin="layout" path="M 0 -3.7037E-7 L -0.25 -3.7037E-7 " pathEditMode="relative" rAng="0" ptsTypes="AA">
                                      <p:cBhvr>
                                        <p:cTn id="31" dur="1000" spd="-100000" fill="hold"/>
                                        <p:tgtEl>
                                          <p:spTgt spid="9"/>
                                        </p:tgtEl>
                                        <p:attrNameLst>
                                          <p:attrName>ppt_x</p:attrName>
                                          <p:attrName>ppt_y</p:attrName>
                                        </p:attrNameLst>
                                      </p:cBhvr>
                                      <p:rCtr x="-12500" y="0"/>
                                    </p:animMotion>
                                  </p:childTnLst>
                                </p:cTn>
                              </p:par>
                              <p:par>
                                <p:cTn id="32" presetID="53" presetClass="entr" presetSubtype="16" fill="hold" nodeType="withEffect">
                                  <p:stCondLst>
                                    <p:cond delay="2000"/>
                                  </p:stCondLst>
                                  <p:childTnLst>
                                    <p:set>
                                      <p:cBhvr>
                                        <p:cTn id="33" dur="1" fill="hold">
                                          <p:stCondLst>
                                            <p:cond delay="0"/>
                                          </p:stCondLst>
                                        </p:cTn>
                                        <p:tgtEl>
                                          <p:spTgt spid="21"/>
                                        </p:tgtEl>
                                        <p:attrNameLst>
                                          <p:attrName>style.visibility</p:attrName>
                                        </p:attrNameLst>
                                      </p:cBhvr>
                                      <p:to>
                                        <p:strVal val="visible"/>
                                      </p:to>
                                    </p:set>
                                    <p:anim calcmode="lin" valueType="num">
                                      <p:cBhvr>
                                        <p:cTn id="34" dur="500" fill="hold"/>
                                        <p:tgtEl>
                                          <p:spTgt spid="21"/>
                                        </p:tgtEl>
                                        <p:attrNameLst>
                                          <p:attrName>ppt_w</p:attrName>
                                        </p:attrNameLst>
                                      </p:cBhvr>
                                      <p:tavLst>
                                        <p:tav tm="0">
                                          <p:val>
                                            <p:fltVal val="0"/>
                                          </p:val>
                                        </p:tav>
                                        <p:tav tm="100000">
                                          <p:val>
                                            <p:strVal val="#ppt_w"/>
                                          </p:val>
                                        </p:tav>
                                      </p:tavLst>
                                    </p:anim>
                                    <p:anim calcmode="lin" valueType="num">
                                      <p:cBhvr>
                                        <p:cTn id="35" dur="500" fill="hold"/>
                                        <p:tgtEl>
                                          <p:spTgt spid="21"/>
                                        </p:tgtEl>
                                        <p:attrNameLst>
                                          <p:attrName>ppt_h</p:attrName>
                                        </p:attrNameLst>
                                      </p:cBhvr>
                                      <p:tavLst>
                                        <p:tav tm="0">
                                          <p:val>
                                            <p:fltVal val="0"/>
                                          </p:val>
                                        </p:tav>
                                        <p:tav tm="100000">
                                          <p:val>
                                            <p:strVal val="#ppt_h"/>
                                          </p:val>
                                        </p:tav>
                                      </p:tavLst>
                                    </p:anim>
                                    <p:animEffect transition="in" filter="fade">
                                      <p:cBhvr>
                                        <p:cTn id="36" dur="500"/>
                                        <p:tgtEl>
                                          <p:spTgt spid="21"/>
                                        </p:tgtEl>
                                      </p:cBhvr>
                                    </p:animEffect>
                                  </p:childTnLst>
                                </p:cTn>
                              </p:par>
                              <p:par>
                                <p:cTn id="37" presetID="56" presetClass="path" presetSubtype="0" accel="50000" decel="50000" fill="hold" nodeType="withEffect">
                                  <p:stCondLst>
                                    <p:cond delay="2000"/>
                                  </p:stCondLst>
                                  <p:childTnLst>
                                    <p:animMotion origin="layout" path="M -0.09792 0.1743 L 2.08333E-7 7.40741E-7 " pathEditMode="relative" rAng="0" ptsTypes="AA">
                                      <p:cBhvr>
                                        <p:cTn id="38" dur="1000" fill="hold"/>
                                        <p:tgtEl>
                                          <p:spTgt spid="21"/>
                                        </p:tgtEl>
                                        <p:attrNameLst>
                                          <p:attrName>ppt_x</p:attrName>
                                          <p:attrName>ppt_y</p:attrName>
                                        </p:attrNameLst>
                                      </p:cBhvr>
                                      <p:rCtr x="4896" y="-8727"/>
                                    </p:animMotion>
                                  </p:childTnLst>
                                </p:cTn>
                              </p:par>
                              <p:par>
                                <p:cTn id="39" presetID="53" presetClass="entr" presetSubtype="16" fill="hold" nodeType="withEffect">
                                  <p:stCondLst>
                                    <p:cond delay="2250"/>
                                  </p:stCondLst>
                                  <p:childTnLst>
                                    <p:set>
                                      <p:cBhvr>
                                        <p:cTn id="40" dur="1" fill="hold">
                                          <p:stCondLst>
                                            <p:cond delay="0"/>
                                          </p:stCondLst>
                                        </p:cTn>
                                        <p:tgtEl>
                                          <p:spTgt spid="22"/>
                                        </p:tgtEl>
                                        <p:attrNameLst>
                                          <p:attrName>style.visibility</p:attrName>
                                        </p:attrNameLst>
                                      </p:cBhvr>
                                      <p:to>
                                        <p:strVal val="visible"/>
                                      </p:to>
                                    </p:set>
                                    <p:anim calcmode="lin" valueType="num">
                                      <p:cBhvr>
                                        <p:cTn id="41" dur="500" fill="hold"/>
                                        <p:tgtEl>
                                          <p:spTgt spid="22"/>
                                        </p:tgtEl>
                                        <p:attrNameLst>
                                          <p:attrName>ppt_w</p:attrName>
                                        </p:attrNameLst>
                                      </p:cBhvr>
                                      <p:tavLst>
                                        <p:tav tm="0">
                                          <p:val>
                                            <p:fltVal val="0"/>
                                          </p:val>
                                        </p:tav>
                                        <p:tav tm="100000">
                                          <p:val>
                                            <p:strVal val="#ppt_w"/>
                                          </p:val>
                                        </p:tav>
                                      </p:tavLst>
                                    </p:anim>
                                    <p:anim calcmode="lin" valueType="num">
                                      <p:cBhvr>
                                        <p:cTn id="42" dur="500" fill="hold"/>
                                        <p:tgtEl>
                                          <p:spTgt spid="22"/>
                                        </p:tgtEl>
                                        <p:attrNameLst>
                                          <p:attrName>ppt_h</p:attrName>
                                        </p:attrNameLst>
                                      </p:cBhvr>
                                      <p:tavLst>
                                        <p:tav tm="0">
                                          <p:val>
                                            <p:fltVal val="0"/>
                                          </p:val>
                                        </p:tav>
                                        <p:tav tm="100000">
                                          <p:val>
                                            <p:strVal val="#ppt_h"/>
                                          </p:val>
                                        </p:tav>
                                      </p:tavLst>
                                    </p:anim>
                                    <p:animEffect transition="in" filter="fade">
                                      <p:cBhvr>
                                        <p:cTn id="43" dur="500"/>
                                        <p:tgtEl>
                                          <p:spTgt spid="22"/>
                                        </p:tgtEl>
                                      </p:cBhvr>
                                    </p:animEffect>
                                  </p:childTnLst>
                                </p:cTn>
                              </p:par>
                              <p:par>
                                <p:cTn id="44" presetID="56" presetClass="path" presetSubtype="0" accel="50000" decel="50000" fill="hold" nodeType="withEffect">
                                  <p:stCondLst>
                                    <p:cond delay="2250"/>
                                  </p:stCondLst>
                                  <p:childTnLst>
                                    <p:animMotion origin="layout" path="M -0.09791 0.1743 L -2.70833E-6 2.96296E-6 " pathEditMode="relative" rAng="0" ptsTypes="AA">
                                      <p:cBhvr>
                                        <p:cTn id="45" dur="1000" fill="hold"/>
                                        <p:tgtEl>
                                          <p:spTgt spid="22"/>
                                        </p:tgtEl>
                                        <p:attrNameLst>
                                          <p:attrName>ppt_x</p:attrName>
                                          <p:attrName>ppt_y</p:attrName>
                                        </p:attrNameLst>
                                      </p:cBhvr>
                                      <p:rCtr x="4896" y="-8727"/>
                                    </p:animMotion>
                                  </p:childTnLst>
                                </p:cTn>
                              </p:par>
                              <p:par>
                                <p:cTn id="46" presetID="53" presetClass="entr" presetSubtype="16" fill="hold" nodeType="withEffect">
                                  <p:stCondLst>
                                    <p:cond delay="2500"/>
                                  </p:stCondLst>
                                  <p:childTnLst>
                                    <p:set>
                                      <p:cBhvr>
                                        <p:cTn id="47" dur="1" fill="hold">
                                          <p:stCondLst>
                                            <p:cond delay="0"/>
                                          </p:stCondLst>
                                        </p:cTn>
                                        <p:tgtEl>
                                          <p:spTgt spid="23"/>
                                        </p:tgtEl>
                                        <p:attrNameLst>
                                          <p:attrName>style.visibility</p:attrName>
                                        </p:attrNameLst>
                                      </p:cBhvr>
                                      <p:to>
                                        <p:strVal val="visible"/>
                                      </p:to>
                                    </p:set>
                                    <p:anim calcmode="lin" valueType="num">
                                      <p:cBhvr>
                                        <p:cTn id="48" dur="500" fill="hold"/>
                                        <p:tgtEl>
                                          <p:spTgt spid="23"/>
                                        </p:tgtEl>
                                        <p:attrNameLst>
                                          <p:attrName>ppt_w</p:attrName>
                                        </p:attrNameLst>
                                      </p:cBhvr>
                                      <p:tavLst>
                                        <p:tav tm="0">
                                          <p:val>
                                            <p:fltVal val="0"/>
                                          </p:val>
                                        </p:tav>
                                        <p:tav tm="100000">
                                          <p:val>
                                            <p:strVal val="#ppt_w"/>
                                          </p:val>
                                        </p:tav>
                                      </p:tavLst>
                                    </p:anim>
                                    <p:anim calcmode="lin" valueType="num">
                                      <p:cBhvr>
                                        <p:cTn id="49" dur="500" fill="hold"/>
                                        <p:tgtEl>
                                          <p:spTgt spid="23"/>
                                        </p:tgtEl>
                                        <p:attrNameLst>
                                          <p:attrName>ppt_h</p:attrName>
                                        </p:attrNameLst>
                                      </p:cBhvr>
                                      <p:tavLst>
                                        <p:tav tm="0">
                                          <p:val>
                                            <p:fltVal val="0"/>
                                          </p:val>
                                        </p:tav>
                                        <p:tav tm="100000">
                                          <p:val>
                                            <p:strVal val="#ppt_h"/>
                                          </p:val>
                                        </p:tav>
                                      </p:tavLst>
                                    </p:anim>
                                    <p:animEffect transition="in" filter="fade">
                                      <p:cBhvr>
                                        <p:cTn id="50" dur="500"/>
                                        <p:tgtEl>
                                          <p:spTgt spid="23"/>
                                        </p:tgtEl>
                                      </p:cBhvr>
                                    </p:animEffect>
                                  </p:childTnLst>
                                </p:cTn>
                              </p:par>
                              <p:par>
                                <p:cTn id="51" presetID="56" presetClass="path" presetSubtype="0" accel="50000" decel="50000" fill="hold" nodeType="withEffect">
                                  <p:stCondLst>
                                    <p:cond delay="2500"/>
                                  </p:stCondLst>
                                  <p:childTnLst>
                                    <p:animMotion origin="layout" path="M -0.09791 0.17431 L -4.375E-6 -2.59259E-6 " pathEditMode="relative" rAng="0" ptsTypes="AA">
                                      <p:cBhvr>
                                        <p:cTn id="52" dur="1000" fill="hold"/>
                                        <p:tgtEl>
                                          <p:spTgt spid="23"/>
                                        </p:tgtEl>
                                        <p:attrNameLst>
                                          <p:attrName>ppt_x</p:attrName>
                                          <p:attrName>ppt_y</p:attrName>
                                        </p:attrNameLst>
                                      </p:cBhvr>
                                      <p:rCtr x="4896" y="-8727"/>
                                    </p:animMotion>
                                  </p:childTnLst>
                                </p:cTn>
                              </p:par>
                              <p:par>
                                <p:cTn id="53" presetID="53" presetClass="entr" presetSubtype="16" fill="hold" nodeType="withEffect">
                                  <p:stCondLst>
                                    <p:cond delay="2500"/>
                                  </p:st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par>
                                <p:cTn id="58" presetID="56" presetClass="path" presetSubtype="0" accel="50000" decel="50000" fill="hold" nodeType="withEffect">
                                  <p:stCondLst>
                                    <p:cond delay="2500"/>
                                  </p:stCondLst>
                                  <p:childTnLst>
                                    <p:animMotion origin="layout" path="M -0.09792 0.1743 L 2.70833E-6 1.85185E-6 " pathEditMode="relative" rAng="0" ptsTypes="AA">
                                      <p:cBhvr>
                                        <p:cTn id="59" dur="1000" fill="hold"/>
                                        <p:tgtEl>
                                          <p:spTgt spid="18"/>
                                        </p:tgtEl>
                                        <p:attrNameLst>
                                          <p:attrName>ppt_x</p:attrName>
                                          <p:attrName>ppt_y</p:attrName>
                                        </p:attrNameLst>
                                      </p:cBhvr>
                                      <p:rCtr x="4896" y="-8727"/>
                                    </p:animMotion>
                                  </p:childTnLst>
                                </p:cTn>
                              </p:par>
                              <p:par>
                                <p:cTn id="60" presetID="53" presetClass="entr" presetSubtype="16" fill="hold" nodeType="withEffect">
                                  <p:stCondLst>
                                    <p:cond delay="2750"/>
                                  </p:stCondLst>
                                  <p:childTnLst>
                                    <p:set>
                                      <p:cBhvr>
                                        <p:cTn id="61" dur="1" fill="hold">
                                          <p:stCondLst>
                                            <p:cond delay="0"/>
                                          </p:stCondLst>
                                        </p:cTn>
                                        <p:tgtEl>
                                          <p:spTgt spid="19"/>
                                        </p:tgtEl>
                                        <p:attrNameLst>
                                          <p:attrName>style.visibility</p:attrName>
                                        </p:attrNameLst>
                                      </p:cBhvr>
                                      <p:to>
                                        <p:strVal val="visible"/>
                                      </p:to>
                                    </p:set>
                                    <p:anim calcmode="lin" valueType="num">
                                      <p:cBhvr>
                                        <p:cTn id="62" dur="500" fill="hold"/>
                                        <p:tgtEl>
                                          <p:spTgt spid="19"/>
                                        </p:tgtEl>
                                        <p:attrNameLst>
                                          <p:attrName>ppt_w</p:attrName>
                                        </p:attrNameLst>
                                      </p:cBhvr>
                                      <p:tavLst>
                                        <p:tav tm="0">
                                          <p:val>
                                            <p:fltVal val="0"/>
                                          </p:val>
                                        </p:tav>
                                        <p:tav tm="100000">
                                          <p:val>
                                            <p:strVal val="#ppt_w"/>
                                          </p:val>
                                        </p:tav>
                                      </p:tavLst>
                                    </p:anim>
                                    <p:anim calcmode="lin" valueType="num">
                                      <p:cBhvr>
                                        <p:cTn id="63" dur="500" fill="hold"/>
                                        <p:tgtEl>
                                          <p:spTgt spid="19"/>
                                        </p:tgtEl>
                                        <p:attrNameLst>
                                          <p:attrName>ppt_h</p:attrName>
                                        </p:attrNameLst>
                                      </p:cBhvr>
                                      <p:tavLst>
                                        <p:tav tm="0">
                                          <p:val>
                                            <p:fltVal val="0"/>
                                          </p:val>
                                        </p:tav>
                                        <p:tav tm="100000">
                                          <p:val>
                                            <p:strVal val="#ppt_h"/>
                                          </p:val>
                                        </p:tav>
                                      </p:tavLst>
                                    </p:anim>
                                    <p:animEffect transition="in" filter="fade">
                                      <p:cBhvr>
                                        <p:cTn id="64" dur="500"/>
                                        <p:tgtEl>
                                          <p:spTgt spid="19"/>
                                        </p:tgtEl>
                                      </p:cBhvr>
                                    </p:animEffect>
                                  </p:childTnLst>
                                </p:cTn>
                              </p:par>
                              <p:par>
                                <p:cTn id="65" presetID="56" presetClass="path" presetSubtype="0" accel="50000" decel="50000" fill="hold" nodeType="withEffect">
                                  <p:stCondLst>
                                    <p:cond delay="2750"/>
                                  </p:stCondLst>
                                  <p:childTnLst>
                                    <p:animMotion origin="layout" path="M -0.09792 0.17431 L 2.08333E-7 -2.22222E-6 " pathEditMode="relative" rAng="0" ptsTypes="AA">
                                      <p:cBhvr>
                                        <p:cTn id="66" dur="1000" fill="hold"/>
                                        <p:tgtEl>
                                          <p:spTgt spid="19"/>
                                        </p:tgtEl>
                                        <p:attrNameLst>
                                          <p:attrName>ppt_x</p:attrName>
                                          <p:attrName>ppt_y</p:attrName>
                                        </p:attrNameLst>
                                      </p:cBhvr>
                                      <p:rCtr x="4896" y="-8727"/>
                                    </p:animMotion>
                                  </p:childTnLst>
                                </p:cTn>
                              </p:par>
                              <p:par>
                                <p:cTn id="67" presetID="53" presetClass="entr" presetSubtype="16" fill="hold" nodeType="withEffect">
                                  <p:stCondLst>
                                    <p:cond delay="3000"/>
                                  </p:stCondLst>
                                  <p:childTnLst>
                                    <p:set>
                                      <p:cBhvr>
                                        <p:cTn id="68" dur="1" fill="hold">
                                          <p:stCondLst>
                                            <p:cond delay="0"/>
                                          </p:stCondLst>
                                        </p:cTn>
                                        <p:tgtEl>
                                          <p:spTgt spid="20"/>
                                        </p:tgtEl>
                                        <p:attrNameLst>
                                          <p:attrName>style.visibility</p:attrName>
                                        </p:attrNameLst>
                                      </p:cBhvr>
                                      <p:to>
                                        <p:strVal val="visible"/>
                                      </p:to>
                                    </p:set>
                                    <p:anim calcmode="lin" valueType="num">
                                      <p:cBhvr>
                                        <p:cTn id="69" dur="500" fill="hold"/>
                                        <p:tgtEl>
                                          <p:spTgt spid="20"/>
                                        </p:tgtEl>
                                        <p:attrNameLst>
                                          <p:attrName>ppt_w</p:attrName>
                                        </p:attrNameLst>
                                      </p:cBhvr>
                                      <p:tavLst>
                                        <p:tav tm="0">
                                          <p:val>
                                            <p:fltVal val="0"/>
                                          </p:val>
                                        </p:tav>
                                        <p:tav tm="100000">
                                          <p:val>
                                            <p:strVal val="#ppt_w"/>
                                          </p:val>
                                        </p:tav>
                                      </p:tavLst>
                                    </p:anim>
                                    <p:anim calcmode="lin" valueType="num">
                                      <p:cBhvr>
                                        <p:cTn id="70" dur="500" fill="hold"/>
                                        <p:tgtEl>
                                          <p:spTgt spid="20"/>
                                        </p:tgtEl>
                                        <p:attrNameLst>
                                          <p:attrName>ppt_h</p:attrName>
                                        </p:attrNameLst>
                                      </p:cBhvr>
                                      <p:tavLst>
                                        <p:tav tm="0">
                                          <p:val>
                                            <p:fltVal val="0"/>
                                          </p:val>
                                        </p:tav>
                                        <p:tav tm="100000">
                                          <p:val>
                                            <p:strVal val="#ppt_h"/>
                                          </p:val>
                                        </p:tav>
                                      </p:tavLst>
                                    </p:anim>
                                    <p:animEffect transition="in" filter="fade">
                                      <p:cBhvr>
                                        <p:cTn id="71" dur="500"/>
                                        <p:tgtEl>
                                          <p:spTgt spid="20"/>
                                        </p:tgtEl>
                                      </p:cBhvr>
                                    </p:animEffect>
                                  </p:childTnLst>
                                </p:cTn>
                              </p:par>
                              <p:par>
                                <p:cTn id="72" presetID="56" presetClass="path" presetSubtype="0" accel="50000" decel="50000" fill="hold" nodeType="withEffect">
                                  <p:stCondLst>
                                    <p:cond delay="3000"/>
                                  </p:stCondLst>
                                  <p:childTnLst>
                                    <p:animMotion origin="layout" path="M -0.09792 0.17431 L 2.08333E-7 -2.22222E-6 " pathEditMode="relative" rAng="0" ptsTypes="AA">
                                      <p:cBhvr>
                                        <p:cTn id="73" dur="1000" fill="hold"/>
                                        <p:tgtEl>
                                          <p:spTgt spid="20"/>
                                        </p:tgtEl>
                                        <p:attrNameLst>
                                          <p:attrName>ppt_x</p:attrName>
                                          <p:attrName>ppt_y</p:attrName>
                                        </p:attrNameLst>
                                      </p:cBhvr>
                                      <p:rCtr x="4896" y="-87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9" grpId="1"/>
      <p:bldP spid="10" grpId="0" animBg="1"/>
      <p:bldP spid="10" grpId="1"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50633" y="228814"/>
            <a:ext cx="720000" cy="720000"/>
            <a:chOff x="450633" y="228814"/>
            <a:chExt cx="720000" cy="720000"/>
          </a:xfrm>
        </p:grpSpPr>
        <p:sp>
          <p:nvSpPr>
            <p:cNvPr id="38" name="椭圆 37"/>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9"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40" name="文本框 39"/>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年度工作计划任务</a:t>
            </a:r>
          </a:p>
        </p:txBody>
      </p:sp>
      <p:cxnSp>
        <p:nvCxnSpPr>
          <p:cNvPr id="41" name="直接连接符 40"/>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42" name="圆角矩形 8"/>
          <p:cNvSpPr>
            <a:spLocks noChangeAspect="1" noChangeArrowheads="1"/>
          </p:cNvSpPr>
          <p:nvPr/>
        </p:nvSpPr>
        <p:spPr bwMode="auto">
          <a:xfrm>
            <a:off x="1029707" y="1833484"/>
            <a:ext cx="2752725" cy="185737"/>
          </a:xfrm>
          <a:prstGeom prst="roundRect">
            <a:avLst>
              <a:gd name="adj" fmla="val 50000"/>
            </a:avLst>
          </a:prstGeom>
          <a:gradFill>
            <a:gsLst>
              <a:gs pos="0">
                <a:srgbClr val="17406D"/>
              </a:gs>
              <a:gs pos="100000">
                <a:srgbClr val="17406D">
                  <a:lumMod val="75000"/>
                </a:srgbClr>
              </a:gs>
            </a:gsLst>
            <a:lin ang="2700000" scaled="1"/>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 rotWithShape="0">
              <a:prstClr val="black">
                <a:alpha val="60000"/>
              </a:prstClr>
            </a:outerShdw>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zh-CN" altLang="zh-CN" sz="900" b="0" i="0" u="none" strike="noStrike" kern="0" cap="none" spc="0" normalizeH="0" baseline="0" noProof="0">
              <a:ln>
                <a:noFill/>
              </a:ln>
              <a:solidFill>
                <a:srgbClr val="FFFFFF"/>
              </a:solidFill>
              <a:effectLst/>
              <a:uLnTx/>
              <a:uFillTx/>
              <a:latin typeface="微软雅黑" panose="020B0503020204020204" pitchFamily="34" charset="-122"/>
              <a:ea typeface="宋体" panose="02010600030101010101" pitchFamily="2" charset="-122"/>
              <a:sym typeface="宋体" panose="02010600030101010101" pitchFamily="2" charset="-122"/>
            </a:endParaRPr>
          </a:p>
        </p:txBody>
      </p:sp>
      <p:sp>
        <p:nvSpPr>
          <p:cNvPr id="43" name="圆角矩形 10"/>
          <p:cNvSpPr>
            <a:spLocks noChangeAspect="1" noChangeArrowheads="1"/>
          </p:cNvSpPr>
          <p:nvPr/>
        </p:nvSpPr>
        <p:spPr bwMode="auto">
          <a:xfrm>
            <a:off x="1571044" y="4592559"/>
            <a:ext cx="1670050" cy="844481"/>
          </a:xfrm>
          <a:prstGeom prst="roundRect">
            <a:avLst>
              <a:gd name="adj" fmla="val 14528"/>
            </a:avLst>
          </a:prstGeom>
          <a:gradFill>
            <a:gsLst>
              <a:gs pos="0">
                <a:srgbClr val="C00000"/>
              </a:gs>
              <a:gs pos="100000">
                <a:srgbClr val="C00000">
                  <a:lumMod val="75000"/>
                </a:srgbClr>
              </a:gs>
            </a:gsLst>
            <a:lin ang="2700000" scaled="1"/>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prstClr val="white"/>
              </a:solidFill>
              <a:effectLst/>
              <a:uLnTx/>
              <a:uFillTx/>
              <a:sym typeface="宋体" panose="02010600030101010101" pitchFamily="2" charset="-122"/>
            </a:endParaRPr>
          </a:p>
        </p:txBody>
      </p:sp>
      <p:sp>
        <p:nvSpPr>
          <p:cNvPr id="44" name="圆角矩形 11"/>
          <p:cNvSpPr>
            <a:spLocks noChangeAspect="1" noChangeArrowheads="1"/>
          </p:cNvSpPr>
          <p:nvPr/>
        </p:nvSpPr>
        <p:spPr bwMode="auto">
          <a:xfrm>
            <a:off x="997957" y="5292646"/>
            <a:ext cx="2816225" cy="244475"/>
          </a:xfrm>
          <a:prstGeom prst="roundRect">
            <a:avLst>
              <a:gd name="adj" fmla="val 26338"/>
            </a:avLst>
          </a:prstGeom>
          <a:gradFill>
            <a:gsLst>
              <a:gs pos="0">
                <a:srgbClr val="17406D"/>
              </a:gs>
              <a:gs pos="100000">
                <a:srgbClr val="17406D">
                  <a:lumMod val="75000"/>
                </a:srgbClr>
              </a:gs>
            </a:gsLst>
            <a:lin ang="2700000" scaled="1"/>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 rotWithShape="0">
              <a:prstClr val="black">
                <a:alpha val="60000"/>
              </a:prstClr>
            </a:outerShdw>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zh-CN" altLang="zh-CN" sz="900" b="0" i="0" u="none" strike="noStrike" kern="0" cap="none" spc="0" normalizeH="0" baseline="0" noProof="0">
              <a:ln>
                <a:noFill/>
              </a:ln>
              <a:solidFill>
                <a:srgbClr val="FFFFFF"/>
              </a:solidFill>
              <a:effectLst/>
              <a:uLnTx/>
              <a:uFillTx/>
              <a:latin typeface="微软雅黑" panose="020B0503020204020204" pitchFamily="34" charset="-122"/>
              <a:ea typeface="宋体" panose="02010600030101010101" pitchFamily="2" charset="-122"/>
              <a:sym typeface="宋体" panose="02010600030101010101" pitchFamily="2" charset="-122"/>
            </a:endParaRPr>
          </a:p>
        </p:txBody>
      </p:sp>
      <p:sp>
        <p:nvSpPr>
          <p:cNvPr id="45" name="Freeform 5"/>
          <p:cNvSpPr>
            <a:spLocks noChangeAspect="1" noEditPoints="1"/>
          </p:cNvSpPr>
          <p:nvPr/>
        </p:nvSpPr>
        <p:spPr bwMode="auto">
          <a:xfrm>
            <a:off x="1386055" y="2187011"/>
            <a:ext cx="649450" cy="2950275"/>
          </a:xfrm>
          <a:custGeom>
            <a:avLst/>
            <a:gdLst>
              <a:gd name="T0" fmla="*/ 0 w 3899"/>
              <a:gd name="T1" fmla="*/ 17703 h 17703"/>
              <a:gd name="T2" fmla="*/ 12 w 3899"/>
              <a:gd name="T3" fmla="*/ 14993 h 17703"/>
              <a:gd name="T4" fmla="*/ 64 w 3899"/>
              <a:gd name="T5" fmla="*/ 14616 h 17703"/>
              <a:gd name="T6" fmla="*/ 155 w 3899"/>
              <a:gd name="T7" fmla="*/ 14254 h 17703"/>
              <a:gd name="T8" fmla="*/ 334 w 3899"/>
              <a:gd name="T9" fmla="*/ 14310 h 17703"/>
              <a:gd name="T10" fmla="*/ 248 w 3899"/>
              <a:gd name="T11" fmla="*/ 14651 h 17703"/>
              <a:gd name="T12" fmla="*/ 199 w 3899"/>
              <a:gd name="T13" fmla="*/ 15009 h 17703"/>
              <a:gd name="T14" fmla="*/ 0 w 3899"/>
              <a:gd name="T15" fmla="*/ 15306 h 17703"/>
              <a:gd name="T16" fmla="*/ 318 w 3899"/>
              <a:gd name="T17" fmla="*/ 13839 h 17703"/>
              <a:gd name="T18" fmla="*/ 498 w 3899"/>
              <a:gd name="T19" fmla="*/ 13510 h 17703"/>
              <a:gd name="T20" fmla="*/ 718 w 3899"/>
              <a:gd name="T21" fmla="*/ 13193 h 17703"/>
              <a:gd name="T22" fmla="*/ 867 w 3899"/>
              <a:gd name="T23" fmla="*/ 13307 h 17703"/>
              <a:gd name="T24" fmla="*/ 658 w 3899"/>
              <a:gd name="T25" fmla="*/ 13607 h 17703"/>
              <a:gd name="T26" fmla="*/ 487 w 3899"/>
              <a:gd name="T27" fmla="*/ 13919 h 17703"/>
              <a:gd name="T28" fmla="*/ 204 w 3899"/>
              <a:gd name="T29" fmla="*/ 14114 h 17703"/>
              <a:gd name="T30" fmla="*/ 818 w 3899"/>
              <a:gd name="T31" fmla="*/ 13070 h 17703"/>
              <a:gd name="T32" fmla="*/ 3323 w 3899"/>
              <a:gd name="T33" fmla="*/ 10093 h 17703"/>
              <a:gd name="T34" fmla="*/ 3451 w 3899"/>
              <a:gd name="T35" fmla="*/ 9894 h 17703"/>
              <a:gd name="T36" fmla="*/ 3553 w 3899"/>
              <a:gd name="T37" fmla="*/ 9686 h 17703"/>
              <a:gd name="T38" fmla="*/ 3725 w 3899"/>
              <a:gd name="T39" fmla="*/ 9757 h 17703"/>
              <a:gd name="T40" fmla="*/ 3615 w 3899"/>
              <a:gd name="T41" fmla="*/ 9983 h 17703"/>
              <a:gd name="T42" fmla="*/ 3476 w 3899"/>
              <a:gd name="T43" fmla="*/ 10201 h 17703"/>
              <a:gd name="T44" fmla="*/ 3203 w 3899"/>
              <a:gd name="T45" fmla="*/ 10248 h 17703"/>
              <a:gd name="T46" fmla="*/ 3641 w 3899"/>
              <a:gd name="T47" fmla="*/ 9425 h 17703"/>
              <a:gd name="T48" fmla="*/ 3688 w 3899"/>
              <a:gd name="T49" fmla="*/ 9196 h 17703"/>
              <a:gd name="T50" fmla="*/ 3710 w 3899"/>
              <a:gd name="T51" fmla="*/ 8957 h 17703"/>
              <a:gd name="T52" fmla="*/ 3897 w 3899"/>
              <a:gd name="T53" fmla="*/ 8964 h 17703"/>
              <a:gd name="T54" fmla="*/ 3873 w 3899"/>
              <a:gd name="T55" fmla="*/ 9223 h 17703"/>
              <a:gd name="T56" fmla="*/ 3822 w 3899"/>
              <a:gd name="T57" fmla="*/ 9472 h 17703"/>
              <a:gd name="T58" fmla="*/ 3586 w 3899"/>
              <a:gd name="T59" fmla="*/ 9599 h 17703"/>
              <a:gd name="T60" fmla="*/ 3712 w 3899"/>
              <a:gd name="T61" fmla="*/ 8857 h 17703"/>
              <a:gd name="T62" fmla="*/ 3704 w 3899"/>
              <a:gd name="T63" fmla="*/ 8650 h 17703"/>
              <a:gd name="T64" fmla="*/ 3672 w 3899"/>
              <a:gd name="T65" fmla="*/ 8414 h 17703"/>
              <a:gd name="T66" fmla="*/ 3616 w 3899"/>
              <a:gd name="T67" fmla="*/ 8190 h 17703"/>
              <a:gd name="T68" fmla="*/ 3794 w 3899"/>
              <a:gd name="T69" fmla="*/ 8135 h 17703"/>
              <a:gd name="T70" fmla="*/ 3856 w 3899"/>
              <a:gd name="T71" fmla="*/ 8379 h 17703"/>
              <a:gd name="T72" fmla="*/ 3890 w 3899"/>
              <a:gd name="T73" fmla="*/ 8634 h 17703"/>
              <a:gd name="T74" fmla="*/ 3712 w 3899"/>
              <a:gd name="T75" fmla="*/ 8846 h 17703"/>
              <a:gd name="T76" fmla="*/ 3515 w 3899"/>
              <a:gd name="T77" fmla="*/ 7933 h 17703"/>
              <a:gd name="T78" fmla="*/ 3403 w 3899"/>
              <a:gd name="T79" fmla="*/ 7728 h 17703"/>
              <a:gd name="T80" fmla="*/ 3265 w 3899"/>
              <a:gd name="T81" fmla="*/ 7532 h 17703"/>
              <a:gd name="T82" fmla="*/ 3413 w 3899"/>
              <a:gd name="T83" fmla="*/ 7418 h 17703"/>
              <a:gd name="T84" fmla="*/ 3563 w 3899"/>
              <a:gd name="T85" fmla="*/ 7631 h 17703"/>
              <a:gd name="T86" fmla="*/ 3684 w 3899"/>
              <a:gd name="T87" fmla="*/ 7855 h 17703"/>
              <a:gd name="T88" fmla="*/ 3586 w 3899"/>
              <a:gd name="T89" fmla="*/ 8104 h 17703"/>
              <a:gd name="T90" fmla="*/ 3203 w 3899"/>
              <a:gd name="T91" fmla="*/ 7455 h 17703"/>
              <a:gd name="T92" fmla="*/ 625 w 3899"/>
              <a:gd name="T93" fmla="*/ 4385 h 17703"/>
              <a:gd name="T94" fmla="*/ 422 w 3899"/>
              <a:gd name="T95" fmla="*/ 4063 h 17703"/>
              <a:gd name="T96" fmla="*/ 258 w 3899"/>
              <a:gd name="T97" fmla="*/ 3728 h 17703"/>
              <a:gd name="T98" fmla="*/ 431 w 3899"/>
              <a:gd name="T99" fmla="*/ 3657 h 17703"/>
              <a:gd name="T100" fmla="*/ 585 w 3899"/>
              <a:gd name="T101" fmla="*/ 3973 h 17703"/>
              <a:gd name="T102" fmla="*/ 778 w 3899"/>
              <a:gd name="T103" fmla="*/ 4277 h 17703"/>
              <a:gd name="T104" fmla="*/ 818 w 3899"/>
              <a:gd name="T105" fmla="*/ 4633 h 17703"/>
              <a:gd name="T106" fmla="*/ 114 w 3899"/>
              <a:gd name="T107" fmla="*/ 3306 h 17703"/>
              <a:gd name="T108" fmla="*/ 39 w 3899"/>
              <a:gd name="T109" fmla="*/ 2939 h 17703"/>
              <a:gd name="T110" fmla="*/ 3 w 3899"/>
              <a:gd name="T111" fmla="*/ 2555 h 17703"/>
              <a:gd name="T112" fmla="*/ 190 w 3899"/>
              <a:gd name="T113" fmla="*/ 2547 h 17703"/>
              <a:gd name="T114" fmla="*/ 224 w 3899"/>
              <a:gd name="T115" fmla="*/ 2910 h 17703"/>
              <a:gd name="T116" fmla="*/ 294 w 3899"/>
              <a:gd name="T117" fmla="*/ 3258 h 17703"/>
              <a:gd name="T118" fmla="*/ 204 w 3899"/>
              <a:gd name="T119" fmla="*/ 3589 h 17703"/>
              <a:gd name="T120" fmla="*/ 0 w 3899"/>
              <a:gd name="T121" fmla="*/ 2397 h 17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899" h="17703">
                <a:moveTo>
                  <a:pt x="0" y="17703"/>
                </a:moveTo>
                <a:lnTo>
                  <a:pt x="0" y="15306"/>
                </a:lnTo>
                <a:lnTo>
                  <a:pt x="187" y="15306"/>
                </a:lnTo>
                <a:lnTo>
                  <a:pt x="187" y="17703"/>
                </a:lnTo>
                <a:lnTo>
                  <a:pt x="0" y="17703"/>
                </a:lnTo>
                <a:close/>
                <a:moveTo>
                  <a:pt x="0" y="15306"/>
                </a:moveTo>
                <a:lnTo>
                  <a:pt x="1" y="15227"/>
                </a:lnTo>
                <a:lnTo>
                  <a:pt x="3" y="15148"/>
                </a:lnTo>
                <a:lnTo>
                  <a:pt x="7" y="15071"/>
                </a:lnTo>
                <a:lnTo>
                  <a:pt x="12" y="14993"/>
                </a:lnTo>
                <a:lnTo>
                  <a:pt x="20" y="14916"/>
                </a:lnTo>
                <a:lnTo>
                  <a:pt x="29" y="14841"/>
                </a:lnTo>
                <a:lnTo>
                  <a:pt x="39" y="14764"/>
                </a:lnTo>
                <a:lnTo>
                  <a:pt x="51" y="14690"/>
                </a:lnTo>
                <a:lnTo>
                  <a:pt x="64" y="14616"/>
                </a:lnTo>
                <a:lnTo>
                  <a:pt x="79" y="14542"/>
                </a:lnTo>
                <a:lnTo>
                  <a:pt x="96" y="14469"/>
                </a:lnTo>
                <a:lnTo>
                  <a:pt x="114" y="14397"/>
                </a:lnTo>
                <a:lnTo>
                  <a:pt x="134" y="14325"/>
                </a:lnTo>
                <a:lnTo>
                  <a:pt x="155" y="14254"/>
                </a:lnTo>
                <a:lnTo>
                  <a:pt x="178" y="14183"/>
                </a:lnTo>
                <a:lnTo>
                  <a:pt x="204" y="14114"/>
                </a:lnTo>
                <a:lnTo>
                  <a:pt x="379" y="14177"/>
                </a:lnTo>
                <a:lnTo>
                  <a:pt x="355" y="14243"/>
                </a:lnTo>
                <a:lnTo>
                  <a:pt x="334" y="14310"/>
                </a:lnTo>
                <a:lnTo>
                  <a:pt x="313" y="14377"/>
                </a:lnTo>
                <a:lnTo>
                  <a:pt x="294" y="14445"/>
                </a:lnTo>
                <a:lnTo>
                  <a:pt x="278" y="14513"/>
                </a:lnTo>
                <a:lnTo>
                  <a:pt x="262" y="14582"/>
                </a:lnTo>
                <a:lnTo>
                  <a:pt x="248" y="14651"/>
                </a:lnTo>
                <a:lnTo>
                  <a:pt x="235" y="14722"/>
                </a:lnTo>
                <a:lnTo>
                  <a:pt x="224" y="14793"/>
                </a:lnTo>
                <a:lnTo>
                  <a:pt x="215" y="14864"/>
                </a:lnTo>
                <a:lnTo>
                  <a:pt x="206" y="14936"/>
                </a:lnTo>
                <a:lnTo>
                  <a:pt x="199" y="15009"/>
                </a:lnTo>
                <a:lnTo>
                  <a:pt x="194" y="15082"/>
                </a:lnTo>
                <a:lnTo>
                  <a:pt x="190" y="15156"/>
                </a:lnTo>
                <a:lnTo>
                  <a:pt x="188" y="15231"/>
                </a:lnTo>
                <a:lnTo>
                  <a:pt x="187" y="15306"/>
                </a:lnTo>
                <a:lnTo>
                  <a:pt x="0" y="15306"/>
                </a:lnTo>
                <a:close/>
                <a:moveTo>
                  <a:pt x="204" y="14114"/>
                </a:moveTo>
                <a:lnTo>
                  <a:pt x="229" y="14044"/>
                </a:lnTo>
                <a:lnTo>
                  <a:pt x="258" y="13975"/>
                </a:lnTo>
                <a:lnTo>
                  <a:pt x="287" y="13907"/>
                </a:lnTo>
                <a:lnTo>
                  <a:pt x="318" y="13839"/>
                </a:lnTo>
                <a:lnTo>
                  <a:pt x="351" y="13772"/>
                </a:lnTo>
                <a:lnTo>
                  <a:pt x="385" y="13705"/>
                </a:lnTo>
                <a:lnTo>
                  <a:pt x="422" y="13640"/>
                </a:lnTo>
                <a:lnTo>
                  <a:pt x="459" y="13574"/>
                </a:lnTo>
                <a:lnTo>
                  <a:pt x="498" y="13510"/>
                </a:lnTo>
                <a:lnTo>
                  <a:pt x="539" y="13445"/>
                </a:lnTo>
                <a:lnTo>
                  <a:pt x="581" y="13381"/>
                </a:lnTo>
                <a:lnTo>
                  <a:pt x="625" y="13318"/>
                </a:lnTo>
                <a:lnTo>
                  <a:pt x="671" y="13255"/>
                </a:lnTo>
                <a:lnTo>
                  <a:pt x="718" y="13193"/>
                </a:lnTo>
                <a:lnTo>
                  <a:pt x="768" y="13131"/>
                </a:lnTo>
                <a:lnTo>
                  <a:pt x="818" y="13070"/>
                </a:lnTo>
                <a:lnTo>
                  <a:pt x="961" y="13191"/>
                </a:lnTo>
                <a:lnTo>
                  <a:pt x="913" y="13248"/>
                </a:lnTo>
                <a:lnTo>
                  <a:pt x="867" y="13307"/>
                </a:lnTo>
                <a:lnTo>
                  <a:pt x="821" y="13367"/>
                </a:lnTo>
                <a:lnTo>
                  <a:pt x="778" y="13426"/>
                </a:lnTo>
                <a:lnTo>
                  <a:pt x="736" y="13485"/>
                </a:lnTo>
                <a:lnTo>
                  <a:pt x="696" y="13546"/>
                </a:lnTo>
                <a:lnTo>
                  <a:pt x="658" y="13607"/>
                </a:lnTo>
                <a:lnTo>
                  <a:pt x="621" y="13668"/>
                </a:lnTo>
                <a:lnTo>
                  <a:pt x="585" y="13730"/>
                </a:lnTo>
                <a:lnTo>
                  <a:pt x="551" y="13793"/>
                </a:lnTo>
                <a:lnTo>
                  <a:pt x="518" y="13855"/>
                </a:lnTo>
                <a:lnTo>
                  <a:pt x="487" y="13919"/>
                </a:lnTo>
                <a:lnTo>
                  <a:pt x="458" y="13982"/>
                </a:lnTo>
                <a:lnTo>
                  <a:pt x="431" y="14046"/>
                </a:lnTo>
                <a:lnTo>
                  <a:pt x="404" y="14112"/>
                </a:lnTo>
                <a:lnTo>
                  <a:pt x="379" y="14177"/>
                </a:lnTo>
                <a:lnTo>
                  <a:pt x="204" y="14114"/>
                </a:lnTo>
                <a:close/>
                <a:moveTo>
                  <a:pt x="818" y="13070"/>
                </a:moveTo>
                <a:lnTo>
                  <a:pt x="3203" y="10248"/>
                </a:lnTo>
                <a:lnTo>
                  <a:pt x="3346" y="10368"/>
                </a:lnTo>
                <a:lnTo>
                  <a:pt x="961" y="13191"/>
                </a:lnTo>
                <a:lnTo>
                  <a:pt x="818" y="13070"/>
                </a:lnTo>
                <a:close/>
                <a:moveTo>
                  <a:pt x="3203" y="10248"/>
                </a:moveTo>
                <a:lnTo>
                  <a:pt x="3235" y="10209"/>
                </a:lnTo>
                <a:lnTo>
                  <a:pt x="3265" y="10171"/>
                </a:lnTo>
                <a:lnTo>
                  <a:pt x="3295" y="10133"/>
                </a:lnTo>
                <a:lnTo>
                  <a:pt x="3323" y="10093"/>
                </a:lnTo>
                <a:lnTo>
                  <a:pt x="3351" y="10054"/>
                </a:lnTo>
                <a:lnTo>
                  <a:pt x="3378" y="10014"/>
                </a:lnTo>
                <a:lnTo>
                  <a:pt x="3403" y="9975"/>
                </a:lnTo>
                <a:lnTo>
                  <a:pt x="3427" y="9934"/>
                </a:lnTo>
                <a:lnTo>
                  <a:pt x="3451" y="9894"/>
                </a:lnTo>
                <a:lnTo>
                  <a:pt x="3473" y="9853"/>
                </a:lnTo>
                <a:lnTo>
                  <a:pt x="3494" y="9811"/>
                </a:lnTo>
                <a:lnTo>
                  <a:pt x="3515" y="9770"/>
                </a:lnTo>
                <a:lnTo>
                  <a:pt x="3534" y="9728"/>
                </a:lnTo>
                <a:lnTo>
                  <a:pt x="3553" y="9686"/>
                </a:lnTo>
                <a:lnTo>
                  <a:pt x="3569" y="9643"/>
                </a:lnTo>
                <a:lnTo>
                  <a:pt x="3586" y="9599"/>
                </a:lnTo>
                <a:lnTo>
                  <a:pt x="3762" y="9664"/>
                </a:lnTo>
                <a:lnTo>
                  <a:pt x="3744" y="9710"/>
                </a:lnTo>
                <a:lnTo>
                  <a:pt x="3725" y="9757"/>
                </a:lnTo>
                <a:lnTo>
                  <a:pt x="3705" y="9803"/>
                </a:lnTo>
                <a:lnTo>
                  <a:pt x="3684" y="9848"/>
                </a:lnTo>
                <a:lnTo>
                  <a:pt x="3662" y="9894"/>
                </a:lnTo>
                <a:lnTo>
                  <a:pt x="3639" y="9939"/>
                </a:lnTo>
                <a:lnTo>
                  <a:pt x="3615" y="9983"/>
                </a:lnTo>
                <a:lnTo>
                  <a:pt x="3589" y="10028"/>
                </a:lnTo>
                <a:lnTo>
                  <a:pt x="3563" y="10072"/>
                </a:lnTo>
                <a:lnTo>
                  <a:pt x="3535" y="10115"/>
                </a:lnTo>
                <a:lnTo>
                  <a:pt x="3506" y="10158"/>
                </a:lnTo>
                <a:lnTo>
                  <a:pt x="3476" y="10201"/>
                </a:lnTo>
                <a:lnTo>
                  <a:pt x="3445" y="10243"/>
                </a:lnTo>
                <a:lnTo>
                  <a:pt x="3413" y="10285"/>
                </a:lnTo>
                <a:lnTo>
                  <a:pt x="3380" y="10327"/>
                </a:lnTo>
                <a:lnTo>
                  <a:pt x="3346" y="10368"/>
                </a:lnTo>
                <a:lnTo>
                  <a:pt x="3203" y="10248"/>
                </a:lnTo>
                <a:close/>
                <a:moveTo>
                  <a:pt x="3586" y="9599"/>
                </a:moveTo>
                <a:lnTo>
                  <a:pt x="3601" y="9556"/>
                </a:lnTo>
                <a:lnTo>
                  <a:pt x="3616" y="9513"/>
                </a:lnTo>
                <a:lnTo>
                  <a:pt x="3629" y="9469"/>
                </a:lnTo>
                <a:lnTo>
                  <a:pt x="3641" y="9425"/>
                </a:lnTo>
                <a:lnTo>
                  <a:pt x="3652" y="9379"/>
                </a:lnTo>
                <a:lnTo>
                  <a:pt x="3662" y="9334"/>
                </a:lnTo>
                <a:lnTo>
                  <a:pt x="3672" y="9289"/>
                </a:lnTo>
                <a:lnTo>
                  <a:pt x="3680" y="9242"/>
                </a:lnTo>
                <a:lnTo>
                  <a:pt x="3688" y="9196"/>
                </a:lnTo>
                <a:lnTo>
                  <a:pt x="3694" y="9148"/>
                </a:lnTo>
                <a:lnTo>
                  <a:pt x="3700" y="9102"/>
                </a:lnTo>
                <a:lnTo>
                  <a:pt x="3704" y="9053"/>
                </a:lnTo>
                <a:lnTo>
                  <a:pt x="3708" y="9005"/>
                </a:lnTo>
                <a:lnTo>
                  <a:pt x="3710" y="8957"/>
                </a:lnTo>
                <a:lnTo>
                  <a:pt x="3711" y="8907"/>
                </a:lnTo>
                <a:lnTo>
                  <a:pt x="3712" y="8857"/>
                </a:lnTo>
                <a:lnTo>
                  <a:pt x="3899" y="8857"/>
                </a:lnTo>
                <a:lnTo>
                  <a:pt x="3899" y="8911"/>
                </a:lnTo>
                <a:lnTo>
                  <a:pt x="3897" y="8964"/>
                </a:lnTo>
                <a:lnTo>
                  <a:pt x="3895" y="9016"/>
                </a:lnTo>
                <a:lnTo>
                  <a:pt x="3890" y="9069"/>
                </a:lnTo>
                <a:lnTo>
                  <a:pt x="3886" y="9120"/>
                </a:lnTo>
                <a:lnTo>
                  <a:pt x="3880" y="9172"/>
                </a:lnTo>
                <a:lnTo>
                  <a:pt x="3873" y="9223"/>
                </a:lnTo>
                <a:lnTo>
                  <a:pt x="3865" y="9274"/>
                </a:lnTo>
                <a:lnTo>
                  <a:pt x="3856" y="9324"/>
                </a:lnTo>
                <a:lnTo>
                  <a:pt x="3846" y="9374"/>
                </a:lnTo>
                <a:lnTo>
                  <a:pt x="3834" y="9422"/>
                </a:lnTo>
                <a:lnTo>
                  <a:pt x="3822" y="9472"/>
                </a:lnTo>
                <a:lnTo>
                  <a:pt x="3808" y="9520"/>
                </a:lnTo>
                <a:lnTo>
                  <a:pt x="3794" y="9568"/>
                </a:lnTo>
                <a:lnTo>
                  <a:pt x="3778" y="9616"/>
                </a:lnTo>
                <a:lnTo>
                  <a:pt x="3762" y="9664"/>
                </a:lnTo>
                <a:lnTo>
                  <a:pt x="3586" y="9599"/>
                </a:lnTo>
                <a:close/>
                <a:moveTo>
                  <a:pt x="3712" y="8857"/>
                </a:moveTo>
                <a:lnTo>
                  <a:pt x="3712" y="8846"/>
                </a:lnTo>
                <a:lnTo>
                  <a:pt x="3899" y="8846"/>
                </a:lnTo>
                <a:lnTo>
                  <a:pt x="3899" y="8857"/>
                </a:lnTo>
                <a:lnTo>
                  <a:pt x="3712" y="8857"/>
                </a:lnTo>
                <a:close/>
                <a:moveTo>
                  <a:pt x="3712" y="8846"/>
                </a:moveTo>
                <a:lnTo>
                  <a:pt x="3711" y="8796"/>
                </a:lnTo>
                <a:lnTo>
                  <a:pt x="3710" y="8746"/>
                </a:lnTo>
                <a:lnTo>
                  <a:pt x="3708" y="8698"/>
                </a:lnTo>
                <a:lnTo>
                  <a:pt x="3704" y="8650"/>
                </a:lnTo>
                <a:lnTo>
                  <a:pt x="3700" y="8603"/>
                </a:lnTo>
                <a:lnTo>
                  <a:pt x="3694" y="8555"/>
                </a:lnTo>
                <a:lnTo>
                  <a:pt x="3688" y="8507"/>
                </a:lnTo>
                <a:lnTo>
                  <a:pt x="3680" y="8461"/>
                </a:lnTo>
                <a:lnTo>
                  <a:pt x="3672" y="8414"/>
                </a:lnTo>
                <a:lnTo>
                  <a:pt x="3662" y="8369"/>
                </a:lnTo>
                <a:lnTo>
                  <a:pt x="3652" y="8324"/>
                </a:lnTo>
                <a:lnTo>
                  <a:pt x="3641" y="8279"/>
                </a:lnTo>
                <a:lnTo>
                  <a:pt x="3629" y="8234"/>
                </a:lnTo>
                <a:lnTo>
                  <a:pt x="3616" y="8190"/>
                </a:lnTo>
                <a:lnTo>
                  <a:pt x="3601" y="8147"/>
                </a:lnTo>
                <a:lnTo>
                  <a:pt x="3586" y="8104"/>
                </a:lnTo>
                <a:lnTo>
                  <a:pt x="3762" y="8039"/>
                </a:lnTo>
                <a:lnTo>
                  <a:pt x="3778" y="8087"/>
                </a:lnTo>
                <a:lnTo>
                  <a:pt x="3794" y="8135"/>
                </a:lnTo>
                <a:lnTo>
                  <a:pt x="3808" y="8183"/>
                </a:lnTo>
                <a:lnTo>
                  <a:pt x="3822" y="8231"/>
                </a:lnTo>
                <a:lnTo>
                  <a:pt x="3834" y="8281"/>
                </a:lnTo>
                <a:lnTo>
                  <a:pt x="3846" y="8329"/>
                </a:lnTo>
                <a:lnTo>
                  <a:pt x="3856" y="8379"/>
                </a:lnTo>
                <a:lnTo>
                  <a:pt x="3865" y="8429"/>
                </a:lnTo>
                <a:lnTo>
                  <a:pt x="3873" y="8480"/>
                </a:lnTo>
                <a:lnTo>
                  <a:pt x="3880" y="8531"/>
                </a:lnTo>
                <a:lnTo>
                  <a:pt x="3886" y="8583"/>
                </a:lnTo>
                <a:lnTo>
                  <a:pt x="3890" y="8634"/>
                </a:lnTo>
                <a:lnTo>
                  <a:pt x="3895" y="8687"/>
                </a:lnTo>
                <a:lnTo>
                  <a:pt x="3897" y="8739"/>
                </a:lnTo>
                <a:lnTo>
                  <a:pt x="3899" y="8792"/>
                </a:lnTo>
                <a:lnTo>
                  <a:pt x="3899" y="8846"/>
                </a:lnTo>
                <a:lnTo>
                  <a:pt x="3712" y="8846"/>
                </a:lnTo>
                <a:close/>
                <a:moveTo>
                  <a:pt x="3586" y="8104"/>
                </a:moveTo>
                <a:lnTo>
                  <a:pt x="3569" y="8060"/>
                </a:lnTo>
                <a:lnTo>
                  <a:pt x="3553" y="8017"/>
                </a:lnTo>
                <a:lnTo>
                  <a:pt x="3534" y="7975"/>
                </a:lnTo>
                <a:lnTo>
                  <a:pt x="3515" y="7933"/>
                </a:lnTo>
                <a:lnTo>
                  <a:pt x="3494" y="7892"/>
                </a:lnTo>
                <a:lnTo>
                  <a:pt x="3473" y="7850"/>
                </a:lnTo>
                <a:lnTo>
                  <a:pt x="3451" y="7809"/>
                </a:lnTo>
                <a:lnTo>
                  <a:pt x="3427" y="7769"/>
                </a:lnTo>
                <a:lnTo>
                  <a:pt x="3403" y="7728"/>
                </a:lnTo>
                <a:lnTo>
                  <a:pt x="3378" y="7689"/>
                </a:lnTo>
                <a:lnTo>
                  <a:pt x="3351" y="7649"/>
                </a:lnTo>
                <a:lnTo>
                  <a:pt x="3323" y="7610"/>
                </a:lnTo>
                <a:lnTo>
                  <a:pt x="3295" y="7570"/>
                </a:lnTo>
                <a:lnTo>
                  <a:pt x="3265" y="7532"/>
                </a:lnTo>
                <a:lnTo>
                  <a:pt x="3235" y="7494"/>
                </a:lnTo>
                <a:lnTo>
                  <a:pt x="3203" y="7455"/>
                </a:lnTo>
                <a:lnTo>
                  <a:pt x="3346" y="7335"/>
                </a:lnTo>
                <a:lnTo>
                  <a:pt x="3380" y="7376"/>
                </a:lnTo>
                <a:lnTo>
                  <a:pt x="3413" y="7418"/>
                </a:lnTo>
                <a:lnTo>
                  <a:pt x="3445" y="7460"/>
                </a:lnTo>
                <a:lnTo>
                  <a:pt x="3476" y="7502"/>
                </a:lnTo>
                <a:lnTo>
                  <a:pt x="3506" y="7545"/>
                </a:lnTo>
                <a:lnTo>
                  <a:pt x="3535" y="7588"/>
                </a:lnTo>
                <a:lnTo>
                  <a:pt x="3563" y="7631"/>
                </a:lnTo>
                <a:lnTo>
                  <a:pt x="3589" y="7675"/>
                </a:lnTo>
                <a:lnTo>
                  <a:pt x="3615" y="7720"/>
                </a:lnTo>
                <a:lnTo>
                  <a:pt x="3639" y="7764"/>
                </a:lnTo>
                <a:lnTo>
                  <a:pt x="3662" y="7809"/>
                </a:lnTo>
                <a:lnTo>
                  <a:pt x="3684" y="7855"/>
                </a:lnTo>
                <a:lnTo>
                  <a:pt x="3705" y="7900"/>
                </a:lnTo>
                <a:lnTo>
                  <a:pt x="3725" y="7946"/>
                </a:lnTo>
                <a:lnTo>
                  <a:pt x="3744" y="7993"/>
                </a:lnTo>
                <a:lnTo>
                  <a:pt x="3762" y="8039"/>
                </a:lnTo>
                <a:lnTo>
                  <a:pt x="3586" y="8104"/>
                </a:lnTo>
                <a:close/>
                <a:moveTo>
                  <a:pt x="3203" y="7455"/>
                </a:moveTo>
                <a:lnTo>
                  <a:pt x="818" y="4633"/>
                </a:lnTo>
                <a:lnTo>
                  <a:pt x="961" y="4512"/>
                </a:lnTo>
                <a:lnTo>
                  <a:pt x="3346" y="7335"/>
                </a:lnTo>
                <a:lnTo>
                  <a:pt x="3203" y="7455"/>
                </a:lnTo>
                <a:close/>
                <a:moveTo>
                  <a:pt x="818" y="4633"/>
                </a:moveTo>
                <a:lnTo>
                  <a:pt x="768" y="4572"/>
                </a:lnTo>
                <a:lnTo>
                  <a:pt x="718" y="4510"/>
                </a:lnTo>
                <a:lnTo>
                  <a:pt x="671" y="4448"/>
                </a:lnTo>
                <a:lnTo>
                  <a:pt x="625" y="4385"/>
                </a:lnTo>
                <a:lnTo>
                  <a:pt x="581" y="4322"/>
                </a:lnTo>
                <a:lnTo>
                  <a:pt x="539" y="4258"/>
                </a:lnTo>
                <a:lnTo>
                  <a:pt x="498" y="4193"/>
                </a:lnTo>
                <a:lnTo>
                  <a:pt x="459" y="4129"/>
                </a:lnTo>
                <a:lnTo>
                  <a:pt x="422" y="4063"/>
                </a:lnTo>
                <a:lnTo>
                  <a:pt x="385" y="3998"/>
                </a:lnTo>
                <a:lnTo>
                  <a:pt x="351" y="3931"/>
                </a:lnTo>
                <a:lnTo>
                  <a:pt x="318" y="3864"/>
                </a:lnTo>
                <a:lnTo>
                  <a:pt x="287" y="3796"/>
                </a:lnTo>
                <a:lnTo>
                  <a:pt x="258" y="3728"/>
                </a:lnTo>
                <a:lnTo>
                  <a:pt x="229" y="3659"/>
                </a:lnTo>
                <a:lnTo>
                  <a:pt x="204" y="3589"/>
                </a:lnTo>
                <a:lnTo>
                  <a:pt x="379" y="3526"/>
                </a:lnTo>
                <a:lnTo>
                  <a:pt x="404" y="3591"/>
                </a:lnTo>
                <a:lnTo>
                  <a:pt x="431" y="3657"/>
                </a:lnTo>
                <a:lnTo>
                  <a:pt x="458" y="3721"/>
                </a:lnTo>
                <a:lnTo>
                  <a:pt x="487" y="3784"/>
                </a:lnTo>
                <a:lnTo>
                  <a:pt x="518" y="3848"/>
                </a:lnTo>
                <a:lnTo>
                  <a:pt x="551" y="3910"/>
                </a:lnTo>
                <a:lnTo>
                  <a:pt x="585" y="3973"/>
                </a:lnTo>
                <a:lnTo>
                  <a:pt x="621" y="4035"/>
                </a:lnTo>
                <a:lnTo>
                  <a:pt x="658" y="4096"/>
                </a:lnTo>
                <a:lnTo>
                  <a:pt x="696" y="4157"/>
                </a:lnTo>
                <a:lnTo>
                  <a:pt x="736" y="4218"/>
                </a:lnTo>
                <a:lnTo>
                  <a:pt x="778" y="4277"/>
                </a:lnTo>
                <a:lnTo>
                  <a:pt x="821" y="4336"/>
                </a:lnTo>
                <a:lnTo>
                  <a:pt x="867" y="4396"/>
                </a:lnTo>
                <a:lnTo>
                  <a:pt x="913" y="4455"/>
                </a:lnTo>
                <a:lnTo>
                  <a:pt x="961" y="4512"/>
                </a:lnTo>
                <a:lnTo>
                  <a:pt x="818" y="4633"/>
                </a:lnTo>
                <a:close/>
                <a:moveTo>
                  <a:pt x="204" y="3589"/>
                </a:moveTo>
                <a:lnTo>
                  <a:pt x="178" y="3520"/>
                </a:lnTo>
                <a:lnTo>
                  <a:pt x="155" y="3449"/>
                </a:lnTo>
                <a:lnTo>
                  <a:pt x="134" y="3378"/>
                </a:lnTo>
                <a:lnTo>
                  <a:pt x="114" y="3306"/>
                </a:lnTo>
                <a:lnTo>
                  <a:pt x="96" y="3234"/>
                </a:lnTo>
                <a:lnTo>
                  <a:pt x="79" y="3161"/>
                </a:lnTo>
                <a:lnTo>
                  <a:pt x="64" y="3087"/>
                </a:lnTo>
                <a:lnTo>
                  <a:pt x="51" y="3013"/>
                </a:lnTo>
                <a:lnTo>
                  <a:pt x="39" y="2939"/>
                </a:lnTo>
                <a:lnTo>
                  <a:pt x="29" y="2862"/>
                </a:lnTo>
                <a:lnTo>
                  <a:pt x="20" y="2787"/>
                </a:lnTo>
                <a:lnTo>
                  <a:pt x="12" y="2710"/>
                </a:lnTo>
                <a:lnTo>
                  <a:pt x="7" y="2632"/>
                </a:lnTo>
                <a:lnTo>
                  <a:pt x="3" y="2555"/>
                </a:lnTo>
                <a:lnTo>
                  <a:pt x="1" y="2476"/>
                </a:lnTo>
                <a:lnTo>
                  <a:pt x="0" y="2397"/>
                </a:lnTo>
                <a:lnTo>
                  <a:pt x="187" y="2397"/>
                </a:lnTo>
                <a:lnTo>
                  <a:pt x="188" y="2472"/>
                </a:lnTo>
                <a:lnTo>
                  <a:pt x="190" y="2547"/>
                </a:lnTo>
                <a:lnTo>
                  <a:pt x="194" y="2621"/>
                </a:lnTo>
                <a:lnTo>
                  <a:pt x="199" y="2694"/>
                </a:lnTo>
                <a:lnTo>
                  <a:pt x="206" y="2767"/>
                </a:lnTo>
                <a:lnTo>
                  <a:pt x="215" y="2839"/>
                </a:lnTo>
                <a:lnTo>
                  <a:pt x="224" y="2910"/>
                </a:lnTo>
                <a:lnTo>
                  <a:pt x="235" y="2981"/>
                </a:lnTo>
                <a:lnTo>
                  <a:pt x="248" y="3052"/>
                </a:lnTo>
                <a:lnTo>
                  <a:pt x="262" y="3121"/>
                </a:lnTo>
                <a:lnTo>
                  <a:pt x="278" y="3190"/>
                </a:lnTo>
                <a:lnTo>
                  <a:pt x="294" y="3258"/>
                </a:lnTo>
                <a:lnTo>
                  <a:pt x="313" y="3326"/>
                </a:lnTo>
                <a:lnTo>
                  <a:pt x="334" y="3393"/>
                </a:lnTo>
                <a:lnTo>
                  <a:pt x="355" y="3460"/>
                </a:lnTo>
                <a:lnTo>
                  <a:pt x="379" y="3526"/>
                </a:lnTo>
                <a:lnTo>
                  <a:pt x="204" y="3589"/>
                </a:lnTo>
                <a:close/>
                <a:moveTo>
                  <a:pt x="0" y="2397"/>
                </a:moveTo>
                <a:lnTo>
                  <a:pt x="0" y="0"/>
                </a:lnTo>
                <a:lnTo>
                  <a:pt x="187" y="0"/>
                </a:lnTo>
                <a:lnTo>
                  <a:pt x="187" y="2397"/>
                </a:lnTo>
                <a:lnTo>
                  <a:pt x="0" y="2397"/>
                </a:ln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6" name="Freeform 6"/>
          <p:cNvSpPr>
            <a:spLocks noChangeAspect="1" noEditPoints="1"/>
          </p:cNvSpPr>
          <p:nvPr/>
        </p:nvSpPr>
        <p:spPr bwMode="auto">
          <a:xfrm>
            <a:off x="2776634" y="2187011"/>
            <a:ext cx="649450" cy="2950275"/>
          </a:xfrm>
          <a:custGeom>
            <a:avLst/>
            <a:gdLst>
              <a:gd name="T0" fmla="*/ 3899 w 3899"/>
              <a:gd name="T1" fmla="*/ 0 h 17703"/>
              <a:gd name="T2" fmla="*/ 3887 w 3899"/>
              <a:gd name="T3" fmla="*/ 2710 h 17703"/>
              <a:gd name="T4" fmla="*/ 3835 w 3899"/>
              <a:gd name="T5" fmla="*/ 3087 h 17703"/>
              <a:gd name="T6" fmla="*/ 3744 w 3899"/>
              <a:gd name="T7" fmla="*/ 3449 h 17703"/>
              <a:gd name="T8" fmla="*/ 3565 w 3899"/>
              <a:gd name="T9" fmla="*/ 3393 h 17703"/>
              <a:gd name="T10" fmla="*/ 3651 w 3899"/>
              <a:gd name="T11" fmla="*/ 3052 h 17703"/>
              <a:gd name="T12" fmla="*/ 3700 w 3899"/>
              <a:gd name="T13" fmla="*/ 2694 h 17703"/>
              <a:gd name="T14" fmla="*/ 3899 w 3899"/>
              <a:gd name="T15" fmla="*/ 2397 h 17703"/>
              <a:gd name="T16" fmla="*/ 3581 w 3899"/>
              <a:gd name="T17" fmla="*/ 3864 h 17703"/>
              <a:gd name="T18" fmla="*/ 3401 w 3899"/>
              <a:gd name="T19" fmla="*/ 4193 h 17703"/>
              <a:gd name="T20" fmla="*/ 3181 w 3899"/>
              <a:gd name="T21" fmla="*/ 4510 h 17703"/>
              <a:gd name="T22" fmla="*/ 3032 w 3899"/>
              <a:gd name="T23" fmla="*/ 4396 h 17703"/>
              <a:gd name="T24" fmla="*/ 3241 w 3899"/>
              <a:gd name="T25" fmla="*/ 4096 h 17703"/>
              <a:gd name="T26" fmla="*/ 3412 w 3899"/>
              <a:gd name="T27" fmla="*/ 3784 h 17703"/>
              <a:gd name="T28" fmla="*/ 3695 w 3899"/>
              <a:gd name="T29" fmla="*/ 3589 h 17703"/>
              <a:gd name="T30" fmla="*/ 3081 w 3899"/>
              <a:gd name="T31" fmla="*/ 4633 h 17703"/>
              <a:gd name="T32" fmla="*/ 576 w 3899"/>
              <a:gd name="T33" fmla="*/ 7610 h 17703"/>
              <a:gd name="T34" fmla="*/ 448 w 3899"/>
              <a:gd name="T35" fmla="*/ 7809 h 17703"/>
              <a:gd name="T36" fmla="*/ 346 w 3899"/>
              <a:gd name="T37" fmla="*/ 8017 h 17703"/>
              <a:gd name="T38" fmla="*/ 174 w 3899"/>
              <a:gd name="T39" fmla="*/ 7946 h 17703"/>
              <a:gd name="T40" fmla="*/ 284 w 3899"/>
              <a:gd name="T41" fmla="*/ 7720 h 17703"/>
              <a:gd name="T42" fmla="*/ 423 w 3899"/>
              <a:gd name="T43" fmla="*/ 7502 h 17703"/>
              <a:gd name="T44" fmla="*/ 696 w 3899"/>
              <a:gd name="T45" fmla="*/ 7455 h 17703"/>
              <a:gd name="T46" fmla="*/ 258 w 3899"/>
              <a:gd name="T47" fmla="*/ 8279 h 17703"/>
              <a:gd name="T48" fmla="*/ 211 w 3899"/>
              <a:gd name="T49" fmla="*/ 8507 h 17703"/>
              <a:gd name="T50" fmla="*/ 189 w 3899"/>
              <a:gd name="T51" fmla="*/ 8746 h 17703"/>
              <a:gd name="T52" fmla="*/ 2 w 3899"/>
              <a:gd name="T53" fmla="*/ 8739 h 17703"/>
              <a:gd name="T54" fmla="*/ 26 w 3899"/>
              <a:gd name="T55" fmla="*/ 8480 h 17703"/>
              <a:gd name="T56" fmla="*/ 77 w 3899"/>
              <a:gd name="T57" fmla="*/ 8231 h 17703"/>
              <a:gd name="T58" fmla="*/ 313 w 3899"/>
              <a:gd name="T59" fmla="*/ 8104 h 17703"/>
              <a:gd name="T60" fmla="*/ 187 w 3899"/>
              <a:gd name="T61" fmla="*/ 8846 h 17703"/>
              <a:gd name="T62" fmla="*/ 195 w 3899"/>
              <a:gd name="T63" fmla="*/ 9053 h 17703"/>
              <a:gd name="T64" fmla="*/ 227 w 3899"/>
              <a:gd name="T65" fmla="*/ 9289 h 17703"/>
              <a:gd name="T66" fmla="*/ 283 w 3899"/>
              <a:gd name="T67" fmla="*/ 9513 h 17703"/>
              <a:gd name="T68" fmla="*/ 105 w 3899"/>
              <a:gd name="T69" fmla="*/ 9568 h 17703"/>
              <a:gd name="T70" fmla="*/ 43 w 3899"/>
              <a:gd name="T71" fmla="*/ 9324 h 17703"/>
              <a:gd name="T72" fmla="*/ 9 w 3899"/>
              <a:gd name="T73" fmla="*/ 9069 h 17703"/>
              <a:gd name="T74" fmla="*/ 187 w 3899"/>
              <a:gd name="T75" fmla="*/ 8857 h 17703"/>
              <a:gd name="T76" fmla="*/ 384 w 3899"/>
              <a:gd name="T77" fmla="*/ 9770 h 17703"/>
              <a:gd name="T78" fmla="*/ 496 w 3899"/>
              <a:gd name="T79" fmla="*/ 9975 h 17703"/>
              <a:gd name="T80" fmla="*/ 634 w 3899"/>
              <a:gd name="T81" fmla="*/ 10171 h 17703"/>
              <a:gd name="T82" fmla="*/ 486 w 3899"/>
              <a:gd name="T83" fmla="*/ 10285 h 17703"/>
              <a:gd name="T84" fmla="*/ 336 w 3899"/>
              <a:gd name="T85" fmla="*/ 10072 h 17703"/>
              <a:gd name="T86" fmla="*/ 215 w 3899"/>
              <a:gd name="T87" fmla="*/ 9848 h 17703"/>
              <a:gd name="T88" fmla="*/ 313 w 3899"/>
              <a:gd name="T89" fmla="*/ 9599 h 17703"/>
              <a:gd name="T90" fmla="*/ 696 w 3899"/>
              <a:gd name="T91" fmla="*/ 10248 h 17703"/>
              <a:gd name="T92" fmla="*/ 3274 w 3899"/>
              <a:gd name="T93" fmla="*/ 13318 h 17703"/>
              <a:gd name="T94" fmla="*/ 3477 w 3899"/>
              <a:gd name="T95" fmla="*/ 13640 h 17703"/>
              <a:gd name="T96" fmla="*/ 3641 w 3899"/>
              <a:gd name="T97" fmla="*/ 13975 h 17703"/>
              <a:gd name="T98" fmla="*/ 3468 w 3899"/>
              <a:gd name="T99" fmla="*/ 14046 h 17703"/>
              <a:gd name="T100" fmla="*/ 3314 w 3899"/>
              <a:gd name="T101" fmla="*/ 13730 h 17703"/>
              <a:gd name="T102" fmla="*/ 3121 w 3899"/>
              <a:gd name="T103" fmla="*/ 13426 h 17703"/>
              <a:gd name="T104" fmla="*/ 3081 w 3899"/>
              <a:gd name="T105" fmla="*/ 13070 h 17703"/>
              <a:gd name="T106" fmla="*/ 3785 w 3899"/>
              <a:gd name="T107" fmla="*/ 14397 h 17703"/>
              <a:gd name="T108" fmla="*/ 3860 w 3899"/>
              <a:gd name="T109" fmla="*/ 14764 h 17703"/>
              <a:gd name="T110" fmla="*/ 3896 w 3899"/>
              <a:gd name="T111" fmla="*/ 15148 h 17703"/>
              <a:gd name="T112" fmla="*/ 3709 w 3899"/>
              <a:gd name="T113" fmla="*/ 15156 h 17703"/>
              <a:gd name="T114" fmla="*/ 3675 w 3899"/>
              <a:gd name="T115" fmla="*/ 14793 h 17703"/>
              <a:gd name="T116" fmla="*/ 3605 w 3899"/>
              <a:gd name="T117" fmla="*/ 14445 h 17703"/>
              <a:gd name="T118" fmla="*/ 3695 w 3899"/>
              <a:gd name="T119" fmla="*/ 14114 h 17703"/>
              <a:gd name="T120" fmla="*/ 3899 w 3899"/>
              <a:gd name="T121" fmla="*/ 15306 h 17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899" h="17703">
                <a:moveTo>
                  <a:pt x="3899" y="0"/>
                </a:moveTo>
                <a:lnTo>
                  <a:pt x="3899" y="2397"/>
                </a:lnTo>
                <a:lnTo>
                  <a:pt x="3712" y="2397"/>
                </a:lnTo>
                <a:lnTo>
                  <a:pt x="3712" y="0"/>
                </a:lnTo>
                <a:lnTo>
                  <a:pt x="3899" y="0"/>
                </a:lnTo>
                <a:close/>
                <a:moveTo>
                  <a:pt x="3899" y="2397"/>
                </a:moveTo>
                <a:lnTo>
                  <a:pt x="3898" y="2476"/>
                </a:lnTo>
                <a:lnTo>
                  <a:pt x="3896" y="2555"/>
                </a:lnTo>
                <a:lnTo>
                  <a:pt x="3892" y="2632"/>
                </a:lnTo>
                <a:lnTo>
                  <a:pt x="3887" y="2710"/>
                </a:lnTo>
                <a:lnTo>
                  <a:pt x="3879" y="2787"/>
                </a:lnTo>
                <a:lnTo>
                  <a:pt x="3870" y="2862"/>
                </a:lnTo>
                <a:lnTo>
                  <a:pt x="3860" y="2939"/>
                </a:lnTo>
                <a:lnTo>
                  <a:pt x="3848" y="3013"/>
                </a:lnTo>
                <a:lnTo>
                  <a:pt x="3835" y="3087"/>
                </a:lnTo>
                <a:lnTo>
                  <a:pt x="3820" y="3161"/>
                </a:lnTo>
                <a:lnTo>
                  <a:pt x="3803" y="3234"/>
                </a:lnTo>
                <a:lnTo>
                  <a:pt x="3785" y="3306"/>
                </a:lnTo>
                <a:lnTo>
                  <a:pt x="3765" y="3378"/>
                </a:lnTo>
                <a:lnTo>
                  <a:pt x="3744" y="3449"/>
                </a:lnTo>
                <a:lnTo>
                  <a:pt x="3721" y="3520"/>
                </a:lnTo>
                <a:lnTo>
                  <a:pt x="3695" y="3589"/>
                </a:lnTo>
                <a:lnTo>
                  <a:pt x="3520" y="3526"/>
                </a:lnTo>
                <a:lnTo>
                  <a:pt x="3544" y="3460"/>
                </a:lnTo>
                <a:lnTo>
                  <a:pt x="3565" y="3393"/>
                </a:lnTo>
                <a:lnTo>
                  <a:pt x="3586" y="3326"/>
                </a:lnTo>
                <a:lnTo>
                  <a:pt x="3605" y="3258"/>
                </a:lnTo>
                <a:lnTo>
                  <a:pt x="3621" y="3190"/>
                </a:lnTo>
                <a:lnTo>
                  <a:pt x="3637" y="3121"/>
                </a:lnTo>
                <a:lnTo>
                  <a:pt x="3651" y="3052"/>
                </a:lnTo>
                <a:lnTo>
                  <a:pt x="3664" y="2981"/>
                </a:lnTo>
                <a:lnTo>
                  <a:pt x="3675" y="2910"/>
                </a:lnTo>
                <a:lnTo>
                  <a:pt x="3684" y="2839"/>
                </a:lnTo>
                <a:lnTo>
                  <a:pt x="3693" y="2767"/>
                </a:lnTo>
                <a:lnTo>
                  <a:pt x="3700" y="2694"/>
                </a:lnTo>
                <a:lnTo>
                  <a:pt x="3705" y="2620"/>
                </a:lnTo>
                <a:lnTo>
                  <a:pt x="3709" y="2547"/>
                </a:lnTo>
                <a:lnTo>
                  <a:pt x="3711" y="2472"/>
                </a:lnTo>
                <a:lnTo>
                  <a:pt x="3712" y="2397"/>
                </a:lnTo>
                <a:lnTo>
                  <a:pt x="3899" y="2397"/>
                </a:lnTo>
                <a:close/>
                <a:moveTo>
                  <a:pt x="3695" y="3589"/>
                </a:moveTo>
                <a:lnTo>
                  <a:pt x="3670" y="3659"/>
                </a:lnTo>
                <a:lnTo>
                  <a:pt x="3641" y="3728"/>
                </a:lnTo>
                <a:lnTo>
                  <a:pt x="3612" y="3796"/>
                </a:lnTo>
                <a:lnTo>
                  <a:pt x="3581" y="3864"/>
                </a:lnTo>
                <a:lnTo>
                  <a:pt x="3548" y="3931"/>
                </a:lnTo>
                <a:lnTo>
                  <a:pt x="3514" y="3998"/>
                </a:lnTo>
                <a:lnTo>
                  <a:pt x="3477" y="4063"/>
                </a:lnTo>
                <a:lnTo>
                  <a:pt x="3440" y="4129"/>
                </a:lnTo>
                <a:lnTo>
                  <a:pt x="3401" y="4193"/>
                </a:lnTo>
                <a:lnTo>
                  <a:pt x="3360" y="4258"/>
                </a:lnTo>
                <a:lnTo>
                  <a:pt x="3318" y="4322"/>
                </a:lnTo>
                <a:lnTo>
                  <a:pt x="3274" y="4385"/>
                </a:lnTo>
                <a:lnTo>
                  <a:pt x="3227" y="4448"/>
                </a:lnTo>
                <a:lnTo>
                  <a:pt x="3181" y="4510"/>
                </a:lnTo>
                <a:lnTo>
                  <a:pt x="3131" y="4572"/>
                </a:lnTo>
                <a:lnTo>
                  <a:pt x="3081" y="4633"/>
                </a:lnTo>
                <a:lnTo>
                  <a:pt x="2938" y="4512"/>
                </a:lnTo>
                <a:lnTo>
                  <a:pt x="2986" y="4455"/>
                </a:lnTo>
                <a:lnTo>
                  <a:pt x="3032" y="4396"/>
                </a:lnTo>
                <a:lnTo>
                  <a:pt x="3078" y="4336"/>
                </a:lnTo>
                <a:lnTo>
                  <a:pt x="3121" y="4277"/>
                </a:lnTo>
                <a:lnTo>
                  <a:pt x="3163" y="4218"/>
                </a:lnTo>
                <a:lnTo>
                  <a:pt x="3203" y="4157"/>
                </a:lnTo>
                <a:lnTo>
                  <a:pt x="3241" y="4096"/>
                </a:lnTo>
                <a:lnTo>
                  <a:pt x="3278" y="4035"/>
                </a:lnTo>
                <a:lnTo>
                  <a:pt x="3314" y="3973"/>
                </a:lnTo>
                <a:lnTo>
                  <a:pt x="3348" y="3910"/>
                </a:lnTo>
                <a:lnTo>
                  <a:pt x="3381" y="3848"/>
                </a:lnTo>
                <a:lnTo>
                  <a:pt x="3412" y="3784"/>
                </a:lnTo>
                <a:lnTo>
                  <a:pt x="3441" y="3721"/>
                </a:lnTo>
                <a:lnTo>
                  <a:pt x="3468" y="3657"/>
                </a:lnTo>
                <a:lnTo>
                  <a:pt x="3495" y="3591"/>
                </a:lnTo>
                <a:lnTo>
                  <a:pt x="3520" y="3526"/>
                </a:lnTo>
                <a:lnTo>
                  <a:pt x="3695" y="3589"/>
                </a:lnTo>
                <a:close/>
                <a:moveTo>
                  <a:pt x="3081" y="4633"/>
                </a:moveTo>
                <a:lnTo>
                  <a:pt x="696" y="7455"/>
                </a:lnTo>
                <a:lnTo>
                  <a:pt x="553" y="7335"/>
                </a:lnTo>
                <a:lnTo>
                  <a:pt x="2938" y="4512"/>
                </a:lnTo>
                <a:lnTo>
                  <a:pt x="3081" y="4633"/>
                </a:lnTo>
                <a:close/>
                <a:moveTo>
                  <a:pt x="696" y="7455"/>
                </a:moveTo>
                <a:lnTo>
                  <a:pt x="664" y="7494"/>
                </a:lnTo>
                <a:lnTo>
                  <a:pt x="634" y="7532"/>
                </a:lnTo>
                <a:lnTo>
                  <a:pt x="604" y="7570"/>
                </a:lnTo>
                <a:lnTo>
                  <a:pt x="576" y="7610"/>
                </a:lnTo>
                <a:lnTo>
                  <a:pt x="548" y="7649"/>
                </a:lnTo>
                <a:lnTo>
                  <a:pt x="521" y="7689"/>
                </a:lnTo>
                <a:lnTo>
                  <a:pt x="496" y="7728"/>
                </a:lnTo>
                <a:lnTo>
                  <a:pt x="472" y="7769"/>
                </a:lnTo>
                <a:lnTo>
                  <a:pt x="448" y="7809"/>
                </a:lnTo>
                <a:lnTo>
                  <a:pt x="426" y="7850"/>
                </a:lnTo>
                <a:lnTo>
                  <a:pt x="405" y="7892"/>
                </a:lnTo>
                <a:lnTo>
                  <a:pt x="384" y="7933"/>
                </a:lnTo>
                <a:lnTo>
                  <a:pt x="365" y="7975"/>
                </a:lnTo>
                <a:lnTo>
                  <a:pt x="346" y="8017"/>
                </a:lnTo>
                <a:lnTo>
                  <a:pt x="330" y="8060"/>
                </a:lnTo>
                <a:lnTo>
                  <a:pt x="313" y="8104"/>
                </a:lnTo>
                <a:lnTo>
                  <a:pt x="137" y="8039"/>
                </a:lnTo>
                <a:lnTo>
                  <a:pt x="155" y="7993"/>
                </a:lnTo>
                <a:lnTo>
                  <a:pt x="174" y="7946"/>
                </a:lnTo>
                <a:lnTo>
                  <a:pt x="194" y="7900"/>
                </a:lnTo>
                <a:lnTo>
                  <a:pt x="215" y="7855"/>
                </a:lnTo>
                <a:lnTo>
                  <a:pt x="237" y="7809"/>
                </a:lnTo>
                <a:lnTo>
                  <a:pt x="260" y="7764"/>
                </a:lnTo>
                <a:lnTo>
                  <a:pt x="284" y="7720"/>
                </a:lnTo>
                <a:lnTo>
                  <a:pt x="310" y="7675"/>
                </a:lnTo>
                <a:lnTo>
                  <a:pt x="336" y="7631"/>
                </a:lnTo>
                <a:lnTo>
                  <a:pt x="364" y="7588"/>
                </a:lnTo>
                <a:lnTo>
                  <a:pt x="393" y="7545"/>
                </a:lnTo>
                <a:lnTo>
                  <a:pt x="423" y="7502"/>
                </a:lnTo>
                <a:lnTo>
                  <a:pt x="454" y="7460"/>
                </a:lnTo>
                <a:lnTo>
                  <a:pt x="486" y="7418"/>
                </a:lnTo>
                <a:lnTo>
                  <a:pt x="519" y="7376"/>
                </a:lnTo>
                <a:lnTo>
                  <a:pt x="553" y="7335"/>
                </a:lnTo>
                <a:lnTo>
                  <a:pt x="696" y="7455"/>
                </a:lnTo>
                <a:close/>
                <a:moveTo>
                  <a:pt x="313" y="8104"/>
                </a:moveTo>
                <a:lnTo>
                  <a:pt x="298" y="8147"/>
                </a:lnTo>
                <a:lnTo>
                  <a:pt x="283" y="8190"/>
                </a:lnTo>
                <a:lnTo>
                  <a:pt x="270" y="8234"/>
                </a:lnTo>
                <a:lnTo>
                  <a:pt x="258" y="8279"/>
                </a:lnTo>
                <a:lnTo>
                  <a:pt x="247" y="8324"/>
                </a:lnTo>
                <a:lnTo>
                  <a:pt x="237" y="8369"/>
                </a:lnTo>
                <a:lnTo>
                  <a:pt x="227" y="8414"/>
                </a:lnTo>
                <a:lnTo>
                  <a:pt x="219" y="8461"/>
                </a:lnTo>
                <a:lnTo>
                  <a:pt x="211" y="8507"/>
                </a:lnTo>
                <a:lnTo>
                  <a:pt x="205" y="8555"/>
                </a:lnTo>
                <a:lnTo>
                  <a:pt x="199" y="8603"/>
                </a:lnTo>
                <a:lnTo>
                  <a:pt x="195" y="8650"/>
                </a:lnTo>
                <a:lnTo>
                  <a:pt x="191" y="8698"/>
                </a:lnTo>
                <a:lnTo>
                  <a:pt x="189" y="8746"/>
                </a:lnTo>
                <a:lnTo>
                  <a:pt x="188" y="8796"/>
                </a:lnTo>
                <a:lnTo>
                  <a:pt x="187" y="8846"/>
                </a:lnTo>
                <a:lnTo>
                  <a:pt x="0" y="8846"/>
                </a:lnTo>
                <a:lnTo>
                  <a:pt x="0" y="8792"/>
                </a:lnTo>
                <a:lnTo>
                  <a:pt x="2" y="8739"/>
                </a:lnTo>
                <a:lnTo>
                  <a:pt x="4" y="8687"/>
                </a:lnTo>
                <a:lnTo>
                  <a:pt x="9" y="8634"/>
                </a:lnTo>
                <a:lnTo>
                  <a:pt x="13" y="8583"/>
                </a:lnTo>
                <a:lnTo>
                  <a:pt x="19" y="8531"/>
                </a:lnTo>
                <a:lnTo>
                  <a:pt x="26" y="8480"/>
                </a:lnTo>
                <a:lnTo>
                  <a:pt x="34" y="8429"/>
                </a:lnTo>
                <a:lnTo>
                  <a:pt x="43" y="8379"/>
                </a:lnTo>
                <a:lnTo>
                  <a:pt x="53" y="8329"/>
                </a:lnTo>
                <a:lnTo>
                  <a:pt x="65" y="8281"/>
                </a:lnTo>
                <a:lnTo>
                  <a:pt x="77" y="8231"/>
                </a:lnTo>
                <a:lnTo>
                  <a:pt x="91" y="8183"/>
                </a:lnTo>
                <a:lnTo>
                  <a:pt x="105" y="8135"/>
                </a:lnTo>
                <a:lnTo>
                  <a:pt x="121" y="8087"/>
                </a:lnTo>
                <a:lnTo>
                  <a:pt x="137" y="8039"/>
                </a:lnTo>
                <a:lnTo>
                  <a:pt x="313" y="8104"/>
                </a:lnTo>
                <a:close/>
                <a:moveTo>
                  <a:pt x="187" y="8846"/>
                </a:moveTo>
                <a:lnTo>
                  <a:pt x="187" y="8857"/>
                </a:lnTo>
                <a:lnTo>
                  <a:pt x="0" y="8857"/>
                </a:lnTo>
                <a:lnTo>
                  <a:pt x="0" y="8846"/>
                </a:lnTo>
                <a:lnTo>
                  <a:pt x="187" y="8846"/>
                </a:lnTo>
                <a:close/>
                <a:moveTo>
                  <a:pt x="187" y="8857"/>
                </a:moveTo>
                <a:lnTo>
                  <a:pt x="188" y="8907"/>
                </a:lnTo>
                <a:lnTo>
                  <a:pt x="189" y="8957"/>
                </a:lnTo>
                <a:lnTo>
                  <a:pt x="191" y="9005"/>
                </a:lnTo>
                <a:lnTo>
                  <a:pt x="195" y="9053"/>
                </a:lnTo>
                <a:lnTo>
                  <a:pt x="199" y="9102"/>
                </a:lnTo>
                <a:lnTo>
                  <a:pt x="205" y="9148"/>
                </a:lnTo>
                <a:lnTo>
                  <a:pt x="211" y="9196"/>
                </a:lnTo>
                <a:lnTo>
                  <a:pt x="219" y="9242"/>
                </a:lnTo>
                <a:lnTo>
                  <a:pt x="227" y="9289"/>
                </a:lnTo>
                <a:lnTo>
                  <a:pt x="237" y="9334"/>
                </a:lnTo>
                <a:lnTo>
                  <a:pt x="247" y="9379"/>
                </a:lnTo>
                <a:lnTo>
                  <a:pt x="258" y="9425"/>
                </a:lnTo>
                <a:lnTo>
                  <a:pt x="270" y="9469"/>
                </a:lnTo>
                <a:lnTo>
                  <a:pt x="283" y="9513"/>
                </a:lnTo>
                <a:lnTo>
                  <a:pt x="298" y="9556"/>
                </a:lnTo>
                <a:lnTo>
                  <a:pt x="313" y="9599"/>
                </a:lnTo>
                <a:lnTo>
                  <a:pt x="137" y="9664"/>
                </a:lnTo>
                <a:lnTo>
                  <a:pt x="121" y="9616"/>
                </a:lnTo>
                <a:lnTo>
                  <a:pt x="105" y="9568"/>
                </a:lnTo>
                <a:lnTo>
                  <a:pt x="91" y="9520"/>
                </a:lnTo>
                <a:lnTo>
                  <a:pt x="77" y="9472"/>
                </a:lnTo>
                <a:lnTo>
                  <a:pt x="65" y="9422"/>
                </a:lnTo>
                <a:lnTo>
                  <a:pt x="53" y="9374"/>
                </a:lnTo>
                <a:lnTo>
                  <a:pt x="43" y="9324"/>
                </a:lnTo>
                <a:lnTo>
                  <a:pt x="34" y="9274"/>
                </a:lnTo>
                <a:lnTo>
                  <a:pt x="26" y="9223"/>
                </a:lnTo>
                <a:lnTo>
                  <a:pt x="19" y="9172"/>
                </a:lnTo>
                <a:lnTo>
                  <a:pt x="13" y="9120"/>
                </a:lnTo>
                <a:lnTo>
                  <a:pt x="9" y="9069"/>
                </a:lnTo>
                <a:lnTo>
                  <a:pt x="4" y="9016"/>
                </a:lnTo>
                <a:lnTo>
                  <a:pt x="2" y="8964"/>
                </a:lnTo>
                <a:lnTo>
                  <a:pt x="0" y="8911"/>
                </a:lnTo>
                <a:lnTo>
                  <a:pt x="0" y="8857"/>
                </a:lnTo>
                <a:lnTo>
                  <a:pt x="187" y="8857"/>
                </a:lnTo>
                <a:close/>
                <a:moveTo>
                  <a:pt x="313" y="9599"/>
                </a:moveTo>
                <a:lnTo>
                  <a:pt x="330" y="9643"/>
                </a:lnTo>
                <a:lnTo>
                  <a:pt x="346" y="9686"/>
                </a:lnTo>
                <a:lnTo>
                  <a:pt x="365" y="9728"/>
                </a:lnTo>
                <a:lnTo>
                  <a:pt x="384" y="9770"/>
                </a:lnTo>
                <a:lnTo>
                  <a:pt x="405" y="9811"/>
                </a:lnTo>
                <a:lnTo>
                  <a:pt x="426" y="9853"/>
                </a:lnTo>
                <a:lnTo>
                  <a:pt x="448" y="9894"/>
                </a:lnTo>
                <a:lnTo>
                  <a:pt x="472" y="9934"/>
                </a:lnTo>
                <a:lnTo>
                  <a:pt x="496" y="9975"/>
                </a:lnTo>
                <a:lnTo>
                  <a:pt x="521" y="10014"/>
                </a:lnTo>
                <a:lnTo>
                  <a:pt x="548" y="10054"/>
                </a:lnTo>
                <a:lnTo>
                  <a:pt x="576" y="10093"/>
                </a:lnTo>
                <a:lnTo>
                  <a:pt x="604" y="10133"/>
                </a:lnTo>
                <a:lnTo>
                  <a:pt x="634" y="10171"/>
                </a:lnTo>
                <a:lnTo>
                  <a:pt x="664" y="10209"/>
                </a:lnTo>
                <a:lnTo>
                  <a:pt x="696" y="10248"/>
                </a:lnTo>
                <a:lnTo>
                  <a:pt x="553" y="10368"/>
                </a:lnTo>
                <a:lnTo>
                  <a:pt x="519" y="10327"/>
                </a:lnTo>
                <a:lnTo>
                  <a:pt x="486" y="10285"/>
                </a:lnTo>
                <a:lnTo>
                  <a:pt x="454" y="10243"/>
                </a:lnTo>
                <a:lnTo>
                  <a:pt x="423" y="10201"/>
                </a:lnTo>
                <a:lnTo>
                  <a:pt x="393" y="10158"/>
                </a:lnTo>
                <a:lnTo>
                  <a:pt x="364" y="10115"/>
                </a:lnTo>
                <a:lnTo>
                  <a:pt x="336" y="10072"/>
                </a:lnTo>
                <a:lnTo>
                  <a:pt x="310" y="10028"/>
                </a:lnTo>
                <a:lnTo>
                  <a:pt x="284" y="9983"/>
                </a:lnTo>
                <a:lnTo>
                  <a:pt x="260" y="9939"/>
                </a:lnTo>
                <a:lnTo>
                  <a:pt x="237" y="9894"/>
                </a:lnTo>
                <a:lnTo>
                  <a:pt x="215" y="9848"/>
                </a:lnTo>
                <a:lnTo>
                  <a:pt x="194" y="9803"/>
                </a:lnTo>
                <a:lnTo>
                  <a:pt x="174" y="9757"/>
                </a:lnTo>
                <a:lnTo>
                  <a:pt x="155" y="9710"/>
                </a:lnTo>
                <a:lnTo>
                  <a:pt x="137" y="9664"/>
                </a:lnTo>
                <a:lnTo>
                  <a:pt x="313" y="9599"/>
                </a:lnTo>
                <a:close/>
                <a:moveTo>
                  <a:pt x="696" y="10248"/>
                </a:moveTo>
                <a:lnTo>
                  <a:pt x="3081" y="13070"/>
                </a:lnTo>
                <a:lnTo>
                  <a:pt x="2938" y="13191"/>
                </a:lnTo>
                <a:lnTo>
                  <a:pt x="553" y="10368"/>
                </a:lnTo>
                <a:lnTo>
                  <a:pt x="696" y="10248"/>
                </a:lnTo>
                <a:close/>
                <a:moveTo>
                  <a:pt x="3081" y="13070"/>
                </a:moveTo>
                <a:lnTo>
                  <a:pt x="3131" y="13131"/>
                </a:lnTo>
                <a:lnTo>
                  <a:pt x="3181" y="13193"/>
                </a:lnTo>
                <a:lnTo>
                  <a:pt x="3227" y="13255"/>
                </a:lnTo>
                <a:lnTo>
                  <a:pt x="3274" y="13318"/>
                </a:lnTo>
                <a:lnTo>
                  <a:pt x="3318" y="13381"/>
                </a:lnTo>
                <a:lnTo>
                  <a:pt x="3360" y="13445"/>
                </a:lnTo>
                <a:lnTo>
                  <a:pt x="3401" y="13510"/>
                </a:lnTo>
                <a:lnTo>
                  <a:pt x="3440" y="13574"/>
                </a:lnTo>
                <a:lnTo>
                  <a:pt x="3477" y="13640"/>
                </a:lnTo>
                <a:lnTo>
                  <a:pt x="3514" y="13705"/>
                </a:lnTo>
                <a:lnTo>
                  <a:pt x="3548" y="13772"/>
                </a:lnTo>
                <a:lnTo>
                  <a:pt x="3581" y="13839"/>
                </a:lnTo>
                <a:lnTo>
                  <a:pt x="3612" y="13907"/>
                </a:lnTo>
                <a:lnTo>
                  <a:pt x="3641" y="13975"/>
                </a:lnTo>
                <a:lnTo>
                  <a:pt x="3670" y="14044"/>
                </a:lnTo>
                <a:lnTo>
                  <a:pt x="3695" y="14114"/>
                </a:lnTo>
                <a:lnTo>
                  <a:pt x="3520" y="14177"/>
                </a:lnTo>
                <a:lnTo>
                  <a:pt x="3495" y="14112"/>
                </a:lnTo>
                <a:lnTo>
                  <a:pt x="3468" y="14046"/>
                </a:lnTo>
                <a:lnTo>
                  <a:pt x="3441" y="13982"/>
                </a:lnTo>
                <a:lnTo>
                  <a:pt x="3412" y="13919"/>
                </a:lnTo>
                <a:lnTo>
                  <a:pt x="3381" y="13855"/>
                </a:lnTo>
                <a:lnTo>
                  <a:pt x="3348" y="13793"/>
                </a:lnTo>
                <a:lnTo>
                  <a:pt x="3314" y="13730"/>
                </a:lnTo>
                <a:lnTo>
                  <a:pt x="3278" y="13668"/>
                </a:lnTo>
                <a:lnTo>
                  <a:pt x="3241" y="13607"/>
                </a:lnTo>
                <a:lnTo>
                  <a:pt x="3203" y="13546"/>
                </a:lnTo>
                <a:lnTo>
                  <a:pt x="3163" y="13485"/>
                </a:lnTo>
                <a:lnTo>
                  <a:pt x="3121" y="13426"/>
                </a:lnTo>
                <a:lnTo>
                  <a:pt x="3078" y="13367"/>
                </a:lnTo>
                <a:lnTo>
                  <a:pt x="3032" y="13307"/>
                </a:lnTo>
                <a:lnTo>
                  <a:pt x="2986" y="13248"/>
                </a:lnTo>
                <a:lnTo>
                  <a:pt x="2938" y="13191"/>
                </a:lnTo>
                <a:lnTo>
                  <a:pt x="3081" y="13070"/>
                </a:lnTo>
                <a:close/>
                <a:moveTo>
                  <a:pt x="3695" y="14114"/>
                </a:moveTo>
                <a:lnTo>
                  <a:pt x="3721" y="14183"/>
                </a:lnTo>
                <a:lnTo>
                  <a:pt x="3744" y="14254"/>
                </a:lnTo>
                <a:lnTo>
                  <a:pt x="3765" y="14325"/>
                </a:lnTo>
                <a:lnTo>
                  <a:pt x="3785" y="14397"/>
                </a:lnTo>
                <a:lnTo>
                  <a:pt x="3803" y="14469"/>
                </a:lnTo>
                <a:lnTo>
                  <a:pt x="3820" y="14542"/>
                </a:lnTo>
                <a:lnTo>
                  <a:pt x="3835" y="14616"/>
                </a:lnTo>
                <a:lnTo>
                  <a:pt x="3848" y="14690"/>
                </a:lnTo>
                <a:lnTo>
                  <a:pt x="3860" y="14764"/>
                </a:lnTo>
                <a:lnTo>
                  <a:pt x="3870" y="14841"/>
                </a:lnTo>
                <a:lnTo>
                  <a:pt x="3879" y="14916"/>
                </a:lnTo>
                <a:lnTo>
                  <a:pt x="3887" y="14993"/>
                </a:lnTo>
                <a:lnTo>
                  <a:pt x="3892" y="15071"/>
                </a:lnTo>
                <a:lnTo>
                  <a:pt x="3896" y="15148"/>
                </a:lnTo>
                <a:lnTo>
                  <a:pt x="3898" y="15227"/>
                </a:lnTo>
                <a:lnTo>
                  <a:pt x="3899" y="15306"/>
                </a:lnTo>
                <a:lnTo>
                  <a:pt x="3712" y="15306"/>
                </a:lnTo>
                <a:lnTo>
                  <a:pt x="3711" y="15231"/>
                </a:lnTo>
                <a:lnTo>
                  <a:pt x="3709" y="15156"/>
                </a:lnTo>
                <a:lnTo>
                  <a:pt x="3705" y="15082"/>
                </a:lnTo>
                <a:lnTo>
                  <a:pt x="3700" y="15009"/>
                </a:lnTo>
                <a:lnTo>
                  <a:pt x="3693" y="14936"/>
                </a:lnTo>
                <a:lnTo>
                  <a:pt x="3684" y="14864"/>
                </a:lnTo>
                <a:lnTo>
                  <a:pt x="3675" y="14793"/>
                </a:lnTo>
                <a:lnTo>
                  <a:pt x="3664" y="14722"/>
                </a:lnTo>
                <a:lnTo>
                  <a:pt x="3651" y="14651"/>
                </a:lnTo>
                <a:lnTo>
                  <a:pt x="3637" y="14582"/>
                </a:lnTo>
                <a:lnTo>
                  <a:pt x="3621" y="14513"/>
                </a:lnTo>
                <a:lnTo>
                  <a:pt x="3605" y="14445"/>
                </a:lnTo>
                <a:lnTo>
                  <a:pt x="3586" y="14377"/>
                </a:lnTo>
                <a:lnTo>
                  <a:pt x="3565" y="14310"/>
                </a:lnTo>
                <a:lnTo>
                  <a:pt x="3544" y="14243"/>
                </a:lnTo>
                <a:lnTo>
                  <a:pt x="3520" y="14177"/>
                </a:lnTo>
                <a:lnTo>
                  <a:pt x="3695" y="14114"/>
                </a:lnTo>
                <a:close/>
                <a:moveTo>
                  <a:pt x="3899" y="15306"/>
                </a:moveTo>
                <a:lnTo>
                  <a:pt x="3899" y="17703"/>
                </a:lnTo>
                <a:lnTo>
                  <a:pt x="3712" y="17703"/>
                </a:lnTo>
                <a:lnTo>
                  <a:pt x="3712" y="15306"/>
                </a:lnTo>
                <a:lnTo>
                  <a:pt x="3899" y="15306"/>
                </a:ln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7" name="Rectangle 35"/>
          <p:cNvSpPr>
            <a:spLocks noChangeArrowheads="1"/>
          </p:cNvSpPr>
          <p:nvPr/>
        </p:nvSpPr>
        <p:spPr bwMode="auto">
          <a:xfrm>
            <a:off x="1841812" y="2348460"/>
            <a:ext cx="1128514"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eaLnBrk="1" hangingPunct="1"/>
            <a:r>
              <a:rPr lang="zh-CN" altLang="en-US" sz="2200" b="1" dirty="0">
                <a:solidFill>
                  <a:srgbClr val="000000"/>
                </a:solidFill>
                <a:latin typeface="微软雅黑" panose="020B0503020204020204" pitchFamily="34" charset="-122"/>
                <a:ea typeface="微软雅黑" panose="020B0503020204020204" pitchFamily="34" charset="-122"/>
              </a:rPr>
              <a:t>单击添加</a:t>
            </a:r>
            <a:endParaRPr lang="en-US" altLang="zh-CN" sz="2200" b="1" dirty="0">
              <a:solidFill>
                <a:srgbClr val="000000"/>
              </a:solidFill>
              <a:latin typeface="微软雅黑" panose="020B0503020204020204" pitchFamily="34" charset="-122"/>
              <a:ea typeface="微软雅黑" panose="020B0503020204020204" pitchFamily="34" charset="-122"/>
            </a:endParaRPr>
          </a:p>
          <a:p>
            <a:pPr eaLnBrk="1" hangingPunct="1"/>
            <a:r>
              <a:rPr lang="zh-CN" altLang="en-US" sz="2200" b="1" dirty="0">
                <a:solidFill>
                  <a:srgbClr val="000000"/>
                </a:solidFill>
                <a:latin typeface="微软雅黑" panose="020B0503020204020204" pitchFamily="34" charset="-122"/>
                <a:ea typeface="微软雅黑" panose="020B0503020204020204" pitchFamily="34" charset="-122"/>
              </a:rPr>
              <a:t>您的标题</a:t>
            </a:r>
            <a:endParaRPr lang="zh-CN" altLang="en-US" sz="2200" b="1" dirty="0">
              <a:solidFill>
                <a:srgbClr val="000000"/>
              </a:solidFill>
              <a:ea typeface="宋体" panose="02010600030101010101" pitchFamily="2" charset="-122"/>
            </a:endParaRPr>
          </a:p>
        </p:txBody>
      </p:sp>
      <p:sp>
        <p:nvSpPr>
          <p:cNvPr id="48" name="椭圆 47"/>
          <p:cNvSpPr>
            <a:spLocks noChangeAspect="1"/>
          </p:cNvSpPr>
          <p:nvPr/>
        </p:nvSpPr>
        <p:spPr>
          <a:xfrm>
            <a:off x="4423827" y="2046140"/>
            <a:ext cx="720000" cy="720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9" name="文本框 48"/>
          <p:cNvSpPr txBox="1">
            <a:spLocks/>
          </p:cNvSpPr>
          <p:nvPr/>
        </p:nvSpPr>
        <p:spPr>
          <a:xfrm>
            <a:off x="5180944" y="2179013"/>
            <a:ext cx="2508285"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50" name="文本框 49"/>
          <p:cNvSpPr txBox="1">
            <a:spLocks/>
          </p:cNvSpPr>
          <p:nvPr/>
        </p:nvSpPr>
        <p:spPr>
          <a:xfrm>
            <a:off x="5180943" y="1894603"/>
            <a:ext cx="2508286" cy="338554"/>
          </a:xfrm>
          <a:prstGeom prst="rect">
            <a:avLst/>
          </a:prstGeom>
          <a:noFill/>
        </p:spPr>
        <p:txBody>
          <a:bodyPr wrap="square" rtlCol="0">
            <a:spAutoFit/>
          </a:bodyPr>
          <a:lstStyle/>
          <a:p>
            <a:r>
              <a:rPr lang="zh-CN" altLang="en-US" sz="16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1" name="椭圆 50"/>
          <p:cNvSpPr>
            <a:spLocks noChangeAspect="1"/>
          </p:cNvSpPr>
          <p:nvPr/>
        </p:nvSpPr>
        <p:spPr>
          <a:xfrm>
            <a:off x="4423827" y="3325303"/>
            <a:ext cx="720000" cy="720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2" name="文本框 51"/>
          <p:cNvSpPr txBox="1">
            <a:spLocks/>
          </p:cNvSpPr>
          <p:nvPr/>
        </p:nvSpPr>
        <p:spPr>
          <a:xfrm>
            <a:off x="5180944" y="3458176"/>
            <a:ext cx="2508285"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53" name="文本框 52"/>
          <p:cNvSpPr txBox="1">
            <a:spLocks/>
          </p:cNvSpPr>
          <p:nvPr/>
        </p:nvSpPr>
        <p:spPr>
          <a:xfrm>
            <a:off x="5180943" y="3173766"/>
            <a:ext cx="2508286" cy="338554"/>
          </a:xfrm>
          <a:prstGeom prst="rect">
            <a:avLst/>
          </a:prstGeom>
          <a:noFill/>
        </p:spPr>
        <p:txBody>
          <a:bodyPr wrap="square" rtlCol="0">
            <a:spAutoFit/>
          </a:bodyPr>
          <a:lstStyle/>
          <a:p>
            <a:r>
              <a:rPr lang="zh-CN" altLang="en-US" sz="16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4" name="椭圆 53"/>
          <p:cNvSpPr>
            <a:spLocks noChangeAspect="1"/>
          </p:cNvSpPr>
          <p:nvPr/>
        </p:nvSpPr>
        <p:spPr>
          <a:xfrm>
            <a:off x="4423827" y="4604465"/>
            <a:ext cx="720000" cy="720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5" name="文本框 54"/>
          <p:cNvSpPr txBox="1">
            <a:spLocks/>
          </p:cNvSpPr>
          <p:nvPr/>
        </p:nvSpPr>
        <p:spPr>
          <a:xfrm>
            <a:off x="5180944" y="4737338"/>
            <a:ext cx="2508285"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56" name="文本框 55"/>
          <p:cNvSpPr txBox="1">
            <a:spLocks/>
          </p:cNvSpPr>
          <p:nvPr/>
        </p:nvSpPr>
        <p:spPr>
          <a:xfrm>
            <a:off x="5180943" y="4452928"/>
            <a:ext cx="2508286" cy="338554"/>
          </a:xfrm>
          <a:prstGeom prst="rect">
            <a:avLst/>
          </a:prstGeom>
          <a:noFill/>
        </p:spPr>
        <p:txBody>
          <a:bodyPr wrap="square" rtlCol="0">
            <a:spAutoFit/>
          </a:bodyPr>
          <a:lstStyle/>
          <a:p>
            <a:r>
              <a:rPr lang="zh-CN" altLang="en-US" sz="16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7" name="椭圆 56"/>
          <p:cNvSpPr>
            <a:spLocks noChangeAspect="1"/>
          </p:cNvSpPr>
          <p:nvPr/>
        </p:nvSpPr>
        <p:spPr>
          <a:xfrm>
            <a:off x="7928642" y="2046140"/>
            <a:ext cx="720000" cy="720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8" name="文本框 57"/>
          <p:cNvSpPr txBox="1">
            <a:spLocks/>
          </p:cNvSpPr>
          <p:nvPr/>
        </p:nvSpPr>
        <p:spPr>
          <a:xfrm>
            <a:off x="8685759" y="2179013"/>
            <a:ext cx="2508285"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59" name="文本框 58"/>
          <p:cNvSpPr txBox="1">
            <a:spLocks/>
          </p:cNvSpPr>
          <p:nvPr/>
        </p:nvSpPr>
        <p:spPr>
          <a:xfrm>
            <a:off x="8685758" y="1894603"/>
            <a:ext cx="2508286" cy="338554"/>
          </a:xfrm>
          <a:prstGeom prst="rect">
            <a:avLst/>
          </a:prstGeom>
          <a:noFill/>
        </p:spPr>
        <p:txBody>
          <a:bodyPr wrap="square" rtlCol="0">
            <a:spAutoFit/>
          </a:bodyPr>
          <a:lstStyle/>
          <a:p>
            <a:r>
              <a:rPr lang="zh-CN" altLang="en-US" sz="16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60" name="椭圆 59"/>
          <p:cNvSpPr>
            <a:spLocks noChangeAspect="1"/>
          </p:cNvSpPr>
          <p:nvPr/>
        </p:nvSpPr>
        <p:spPr>
          <a:xfrm>
            <a:off x="7928642" y="3325303"/>
            <a:ext cx="720000" cy="720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1" name="文本框 60"/>
          <p:cNvSpPr txBox="1">
            <a:spLocks/>
          </p:cNvSpPr>
          <p:nvPr/>
        </p:nvSpPr>
        <p:spPr>
          <a:xfrm>
            <a:off x="8685759" y="3458176"/>
            <a:ext cx="2508285"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62" name="文本框 61"/>
          <p:cNvSpPr txBox="1">
            <a:spLocks/>
          </p:cNvSpPr>
          <p:nvPr/>
        </p:nvSpPr>
        <p:spPr>
          <a:xfrm>
            <a:off x="8685758" y="3173766"/>
            <a:ext cx="2508286" cy="338554"/>
          </a:xfrm>
          <a:prstGeom prst="rect">
            <a:avLst/>
          </a:prstGeom>
          <a:noFill/>
        </p:spPr>
        <p:txBody>
          <a:bodyPr wrap="square" rtlCol="0">
            <a:spAutoFit/>
          </a:bodyPr>
          <a:lstStyle/>
          <a:p>
            <a:r>
              <a:rPr lang="zh-CN" altLang="en-US" sz="16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63" name="椭圆 62"/>
          <p:cNvSpPr>
            <a:spLocks noChangeAspect="1"/>
          </p:cNvSpPr>
          <p:nvPr/>
        </p:nvSpPr>
        <p:spPr>
          <a:xfrm>
            <a:off x="7928642" y="4604465"/>
            <a:ext cx="720000" cy="720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4" name="文本框 63"/>
          <p:cNvSpPr txBox="1">
            <a:spLocks/>
          </p:cNvSpPr>
          <p:nvPr/>
        </p:nvSpPr>
        <p:spPr>
          <a:xfrm>
            <a:off x="8685759" y="4737338"/>
            <a:ext cx="2508285"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65" name="文本框 64"/>
          <p:cNvSpPr txBox="1">
            <a:spLocks/>
          </p:cNvSpPr>
          <p:nvPr/>
        </p:nvSpPr>
        <p:spPr>
          <a:xfrm>
            <a:off x="8685758" y="4452928"/>
            <a:ext cx="2508286" cy="338554"/>
          </a:xfrm>
          <a:prstGeom prst="rect">
            <a:avLst/>
          </a:prstGeom>
          <a:noFill/>
        </p:spPr>
        <p:txBody>
          <a:bodyPr wrap="square" rtlCol="0">
            <a:spAutoFit/>
          </a:bodyPr>
          <a:lstStyle/>
          <a:p>
            <a:r>
              <a:rPr lang="zh-CN" altLang="en-US" sz="16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66" name="Freeform 76"/>
          <p:cNvSpPr>
            <a:spLocks noChangeAspect="1" noEditPoints="1"/>
          </p:cNvSpPr>
          <p:nvPr/>
        </p:nvSpPr>
        <p:spPr bwMode="auto">
          <a:xfrm>
            <a:off x="4602058" y="2196590"/>
            <a:ext cx="363538" cy="419100"/>
          </a:xfrm>
          <a:custGeom>
            <a:avLst/>
            <a:gdLst>
              <a:gd name="T0" fmla="*/ 188 w 1003"/>
              <a:gd name="T1" fmla="*/ 436 h 1155"/>
              <a:gd name="T2" fmla="*/ 0 w 1003"/>
              <a:gd name="T3" fmla="*/ 630 h 1155"/>
              <a:gd name="T4" fmla="*/ 0 w 1003"/>
              <a:gd name="T5" fmla="*/ 933 h 1155"/>
              <a:gd name="T6" fmla="*/ 188 w 1003"/>
              <a:gd name="T7" fmla="*/ 1121 h 1155"/>
              <a:gd name="T8" fmla="*/ 126 w 1003"/>
              <a:gd name="T9" fmla="*/ 980 h 1155"/>
              <a:gd name="T10" fmla="*/ 126 w 1003"/>
              <a:gd name="T11" fmla="*/ 583 h 1155"/>
              <a:gd name="T12" fmla="*/ 188 w 1003"/>
              <a:gd name="T13" fmla="*/ 436 h 1155"/>
              <a:gd name="T14" fmla="*/ 731 w 1003"/>
              <a:gd name="T15" fmla="*/ 430 h 1155"/>
              <a:gd name="T16" fmla="*/ 819 w 1003"/>
              <a:gd name="T17" fmla="*/ 38 h 1155"/>
              <a:gd name="T18" fmla="*/ 529 w 1003"/>
              <a:gd name="T19" fmla="*/ 325 h 1155"/>
              <a:gd name="T20" fmla="*/ 251 w 1003"/>
              <a:gd name="T21" fmla="*/ 566 h 1155"/>
              <a:gd name="T22" fmla="*/ 251 w 1003"/>
              <a:gd name="T23" fmla="*/ 992 h 1155"/>
              <a:gd name="T24" fmla="*/ 794 w 1003"/>
              <a:gd name="T25" fmla="*/ 1155 h 1155"/>
              <a:gd name="T26" fmla="*/ 1003 w 1003"/>
              <a:gd name="T27" fmla="*/ 536 h 1155"/>
              <a:gd name="T28" fmla="*/ 731 w 1003"/>
              <a:gd name="T29" fmla="*/ 430 h 1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03" h="1155">
                <a:moveTo>
                  <a:pt x="188" y="436"/>
                </a:moveTo>
                <a:cubicBezTo>
                  <a:pt x="148" y="436"/>
                  <a:pt x="0" y="461"/>
                  <a:pt x="0" y="630"/>
                </a:cubicBezTo>
                <a:lnTo>
                  <a:pt x="0" y="933"/>
                </a:lnTo>
                <a:cubicBezTo>
                  <a:pt x="0" y="1102"/>
                  <a:pt x="148" y="1121"/>
                  <a:pt x="188" y="1121"/>
                </a:cubicBezTo>
                <a:cubicBezTo>
                  <a:pt x="229" y="1121"/>
                  <a:pt x="126" y="1086"/>
                  <a:pt x="126" y="980"/>
                </a:cubicBezTo>
                <a:lnTo>
                  <a:pt x="126" y="583"/>
                </a:lnTo>
                <a:cubicBezTo>
                  <a:pt x="126" y="473"/>
                  <a:pt x="229" y="436"/>
                  <a:pt x="188" y="436"/>
                </a:cubicBezTo>
                <a:close/>
                <a:moveTo>
                  <a:pt x="731" y="430"/>
                </a:moveTo>
                <a:cubicBezTo>
                  <a:pt x="723" y="408"/>
                  <a:pt x="953" y="204"/>
                  <a:pt x="819" y="38"/>
                </a:cubicBezTo>
                <a:cubicBezTo>
                  <a:pt x="787" y="0"/>
                  <a:pt x="680" y="223"/>
                  <a:pt x="529" y="325"/>
                </a:cubicBezTo>
                <a:cubicBezTo>
                  <a:pt x="446" y="381"/>
                  <a:pt x="251" y="500"/>
                  <a:pt x="251" y="566"/>
                </a:cubicBezTo>
                <a:lnTo>
                  <a:pt x="251" y="992"/>
                </a:lnTo>
                <a:cubicBezTo>
                  <a:pt x="251" y="1071"/>
                  <a:pt x="560" y="1155"/>
                  <a:pt x="794" y="1155"/>
                </a:cubicBezTo>
                <a:cubicBezTo>
                  <a:pt x="879" y="1155"/>
                  <a:pt x="1003" y="621"/>
                  <a:pt x="1003" y="536"/>
                </a:cubicBezTo>
                <a:cubicBezTo>
                  <a:pt x="1003" y="451"/>
                  <a:pt x="739" y="453"/>
                  <a:pt x="731" y="43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7" name="Freeform 97"/>
          <p:cNvSpPr>
            <a:spLocks noChangeAspect="1" noEditPoints="1"/>
          </p:cNvSpPr>
          <p:nvPr/>
        </p:nvSpPr>
        <p:spPr bwMode="auto">
          <a:xfrm>
            <a:off x="8107667" y="4784284"/>
            <a:ext cx="361950" cy="360363"/>
          </a:xfrm>
          <a:custGeom>
            <a:avLst/>
            <a:gdLst>
              <a:gd name="T0" fmla="*/ 881 w 999"/>
              <a:gd name="T1" fmla="*/ 830 h 990"/>
              <a:gd name="T2" fmla="*/ 845 w 999"/>
              <a:gd name="T3" fmla="*/ 830 h 990"/>
              <a:gd name="T4" fmla="*/ 660 w 999"/>
              <a:gd name="T5" fmla="*/ 646 h 990"/>
              <a:gd name="T6" fmla="*/ 660 w 999"/>
              <a:gd name="T7" fmla="*/ 611 h 990"/>
              <a:gd name="T8" fmla="*/ 697 w 999"/>
              <a:gd name="T9" fmla="*/ 611 h 990"/>
              <a:gd name="T10" fmla="*/ 881 w 999"/>
              <a:gd name="T11" fmla="*/ 794 h 990"/>
              <a:gd name="T12" fmla="*/ 881 w 999"/>
              <a:gd name="T13" fmla="*/ 830 h 990"/>
              <a:gd name="T14" fmla="*/ 799 w 999"/>
              <a:gd name="T15" fmla="*/ 911 h 990"/>
              <a:gd name="T16" fmla="*/ 764 w 999"/>
              <a:gd name="T17" fmla="*/ 911 h 990"/>
              <a:gd name="T18" fmla="*/ 580 w 999"/>
              <a:gd name="T19" fmla="*/ 727 h 990"/>
              <a:gd name="T20" fmla="*/ 580 w 999"/>
              <a:gd name="T21" fmla="*/ 691 h 990"/>
              <a:gd name="T22" fmla="*/ 615 w 999"/>
              <a:gd name="T23" fmla="*/ 691 h 990"/>
              <a:gd name="T24" fmla="*/ 799 w 999"/>
              <a:gd name="T25" fmla="*/ 875 h 990"/>
              <a:gd name="T26" fmla="*/ 799 w 999"/>
              <a:gd name="T27" fmla="*/ 911 h 990"/>
              <a:gd name="T28" fmla="*/ 701 w 999"/>
              <a:gd name="T29" fmla="*/ 540 h 990"/>
              <a:gd name="T30" fmla="*/ 494 w 999"/>
              <a:gd name="T31" fmla="*/ 720 h 990"/>
              <a:gd name="T32" fmla="*/ 720 w 999"/>
              <a:gd name="T33" fmla="*/ 951 h 990"/>
              <a:gd name="T34" fmla="*/ 862 w 999"/>
              <a:gd name="T35" fmla="*/ 951 h 990"/>
              <a:gd name="T36" fmla="*/ 920 w 999"/>
              <a:gd name="T37" fmla="*/ 894 h 990"/>
              <a:gd name="T38" fmla="*/ 920 w 999"/>
              <a:gd name="T39" fmla="*/ 750 h 990"/>
              <a:gd name="T40" fmla="*/ 701 w 999"/>
              <a:gd name="T41" fmla="*/ 540 h 990"/>
              <a:gd name="T42" fmla="*/ 237 w 999"/>
              <a:gd name="T43" fmla="*/ 308 h 990"/>
              <a:gd name="T44" fmla="*/ 386 w 999"/>
              <a:gd name="T45" fmla="*/ 461 h 990"/>
              <a:gd name="T46" fmla="*/ 457 w 999"/>
              <a:gd name="T47" fmla="*/ 389 h 990"/>
              <a:gd name="T48" fmla="*/ 309 w 999"/>
              <a:gd name="T49" fmla="*/ 237 h 990"/>
              <a:gd name="T50" fmla="*/ 344 w 999"/>
              <a:gd name="T51" fmla="*/ 201 h 990"/>
              <a:gd name="T52" fmla="*/ 144 w 999"/>
              <a:gd name="T53" fmla="*/ 0 h 990"/>
              <a:gd name="T54" fmla="*/ 0 w 999"/>
              <a:gd name="T55" fmla="*/ 143 h 990"/>
              <a:gd name="T56" fmla="*/ 201 w 999"/>
              <a:gd name="T57" fmla="*/ 344 h 990"/>
              <a:gd name="T58" fmla="*/ 237 w 999"/>
              <a:gd name="T59" fmla="*/ 308 h 990"/>
              <a:gd name="T60" fmla="*/ 222 w 999"/>
              <a:gd name="T61" fmla="*/ 904 h 990"/>
              <a:gd name="T62" fmla="*/ 138 w 999"/>
              <a:gd name="T63" fmla="*/ 820 h 990"/>
              <a:gd name="T64" fmla="*/ 222 w 999"/>
              <a:gd name="T65" fmla="*/ 736 h 990"/>
              <a:gd name="T66" fmla="*/ 305 w 999"/>
              <a:gd name="T67" fmla="*/ 820 h 990"/>
              <a:gd name="T68" fmla="*/ 222 w 999"/>
              <a:gd name="T69" fmla="*/ 904 h 990"/>
              <a:gd name="T70" fmla="*/ 647 w 999"/>
              <a:gd name="T71" fmla="*/ 505 h 990"/>
              <a:gd name="T72" fmla="*/ 743 w 999"/>
              <a:gd name="T73" fmla="*/ 524 h 990"/>
              <a:gd name="T74" fmla="*/ 999 w 999"/>
              <a:gd name="T75" fmla="*/ 270 h 990"/>
              <a:gd name="T76" fmla="*/ 995 w 999"/>
              <a:gd name="T77" fmla="*/ 226 h 990"/>
              <a:gd name="T78" fmla="*/ 814 w 999"/>
              <a:gd name="T79" fmla="*/ 421 h 990"/>
              <a:gd name="T80" fmla="*/ 644 w 999"/>
              <a:gd name="T81" fmla="*/ 389 h 990"/>
              <a:gd name="T82" fmla="*/ 585 w 999"/>
              <a:gd name="T83" fmla="*/ 225 h 990"/>
              <a:gd name="T84" fmla="*/ 779 w 999"/>
              <a:gd name="T85" fmla="*/ 16 h 990"/>
              <a:gd name="T86" fmla="*/ 743 w 999"/>
              <a:gd name="T87" fmla="*/ 14 h 990"/>
              <a:gd name="T88" fmla="*/ 489 w 999"/>
              <a:gd name="T89" fmla="*/ 270 h 990"/>
              <a:gd name="T90" fmla="*/ 510 w 999"/>
              <a:gd name="T91" fmla="*/ 371 h 990"/>
              <a:gd name="T92" fmla="*/ 267 w 999"/>
              <a:gd name="T93" fmla="*/ 669 h 990"/>
              <a:gd name="T94" fmla="*/ 221 w 999"/>
              <a:gd name="T95" fmla="*/ 662 h 990"/>
              <a:gd name="T96" fmla="*/ 64 w 999"/>
              <a:gd name="T97" fmla="*/ 820 h 990"/>
              <a:gd name="T98" fmla="*/ 221 w 999"/>
              <a:gd name="T99" fmla="*/ 978 h 990"/>
              <a:gd name="T100" fmla="*/ 379 w 999"/>
              <a:gd name="T101" fmla="*/ 820 h 990"/>
              <a:gd name="T102" fmla="*/ 367 w 999"/>
              <a:gd name="T103" fmla="*/ 760 h 990"/>
              <a:gd name="T104" fmla="*/ 647 w 999"/>
              <a:gd name="T105" fmla="*/ 505 h 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99" h="990">
                <a:moveTo>
                  <a:pt x="881" y="830"/>
                </a:moveTo>
                <a:cubicBezTo>
                  <a:pt x="871" y="840"/>
                  <a:pt x="855" y="840"/>
                  <a:pt x="845" y="830"/>
                </a:cubicBezTo>
                <a:lnTo>
                  <a:pt x="660" y="646"/>
                </a:lnTo>
                <a:cubicBezTo>
                  <a:pt x="651" y="636"/>
                  <a:pt x="651" y="620"/>
                  <a:pt x="660" y="611"/>
                </a:cubicBezTo>
                <a:cubicBezTo>
                  <a:pt x="670" y="600"/>
                  <a:pt x="687" y="600"/>
                  <a:pt x="697" y="611"/>
                </a:cubicBezTo>
                <a:lnTo>
                  <a:pt x="881" y="794"/>
                </a:lnTo>
                <a:cubicBezTo>
                  <a:pt x="891" y="804"/>
                  <a:pt x="891" y="820"/>
                  <a:pt x="881" y="830"/>
                </a:cubicBezTo>
                <a:close/>
                <a:moveTo>
                  <a:pt x="799" y="911"/>
                </a:moveTo>
                <a:cubicBezTo>
                  <a:pt x="791" y="921"/>
                  <a:pt x="774" y="921"/>
                  <a:pt x="764" y="911"/>
                </a:cubicBezTo>
                <a:lnTo>
                  <a:pt x="580" y="727"/>
                </a:lnTo>
                <a:cubicBezTo>
                  <a:pt x="570" y="717"/>
                  <a:pt x="570" y="701"/>
                  <a:pt x="580" y="691"/>
                </a:cubicBezTo>
                <a:cubicBezTo>
                  <a:pt x="589" y="681"/>
                  <a:pt x="605" y="681"/>
                  <a:pt x="615" y="691"/>
                </a:cubicBezTo>
                <a:lnTo>
                  <a:pt x="799" y="875"/>
                </a:lnTo>
                <a:cubicBezTo>
                  <a:pt x="810" y="885"/>
                  <a:pt x="810" y="901"/>
                  <a:pt x="799" y="911"/>
                </a:cubicBezTo>
                <a:close/>
                <a:moveTo>
                  <a:pt x="701" y="540"/>
                </a:moveTo>
                <a:cubicBezTo>
                  <a:pt x="701" y="540"/>
                  <a:pt x="578" y="573"/>
                  <a:pt x="494" y="720"/>
                </a:cubicBezTo>
                <a:cubicBezTo>
                  <a:pt x="491" y="711"/>
                  <a:pt x="720" y="951"/>
                  <a:pt x="720" y="951"/>
                </a:cubicBezTo>
                <a:cubicBezTo>
                  <a:pt x="759" y="990"/>
                  <a:pt x="823" y="990"/>
                  <a:pt x="862" y="951"/>
                </a:cubicBezTo>
                <a:lnTo>
                  <a:pt x="920" y="894"/>
                </a:lnTo>
                <a:cubicBezTo>
                  <a:pt x="960" y="853"/>
                  <a:pt x="960" y="789"/>
                  <a:pt x="920" y="750"/>
                </a:cubicBezTo>
                <a:lnTo>
                  <a:pt x="701" y="540"/>
                </a:lnTo>
                <a:close/>
                <a:moveTo>
                  <a:pt x="237" y="308"/>
                </a:moveTo>
                <a:lnTo>
                  <a:pt x="386" y="461"/>
                </a:lnTo>
                <a:lnTo>
                  <a:pt x="457" y="389"/>
                </a:lnTo>
                <a:lnTo>
                  <a:pt x="309" y="237"/>
                </a:lnTo>
                <a:lnTo>
                  <a:pt x="344" y="201"/>
                </a:lnTo>
                <a:lnTo>
                  <a:pt x="144" y="0"/>
                </a:lnTo>
                <a:lnTo>
                  <a:pt x="0" y="143"/>
                </a:lnTo>
                <a:lnTo>
                  <a:pt x="201" y="344"/>
                </a:lnTo>
                <a:lnTo>
                  <a:pt x="237" y="308"/>
                </a:lnTo>
                <a:close/>
                <a:moveTo>
                  <a:pt x="222" y="904"/>
                </a:moveTo>
                <a:cubicBezTo>
                  <a:pt x="175" y="904"/>
                  <a:pt x="138" y="866"/>
                  <a:pt x="138" y="820"/>
                </a:cubicBezTo>
                <a:cubicBezTo>
                  <a:pt x="138" y="773"/>
                  <a:pt x="175" y="736"/>
                  <a:pt x="222" y="736"/>
                </a:cubicBezTo>
                <a:cubicBezTo>
                  <a:pt x="268" y="736"/>
                  <a:pt x="305" y="773"/>
                  <a:pt x="305" y="820"/>
                </a:cubicBezTo>
                <a:cubicBezTo>
                  <a:pt x="305" y="866"/>
                  <a:pt x="268" y="904"/>
                  <a:pt x="222" y="904"/>
                </a:cubicBezTo>
                <a:close/>
                <a:moveTo>
                  <a:pt x="647" y="505"/>
                </a:moveTo>
                <a:cubicBezTo>
                  <a:pt x="677" y="518"/>
                  <a:pt x="710" y="524"/>
                  <a:pt x="743" y="524"/>
                </a:cubicBezTo>
                <a:cubicBezTo>
                  <a:pt x="885" y="524"/>
                  <a:pt x="999" y="411"/>
                  <a:pt x="999" y="270"/>
                </a:cubicBezTo>
                <a:cubicBezTo>
                  <a:pt x="999" y="255"/>
                  <a:pt x="997" y="240"/>
                  <a:pt x="995" y="226"/>
                </a:cubicBezTo>
                <a:lnTo>
                  <a:pt x="814" y="421"/>
                </a:lnTo>
                <a:lnTo>
                  <a:pt x="644" y="389"/>
                </a:lnTo>
                <a:lnTo>
                  <a:pt x="585" y="225"/>
                </a:lnTo>
                <a:lnTo>
                  <a:pt x="779" y="16"/>
                </a:lnTo>
                <a:cubicBezTo>
                  <a:pt x="768" y="15"/>
                  <a:pt x="756" y="14"/>
                  <a:pt x="743" y="14"/>
                </a:cubicBezTo>
                <a:cubicBezTo>
                  <a:pt x="603" y="14"/>
                  <a:pt x="489" y="128"/>
                  <a:pt x="489" y="270"/>
                </a:cubicBezTo>
                <a:cubicBezTo>
                  <a:pt x="489" y="305"/>
                  <a:pt x="496" y="340"/>
                  <a:pt x="510" y="371"/>
                </a:cubicBezTo>
                <a:cubicBezTo>
                  <a:pt x="431" y="511"/>
                  <a:pt x="313" y="626"/>
                  <a:pt x="267" y="669"/>
                </a:cubicBezTo>
                <a:cubicBezTo>
                  <a:pt x="253" y="665"/>
                  <a:pt x="237" y="662"/>
                  <a:pt x="221" y="662"/>
                </a:cubicBezTo>
                <a:cubicBezTo>
                  <a:pt x="135" y="662"/>
                  <a:pt x="64" y="733"/>
                  <a:pt x="64" y="820"/>
                </a:cubicBezTo>
                <a:cubicBezTo>
                  <a:pt x="64" y="907"/>
                  <a:pt x="135" y="978"/>
                  <a:pt x="221" y="978"/>
                </a:cubicBezTo>
                <a:cubicBezTo>
                  <a:pt x="309" y="978"/>
                  <a:pt x="379" y="907"/>
                  <a:pt x="379" y="820"/>
                </a:cubicBezTo>
                <a:cubicBezTo>
                  <a:pt x="379" y="798"/>
                  <a:pt x="375" y="779"/>
                  <a:pt x="367" y="760"/>
                </a:cubicBezTo>
                <a:cubicBezTo>
                  <a:pt x="402" y="714"/>
                  <a:pt x="497" y="599"/>
                  <a:pt x="647" y="505"/>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8" name="Freeform 118"/>
          <p:cNvSpPr>
            <a:spLocks noChangeAspect="1" noEditPoints="1"/>
          </p:cNvSpPr>
          <p:nvPr/>
        </p:nvSpPr>
        <p:spPr bwMode="auto">
          <a:xfrm>
            <a:off x="4602058" y="3555922"/>
            <a:ext cx="363538" cy="258763"/>
          </a:xfrm>
          <a:custGeom>
            <a:avLst/>
            <a:gdLst>
              <a:gd name="T0" fmla="*/ 132 w 1003"/>
              <a:gd name="T1" fmla="*/ 715 h 715"/>
              <a:gd name="T2" fmla="*/ 0 w 1003"/>
              <a:gd name="T3" fmla="*/ 715 h 715"/>
              <a:gd name="T4" fmla="*/ 0 w 1003"/>
              <a:gd name="T5" fmla="*/ 395 h 715"/>
              <a:gd name="T6" fmla="*/ 132 w 1003"/>
              <a:gd name="T7" fmla="*/ 395 h 715"/>
              <a:gd name="T8" fmla="*/ 132 w 1003"/>
              <a:gd name="T9" fmla="*/ 715 h 715"/>
              <a:gd name="T10" fmla="*/ 1003 w 1003"/>
              <a:gd name="T11" fmla="*/ 715 h 715"/>
              <a:gd name="T12" fmla="*/ 878 w 1003"/>
              <a:gd name="T13" fmla="*/ 715 h 715"/>
              <a:gd name="T14" fmla="*/ 878 w 1003"/>
              <a:gd name="T15" fmla="*/ 81 h 715"/>
              <a:gd name="T16" fmla="*/ 1003 w 1003"/>
              <a:gd name="T17" fmla="*/ 81 h 715"/>
              <a:gd name="T18" fmla="*/ 1003 w 1003"/>
              <a:gd name="T19" fmla="*/ 715 h 715"/>
              <a:gd name="T20" fmla="*/ 791 w 1003"/>
              <a:gd name="T21" fmla="*/ 715 h 715"/>
              <a:gd name="T22" fmla="*/ 655 w 1003"/>
              <a:gd name="T23" fmla="*/ 715 h 715"/>
              <a:gd name="T24" fmla="*/ 655 w 1003"/>
              <a:gd name="T25" fmla="*/ 292 h 715"/>
              <a:gd name="T26" fmla="*/ 791 w 1003"/>
              <a:gd name="T27" fmla="*/ 292 h 715"/>
              <a:gd name="T28" fmla="*/ 791 w 1003"/>
              <a:gd name="T29" fmla="*/ 715 h 715"/>
              <a:gd name="T30" fmla="*/ 567 w 1003"/>
              <a:gd name="T31" fmla="*/ 715 h 715"/>
              <a:gd name="T32" fmla="*/ 442 w 1003"/>
              <a:gd name="T33" fmla="*/ 715 h 715"/>
              <a:gd name="T34" fmla="*/ 442 w 1003"/>
              <a:gd name="T35" fmla="*/ 168 h 715"/>
              <a:gd name="T36" fmla="*/ 567 w 1003"/>
              <a:gd name="T37" fmla="*/ 168 h 715"/>
              <a:gd name="T38" fmla="*/ 567 w 1003"/>
              <a:gd name="T39" fmla="*/ 715 h 715"/>
              <a:gd name="T40" fmla="*/ 354 w 1003"/>
              <a:gd name="T41" fmla="*/ 715 h 715"/>
              <a:gd name="T42" fmla="*/ 223 w 1003"/>
              <a:gd name="T43" fmla="*/ 715 h 715"/>
              <a:gd name="T44" fmla="*/ 223 w 1003"/>
              <a:gd name="T45" fmla="*/ 0 h 715"/>
              <a:gd name="T46" fmla="*/ 354 w 1003"/>
              <a:gd name="T47" fmla="*/ 0 h 715"/>
              <a:gd name="T48" fmla="*/ 354 w 1003"/>
              <a:gd name="T49" fmla="*/ 715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03" h="715">
                <a:moveTo>
                  <a:pt x="132" y="715"/>
                </a:moveTo>
                <a:lnTo>
                  <a:pt x="0" y="715"/>
                </a:lnTo>
                <a:lnTo>
                  <a:pt x="0" y="395"/>
                </a:lnTo>
                <a:lnTo>
                  <a:pt x="132" y="395"/>
                </a:lnTo>
                <a:lnTo>
                  <a:pt x="132" y="715"/>
                </a:lnTo>
                <a:close/>
                <a:moveTo>
                  <a:pt x="1003" y="715"/>
                </a:moveTo>
                <a:lnTo>
                  <a:pt x="878" y="715"/>
                </a:lnTo>
                <a:lnTo>
                  <a:pt x="878" y="81"/>
                </a:lnTo>
                <a:lnTo>
                  <a:pt x="1003" y="81"/>
                </a:lnTo>
                <a:lnTo>
                  <a:pt x="1003" y="715"/>
                </a:lnTo>
                <a:close/>
                <a:moveTo>
                  <a:pt x="791" y="715"/>
                </a:moveTo>
                <a:lnTo>
                  <a:pt x="655" y="715"/>
                </a:lnTo>
                <a:lnTo>
                  <a:pt x="655" y="292"/>
                </a:lnTo>
                <a:lnTo>
                  <a:pt x="791" y="292"/>
                </a:lnTo>
                <a:lnTo>
                  <a:pt x="791" y="715"/>
                </a:lnTo>
                <a:close/>
                <a:moveTo>
                  <a:pt x="567" y="715"/>
                </a:moveTo>
                <a:lnTo>
                  <a:pt x="442" y="715"/>
                </a:lnTo>
                <a:lnTo>
                  <a:pt x="442" y="168"/>
                </a:lnTo>
                <a:lnTo>
                  <a:pt x="567" y="168"/>
                </a:lnTo>
                <a:lnTo>
                  <a:pt x="567" y="715"/>
                </a:lnTo>
                <a:close/>
                <a:moveTo>
                  <a:pt x="354" y="715"/>
                </a:moveTo>
                <a:lnTo>
                  <a:pt x="223" y="715"/>
                </a:lnTo>
                <a:lnTo>
                  <a:pt x="223" y="0"/>
                </a:lnTo>
                <a:lnTo>
                  <a:pt x="354" y="0"/>
                </a:lnTo>
                <a:lnTo>
                  <a:pt x="354" y="715"/>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9" name="Freeform 119"/>
          <p:cNvSpPr>
            <a:spLocks noChangeAspect="1" noEditPoints="1"/>
          </p:cNvSpPr>
          <p:nvPr/>
        </p:nvSpPr>
        <p:spPr bwMode="auto">
          <a:xfrm>
            <a:off x="8106873" y="3494803"/>
            <a:ext cx="363538" cy="381000"/>
          </a:xfrm>
          <a:custGeom>
            <a:avLst/>
            <a:gdLst>
              <a:gd name="T0" fmla="*/ 251 w 1003"/>
              <a:gd name="T1" fmla="*/ 143 h 1054"/>
              <a:gd name="T2" fmla="*/ 111 w 1003"/>
              <a:gd name="T3" fmla="*/ 143 h 1054"/>
              <a:gd name="T4" fmla="*/ 323 w 1003"/>
              <a:gd name="T5" fmla="*/ 698 h 1054"/>
              <a:gd name="T6" fmla="*/ 300 w 1003"/>
              <a:gd name="T7" fmla="*/ 673 h 1054"/>
              <a:gd name="T8" fmla="*/ 959 w 1003"/>
              <a:gd name="T9" fmla="*/ 769 h 1054"/>
              <a:gd name="T10" fmla="*/ 917 w 1003"/>
              <a:gd name="T11" fmla="*/ 812 h 1054"/>
              <a:gd name="T12" fmla="*/ 848 w 1003"/>
              <a:gd name="T13" fmla="*/ 912 h 1054"/>
              <a:gd name="T14" fmla="*/ 939 w 1003"/>
              <a:gd name="T15" fmla="*/ 1010 h 1054"/>
              <a:gd name="T16" fmla="*/ 1003 w 1003"/>
              <a:gd name="T17" fmla="*/ 854 h 1054"/>
              <a:gd name="T18" fmla="*/ 88 w 1003"/>
              <a:gd name="T19" fmla="*/ 853 h 1054"/>
              <a:gd name="T20" fmla="*/ 111 w 1003"/>
              <a:gd name="T21" fmla="*/ 785 h 1054"/>
              <a:gd name="T22" fmla="*/ 18 w 1003"/>
              <a:gd name="T23" fmla="*/ 800 h 1054"/>
              <a:gd name="T24" fmla="*/ 126 w 1003"/>
              <a:gd name="T25" fmla="*/ 988 h 1054"/>
              <a:gd name="T26" fmla="*/ 693 w 1003"/>
              <a:gd name="T27" fmla="*/ 964 h 1054"/>
              <a:gd name="T28" fmla="*/ 335 w 1003"/>
              <a:gd name="T29" fmla="*/ 934 h 1054"/>
              <a:gd name="T30" fmla="*/ 293 w 1003"/>
              <a:gd name="T31" fmla="*/ 1035 h 1054"/>
              <a:gd name="T32" fmla="*/ 678 w 1003"/>
              <a:gd name="T33" fmla="*/ 1016 h 1054"/>
              <a:gd name="T34" fmla="*/ 683 w 1003"/>
              <a:gd name="T35" fmla="*/ 669 h 1054"/>
              <a:gd name="T36" fmla="*/ 663 w 1003"/>
              <a:gd name="T37" fmla="*/ 713 h 1054"/>
              <a:gd name="T38" fmla="*/ 579 w 1003"/>
              <a:gd name="T39" fmla="*/ 132 h 1054"/>
              <a:gd name="T40" fmla="*/ 423 w 1003"/>
              <a:gd name="T41" fmla="*/ 84 h 1054"/>
              <a:gd name="T42" fmla="*/ 346 w 1003"/>
              <a:gd name="T43" fmla="*/ 599 h 1054"/>
              <a:gd name="T44" fmla="*/ 397 w 1003"/>
              <a:gd name="T45" fmla="*/ 328 h 1054"/>
              <a:gd name="T46" fmla="*/ 445 w 1003"/>
              <a:gd name="T47" fmla="*/ 948 h 1054"/>
              <a:gd name="T48" fmla="*/ 491 w 1003"/>
              <a:gd name="T49" fmla="*/ 600 h 1054"/>
              <a:gd name="T50" fmla="*/ 560 w 1003"/>
              <a:gd name="T51" fmla="*/ 948 h 1054"/>
              <a:gd name="T52" fmla="*/ 608 w 1003"/>
              <a:gd name="T53" fmla="*/ 540 h 1054"/>
              <a:gd name="T54" fmla="*/ 625 w 1003"/>
              <a:gd name="T55" fmla="*/ 562 h 1054"/>
              <a:gd name="T56" fmla="*/ 646 w 1003"/>
              <a:gd name="T57" fmla="*/ 251 h 1054"/>
              <a:gd name="T58" fmla="*/ 556 w 1003"/>
              <a:gd name="T59" fmla="*/ 216 h 1054"/>
              <a:gd name="T60" fmla="*/ 508 w 1003"/>
              <a:gd name="T61" fmla="*/ 224 h 1054"/>
              <a:gd name="T62" fmla="*/ 483 w 1003"/>
              <a:gd name="T63" fmla="*/ 238 h 1054"/>
              <a:gd name="T64" fmla="*/ 449 w 1003"/>
              <a:gd name="T65" fmla="*/ 216 h 1054"/>
              <a:gd name="T66" fmla="*/ 310 w 1003"/>
              <a:gd name="T67" fmla="*/ 436 h 1054"/>
              <a:gd name="T68" fmla="*/ 729 w 1003"/>
              <a:gd name="T69" fmla="*/ 399 h 1054"/>
              <a:gd name="T70" fmla="*/ 746 w 1003"/>
              <a:gd name="T71" fmla="*/ 493 h 1054"/>
              <a:gd name="T72" fmla="*/ 781 w 1003"/>
              <a:gd name="T73" fmla="*/ 780 h 1054"/>
              <a:gd name="T74" fmla="*/ 832 w 1003"/>
              <a:gd name="T75" fmla="*/ 746 h 1054"/>
              <a:gd name="T76" fmla="*/ 901 w 1003"/>
              <a:gd name="T77" fmla="*/ 746 h 1054"/>
              <a:gd name="T78" fmla="*/ 902 w 1003"/>
              <a:gd name="T79" fmla="*/ 316 h 1054"/>
              <a:gd name="T80" fmla="*/ 964 w 1003"/>
              <a:gd name="T81" fmla="*/ 488 h 1054"/>
              <a:gd name="T82" fmla="*/ 863 w 1003"/>
              <a:gd name="T83" fmla="*/ 231 h 1054"/>
              <a:gd name="T84" fmla="*/ 832 w 1003"/>
              <a:gd name="T85" fmla="*/ 263 h 1054"/>
              <a:gd name="T86" fmla="*/ 820 w 1003"/>
              <a:gd name="T87" fmla="*/ 238 h 1054"/>
              <a:gd name="T88" fmla="*/ 808 w 1003"/>
              <a:gd name="T89" fmla="*/ 312 h 1054"/>
              <a:gd name="T90" fmla="*/ 769 w 1003"/>
              <a:gd name="T91" fmla="*/ 237 h 1054"/>
              <a:gd name="T92" fmla="*/ 711 w 1003"/>
              <a:gd name="T93" fmla="*/ 519 h 1054"/>
              <a:gd name="T94" fmla="*/ 102 w 1003"/>
              <a:gd name="T95" fmla="*/ 316 h 1054"/>
              <a:gd name="T96" fmla="*/ 104 w 1003"/>
              <a:gd name="T97" fmla="*/ 746 h 1054"/>
              <a:gd name="T98" fmla="*/ 173 w 1003"/>
              <a:gd name="T99" fmla="*/ 746 h 1054"/>
              <a:gd name="T100" fmla="*/ 224 w 1003"/>
              <a:gd name="T101" fmla="*/ 780 h 1054"/>
              <a:gd name="T102" fmla="*/ 259 w 1003"/>
              <a:gd name="T103" fmla="*/ 493 h 1054"/>
              <a:gd name="T104" fmla="*/ 276 w 1003"/>
              <a:gd name="T105" fmla="*/ 399 h 1054"/>
              <a:gd name="T106" fmla="*/ 312 w 1003"/>
              <a:gd name="T107" fmla="*/ 310 h 1054"/>
              <a:gd name="T108" fmla="*/ 221 w 1003"/>
              <a:gd name="T109" fmla="*/ 231 h 1054"/>
              <a:gd name="T110" fmla="*/ 196 w 1003"/>
              <a:gd name="T111" fmla="*/ 248 h 1054"/>
              <a:gd name="T112" fmla="*/ 178 w 1003"/>
              <a:gd name="T113" fmla="*/ 238 h 1054"/>
              <a:gd name="T114" fmla="*/ 141 w 1003"/>
              <a:gd name="T115" fmla="*/ 231 h 1054"/>
              <a:gd name="T116" fmla="*/ 73 w 1003"/>
              <a:gd name="T117" fmla="*/ 258 h 1054"/>
              <a:gd name="T118" fmla="*/ 768 w 1003"/>
              <a:gd name="T119" fmla="*/ 169 h 1054"/>
              <a:gd name="T120" fmla="*/ 885 w 1003"/>
              <a:gd name="T121" fmla="*/ 133 h 1054"/>
              <a:gd name="T122" fmla="*/ 768 w 1003"/>
              <a:gd name="T123" fmla="*/ 169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03" h="1054">
                <a:moveTo>
                  <a:pt x="126" y="169"/>
                </a:moveTo>
                <a:cubicBezTo>
                  <a:pt x="133" y="197"/>
                  <a:pt x="152" y="223"/>
                  <a:pt x="182" y="223"/>
                </a:cubicBezTo>
                <a:cubicBezTo>
                  <a:pt x="212" y="223"/>
                  <a:pt x="231" y="197"/>
                  <a:pt x="239" y="168"/>
                </a:cubicBezTo>
                <a:cubicBezTo>
                  <a:pt x="247" y="165"/>
                  <a:pt x="252" y="153"/>
                  <a:pt x="251" y="143"/>
                </a:cubicBezTo>
                <a:cubicBezTo>
                  <a:pt x="250" y="137"/>
                  <a:pt x="247" y="134"/>
                  <a:pt x="243" y="133"/>
                </a:cubicBezTo>
                <a:cubicBezTo>
                  <a:pt x="240" y="97"/>
                  <a:pt x="217" y="70"/>
                  <a:pt x="182" y="70"/>
                </a:cubicBezTo>
                <a:cubicBezTo>
                  <a:pt x="147" y="70"/>
                  <a:pt x="123" y="97"/>
                  <a:pt x="122" y="132"/>
                </a:cubicBezTo>
                <a:cubicBezTo>
                  <a:pt x="116" y="134"/>
                  <a:pt x="112" y="137"/>
                  <a:pt x="111" y="143"/>
                </a:cubicBezTo>
                <a:cubicBezTo>
                  <a:pt x="110" y="153"/>
                  <a:pt x="116" y="167"/>
                  <a:pt x="126" y="169"/>
                </a:cubicBezTo>
                <a:close/>
                <a:moveTo>
                  <a:pt x="271" y="710"/>
                </a:moveTo>
                <a:cubicBezTo>
                  <a:pt x="282" y="707"/>
                  <a:pt x="293" y="705"/>
                  <a:pt x="304" y="702"/>
                </a:cubicBezTo>
                <a:cubicBezTo>
                  <a:pt x="310" y="701"/>
                  <a:pt x="317" y="700"/>
                  <a:pt x="323" y="698"/>
                </a:cubicBezTo>
                <a:lnTo>
                  <a:pt x="341" y="718"/>
                </a:lnTo>
                <a:lnTo>
                  <a:pt x="387" y="673"/>
                </a:lnTo>
                <a:lnTo>
                  <a:pt x="284" y="655"/>
                </a:lnTo>
                <a:lnTo>
                  <a:pt x="300" y="673"/>
                </a:lnTo>
                <a:cubicBezTo>
                  <a:pt x="291" y="674"/>
                  <a:pt x="281" y="676"/>
                  <a:pt x="271" y="678"/>
                </a:cubicBezTo>
                <a:lnTo>
                  <a:pt x="271" y="710"/>
                </a:lnTo>
                <a:close/>
                <a:moveTo>
                  <a:pt x="989" y="805"/>
                </a:moveTo>
                <a:cubicBezTo>
                  <a:pt x="982" y="791"/>
                  <a:pt x="971" y="780"/>
                  <a:pt x="959" y="769"/>
                </a:cubicBezTo>
                <a:cubicBezTo>
                  <a:pt x="946" y="757"/>
                  <a:pt x="931" y="747"/>
                  <a:pt x="914" y="738"/>
                </a:cubicBezTo>
                <a:lnTo>
                  <a:pt x="914" y="746"/>
                </a:lnTo>
                <a:cubicBezTo>
                  <a:pt x="914" y="762"/>
                  <a:pt x="906" y="776"/>
                  <a:pt x="894" y="785"/>
                </a:cubicBezTo>
                <a:cubicBezTo>
                  <a:pt x="905" y="795"/>
                  <a:pt x="912" y="805"/>
                  <a:pt x="917" y="812"/>
                </a:cubicBezTo>
                <a:cubicBezTo>
                  <a:pt x="921" y="820"/>
                  <a:pt x="923" y="827"/>
                  <a:pt x="923" y="833"/>
                </a:cubicBezTo>
                <a:cubicBezTo>
                  <a:pt x="923" y="838"/>
                  <a:pt x="922" y="843"/>
                  <a:pt x="918" y="851"/>
                </a:cubicBezTo>
                <a:cubicBezTo>
                  <a:pt x="915" y="857"/>
                  <a:pt x="911" y="863"/>
                  <a:pt x="904" y="871"/>
                </a:cubicBezTo>
                <a:cubicBezTo>
                  <a:pt x="892" y="884"/>
                  <a:pt x="873" y="898"/>
                  <a:pt x="848" y="912"/>
                </a:cubicBezTo>
                <a:cubicBezTo>
                  <a:pt x="836" y="919"/>
                  <a:pt x="820" y="925"/>
                  <a:pt x="805" y="932"/>
                </a:cubicBezTo>
                <a:lnTo>
                  <a:pt x="757" y="904"/>
                </a:lnTo>
                <a:lnTo>
                  <a:pt x="727" y="994"/>
                </a:lnTo>
                <a:lnTo>
                  <a:pt x="939" y="1010"/>
                </a:lnTo>
                <a:lnTo>
                  <a:pt x="892" y="982"/>
                </a:lnTo>
                <a:cubicBezTo>
                  <a:pt x="910" y="974"/>
                  <a:pt x="928" y="964"/>
                  <a:pt x="943" y="953"/>
                </a:cubicBezTo>
                <a:cubicBezTo>
                  <a:pt x="960" y="939"/>
                  <a:pt x="975" y="925"/>
                  <a:pt x="986" y="909"/>
                </a:cubicBezTo>
                <a:cubicBezTo>
                  <a:pt x="997" y="892"/>
                  <a:pt x="1003" y="873"/>
                  <a:pt x="1003" y="854"/>
                </a:cubicBezTo>
                <a:cubicBezTo>
                  <a:pt x="1003" y="837"/>
                  <a:pt x="999" y="820"/>
                  <a:pt x="989" y="805"/>
                </a:cubicBezTo>
                <a:close/>
                <a:moveTo>
                  <a:pt x="173" y="920"/>
                </a:moveTo>
                <a:cubicBezTo>
                  <a:pt x="147" y="907"/>
                  <a:pt x="125" y="894"/>
                  <a:pt x="111" y="881"/>
                </a:cubicBezTo>
                <a:cubicBezTo>
                  <a:pt x="99" y="871"/>
                  <a:pt x="93" y="861"/>
                  <a:pt x="88" y="853"/>
                </a:cubicBezTo>
                <a:cubicBezTo>
                  <a:pt x="83" y="845"/>
                  <a:pt x="82" y="839"/>
                  <a:pt x="82" y="833"/>
                </a:cubicBezTo>
                <a:cubicBezTo>
                  <a:pt x="82" y="827"/>
                  <a:pt x="83" y="822"/>
                  <a:pt x="87" y="815"/>
                </a:cubicBezTo>
                <a:cubicBezTo>
                  <a:pt x="89" y="809"/>
                  <a:pt x="94" y="802"/>
                  <a:pt x="101" y="795"/>
                </a:cubicBezTo>
                <a:cubicBezTo>
                  <a:pt x="103" y="791"/>
                  <a:pt x="107" y="788"/>
                  <a:pt x="111" y="785"/>
                </a:cubicBezTo>
                <a:cubicBezTo>
                  <a:pt x="98" y="776"/>
                  <a:pt x="91" y="762"/>
                  <a:pt x="91" y="746"/>
                </a:cubicBezTo>
                <a:lnTo>
                  <a:pt x="91" y="737"/>
                </a:lnTo>
                <a:cubicBezTo>
                  <a:pt x="81" y="743"/>
                  <a:pt x="72" y="749"/>
                  <a:pt x="62" y="756"/>
                </a:cubicBezTo>
                <a:cubicBezTo>
                  <a:pt x="45" y="768"/>
                  <a:pt x="30" y="783"/>
                  <a:pt x="18" y="800"/>
                </a:cubicBezTo>
                <a:cubicBezTo>
                  <a:pt x="7" y="816"/>
                  <a:pt x="0" y="834"/>
                  <a:pt x="0" y="854"/>
                </a:cubicBezTo>
                <a:cubicBezTo>
                  <a:pt x="0" y="871"/>
                  <a:pt x="7" y="888"/>
                  <a:pt x="15" y="903"/>
                </a:cubicBezTo>
                <a:cubicBezTo>
                  <a:pt x="23" y="916"/>
                  <a:pt x="33" y="929"/>
                  <a:pt x="46" y="939"/>
                </a:cubicBezTo>
                <a:cubicBezTo>
                  <a:pt x="67" y="958"/>
                  <a:pt x="94" y="974"/>
                  <a:pt x="126" y="988"/>
                </a:cubicBezTo>
                <a:cubicBezTo>
                  <a:pt x="128" y="989"/>
                  <a:pt x="132" y="990"/>
                  <a:pt x="135" y="992"/>
                </a:cubicBezTo>
                <a:lnTo>
                  <a:pt x="113" y="928"/>
                </a:lnTo>
                <a:lnTo>
                  <a:pt x="173" y="920"/>
                </a:lnTo>
                <a:close/>
                <a:moveTo>
                  <a:pt x="693" y="964"/>
                </a:moveTo>
                <a:cubicBezTo>
                  <a:pt x="637" y="976"/>
                  <a:pt x="572" y="983"/>
                  <a:pt x="502" y="983"/>
                </a:cubicBezTo>
                <a:cubicBezTo>
                  <a:pt x="440" y="983"/>
                  <a:pt x="381" y="978"/>
                  <a:pt x="327" y="968"/>
                </a:cubicBezTo>
                <a:cubicBezTo>
                  <a:pt x="320" y="966"/>
                  <a:pt x="313" y="965"/>
                  <a:pt x="306" y="964"/>
                </a:cubicBezTo>
                <a:lnTo>
                  <a:pt x="335" y="934"/>
                </a:lnTo>
                <a:lnTo>
                  <a:pt x="156" y="950"/>
                </a:lnTo>
                <a:lnTo>
                  <a:pt x="218" y="1054"/>
                </a:lnTo>
                <a:lnTo>
                  <a:pt x="245" y="1025"/>
                </a:lnTo>
                <a:cubicBezTo>
                  <a:pt x="261" y="1029"/>
                  <a:pt x="276" y="1032"/>
                  <a:pt x="293" y="1035"/>
                </a:cubicBezTo>
                <a:cubicBezTo>
                  <a:pt x="357" y="1046"/>
                  <a:pt x="428" y="1051"/>
                  <a:pt x="502" y="1051"/>
                </a:cubicBezTo>
                <a:cubicBezTo>
                  <a:pt x="567" y="1051"/>
                  <a:pt x="630" y="1047"/>
                  <a:pt x="687" y="1039"/>
                </a:cubicBezTo>
                <a:cubicBezTo>
                  <a:pt x="705" y="1036"/>
                  <a:pt x="724" y="1032"/>
                  <a:pt x="742" y="1029"/>
                </a:cubicBezTo>
                <a:lnTo>
                  <a:pt x="678" y="1016"/>
                </a:lnTo>
                <a:lnTo>
                  <a:pt x="693" y="964"/>
                </a:lnTo>
                <a:close/>
                <a:moveTo>
                  <a:pt x="734" y="692"/>
                </a:moveTo>
                <a:lnTo>
                  <a:pt x="688" y="660"/>
                </a:lnTo>
                <a:lnTo>
                  <a:pt x="683" y="669"/>
                </a:lnTo>
                <a:cubicBezTo>
                  <a:pt x="664" y="666"/>
                  <a:pt x="643" y="664"/>
                  <a:pt x="623" y="662"/>
                </a:cubicBezTo>
                <a:lnTo>
                  <a:pt x="623" y="690"/>
                </a:lnTo>
                <a:cubicBezTo>
                  <a:pt x="639" y="692"/>
                  <a:pt x="655" y="694"/>
                  <a:pt x="670" y="697"/>
                </a:cubicBezTo>
                <a:lnTo>
                  <a:pt x="663" y="713"/>
                </a:lnTo>
                <a:lnTo>
                  <a:pt x="734" y="692"/>
                </a:lnTo>
                <a:close/>
                <a:moveTo>
                  <a:pt x="428" y="133"/>
                </a:moveTo>
                <a:cubicBezTo>
                  <a:pt x="438" y="171"/>
                  <a:pt x="464" y="205"/>
                  <a:pt x="504" y="205"/>
                </a:cubicBezTo>
                <a:cubicBezTo>
                  <a:pt x="544" y="205"/>
                  <a:pt x="568" y="170"/>
                  <a:pt x="579" y="132"/>
                </a:cubicBezTo>
                <a:cubicBezTo>
                  <a:pt x="590" y="127"/>
                  <a:pt x="597" y="111"/>
                  <a:pt x="596" y="99"/>
                </a:cubicBezTo>
                <a:cubicBezTo>
                  <a:pt x="595" y="90"/>
                  <a:pt x="591" y="86"/>
                  <a:pt x="584" y="85"/>
                </a:cubicBezTo>
                <a:cubicBezTo>
                  <a:pt x="582" y="37"/>
                  <a:pt x="551" y="0"/>
                  <a:pt x="504" y="0"/>
                </a:cubicBezTo>
                <a:cubicBezTo>
                  <a:pt x="457" y="0"/>
                  <a:pt x="425" y="37"/>
                  <a:pt x="423" y="84"/>
                </a:cubicBezTo>
                <a:cubicBezTo>
                  <a:pt x="415" y="85"/>
                  <a:pt x="410" y="90"/>
                  <a:pt x="409" y="99"/>
                </a:cubicBezTo>
                <a:cubicBezTo>
                  <a:pt x="408" y="112"/>
                  <a:pt x="416" y="129"/>
                  <a:pt x="428" y="133"/>
                </a:cubicBezTo>
                <a:close/>
                <a:moveTo>
                  <a:pt x="315" y="558"/>
                </a:moveTo>
                <a:cubicBezTo>
                  <a:pt x="320" y="579"/>
                  <a:pt x="322" y="597"/>
                  <a:pt x="346" y="599"/>
                </a:cubicBezTo>
                <a:cubicBezTo>
                  <a:pt x="370" y="600"/>
                  <a:pt x="380" y="582"/>
                  <a:pt x="380" y="562"/>
                </a:cubicBezTo>
                <a:cubicBezTo>
                  <a:pt x="380" y="562"/>
                  <a:pt x="373" y="495"/>
                  <a:pt x="376" y="439"/>
                </a:cubicBezTo>
                <a:cubicBezTo>
                  <a:pt x="378" y="394"/>
                  <a:pt x="391" y="331"/>
                  <a:pt x="397" y="328"/>
                </a:cubicBezTo>
                <a:cubicBezTo>
                  <a:pt x="397" y="328"/>
                  <a:pt x="397" y="328"/>
                  <a:pt x="397" y="328"/>
                </a:cubicBezTo>
                <a:lnTo>
                  <a:pt x="397" y="540"/>
                </a:lnTo>
                <a:cubicBezTo>
                  <a:pt x="397" y="549"/>
                  <a:pt x="397" y="557"/>
                  <a:pt x="399" y="564"/>
                </a:cubicBezTo>
                <a:lnTo>
                  <a:pt x="399" y="902"/>
                </a:lnTo>
                <a:cubicBezTo>
                  <a:pt x="399" y="928"/>
                  <a:pt x="420" y="948"/>
                  <a:pt x="445" y="948"/>
                </a:cubicBezTo>
                <a:cubicBezTo>
                  <a:pt x="445" y="948"/>
                  <a:pt x="445" y="948"/>
                  <a:pt x="445" y="948"/>
                </a:cubicBezTo>
                <a:cubicBezTo>
                  <a:pt x="445" y="948"/>
                  <a:pt x="445" y="948"/>
                  <a:pt x="445" y="948"/>
                </a:cubicBezTo>
                <a:cubicBezTo>
                  <a:pt x="470" y="948"/>
                  <a:pt x="491" y="928"/>
                  <a:pt x="491" y="902"/>
                </a:cubicBezTo>
                <a:lnTo>
                  <a:pt x="491" y="600"/>
                </a:lnTo>
                <a:lnTo>
                  <a:pt x="514" y="600"/>
                </a:lnTo>
                <a:lnTo>
                  <a:pt x="514" y="902"/>
                </a:lnTo>
                <a:cubicBezTo>
                  <a:pt x="514" y="928"/>
                  <a:pt x="534" y="948"/>
                  <a:pt x="560" y="948"/>
                </a:cubicBezTo>
                <a:cubicBezTo>
                  <a:pt x="560" y="948"/>
                  <a:pt x="560" y="948"/>
                  <a:pt x="560" y="948"/>
                </a:cubicBezTo>
                <a:cubicBezTo>
                  <a:pt x="560" y="948"/>
                  <a:pt x="560" y="948"/>
                  <a:pt x="560" y="948"/>
                </a:cubicBezTo>
                <a:cubicBezTo>
                  <a:pt x="585" y="948"/>
                  <a:pt x="606" y="928"/>
                  <a:pt x="606" y="902"/>
                </a:cubicBezTo>
                <a:lnTo>
                  <a:pt x="606" y="564"/>
                </a:lnTo>
                <a:cubicBezTo>
                  <a:pt x="608" y="557"/>
                  <a:pt x="608" y="549"/>
                  <a:pt x="608" y="540"/>
                </a:cubicBezTo>
                <a:lnTo>
                  <a:pt x="608" y="328"/>
                </a:lnTo>
                <a:cubicBezTo>
                  <a:pt x="608" y="328"/>
                  <a:pt x="608" y="328"/>
                  <a:pt x="608" y="328"/>
                </a:cubicBezTo>
                <a:cubicBezTo>
                  <a:pt x="614" y="331"/>
                  <a:pt x="627" y="394"/>
                  <a:pt x="629" y="439"/>
                </a:cubicBezTo>
                <a:cubicBezTo>
                  <a:pt x="632" y="495"/>
                  <a:pt x="625" y="562"/>
                  <a:pt x="625" y="562"/>
                </a:cubicBezTo>
                <a:cubicBezTo>
                  <a:pt x="625" y="582"/>
                  <a:pt x="635" y="600"/>
                  <a:pt x="659" y="599"/>
                </a:cubicBezTo>
                <a:cubicBezTo>
                  <a:pt x="683" y="597"/>
                  <a:pt x="685" y="579"/>
                  <a:pt x="690" y="558"/>
                </a:cubicBezTo>
                <a:cubicBezTo>
                  <a:pt x="690" y="558"/>
                  <a:pt x="698" y="477"/>
                  <a:pt x="695" y="436"/>
                </a:cubicBezTo>
                <a:cubicBezTo>
                  <a:pt x="685" y="302"/>
                  <a:pt x="654" y="259"/>
                  <a:pt x="646" y="251"/>
                </a:cubicBezTo>
                <a:cubicBezTo>
                  <a:pt x="628" y="241"/>
                  <a:pt x="597" y="230"/>
                  <a:pt x="576" y="224"/>
                </a:cubicBezTo>
                <a:cubicBezTo>
                  <a:pt x="570" y="219"/>
                  <a:pt x="563" y="218"/>
                  <a:pt x="556" y="216"/>
                </a:cubicBezTo>
                <a:cubicBezTo>
                  <a:pt x="556" y="216"/>
                  <a:pt x="556" y="216"/>
                  <a:pt x="556" y="216"/>
                </a:cubicBezTo>
                <a:cubicBezTo>
                  <a:pt x="556" y="216"/>
                  <a:pt x="556" y="216"/>
                  <a:pt x="556" y="216"/>
                </a:cubicBezTo>
                <a:cubicBezTo>
                  <a:pt x="554" y="233"/>
                  <a:pt x="548" y="274"/>
                  <a:pt x="524" y="324"/>
                </a:cubicBezTo>
                <a:cubicBezTo>
                  <a:pt x="520" y="292"/>
                  <a:pt x="514" y="262"/>
                  <a:pt x="513" y="259"/>
                </a:cubicBezTo>
                <a:lnTo>
                  <a:pt x="522" y="238"/>
                </a:lnTo>
                <a:lnTo>
                  <a:pt x="508" y="224"/>
                </a:lnTo>
                <a:lnTo>
                  <a:pt x="507" y="224"/>
                </a:lnTo>
                <a:lnTo>
                  <a:pt x="497" y="224"/>
                </a:lnTo>
                <a:lnTo>
                  <a:pt x="497" y="224"/>
                </a:lnTo>
                <a:lnTo>
                  <a:pt x="483" y="238"/>
                </a:lnTo>
                <a:lnTo>
                  <a:pt x="492" y="259"/>
                </a:lnTo>
                <a:cubicBezTo>
                  <a:pt x="491" y="262"/>
                  <a:pt x="485" y="292"/>
                  <a:pt x="481" y="324"/>
                </a:cubicBezTo>
                <a:cubicBezTo>
                  <a:pt x="457" y="274"/>
                  <a:pt x="451" y="233"/>
                  <a:pt x="449" y="216"/>
                </a:cubicBezTo>
                <a:cubicBezTo>
                  <a:pt x="449" y="216"/>
                  <a:pt x="449" y="216"/>
                  <a:pt x="449" y="216"/>
                </a:cubicBezTo>
                <a:cubicBezTo>
                  <a:pt x="449" y="216"/>
                  <a:pt x="449" y="216"/>
                  <a:pt x="449" y="216"/>
                </a:cubicBezTo>
                <a:cubicBezTo>
                  <a:pt x="442" y="218"/>
                  <a:pt x="435" y="219"/>
                  <a:pt x="429" y="224"/>
                </a:cubicBezTo>
                <a:cubicBezTo>
                  <a:pt x="408" y="230"/>
                  <a:pt x="377" y="241"/>
                  <a:pt x="359" y="251"/>
                </a:cubicBezTo>
                <a:cubicBezTo>
                  <a:pt x="351" y="259"/>
                  <a:pt x="320" y="302"/>
                  <a:pt x="310" y="436"/>
                </a:cubicBezTo>
                <a:cubicBezTo>
                  <a:pt x="306" y="477"/>
                  <a:pt x="315" y="558"/>
                  <a:pt x="315" y="558"/>
                </a:cubicBezTo>
                <a:close/>
                <a:moveTo>
                  <a:pt x="711" y="519"/>
                </a:moveTo>
                <a:cubicBezTo>
                  <a:pt x="725" y="517"/>
                  <a:pt x="732" y="505"/>
                  <a:pt x="732" y="491"/>
                </a:cubicBezTo>
                <a:cubicBezTo>
                  <a:pt x="732" y="491"/>
                  <a:pt x="726" y="442"/>
                  <a:pt x="729" y="399"/>
                </a:cubicBezTo>
                <a:cubicBezTo>
                  <a:pt x="730" y="365"/>
                  <a:pt x="739" y="317"/>
                  <a:pt x="745" y="316"/>
                </a:cubicBezTo>
                <a:cubicBezTo>
                  <a:pt x="745" y="316"/>
                  <a:pt x="745" y="316"/>
                  <a:pt x="745" y="316"/>
                </a:cubicBezTo>
                <a:lnTo>
                  <a:pt x="745" y="475"/>
                </a:lnTo>
                <a:cubicBezTo>
                  <a:pt x="745" y="481"/>
                  <a:pt x="745" y="487"/>
                  <a:pt x="746" y="493"/>
                </a:cubicBezTo>
                <a:lnTo>
                  <a:pt x="746" y="746"/>
                </a:lnTo>
                <a:cubicBezTo>
                  <a:pt x="746" y="766"/>
                  <a:pt x="762" y="780"/>
                  <a:pt x="781" y="780"/>
                </a:cubicBezTo>
                <a:cubicBezTo>
                  <a:pt x="781" y="780"/>
                  <a:pt x="781" y="780"/>
                  <a:pt x="781" y="780"/>
                </a:cubicBezTo>
                <a:cubicBezTo>
                  <a:pt x="781" y="780"/>
                  <a:pt x="781" y="780"/>
                  <a:pt x="781" y="780"/>
                </a:cubicBezTo>
                <a:cubicBezTo>
                  <a:pt x="800" y="780"/>
                  <a:pt x="815" y="766"/>
                  <a:pt x="815" y="746"/>
                </a:cubicBezTo>
                <a:lnTo>
                  <a:pt x="815" y="519"/>
                </a:lnTo>
                <a:lnTo>
                  <a:pt x="832" y="519"/>
                </a:lnTo>
                <a:lnTo>
                  <a:pt x="832" y="746"/>
                </a:lnTo>
                <a:cubicBezTo>
                  <a:pt x="832" y="766"/>
                  <a:pt x="847" y="780"/>
                  <a:pt x="866" y="780"/>
                </a:cubicBezTo>
                <a:lnTo>
                  <a:pt x="866" y="780"/>
                </a:lnTo>
                <a:cubicBezTo>
                  <a:pt x="866" y="780"/>
                  <a:pt x="866" y="780"/>
                  <a:pt x="866" y="780"/>
                </a:cubicBezTo>
                <a:cubicBezTo>
                  <a:pt x="886" y="780"/>
                  <a:pt x="901" y="766"/>
                  <a:pt x="901" y="746"/>
                </a:cubicBezTo>
                <a:lnTo>
                  <a:pt x="901" y="493"/>
                </a:lnTo>
                <a:cubicBezTo>
                  <a:pt x="902" y="487"/>
                  <a:pt x="902" y="481"/>
                  <a:pt x="902" y="475"/>
                </a:cubicBezTo>
                <a:lnTo>
                  <a:pt x="902" y="316"/>
                </a:lnTo>
                <a:cubicBezTo>
                  <a:pt x="902" y="316"/>
                  <a:pt x="902" y="316"/>
                  <a:pt x="902" y="316"/>
                </a:cubicBezTo>
                <a:cubicBezTo>
                  <a:pt x="907" y="317"/>
                  <a:pt x="917" y="365"/>
                  <a:pt x="918" y="399"/>
                </a:cubicBezTo>
                <a:cubicBezTo>
                  <a:pt x="921" y="442"/>
                  <a:pt x="915" y="491"/>
                  <a:pt x="915" y="491"/>
                </a:cubicBezTo>
                <a:cubicBezTo>
                  <a:pt x="915" y="506"/>
                  <a:pt x="923" y="519"/>
                  <a:pt x="941" y="519"/>
                </a:cubicBezTo>
                <a:cubicBezTo>
                  <a:pt x="959" y="518"/>
                  <a:pt x="961" y="505"/>
                  <a:pt x="964" y="488"/>
                </a:cubicBezTo>
                <a:cubicBezTo>
                  <a:pt x="964" y="488"/>
                  <a:pt x="970" y="428"/>
                  <a:pt x="969" y="396"/>
                </a:cubicBezTo>
                <a:cubicBezTo>
                  <a:pt x="961" y="296"/>
                  <a:pt x="938" y="264"/>
                  <a:pt x="931" y="258"/>
                </a:cubicBezTo>
                <a:cubicBezTo>
                  <a:pt x="918" y="250"/>
                  <a:pt x="895" y="242"/>
                  <a:pt x="879" y="237"/>
                </a:cubicBezTo>
                <a:cubicBezTo>
                  <a:pt x="874" y="235"/>
                  <a:pt x="869" y="233"/>
                  <a:pt x="863" y="231"/>
                </a:cubicBezTo>
                <a:lnTo>
                  <a:pt x="863" y="231"/>
                </a:lnTo>
                <a:cubicBezTo>
                  <a:pt x="863" y="231"/>
                  <a:pt x="863" y="231"/>
                  <a:pt x="863" y="231"/>
                </a:cubicBezTo>
                <a:cubicBezTo>
                  <a:pt x="862" y="244"/>
                  <a:pt x="857" y="275"/>
                  <a:pt x="839" y="312"/>
                </a:cubicBezTo>
                <a:cubicBezTo>
                  <a:pt x="836" y="287"/>
                  <a:pt x="832" y="265"/>
                  <a:pt x="832" y="263"/>
                </a:cubicBezTo>
                <a:lnTo>
                  <a:pt x="838" y="248"/>
                </a:lnTo>
                <a:lnTo>
                  <a:pt x="827" y="238"/>
                </a:lnTo>
                <a:lnTo>
                  <a:pt x="827" y="238"/>
                </a:lnTo>
                <a:lnTo>
                  <a:pt x="820" y="238"/>
                </a:lnTo>
                <a:lnTo>
                  <a:pt x="820" y="238"/>
                </a:lnTo>
                <a:lnTo>
                  <a:pt x="809" y="248"/>
                </a:lnTo>
                <a:lnTo>
                  <a:pt x="815" y="263"/>
                </a:lnTo>
                <a:cubicBezTo>
                  <a:pt x="815" y="265"/>
                  <a:pt x="811" y="287"/>
                  <a:pt x="808" y="312"/>
                </a:cubicBezTo>
                <a:cubicBezTo>
                  <a:pt x="790" y="275"/>
                  <a:pt x="785" y="244"/>
                  <a:pt x="784" y="231"/>
                </a:cubicBezTo>
                <a:cubicBezTo>
                  <a:pt x="784" y="231"/>
                  <a:pt x="784" y="231"/>
                  <a:pt x="784" y="231"/>
                </a:cubicBezTo>
                <a:lnTo>
                  <a:pt x="784" y="231"/>
                </a:lnTo>
                <a:cubicBezTo>
                  <a:pt x="778" y="233"/>
                  <a:pt x="773" y="235"/>
                  <a:pt x="769" y="237"/>
                </a:cubicBezTo>
                <a:cubicBezTo>
                  <a:pt x="752" y="242"/>
                  <a:pt x="729" y="250"/>
                  <a:pt x="716" y="258"/>
                </a:cubicBezTo>
                <a:cubicBezTo>
                  <a:pt x="712" y="262"/>
                  <a:pt x="702" y="275"/>
                  <a:pt x="693" y="310"/>
                </a:cubicBezTo>
                <a:cubicBezTo>
                  <a:pt x="701" y="339"/>
                  <a:pt x="709" y="379"/>
                  <a:pt x="713" y="434"/>
                </a:cubicBezTo>
                <a:cubicBezTo>
                  <a:pt x="714" y="457"/>
                  <a:pt x="713" y="491"/>
                  <a:pt x="711" y="519"/>
                </a:cubicBezTo>
                <a:close/>
                <a:moveTo>
                  <a:pt x="63" y="519"/>
                </a:moveTo>
                <a:cubicBezTo>
                  <a:pt x="82" y="519"/>
                  <a:pt x="89" y="506"/>
                  <a:pt x="89" y="491"/>
                </a:cubicBezTo>
                <a:cubicBezTo>
                  <a:pt x="89" y="491"/>
                  <a:pt x="84" y="442"/>
                  <a:pt x="87" y="399"/>
                </a:cubicBezTo>
                <a:cubicBezTo>
                  <a:pt x="88" y="365"/>
                  <a:pt x="98" y="317"/>
                  <a:pt x="102" y="316"/>
                </a:cubicBezTo>
                <a:cubicBezTo>
                  <a:pt x="102" y="316"/>
                  <a:pt x="102" y="316"/>
                  <a:pt x="102" y="316"/>
                </a:cubicBezTo>
                <a:lnTo>
                  <a:pt x="102" y="475"/>
                </a:lnTo>
                <a:cubicBezTo>
                  <a:pt x="102" y="481"/>
                  <a:pt x="103" y="487"/>
                  <a:pt x="104" y="493"/>
                </a:cubicBezTo>
                <a:lnTo>
                  <a:pt x="104" y="746"/>
                </a:lnTo>
                <a:cubicBezTo>
                  <a:pt x="104" y="766"/>
                  <a:pt x="119" y="780"/>
                  <a:pt x="139" y="780"/>
                </a:cubicBezTo>
                <a:cubicBezTo>
                  <a:pt x="139" y="780"/>
                  <a:pt x="139" y="780"/>
                  <a:pt x="139" y="780"/>
                </a:cubicBezTo>
                <a:lnTo>
                  <a:pt x="139" y="780"/>
                </a:lnTo>
                <a:cubicBezTo>
                  <a:pt x="158" y="780"/>
                  <a:pt x="173" y="766"/>
                  <a:pt x="173" y="746"/>
                </a:cubicBezTo>
                <a:lnTo>
                  <a:pt x="173" y="519"/>
                </a:lnTo>
                <a:lnTo>
                  <a:pt x="190" y="519"/>
                </a:lnTo>
                <a:lnTo>
                  <a:pt x="190" y="746"/>
                </a:lnTo>
                <a:cubicBezTo>
                  <a:pt x="190" y="766"/>
                  <a:pt x="205" y="780"/>
                  <a:pt x="224" y="780"/>
                </a:cubicBezTo>
                <a:cubicBezTo>
                  <a:pt x="224" y="780"/>
                  <a:pt x="224" y="780"/>
                  <a:pt x="224" y="780"/>
                </a:cubicBezTo>
                <a:lnTo>
                  <a:pt x="224" y="780"/>
                </a:lnTo>
                <a:cubicBezTo>
                  <a:pt x="243" y="780"/>
                  <a:pt x="259" y="766"/>
                  <a:pt x="259" y="746"/>
                </a:cubicBezTo>
                <a:lnTo>
                  <a:pt x="259" y="493"/>
                </a:lnTo>
                <a:cubicBezTo>
                  <a:pt x="260" y="487"/>
                  <a:pt x="260" y="481"/>
                  <a:pt x="260" y="475"/>
                </a:cubicBezTo>
                <a:lnTo>
                  <a:pt x="260" y="316"/>
                </a:lnTo>
                <a:cubicBezTo>
                  <a:pt x="260" y="316"/>
                  <a:pt x="260" y="316"/>
                  <a:pt x="260" y="316"/>
                </a:cubicBezTo>
                <a:cubicBezTo>
                  <a:pt x="265" y="317"/>
                  <a:pt x="275" y="365"/>
                  <a:pt x="276" y="399"/>
                </a:cubicBezTo>
                <a:cubicBezTo>
                  <a:pt x="278" y="442"/>
                  <a:pt x="273" y="491"/>
                  <a:pt x="273" y="491"/>
                </a:cubicBezTo>
                <a:cubicBezTo>
                  <a:pt x="273" y="505"/>
                  <a:pt x="279" y="517"/>
                  <a:pt x="294" y="519"/>
                </a:cubicBezTo>
                <a:cubicBezTo>
                  <a:pt x="292" y="491"/>
                  <a:pt x="291" y="457"/>
                  <a:pt x="292" y="435"/>
                </a:cubicBezTo>
                <a:cubicBezTo>
                  <a:pt x="296" y="379"/>
                  <a:pt x="304" y="339"/>
                  <a:pt x="312" y="310"/>
                </a:cubicBezTo>
                <a:cubicBezTo>
                  <a:pt x="303" y="275"/>
                  <a:pt x="293" y="262"/>
                  <a:pt x="289" y="258"/>
                </a:cubicBezTo>
                <a:cubicBezTo>
                  <a:pt x="276" y="250"/>
                  <a:pt x="253" y="242"/>
                  <a:pt x="236" y="237"/>
                </a:cubicBezTo>
                <a:cubicBezTo>
                  <a:pt x="232" y="235"/>
                  <a:pt x="227" y="233"/>
                  <a:pt x="221" y="231"/>
                </a:cubicBezTo>
                <a:lnTo>
                  <a:pt x="221" y="231"/>
                </a:lnTo>
                <a:cubicBezTo>
                  <a:pt x="221" y="231"/>
                  <a:pt x="221" y="231"/>
                  <a:pt x="221" y="231"/>
                </a:cubicBezTo>
                <a:cubicBezTo>
                  <a:pt x="221" y="244"/>
                  <a:pt x="215" y="275"/>
                  <a:pt x="197" y="312"/>
                </a:cubicBezTo>
                <a:cubicBezTo>
                  <a:pt x="195" y="287"/>
                  <a:pt x="190" y="265"/>
                  <a:pt x="190" y="263"/>
                </a:cubicBezTo>
                <a:lnTo>
                  <a:pt x="196" y="248"/>
                </a:lnTo>
                <a:lnTo>
                  <a:pt x="185" y="238"/>
                </a:lnTo>
                <a:lnTo>
                  <a:pt x="185" y="238"/>
                </a:lnTo>
                <a:lnTo>
                  <a:pt x="178" y="238"/>
                </a:lnTo>
                <a:lnTo>
                  <a:pt x="178" y="238"/>
                </a:lnTo>
                <a:lnTo>
                  <a:pt x="167" y="248"/>
                </a:lnTo>
                <a:lnTo>
                  <a:pt x="174" y="263"/>
                </a:lnTo>
                <a:cubicBezTo>
                  <a:pt x="173" y="265"/>
                  <a:pt x="169" y="287"/>
                  <a:pt x="165" y="312"/>
                </a:cubicBezTo>
                <a:cubicBezTo>
                  <a:pt x="147" y="275"/>
                  <a:pt x="143" y="244"/>
                  <a:pt x="141" y="231"/>
                </a:cubicBezTo>
                <a:cubicBezTo>
                  <a:pt x="141" y="231"/>
                  <a:pt x="141" y="231"/>
                  <a:pt x="141" y="231"/>
                </a:cubicBezTo>
                <a:lnTo>
                  <a:pt x="141" y="231"/>
                </a:lnTo>
                <a:cubicBezTo>
                  <a:pt x="136" y="233"/>
                  <a:pt x="131" y="235"/>
                  <a:pt x="126" y="237"/>
                </a:cubicBezTo>
                <a:cubicBezTo>
                  <a:pt x="110" y="242"/>
                  <a:pt x="87" y="250"/>
                  <a:pt x="73" y="258"/>
                </a:cubicBezTo>
                <a:cubicBezTo>
                  <a:pt x="67" y="264"/>
                  <a:pt x="44" y="296"/>
                  <a:pt x="36" y="396"/>
                </a:cubicBezTo>
                <a:cubicBezTo>
                  <a:pt x="35" y="428"/>
                  <a:pt x="41" y="488"/>
                  <a:pt x="41" y="488"/>
                </a:cubicBezTo>
                <a:cubicBezTo>
                  <a:pt x="44" y="505"/>
                  <a:pt x="46" y="518"/>
                  <a:pt x="63" y="519"/>
                </a:cubicBezTo>
                <a:close/>
                <a:moveTo>
                  <a:pt x="768" y="169"/>
                </a:moveTo>
                <a:cubicBezTo>
                  <a:pt x="775" y="197"/>
                  <a:pt x="795" y="223"/>
                  <a:pt x="825" y="223"/>
                </a:cubicBezTo>
                <a:cubicBezTo>
                  <a:pt x="855" y="223"/>
                  <a:pt x="873" y="197"/>
                  <a:pt x="881" y="168"/>
                </a:cubicBezTo>
                <a:cubicBezTo>
                  <a:pt x="889" y="165"/>
                  <a:pt x="895" y="153"/>
                  <a:pt x="893" y="143"/>
                </a:cubicBezTo>
                <a:cubicBezTo>
                  <a:pt x="892" y="137"/>
                  <a:pt x="890" y="134"/>
                  <a:pt x="885" y="133"/>
                </a:cubicBezTo>
                <a:cubicBezTo>
                  <a:pt x="883" y="97"/>
                  <a:pt x="860" y="70"/>
                  <a:pt x="825" y="70"/>
                </a:cubicBezTo>
                <a:cubicBezTo>
                  <a:pt x="790" y="70"/>
                  <a:pt x="765" y="97"/>
                  <a:pt x="764" y="132"/>
                </a:cubicBezTo>
                <a:cubicBezTo>
                  <a:pt x="759" y="134"/>
                  <a:pt x="755" y="137"/>
                  <a:pt x="754" y="143"/>
                </a:cubicBezTo>
                <a:cubicBezTo>
                  <a:pt x="752" y="153"/>
                  <a:pt x="759" y="167"/>
                  <a:pt x="768" y="169"/>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70" name="Freeform 124"/>
          <p:cNvSpPr>
            <a:spLocks noChangeAspect="1" noEditPoints="1"/>
          </p:cNvSpPr>
          <p:nvPr/>
        </p:nvSpPr>
        <p:spPr bwMode="auto">
          <a:xfrm>
            <a:off x="8088617" y="2247390"/>
            <a:ext cx="400050" cy="317500"/>
          </a:xfrm>
          <a:custGeom>
            <a:avLst/>
            <a:gdLst>
              <a:gd name="T0" fmla="*/ 377 w 1101"/>
              <a:gd name="T1" fmla="*/ 858 h 877"/>
              <a:gd name="T2" fmla="*/ 397 w 1101"/>
              <a:gd name="T3" fmla="*/ 866 h 877"/>
              <a:gd name="T4" fmla="*/ 566 w 1101"/>
              <a:gd name="T5" fmla="*/ 716 h 877"/>
              <a:gd name="T6" fmla="*/ 377 w 1101"/>
              <a:gd name="T7" fmla="*/ 620 h 877"/>
              <a:gd name="T8" fmla="*/ 377 w 1101"/>
              <a:gd name="T9" fmla="*/ 858 h 877"/>
              <a:gd name="T10" fmla="*/ 1066 w 1101"/>
              <a:gd name="T11" fmla="*/ 8 h 877"/>
              <a:gd name="T12" fmla="*/ 21 w 1101"/>
              <a:gd name="T13" fmla="*/ 371 h 877"/>
              <a:gd name="T14" fmla="*/ 20 w 1101"/>
              <a:gd name="T15" fmla="*/ 400 h 877"/>
              <a:gd name="T16" fmla="*/ 245 w 1101"/>
              <a:gd name="T17" fmla="*/ 489 h 877"/>
              <a:gd name="T18" fmla="*/ 245 w 1101"/>
              <a:gd name="T19" fmla="*/ 489 h 877"/>
              <a:gd name="T20" fmla="*/ 379 w 1101"/>
              <a:gd name="T21" fmla="*/ 542 h 877"/>
              <a:gd name="T22" fmla="*/ 1029 w 1101"/>
              <a:gd name="T23" fmla="*/ 70 h 877"/>
              <a:gd name="T24" fmla="*/ 1042 w 1101"/>
              <a:gd name="T25" fmla="*/ 81 h 877"/>
              <a:gd name="T26" fmla="*/ 575 w 1101"/>
              <a:gd name="T27" fmla="*/ 581 h 877"/>
              <a:gd name="T28" fmla="*/ 575 w 1101"/>
              <a:gd name="T29" fmla="*/ 581 h 877"/>
              <a:gd name="T30" fmla="*/ 549 w 1101"/>
              <a:gd name="T31" fmla="*/ 610 h 877"/>
              <a:gd name="T32" fmla="*/ 584 w 1101"/>
              <a:gd name="T33" fmla="*/ 629 h 877"/>
              <a:gd name="T34" fmla="*/ 879 w 1101"/>
              <a:gd name="T35" fmla="*/ 785 h 877"/>
              <a:gd name="T36" fmla="*/ 924 w 1101"/>
              <a:gd name="T37" fmla="*/ 766 h 877"/>
              <a:gd name="T38" fmla="*/ 1095 w 1101"/>
              <a:gd name="T39" fmla="*/ 33 h 877"/>
              <a:gd name="T40" fmla="*/ 1066 w 1101"/>
              <a:gd name="T41" fmla="*/ 8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01" h="877">
                <a:moveTo>
                  <a:pt x="377" y="858"/>
                </a:moveTo>
                <a:cubicBezTo>
                  <a:pt x="377" y="872"/>
                  <a:pt x="385" y="877"/>
                  <a:pt x="397" y="866"/>
                </a:cubicBezTo>
                <a:cubicBezTo>
                  <a:pt x="412" y="852"/>
                  <a:pt x="566" y="716"/>
                  <a:pt x="566" y="716"/>
                </a:cubicBezTo>
                <a:lnTo>
                  <a:pt x="377" y="620"/>
                </a:lnTo>
                <a:lnTo>
                  <a:pt x="377" y="858"/>
                </a:lnTo>
                <a:close/>
                <a:moveTo>
                  <a:pt x="1066" y="8"/>
                </a:moveTo>
                <a:cubicBezTo>
                  <a:pt x="1046" y="15"/>
                  <a:pt x="41" y="365"/>
                  <a:pt x="21" y="371"/>
                </a:cubicBezTo>
                <a:cubicBezTo>
                  <a:pt x="4" y="378"/>
                  <a:pt x="0" y="392"/>
                  <a:pt x="20" y="400"/>
                </a:cubicBezTo>
                <a:cubicBezTo>
                  <a:pt x="44" y="409"/>
                  <a:pt x="245" y="489"/>
                  <a:pt x="245" y="489"/>
                </a:cubicBezTo>
                <a:lnTo>
                  <a:pt x="245" y="489"/>
                </a:lnTo>
                <a:lnTo>
                  <a:pt x="379" y="542"/>
                </a:lnTo>
                <a:cubicBezTo>
                  <a:pt x="379" y="542"/>
                  <a:pt x="1020" y="76"/>
                  <a:pt x="1029" y="70"/>
                </a:cubicBezTo>
                <a:cubicBezTo>
                  <a:pt x="1038" y="63"/>
                  <a:pt x="1048" y="75"/>
                  <a:pt x="1042" y="81"/>
                </a:cubicBezTo>
                <a:cubicBezTo>
                  <a:pt x="1035" y="89"/>
                  <a:pt x="575" y="581"/>
                  <a:pt x="575" y="581"/>
                </a:cubicBezTo>
                <a:cubicBezTo>
                  <a:pt x="575" y="581"/>
                  <a:pt x="575" y="581"/>
                  <a:pt x="575" y="581"/>
                </a:cubicBezTo>
                <a:lnTo>
                  <a:pt x="549" y="610"/>
                </a:lnTo>
                <a:lnTo>
                  <a:pt x="584" y="629"/>
                </a:lnTo>
                <a:cubicBezTo>
                  <a:pt x="584" y="629"/>
                  <a:pt x="859" y="775"/>
                  <a:pt x="879" y="785"/>
                </a:cubicBezTo>
                <a:cubicBezTo>
                  <a:pt x="896" y="795"/>
                  <a:pt x="918" y="787"/>
                  <a:pt x="924" y="766"/>
                </a:cubicBezTo>
                <a:cubicBezTo>
                  <a:pt x="929" y="741"/>
                  <a:pt x="1092" y="48"/>
                  <a:pt x="1095" y="33"/>
                </a:cubicBezTo>
                <a:cubicBezTo>
                  <a:pt x="1101" y="12"/>
                  <a:pt x="1087" y="0"/>
                  <a:pt x="1066" y="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71" name="Freeform 154"/>
          <p:cNvSpPr>
            <a:spLocks noChangeAspect="1" noEditPoints="1"/>
          </p:cNvSpPr>
          <p:nvPr/>
        </p:nvSpPr>
        <p:spPr bwMode="auto">
          <a:xfrm>
            <a:off x="4621476" y="4803002"/>
            <a:ext cx="324702" cy="322927"/>
          </a:xfrm>
          <a:custGeom>
            <a:avLst/>
            <a:gdLst>
              <a:gd name="T0" fmla="*/ 48 w 800"/>
              <a:gd name="T1" fmla="*/ 0 h 800"/>
              <a:gd name="T2" fmla="*/ 313 w 800"/>
              <a:gd name="T3" fmla="*/ 0 h 800"/>
              <a:gd name="T4" fmla="*/ 359 w 800"/>
              <a:gd name="T5" fmla="*/ 48 h 800"/>
              <a:gd name="T6" fmla="*/ 359 w 800"/>
              <a:gd name="T7" fmla="*/ 313 h 800"/>
              <a:gd name="T8" fmla="*/ 313 w 800"/>
              <a:gd name="T9" fmla="*/ 359 h 800"/>
              <a:gd name="T10" fmla="*/ 48 w 800"/>
              <a:gd name="T11" fmla="*/ 359 h 800"/>
              <a:gd name="T12" fmla="*/ 0 w 800"/>
              <a:gd name="T13" fmla="*/ 313 h 800"/>
              <a:gd name="T14" fmla="*/ 0 w 800"/>
              <a:gd name="T15" fmla="*/ 48 h 800"/>
              <a:gd name="T16" fmla="*/ 48 w 800"/>
              <a:gd name="T17" fmla="*/ 0 h 800"/>
              <a:gd name="T18" fmla="*/ 490 w 800"/>
              <a:gd name="T19" fmla="*/ 443 h 800"/>
              <a:gd name="T20" fmla="*/ 754 w 800"/>
              <a:gd name="T21" fmla="*/ 443 h 800"/>
              <a:gd name="T22" fmla="*/ 800 w 800"/>
              <a:gd name="T23" fmla="*/ 490 h 800"/>
              <a:gd name="T24" fmla="*/ 800 w 800"/>
              <a:gd name="T25" fmla="*/ 754 h 800"/>
              <a:gd name="T26" fmla="*/ 754 w 800"/>
              <a:gd name="T27" fmla="*/ 800 h 800"/>
              <a:gd name="T28" fmla="*/ 490 w 800"/>
              <a:gd name="T29" fmla="*/ 800 h 800"/>
              <a:gd name="T30" fmla="*/ 443 w 800"/>
              <a:gd name="T31" fmla="*/ 754 h 800"/>
              <a:gd name="T32" fmla="*/ 443 w 800"/>
              <a:gd name="T33" fmla="*/ 490 h 800"/>
              <a:gd name="T34" fmla="*/ 490 w 800"/>
              <a:gd name="T35" fmla="*/ 443 h 800"/>
              <a:gd name="T36" fmla="*/ 48 w 800"/>
              <a:gd name="T37" fmla="*/ 443 h 800"/>
              <a:gd name="T38" fmla="*/ 313 w 800"/>
              <a:gd name="T39" fmla="*/ 443 h 800"/>
              <a:gd name="T40" fmla="*/ 359 w 800"/>
              <a:gd name="T41" fmla="*/ 490 h 800"/>
              <a:gd name="T42" fmla="*/ 359 w 800"/>
              <a:gd name="T43" fmla="*/ 754 h 800"/>
              <a:gd name="T44" fmla="*/ 313 w 800"/>
              <a:gd name="T45" fmla="*/ 800 h 800"/>
              <a:gd name="T46" fmla="*/ 48 w 800"/>
              <a:gd name="T47" fmla="*/ 800 h 800"/>
              <a:gd name="T48" fmla="*/ 0 w 800"/>
              <a:gd name="T49" fmla="*/ 754 h 800"/>
              <a:gd name="T50" fmla="*/ 0 w 800"/>
              <a:gd name="T51" fmla="*/ 490 h 800"/>
              <a:gd name="T52" fmla="*/ 48 w 800"/>
              <a:gd name="T53" fmla="*/ 443 h 800"/>
              <a:gd name="T54" fmla="*/ 490 w 800"/>
              <a:gd name="T55" fmla="*/ 0 h 800"/>
              <a:gd name="T56" fmla="*/ 754 w 800"/>
              <a:gd name="T57" fmla="*/ 0 h 800"/>
              <a:gd name="T58" fmla="*/ 800 w 800"/>
              <a:gd name="T59" fmla="*/ 48 h 800"/>
              <a:gd name="T60" fmla="*/ 800 w 800"/>
              <a:gd name="T61" fmla="*/ 313 h 800"/>
              <a:gd name="T62" fmla="*/ 754 w 800"/>
              <a:gd name="T63" fmla="*/ 359 h 800"/>
              <a:gd name="T64" fmla="*/ 490 w 800"/>
              <a:gd name="T65" fmla="*/ 359 h 800"/>
              <a:gd name="T66" fmla="*/ 443 w 800"/>
              <a:gd name="T67" fmla="*/ 313 h 800"/>
              <a:gd name="T68" fmla="*/ 443 w 800"/>
              <a:gd name="T69" fmla="*/ 48 h 800"/>
              <a:gd name="T70" fmla="*/ 490 w 800"/>
              <a:gd name="T71" fmla="*/ 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0" h="800">
                <a:moveTo>
                  <a:pt x="48" y="0"/>
                </a:moveTo>
                <a:lnTo>
                  <a:pt x="313" y="0"/>
                </a:lnTo>
                <a:cubicBezTo>
                  <a:pt x="338" y="0"/>
                  <a:pt x="359" y="23"/>
                  <a:pt x="359" y="48"/>
                </a:cubicBezTo>
                <a:lnTo>
                  <a:pt x="359" y="313"/>
                </a:lnTo>
                <a:cubicBezTo>
                  <a:pt x="359" y="338"/>
                  <a:pt x="338" y="359"/>
                  <a:pt x="313" y="359"/>
                </a:cubicBezTo>
                <a:lnTo>
                  <a:pt x="48" y="359"/>
                </a:lnTo>
                <a:cubicBezTo>
                  <a:pt x="23" y="359"/>
                  <a:pt x="0" y="338"/>
                  <a:pt x="0" y="313"/>
                </a:cubicBezTo>
                <a:lnTo>
                  <a:pt x="0" y="48"/>
                </a:lnTo>
                <a:cubicBezTo>
                  <a:pt x="0" y="23"/>
                  <a:pt x="23" y="0"/>
                  <a:pt x="48" y="0"/>
                </a:cubicBezTo>
                <a:close/>
                <a:moveTo>
                  <a:pt x="490" y="443"/>
                </a:moveTo>
                <a:lnTo>
                  <a:pt x="754" y="443"/>
                </a:lnTo>
                <a:cubicBezTo>
                  <a:pt x="779" y="443"/>
                  <a:pt x="800" y="464"/>
                  <a:pt x="800" y="490"/>
                </a:cubicBezTo>
                <a:lnTo>
                  <a:pt x="800" y="754"/>
                </a:lnTo>
                <a:cubicBezTo>
                  <a:pt x="800" y="780"/>
                  <a:pt x="779" y="800"/>
                  <a:pt x="754" y="800"/>
                </a:cubicBezTo>
                <a:lnTo>
                  <a:pt x="490" y="800"/>
                </a:lnTo>
                <a:cubicBezTo>
                  <a:pt x="464" y="800"/>
                  <a:pt x="443" y="780"/>
                  <a:pt x="443" y="754"/>
                </a:cubicBezTo>
                <a:lnTo>
                  <a:pt x="443" y="490"/>
                </a:lnTo>
                <a:cubicBezTo>
                  <a:pt x="443" y="464"/>
                  <a:pt x="464" y="443"/>
                  <a:pt x="490" y="443"/>
                </a:cubicBezTo>
                <a:close/>
                <a:moveTo>
                  <a:pt x="48" y="443"/>
                </a:moveTo>
                <a:lnTo>
                  <a:pt x="313" y="443"/>
                </a:lnTo>
                <a:cubicBezTo>
                  <a:pt x="338" y="443"/>
                  <a:pt x="359" y="464"/>
                  <a:pt x="359" y="490"/>
                </a:cubicBezTo>
                <a:lnTo>
                  <a:pt x="359" y="754"/>
                </a:lnTo>
                <a:cubicBezTo>
                  <a:pt x="359" y="780"/>
                  <a:pt x="338" y="800"/>
                  <a:pt x="313" y="800"/>
                </a:cubicBezTo>
                <a:lnTo>
                  <a:pt x="48" y="800"/>
                </a:lnTo>
                <a:cubicBezTo>
                  <a:pt x="23" y="800"/>
                  <a:pt x="0" y="780"/>
                  <a:pt x="0" y="754"/>
                </a:cubicBezTo>
                <a:lnTo>
                  <a:pt x="0" y="490"/>
                </a:lnTo>
                <a:cubicBezTo>
                  <a:pt x="0" y="464"/>
                  <a:pt x="23" y="443"/>
                  <a:pt x="48" y="443"/>
                </a:cubicBezTo>
                <a:close/>
                <a:moveTo>
                  <a:pt x="490" y="0"/>
                </a:moveTo>
                <a:lnTo>
                  <a:pt x="754" y="0"/>
                </a:lnTo>
                <a:cubicBezTo>
                  <a:pt x="779" y="0"/>
                  <a:pt x="800" y="23"/>
                  <a:pt x="800" y="48"/>
                </a:cubicBezTo>
                <a:lnTo>
                  <a:pt x="800" y="313"/>
                </a:lnTo>
                <a:cubicBezTo>
                  <a:pt x="800" y="338"/>
                  <a:pt x="779" y="359"/>
                  <a:pt x="754" y="359"/>
                </a:cubicBezTo>
                <a:lnTo>
                  <a:pt x="490" y="359"/>
                </a:lnTo>
                <a:cubicBezTo>
                  <a:pt x="464" y="359"/>
                  <a:pt x="443" y="338"/>
                  <a:pt x="443" y="313"/>
                </a:cubicBezTo>
                <a:lnTo>
                  <a:pt x="443" y="48"/>
                </a:lnTo>
                <a:cubicBezTo>
                  <a:pt x="443" y="23"/>
                  <a:pt x="464" y="0"/>
                  <a:pt x="490" y="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3913767775"/>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7"/>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40"/>
                                        </p:tgtEl>
                                        <p:attrNameLst>
                                          <p:attrName>style.visibility</p:attrName>
                                        </p:attrNameLst>
                                      </p:cBhvr>
                                      <p:to>
                                        <p:strVal val="visible"/>
                                      </p:to>
                                    </p:set>
                                    <p:anim calcmode="lin" valueType="num">
                                      <p:cBhvr>
                                        <p:cTn id="14" dur="500" fill="hold"/>
                                        <p:tgtEl>
                                          <p:spTgt spid="40"/>
                                        </p:tgtEl>
                                        <p:attrNameLst>
                                          <p:attrName>ppt_w</p:attrName>
                                        </p:attrNameLst>
                                      </p:cBhvr>
                                      <p:tavLst>
                                        <p:tav tm="0">
                                          <p:val>
                                            <p:fltVal val="0"/>
                                          </p:val>
                                        </p:tav>
                                        <p:tav tm="100000">
                                          <p:val>
                                            <p:strVal val="#ppt_w"/>
                                          </p:val>
                                        </p:tav>
                                      </p:tavLst>
                                    </p:anim>
                                    <p:anim calcmode="lin" valueType="num">
                                      <p:cBhvr>
                                        <p:cTn id="15" dur="500" fill="hold"/>
                                        <p:tgtEl>
                                          <p:spTgt spid="40"/>
                                        </p:tgtEl>
                                        <p:attrNameLst>
                                          <p:attrName>ppt_h</p:attrName>
                                        </p:attrNameLst>
                                      </p:cBhvr>
                                      <p:tavLst>
                                        <p:tav tm="0">
                                          <p:val>
                                            <p:fltVal val="0"/>
                                          </p:val>
                                        </p:tav>
                                        <p:tav tm="100000">
                                          <p:val>
                                            <p:strVal val="#ppt_h"/>
                                          </p:val>
                                        </p:tav>
                                      </p:tavLst>
                                    </p:anim>
                                    <p:animEffect transition="in" filter="fade">
                                      <p:cBhvr>
                                        <p:cTn id="16" dur="500"/>
                                        <p:tgtEl>
                                          <p:spTgt spid="40"/>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40"/>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41"/>
                                        </p:tgtEl>
                                        <p:attrNameLst>
                                          <p:attrName>style.visibility</p:attrName>
                                        </p:attrNameLst>
                                      </p:cBhvr>
                                      <p:to>
                                        <p:strVal val="visible"/>
                                      </p:to>
                                    </p:set>
                                    <p:anim calcmode="lin" valueType="num">
                                      <p:cBhvr>
                                        <p:cTn id="21" dur="500" fill="hold"/>
                                        <p:tgtEl>
                                          <p:spTgt spid="41"/>
                                        </p:tgtEl>
                                        <p:attrNameLst>
                                          <p:attrName>ppt_w</p:attrName>
                                        </p:attrNameLst>
                                      </p:cBhvr>
                                      <p:tavLst>
                                        <p:tav tm="0">
                                          <p:val>
                                            <p:fltVal val="0"/>
                                          </p:val>
                                        </p:tav>
                                        <p:tav tm="100000">
                                          <p:val>
                                            <p:strVal val="#ppt_w"/>
                                          </p:val>
                                        </p:tav>
                                      </p:tavLst>
                                    </p:anim>
                                    <p:anim calcmode="lin" valueType="num">
                                      <p:cBhvr>
                                        <p:cTn id="22" dur="500" fill="hold"/>
                                        <p:tgtEl>
                                          <p:spTgt spid="41"/>
                                        </p:tgtEl>
                                        <p:attrNameLst>
                                          <p:attrName>ppt_h</p:attrName>
                                        </p:attrNameLst>
                                      </p:cBhvr>
                                      <p:tavLst>
                                        <p:tav tm="0">
                                          <p:val>
                                            <p:fltVal val="0"/>
                                          </p:val>
                                        </p:tav>
                                        <p:tav tm="100000">
                                          <p:val>
                                            <p:strVal val="#ppt_h"/>
                                          </p:val>
                                        </p:tav>
                                      </p:tavLst>
                                    </p:anim>
                                    <p:animEffect transition="in" filter="fade">
                                      <p:cBhvr>
                                        <p:cTn id="23" dur="500"/>
                                        <p:tgtEl>
                                          <p:spTgt spid="41"/>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41"/>
                                        </p:tgtEl>
                                        <p:attrNameLst>
                                          <p:attrName>ppt_x</p:attrName>
                                          <p:attrName>ppt_y</p:attrName>
                                        </p:attrNameLst>
                                      </p:cBhvr>
                                      <p:rCtr x="12500" y="0"/>
                                    </p:animMotion>
                                  </p:childTnLst>
                                </p:cTn>
                              </p:par>
                            </p:childTnLst>
                          </p:cTn>
                        </p:par>
                        <p:par>
                          <p:cTn id="26" fill="hold">
                            <p:stCondLst>
                              <p:cond delay="1500"/>
                            </p:stCondLst>
                            <p:childTnLst>
                              <p:par>
                                <p:cTn id="27" presetID="17" presetClass="entr" presetSubtype="4" fill="hold" grpId="0" nodeType="afterEffect">
                                  <p:stCondLst>
                                    <p:cond delay="0"/>
                                  </p:stCondLst>
                                  <p:childTnLst>
                                    <p:set>
                                      <p:cBhvr>
                                        <p:cTn id="28" dur="1" fill="hold">
                                          <p:stCondLst>
                                            <p:cond delay="0"/>
                                          </p:stCondLst>
                                        </p:cTn>
                                        <p:tgtEl>
                                          <p:spTgt spid="44"/>
                                        </p:tgtEl>
                                        <p:attrNameLst>
                                          <p:attrName>style.visibility</p:attrName>
                                        </p:attrNameLst>
                                      </p:cBhvr>
                                      <p:to>
                                        <p:strVal val="visible"/>
                                      </p:to>
                                    </p:set>
                                    <p:anim calcmode="lin" valueType="num">
                                      <p:cBhvr>
                                        <p:cTn id="29" dur="750" fill="hold"/>
                                        <p:tgtEl>
                                          <p:spTgt spid="44"/>
                                        </p:tgtEl>
                                        <p:attrNameLst>
                                          <p:attrName>ppt_x</p:attrName>
                                        </p:attrNameLst>
                                      </p:cBhvr>
                                      <p:tavLst>
                                        <p:tav tm="0">
                                          <p:val>
                                            <p:strVal val="#ppt_x"/>
                                          </p:val>
                                        </p:tav>
                                        <p:tav tm="100000">
                                          <p:val>
                                            <p:strVal val="#ppt_x"/>
                                          </p:val>
                                        </p:tav>
                                      </p:tavLst>
                                    </p:anim>
                                    <p:anim calcmode="lin" valueType="num">
                                      <p:cBhvr>
                                        <p:cTn id="30" dur="750" fill="hold"/>
                                        <p:tgtEl>
                                          <p:spTgt spid="44"/>
                                        </p:tgtEl>
                                        <p:attrNameLst>
                                          <p:attrName>ppt_y</p:attrName>
                                        </p:attrNameLst>
                                      </p:cBhvr>
                                      <p:tavLst>
                                        <p:tav tm="0">
                                          <p:val>
                                            <p:strVal val="#ppt_y+#ppt_h/2"/>
                                          </p:val>
                                        </p:tav>
                                        <p:tav tm="100000">
                                          <p:val>
                                            <p:strVal val="#ppt_y"/>
                                          </p:val>
                                        </p:tav>
                                      </p:tavLst>
                                    </p:anim>
                                    <p:anim calcmode="lin" valueType="num">
                                      <p:cBhvr>
                                        <p:cTn id="31" dur="750" fill="hold"/>
                                        <p:tgtEl>
                                          <p:spTgt spid="44"/>
                                        </p:tgtEl>
                                        <p:attrNameLst>
                                          <p:attrName>ppt_w</p:attrName>
                                        </p:attrNameLst>
                                      </p:cBhvr>
                                      <p:tavLst>
                                        <p:tav tm="0">
                                          <p:val>
                                            <p:strVal val="#ppt_w"/>
                                          </p:val>
                                        </p:tav>
                                        <p:tav tm="100000">
                                          <p:val>
                                            <p:strVal val="#ppt_w"/>
                                          </p:val>
                                        </p:tav>
                                      </p:tavLst>
                                    </p:anim>
                                    <p:anim calcmode="lin" valueType="num">
                                      <p:cBhvr>
                                        <p:cTn id="32" dur="750" fill="hold"/>
                                        <p:tgtEl>
                                          <p:spTgt spid="44"/>
                                        </p:tgtEl>
                                        <p:attrNameLst>
                                          <p:attrName>ppt_h</p:attrName>
                                        </p:attrNameLst>
                                      </p:cBhvr>
                                      <p:tavLst>
                                        <p:tav tm="0">
                                          <p:val>
                                            <p:fltVal val="0"/>
                                          </p:val>
                                        </p:tav>
                                        <p:tav tm="100000">
                                          <p:val>
                                            <p:strVal val="#ppt_h"/>
                                          </p:val>
                                        </p:tav>
                                      </p:tavLst>
                                    </p:anim>
                                  </p:childTnLst>
                                </p:cTn>
                              </p:par>
                              <p:par>
                                <p:cTn id="33" presetID="17" presetClass="entr" presetSubtype="4" fill="hold" grpId="0" nodeType="withEffect">
                                  <p:stCondLst>
                                    <p:cond delay="250"/>
                                  </p:stCondLst>
                                  <p:childTnLst>
                                    <p:set>
                                      <p:cBhvr>
                                        <p:cTn id="34" dur="1" fill="hold">
                                          <p:stCondLst>
                                            <p:cond delay="0"/>
                                          </p:stCondLst>
                                        </p:cTn>
                                        <p:tgtEl>
                                          <p:spTgt spid="43"/>
                                        </p:tgtEl>
                                        <p:attrNameLst>
                                          <p:attrName>style.visibility</p:attrName>
                                        </p:attrNameLst>
                                      </p:cBhvr>
                                      <p:to>
                                        <p:strVal val="visible"/>
                                      </p:to>
                                    </p:set>
                                    <p:anim calcmode="lin" valueType="num">
                                      <p:cBhvr>
                                        <p:cTn id="35" dur="500" fill="hold"/>
                                        <p:tgtEl>
                                          <p:spTgt spid="43"/>
                                        </p:tgtEl>
                                        <p:attrNameLst>
                                          <p:attrName>ppt_x</p:attrName>
                                        </p:attrNameLst>
                                      </p:cBhvr>
                                      <p:tavLst>
                                        <p:tav tm="0">
                                          <p:val>
                                            <p:strVal val="#ppt_x"/>
                                          </p:val>
                                        </p:tav>
                                        <p:tav tm="100000">
                                          <p:val>
                                            <p:strVal val="#ppt_x"/>
                                          </p:val>
                                        </p:tav>
                                      </p:tavLst>
                                    </p:anim>
                                    <p:anim calcmode="lin" valueType="num">
                                      <p:cBhvr>
                                        <p:cTn id="36" dur="500" fill="hold"/>
                                        <p:tgtEl>
                                          <p:spTgt spid="43"/>
                                        </p:tgtEl>
                                        <p:attrNameLst>
                                          <p:attrName>ppt_y</p:attrName>
                                        </p:attrNameLst>
                                      </p:cBhvr>
                                      <p:tavLst>
                                        <p:tav tm="0">
                                          <p:val>
                                            <p:strVal val="#ppt_y+#ppt_h/2"/>
                                          </p:val>
                                        </p:tav>
                                        <p:tav tm="100000">
                                          <p:val>
                                            <p:strVal val="#ppt_y"/>
                                          </p:val>
                                        </p:tav>
                                      </p:tavLst>
                                    </p:anim>
                                    <p:anim calcmode="lin" valueType="num">
                                      <p:cBhvr>
                                        <p:cTn id="37" dur="500" fill="hold"/>
                                        <p:tgtEl>
                                          <p:spTgt spid="43"/>
                                        </p:tgtEl>
                                        <p:attrNameLst>
                                          <p:attrName>ppt_w</p:attrName>
                                        </p:attrNameLst>
                                      </p:cBhvr>
                                      <p:tavLst>
                                        <p:tav tm="0">
                                          <p:val>
                                            <p:strVal val="#ppt_w"/>
                                          </p:val>
                                        </p:tav>
                                        <p:tav tm="100000">
                                          <p:val>
                                            <p:strVal val="#ppt_w"/>
                                          </p:val>
                                        </p:tav>
                                      </p:tavLst>
                                    </p:anim>
                                    <p:anim calcmode="lin" valueType="num">
                                      <p:cBhvr>
                                        <p:cTn id="38" dur="500" fill="hold"/>
                                        <p:tgtEl>
                                          <p:spTgt spid="43"/>
                                        </p:tgtEl>
                                        <p:attrNameLst>
                                          <p:attrName>ppt_h</p:attrName>
                                        </p:attrNameLst>
                                      </p:cBhvr>
                                      <p:tavLst>
                                        <p:tav tm="0">
                                          <p:val>
                                            <p:fltVal val="0"/>
                                          </p:val>
                                        </p:tav>
                                        <p:tav tm="100000">
                                          <p:val>
                                            <p:strVal val="#ppt_h"/>
                                          </p:val>
                                        </p:tav>
                                      </p:tavLst>
                                    </p:anim>
                                  </p:childTnLst>
                                </p:cTn>
                              </p:par>
                              <p:par>
                                <p:cTn id="39" presetID="22" presetClass="entr" presetSubtype="4" fill="hold" grpId="0" nodeType="withEffect">
                                  <p:stCondLst>
                                    <p:cond delay="500"/>
                                  </p:stCondLst>
                                  <p:childTnLst>
                                    <p:set>
                                      <p:cBhvr>
                                        <p:cTn id="40" dur="1" fill="hold">
                                          <p:stCondLst>
                                            <p:cond delay="0"/>
                                          </p:stCondLst>
                                        </p:cTn>
                                        <p:tgtEl>
                                          <p:spTgt spid="45"/>
                                        </p:tgtEl>
                                        <p:attrNameLst>
                                          <p:attrName>style.visibility</p:attrName>
                                        </p:attrNameLst>
                                      </p:cBhvr>
                                      <p:to>
                                        <p:strVal val="visible"/>
                                      </p:to>
                                    </p:set>
                                    <p:animEffect transition="in" filter="wipe(down)">
                                      <p:cBhvr>
                                        <p:cTn id="41" dur="750"/>
                                        <p:tgtEl>
                                          <p:spTgt spid="45"/>
                                        </p:tgtEl>
                                      </p:cBhvr>
                                    </p:animEffect>
                                  </p:childTnLst>
                                </p:cTn>
                              </p:par>
                              <p:par>
                                <p:cTn id="42" presetID="22" presetClass="entr" presetSubtype="4" fill="hold" grpId="0" nodeType="withEffect">
                                  <p:stCondLst>
                                    <p:cond delay="50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750"/>
                                        <p:tgtEl>
                                          <p:spTgt spid="46"/>
                                        </p:tgtEl>
                                      </p:cBhvr>
                                    </p:animEffect>
                                  </p:childTnLst>
                                </p:cTn>
                              </p:par>
                              <p:par>
                                <p:cTn id="45" presetID="42" presetClass="entr" presetSubtype="0" fill="hold" grpId="0" nodeType="withEffect">
                                  <p:stCondLst>
                                    <p:cond delay="75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anim calcmode="lin" valueType="num">
                                      <p:cBhvr>
                                        <p:cTn id="48" dur="500" fill="hold"/>
                                        <p:tgtEl>
                                          <p:spTgt spid="42"/>
                                        </p:tgtEl>
                                        <p:attrNameLst>
                                          <p:attrName>ppt_x</p:attrName>
                                        </p:attrNameLst>
                                      </p:cBhvr>
                                      <p:tavLst>
                                        <p:tav tm="0">
                                          <p:val>
                                            <p:strVal val="#ppt_x"/>
                                          </p:val>
                                        </p:tav>
                                        <p:tav tm="100000">
                                          <p:val>
                                            <p:strVal val="#ppt_x"/>
                                          </p:val>
                                        </p:tav>
                                      </p:tavLst>
                                    </p:anim>
                                    <p:anim calcmode="lin" valueType="num">
                                      <p:cBhvr>
                                        <p:cTn id="49" dur="500" fill="hold"/>
                                        <p:tgtEl>
                                          <p:spTgt spid="42"/>
                                        </p:tgtEl>
                                        <p:attrNameLst>
                                          <p:attrName>ppt_y</p:attrName>
                                        </p:attrNameLst>
                                      </p:cBhvr>
                                      <p:tavLst>
                                        <p:tav tm="0">
                                          <p:val>
                                            <p:strVal val="#ppt_y+.1"/>
                                          </p:val>
                                        </p:tav>
                                        <p:tav tm="100000">
                                          <p:val>
                                            <p:strVal val="#ppt_y"/>
                                          </p:val>
                                        </p:tav>
                                      </p:tavLst>
                                    </p:anim>
                                  </p:childTnLst>
                                </p:cTn>
                              </p:par>
                            </p:childTnLst>
                          </p:cTn>
                        </p:par>
                        <p:par>
                          <p:cTn id="50" fill="hold">
                            <p:stCondLst>
                              <p:cond delay="2750"/>
                            </p:stCondLst>
                            <p:childTnLst>
                              <p:par>
                                <p:cTn id="51" presetID="53" presetClass="entr" presetSubtype="16" fill="hold" grpId="0" nodeType="afterEffect">
                                  <p:stCondLst>
                                    <p:cond delay="0"/>
                                  </p:stCondLst>
                                  <p:childTnLst>
                                    <p:set>
                                      <p:cBhvr>
                                        <p:cTn id="52" dur="1" fill="hold">
                                          <p:stCondLst>
                                            <p:cond delay="0"/>
                                          </p:stCondLst>
                                        </p:cTn>
                                        <p:tgtEl>
                                          <p:spTgt spid="47"/>
                                        </p:tgtEl>
                                        <p:attrNameLst>
                                          <p:attrName>style.visibility</p:attrName>
                                        </p:attrNameLst>
                                      </p:cBhvr>
                                      <p:to>
                                        <p:strVal val="visible"/>
                                      </p:to>
                                    </p:set>
                                    <p:anim calcmode="lin" valueType="num">
                                      <p:cBhvr>
                                        <p:cTn id="53" dur="500" fill="hold"/>
                                        <p:tgtEl>
                                          <p:spTgt spid="47"/>
                                        </p:tgtEl>
                                        <p:attrNameLst>
                                          <p:attrName>ppt_w</p:attrName>
                                        </p:attrNameLst>
                                      </p:cBhvr>
                                      <p:tavLst>
                                        <p:tav tm="0">
                                          <p:val>
                                            <p:fltVal val="0"/>
                                          </p:val>
                                        </p:tav>
                                        <p:tav tm="100000">
                                          <p:val>
                                            <p:strVal val="#ppt_w"/>
                                          </p:val>
                                        </p:tav>
                                      </p:tavLst>
                                    </p:anim>
                                    <p:anim calcmode="lin" valueType="num">
                                      <p:cBhvr>
                                        <p:cTn id="54" dur="500" fill="hold"/>
                                        <p:tgtEl>
                                          <p:spTgt spid="47"/>
                                        </p:tgtEl>
                                        <p:attrNameLst>
                                          <p:attrName>ppt_h</p:attrName>
                                        </p:attrNameLst>
                                      </p:cBhvr>
                                      <p:tavLst>
                                        <p:tav tm="0">
                                          <p:val>
                                            <p:fltVal val="0"/>
                                          </p:val>
                                        </p:tav>
                                        <p:tav tm="100000">
                                          <p:val>
                                            <p:strVal val="#ppt_h"/>
                                          </p:val>
                                        </p:tav>
                                      </p:tavLst>
                                    </p:anim>
                                    <p:animEffect transition="in" filter="fade">
                                      <p:cBhvr>
                                        <p:cTn id="55" dur="500"/>
                                        <p:tgtEl>
                                          <p:spTgt spid="47"/>
                                        </p:tgtEl>
                                      </p:cBhvr>
                                    </p:animEffect>
                                  </p:childTnLst>
                                </p:cTn>
                              </p:par>
                              <p:par>
                                <p:cTn id="56" presetID="42" presetClass="path" presetSubtype="0" accel="50000" decel="50000" fill="hold" grpId="1" nodeType="withEffect">
                                  <p:stCondLst>
                                    <p:cond delay="0"/>
                                  </p:stCondLst>
                                  <p:childTnLst>
                                    <p:animMotion origin="layout" path="M 4.375E-6 3.33333E-6 L 4.375E-6 0.15162 " pathEditMode="relative" rAng="0" ptsTypes="AA">
                                      <p:cBhvr>
                                        <p:cTn id="57" dur="1000" spd="-100000" fill="hold"/>
                                        <p:tgtEl>
                                          <p:spTgt spid="47"/>
                                        </p:tgtEl>
                                        <p:attrNameLst>
                                          <p:attrName>ppt_x</p:attrName>
                                          <p:attrName>ppt_y</p:attrName>
                                        </p:attrNameLst>
                                      </p:cBhvr>
                                      <p:rCtr x="0" y="7569"/>
                                    </p:animMotion>
                                  </p:childTnLst>
                                </p:cTn>
                              </p:par>
                            </p:childTnLst>
                          </p:cTn>
                        </p:par>
                        <p:par>
                          <p:cTn id="58" fill="hold">
                            <p:stCondLst>
                              <p:cond delay="3750"/>
                            </p:stCondLst>
                            <p:childTnLst>
                              <p:par>
                                <p:cTn id="59" presetID="53" presetClass="entr" presetSubtype="16" fill="hold" grpId="0" nodeType="afterEffect">
                                  <p:stCondLst>
                                    <p:cond delay="0"/>
                                  </p:stCondLst>
                                  <p:childTnLst>
                                    <p:set>
                                      <p:cBhvr>
                                        <p:cTn id="60" dur="1" fill="hold">
                                          <p:stCondLst>
                                            <p:cond delay="0"/>
                                          </p:stCondLst>
                                        </p:cTn>
                                        <p:tgtEl>
                                          <p:spTgt spid="48"/>
                                        </p:tgtEl>
                                        <p:attrNameLst>
                                          <p:attrName>style.visibility</p:attrName>
                                        </p:attrNameLst>
                                      </p:cBhvr>
                                      <p:to>
                                        <p:strVal val="visible"/>
                                      </p:to>
                                    </p:set>
                                    <p:anim calcmode="lin" valueType="num">
                                      <p:cBhvr>
                                        <p:cTn id="61" dur="250" fill="hold"/>
                                        <p:tgtEl>
                                          <p:spTgt spid="48"/>
                                        </p:tgtEl>
                                        <p:attrNameLst>
                                          <p:attrName>ppt_w</p:attrName>
                                        </p:attrNameLst>
                                      </p:cBhvr>
                                      <p:tavLst>
                                        <p:tav tm="0">
                                          <p:val>
                                            <p:fltVal val="0"/>
                                          </p:val>
                                        </p:tav>
                                        <p:tav tm="100000">
                                          <p:val>
                                            <p:strVal val="#ppt_w"/>
                                          </p:val>
                                        </p:tav>
                                      </p:tavLst>
                                    </p:anim>
                                    <p:anim calcmode="lin" valueType="num">
                                      <p:cBhvr>
                                        <p:cTn id="62" dur="250" fill="hold"/>
                                        <p:tgtEl>
                                          <p:spTgt spid="48"/>
                                        </p:tgtEl>
                                        <p:attrNameLst>
                                          <p:attrName>ppt_h</p:attrName>
                                        </p:attrNameLst>
                                      </p:cBhvr>
                                      <p:tavLst>
                                        <p:tav tm="0">
                                          <p:val>
                                            <p:fltVal val="0"/>
                                          </p:val>
                                        </p:tav>
                                        <p:tav tm="100000">
                                          <p:val>
                                            <p:strVal val="#ppt_h"/>
                                          </p:val>
                                        </p:tav>
                                      </p:tavLst>
                                    </p:anim>
                                    <p:animEffect transition="in" filter="fade">
                                      <p:cBhvr>
                                        <p:cTn id="63" dur="250"/>
                                        <p:tgtEl>
                                          <p:spTgt spid="48"/>
                                        </p:tgtEl>
                                      </p:cBhvr>
                                    </p:animEffect>
                                  </p:childTnLst>
                                </p:cTn>
                              </p:par>
                              <p:par>
                                <p:cTn id="64" presetID="6" presetClass="emph" presetSubtype="0" decel="100000" fill="hold" grpId="1" nodeType="withEffect">
                                  <p:stCondLst>
                                    <p:cond delay="200"/>
                                  </p:stCondLst>
                                  <p:childTnLst>
                                    <p:animScale>
                                      <p:cBhvr>
                                        <p:cTn id="65" dur="250" fill="hold"/>
                                        <p:tgtEl>
                                          <p:spTgt spid="48"/>
                                        </p:tgtEl>
                                      </p:cBhvr>
                                      <p:by x="120000" y="120000"/>
                                    </p:animScale>
                                  </p:childTnLst>
                                </p:cTn>
                              </p:par>
                              <p:par>
                                <p:cTn id="66" presetID="6" presetClass="emph" presetSubtype="0" decel="100000" fill="hold" grpId="2" nodeType="withEffect">
                                  <p:stCondLst>
                                    <p:cond delay="400"/>
                                  </p:stCondLst>
                                  <p:childTnLst>
                                    <p:animScale>
                                      <p:cBhvr>
                                        <p:cTn id="67" dur="250" fill="hold"/>
                                        <p:tgtEl>
                                          <p:spTgt spid="48"/>
                                        </p:tgtEl>
                                      </p:cBhvr>
                                      <p:by x="83000" y="83000"/>
                                    </p:animScale>
                                  </p:childTnLst>
                                </p:cTn>
                              </p:par>
                              <p:par>
                                <p:cTn id="68" presetID="53" presetClass="entr" presetSubtype="16" fill="hold" grpId="0" nodeType="withEffect">
                                  <p:stCondLst>
                                    <p:cond delay="400"/>
                                  </p:stCondLst>
                                  <p:childTnLst>
                                    <p:set>
                                      <p:cBhvr>
                                        <p:cTn id="69" dur="1" fill="hold">
                                          <p:stCondLst>
                                            <p:cond delay="0"/>
                                          </p:stCondLst>
                                        </p:cTn>
                                        <p:tgtEl>
                                          <p:spTgt spid="66"/>
                                        </p:tgtEl>
                                        <p:attrNameLst>
                                          <p:attrName>style.visibility</p:attrName>
                                        </p:attrNameLst>
                                      </p:cBhvr>
                                      <p:to>
                                        <p:strVal val="visible"/>
                                      </p:to>
                                    </p:set>
                                    <p:anim calcmode="lin" valueType="num">
                                      <p:cBhvr>
                                        <p:cTn id="70" dur="250" fill="hold"/>
                                        <p:tgtEl>
                                          <p:spTgt spid="66"/>
                                        </p:tgtEl>
                                        <p:attrNameLst>
                                          <p:attrName>ppt_w</p:attrName>
                                        </p:attrNameLst>
                                      </p:cBhvr>
                                      <p:tavLst>
                                        <p:tav tm="0">
                                          <p:val>
                                            <p:fltVal val="0"/>
                                          </p:val>
                                        </p:tav>
                                        <p:tav tm="100000">
                                          <p:val>
                                            <p:strVal val="#ppt_w"/>
                                          </p:val>
                                        </p:tav>
                                      </p:tavLst>
                                    </p:anim>
                                    <p:anim calcmode="lin" valueType="num">
                                      <p:cBhvr>
                                        <p:cTn id="71" dur="250" fill="hold"/>
                                        <p:tgtEl>
                                          <p:spTgt spid="66"/>
                                        </p:tgtEl>
                                        <p:attrNameLst>
                                          <p:attrName>ppt_h</p:attrName>
                                        </p:attrNameLst>
                                      </p:cBhvr>
                                      <p:tavLst>
                                        <p:tav tm="0">
                                          <p:val>
                                            <p:fltVal val="0"/>
                                          </p:val>
                                        </p:tav>
                                        <p:tav tm="100000">
                                          <p:val>
                                            <p:strVal val="#ppt_h"/>
                                          </p:val>
                                        </p:tav>
                                      </p:tavLst>
                                    </p:anim>
                                    <p:animEffect transition="in" filter="fade">
                                      <p:cBhvr>
                                        <p:cTn id="72" dur="250"/>
                                        <p:tgtEl>
                                          <p:spTgt spid="66"/>
                                        </p:tgtEl>
                                      </p:cBhvr>
                                    </p:animEffect>
                                  </p:childTnLst>
                                </p:cTn>
                              </p:par>
                              <p:par>
                                <p:cTn id="73" presetID="6" presetClass="emph" presetSubtype="0" decel="100000" fill="hold" grpId="1" nodeType="withEffect">
                                  <p:stCondLst>
                                    <p:cond delay="600"/>
                                  </p:stCondLst>
                                  <p:childTnLst>
                                    <p:animScale>
                                      <p:cBhvr>
                                        <p:cTn id="74" dur="250" fill="hold"/>
                                        <p:tgtEl>
                                          <p:spTgt spid="66"/>
                                        </p:tgtEl>
                                      </p:cBhvr>
                                      <p:by x="120000" y="120000"/>
                                    </p:animScale>
                                  </p:childTnLst>
                                </p:cTn>
                              </p:par>
                              <p:par>
                                <p:cTn id="75" presetID="6" presetClass="emph" presetSubtype="0" decel="100000" fill="hold" grpId="2" nodeType="withEffect">
                                  <p:stCondLst>
                                    <p:cond delay="800"/>
                                  </p:stCondLst>
                                  <p:childTnLst>
                                    <p:animScale>
                                      <p:cBhvr>
                                        <p:cTn id="76" dur="250" fill="hold"/>
                                        <p:tgtEl>
                                          <p:spTgt spid="66"/>
                                        </p:tgtEl>
                                      </p:cBhvr>
                                      <p:by x="83000" y="83000"/>
                                    </p:animScale>
                                  </p:childTnLst>
                                </p:cTn>
                              </p:par>
                              <p:par>
                                <p:cTn id="77" presetID="53" presetClass="entr" presetSubtype="16" fill="hold" grpId="0" nodeType="withEffect">
                                  <p:stCondLst>
                                    <p:cond delay="500"/>
                                  </p:stCondLst>
                                  <p:childTnLst>
                                    <p:set>
                                      <p:cBhvr>
                                        <p:cTn id="78" dur="1" fill="hold">
                                          <p:stCondLst>
                                            <p:cond delay="0"/>
                                          </p:stCondLst>
                                        </p:cTn>
                                        <p:tgtEl>
                                          <p:spTgt spid="50"/>
                                        </p:tgtEl>
                                        <p:attrNameLst>
                                          <p:attrName>style.visibility</p:attrName>
                                        </p:attrNameLst>
                                      </p:cBhvr>
                                      <p:to>
                                        <p:strVal val="visible"/>
                                      </p:to>
                                    </p:set>
                                    <p:anim calcmode="lin" valueType="num">
                                      <p:cBhvr>
                                        <p:cTn id="79" dur="500" fill="hold"/>
                                        <p:tgtEl>
                                          <p:spTgt spid="50"/>
                                        </p:tgtEl>
                                        <p:attrNameLst>
                                          <p:attrName>ppt_w</p:attrName>
                                        </p:attrNameLst>
                                      </p:cBhvr>
                                      <p:tavLst>
                                        <p:tav tm="0">
                                          <p:val>
                                            <p:fltVal val="0"/>
                                          </p:val>
                                        </p:tav>
                                        <p:tav tm="100000">
                                          <p:val>
                                            <p:strVal val="#ppt_w"/>
                                          </p:val>
                                        </p:tav>
                                      </p:tavLst>
                                    </p:anim>
                                    <p:anim calcmode="lin" valueType="num">
                                      <p:cBhvr>
                                        <p:cTn id="80" dur="500" fill="hold"/>
                                        <p:tgtEl>
                                          <p:spTgt spid="50"/>
                                        </p:tgtEl>
                                        <p:attrNameLst>
                                          <p:attrName>ppt_h</p:attrName>
                                        </p:attrNameLst>
                                      </p:cBhvr>
                                      <p:tavLst>
                                        <p:tav tm="0">
                                          <p:val>
                                            <p:fltVal val="0"/>
                                          </p:val>
                                        </p:tav>
                                        <p:tav tm="100000">
                                          <p:val>
                                            <p:strVal val="#ppt_h"/>
                                          </p:val>
                                        </p:tav>
                                      </p:tavLst>
                                    </p:anim>
                                    <p:animEffect transition="in" filter="fade">
                                      <p:cBhvr>
                                        <p:cTn id="81" dur="500"/>
                                        <p:tgtEl>
                                          <p:spTgt spid="50"/>
                                        </p:tgtEl>
                                      </p:cBhvr>
                                    </p:animEffect>
                                  </p:childTnLst>
                                </p:cTn>
                              </p:par>
                              <p:par>
                                <p:cTn id="82" presetID="63" presetClass="path" presetSubtype="0" accel="50000" decel="50000" fill="hold" grpId="1" nodeType="withEffect">
                                  <p:stCondLst>
                                    <p:cond delay="500"/>
                                  </p:stCondLst>
                                  <p:childTnLst>
                                    <p:animMotion origin="layout" path="M -4.58333E-6 4.07407E-6 L 0.11954 4.07407E-6 " pathEditMode="relative" rAng="0" ptsTypes="AA">
                                      <p:cBhvr>
                                        <p:cTn id="83" dur="1000" spd="-100000" fill="hold"/>
                                        <p:tgtEl>
                                          <p:spTgt spid="50"/>
                                        </p:tgtEl>
                                        <p:attrNameLst>
                                          <p:attrName>ppt_x</p:attrName>
                                          <p:attrName>ppt_y</p:attrName>
                                        </p:attrNameLst>
                                      </p:cBhvr>
                                      <p:rCtr x="5977" y="0"/>
                                    </p:animMotion>
                                  </p:childTnLst>
                                </p:cTn>
                              </p:par>
                            </p:childTnLst>
                          </p:cTn>
                        </p:par>
                        <p:par>
                          <p:cTn id="84" fill="hold">
                            <p:stCondLst>
                              <p:cond delay="5250"/>
                            </p:stCondLst>
                            <p:childTnLst>
                              <p:par>
                                <p:cTn id="85" presetID="53" presetClass="entr" presetSubtype="16" fill="hold" grpId="0" nodeType="afterEffect">
                                  <p:stCondLst>
                                    <p:cond delay="0"/>
                                  </p:stCondLst>
                                  <p:iterate type="lt">
                                    <p:tmPct val="10000"/>
                                  </p:iterate>
                                  <p:childTnLst>
                                    <p:set>
                                      <p:cBhvr>
                                        <p:cTn id="86" dur="1" fill="hold">
                                          <p:stCondLst>
                                            <p:cond delay="0"/>
                                          </p:stCondLst>
                                        </p:cTn>
                                        <p:tgtEl>
                                          <p:spTgt spid="49"/>
                                        </p:tgtEl>
                                        <p:attrNameLst>
                                          <p:attrName>style.visibility</p:attrName>
                                        </p:attrNameLst>
                                      </p:cBhvr>
                                      <p:to>
                                        <p:strVal val="visible"/>
                                      </p:to>
                                    </p:set>
                                    <p:anim calcmode="lin" valueType="num">
                                      <p:cBhvr>
                                        <p:cTn id="87" dur="250" fill="hold"/>
                                        <p:tgtEl>
                                          <p:spTgt spid="49"/>
                                        </p:tgtEl>
                                        <p:attrNameLst>
                                          <p:attrName>ppt_w</p:attrName>
                                        </p:attrNameLst>
                                      </p:cBhvr>
                                      <p:tavLst>
                                        <p:tav tm="0">
                                          <p:val>
                                            <p:fltVal val="0"/>
                                          </p:val>
                                        </p:tav>
                                        <p:tav tm="100000">
                                          <p:val>
                                            <p:strVal val="#ppt_w"/>
                                          </p:val>
                                        </p:tav>
                                      </p:tavLst>
                                    </p:anim>
                                    <p:anim calcmode="lin" valueType="num">
                                      <p:cBhvr>
                                        <p:cTn id="88" dur="250" fill="hold"/>
                                        <p:tgtEl>
                                          <p:spTgt spid="49"/>
                                        </p:tgtEl>
                                        <p:attrNameLst>
                                          <p:attrName>ppt_h</p:attrName>
                                        </p:attrNameLst>
                                      </p:cBhvr>
                                      <p:tavLst>
                                        <p:tav tm="0">
                                          <p:val>
                                            <p:fltVal val="0"/>
                                          </p:val>
                                        </p:tav>
                                        <p:tav tm="100000">
                                          <p:val>
                                            <p:strVal val="#ppt_h"/>
                                          </p:val>
                                        </p:tav>
                                      </p:tavLst>
                                    </p:anim>
                                    <p:animEffect transition="in" filter="fade">
                                      <p:cBhvr>
                                        <p:cTn id="89" dur="250"/>
                                        <p:tgtEl>
                                          <p:spTgt spid="49"/>
                                        </p:tgtEl>
                                      </p:cBhvr>
                                    </p:animEffect>
                                  </p:childTnLst>
                                </p:cTn>
                              </p:par>
                            </p:childTnLst>
                          </p:cTn>
                        </p:par>
                        <p:par>
                          <p:cTn id="90" fill="hold">
                            <p:stCondLst>
                              <p:cond delay="6400"/>
                            </p:stCondLst>
                            <p:childTnLst>
                              <p:par>
                                <p:cTn id="91" presetID="53" presetClass="entr" presetSubtype="16" fill="hold" grpId="0" nodeType="afterEffect">
                                  <p:stCondLst>
                                    <p:cond delay="0"/>
                                  </p:stCondLst>
                                  <p:childTnLst>
                                    <p:set>
                                      <p:cBhvr>
                                        <p:cTn id="92" dur="1" fill="hold">
                                          <p:stCondLst>
                                            <p:cond delay="0"/>
                                          </p:stCondLst>
                                        </p:cTn>
                                        <p:tgtEl>
                                          <p:spTgt spid="57"/>
                                        </p:tgtEl>
                                        <p:attrNameLst>
                                          <p:attrName>style.visibility</p:attrName>
                                        </p:attrNameLst>
                                      </p:cBhvr>
                                      <p:to>
                                        <p:strVal val="visible"/>
                                      </p:to>
                                    </p:set>
                                    <p:anim calcmode="lin" valueType="num">
                                      <p:cBhvr>
                                        <p:cTn id="93" dur="250" fill="hold"/>
                                        <p:tgtEl>
                                          <p:spTgt spid="57"/>
                                        </p:tgtEl>
                                        <p:attrNameLst>
                                          <p:attrName>ppt_w</p:attrName>
                                        </p:attrNameLst>
                                      </p:cBhvr>
                                      <p:tavLst>
                                        <p:tav tm="0">
                                          <p:val>
                                            <p:fltVal val="0"/>
                                          </p:val>
                                        </p:tav>
                                        <p:tav tm="100000">
                                          <p:val>
                                            <p:strVal val="#ppt_w"/>
                                          </p:val>
                                        </p:tav>
                                      </p:tavLst>
                                    </p:anim>
                                    <p:anim calcmode="lin" valueType="num">
                                      <p:cBhvr>
                                        <p:cTn id="94" dur="250" fill="hold"/>
                                        <p:tgtEl>
                                          <p:spTgt spid="57"/>
                                        </p:tgtEl>
                                        <p:attrNameLst>
                                          <p:attrName>ppt_h</p:attrName>
                                        </p:attrNameLst>
                                      </p:cBhvr>
                                      <p:tavLst>
                                        <p:tav tm="0">
                                          <p:val>
                                            <p:fltVal val="0"/>
                                          </p:val>
                                        </p:tav>
                                        <p:tav tm="100000">
                                          <p:val>
                                            <p:strVal val="#ppt_h"/>
                                          </p:val>
                                        </p:tav>
                                      </p:tavLst>
                                    </p:anim>
                                    <p:animEffect transition="in" filter="fade">
                                      <p:cBhvr>
                                        <p:cTn id="95" dur="250"/>
                                        <p:tgtEl>
                                          <p:spTgt spid="57"/>
                                        </p:tgtEl>
                                      </p:cBhvr>
                                    </p:animEffect>
                                  </p:childTnLst>
                                </p:cTn>
                              </p:par>
                              <p:par>
                                <p:cTn id="96" presetID="6" presetClass="emph" presetSubtype="0" decel="100000" fill="hold" grpId="1" nodeType="withEffect">
                                  <p:stCondLst>
                                    <p:cond delay="200"/>
                                  </p:stCondLst>
                                  <p:childTnLst>
                                    <p:animScale>
                                      <p:cBhvr>
                                        <p:cTn id="97" dur="250" fill="hold"/>
                                        <p:tgtEl>
                                          <p:spTgt spid="57"/>
                                        </p:tgtEl>
                                      </p:cBhvr>
                                      <p:by x="120000" y="120000"/>
                                    </p:animScale>
                                  </p:childTnLst>
                                </p:cTn>
                              </p:par>
                              <p:par>
                                <p:cTn id="98" presetID="6" presetClass="emph" presetSubtype="0" decel="100000" fill="hold" grpId="2" nodeType="withEffect">
                                  <p:stCondLst>
                                    <p:cond delay="400"/>
                                  </p:stCondLst>
                                  <p:childTnLst>
                                    <p:animScale>
                                      <p:cBhvr>
                                        <p:cTn id="99" dur="250" fill="hold"/>
                                        <p:tgtEl>
                                          <p:spTgt spid="57"/>
                                        </p:tgtEl>
                                      </p:cBhvr>
                                      <p:by x="83000" y="83000"/>
                                    </p:animScale>
                                  </p:childTnLst>
                                </p:cTn>
                              </p:par>
                              <p:par>
                                <p:cTn id="100" presetID="53" presetClass="entr" presetSubtype="16" fill="hold" grpId="0" nodeType="withEffect">
                                  <p:stCondLst>
                                    <p:cond delay="400"/>
                                  </p:stCondLst>
                                  <p:childTnLst>
                                    <p:set>
                                      <p:cBhvr>
                                        <p:cTn id="101" dur="1" fill="hold">
                                          <p:stCondLst>
                                            <p:cond delay="0"/>
                                          </p:stCondLst>
                                        </p:cTn>
                                        <p:tgtEl>
                                          <p:spTgt spid="70"/>
                                        </p:tgtEl>
                                        <p:attrNameLst>
                                          <p:attrName>style.visibility</p:attrName>
                                        </p:attrNameLst>
                                      </p:cBhvr>
                                      <p:to>
                                        <p:strVal val="visible"/>
                                      </p:to>
                                    </p:set>
                                    <p:anim calcmode="lin" valueType="num">
                                      <p:cBhvr>
                                        <p:cTn id="102" dur="250" fill="hold"/>
                                        <p:tgtEl>
                                          <p:spTgt spid="70"/>
                                        </p:tgtEl>
                                        <p:attrNameLst>
                                          <p:attrName>ppt_w</p:attrName>
                                        </p:attrNameLst>
                                      </p:cBhvr>
                                      <p:tavLst>
                                        <p:tav tm="0">
                                          <p:val>
                                            <p:fltVal val="0"/>
                                          </p:val>
                                        </p:tav>
                                        <p:tav tm="100000">
                                          <p:val>
                                            <p:strVal val="#ppt_w"/>
                                          </p:val>
                                        </p:tav>
                                      </p:tavLst>
                                    </p:anim>
                                    <p:anim calcmode="lin" valueType="num">
                                      <p:cBhvr>
                                        <p:cTn id="103" dur="250" fill="hold"/>
                                        <p:tgtEl>
                                          <p:spTgt spid="70"/>
                                        </p:tgtEl>
                                        <p:attrNameLst>
                                          <p:attrName>ppt_h</p:attrName>
                                        </p:attrNameLst>
                                      </p:cBhvr>
                                      <p:tavLst>
                                        <p:tav tm="0">
                                          <p:val>
                                            <p:fltVal val="0"/>
                                          </p:val>
                                        </p:tav>
                                        <p:tav tm="100000">
                                          <p:val>
                                            <p:strVal val="#ppt_h"/>
                                          </p:val>
                                        </p:tav>
                                      </p:tavLst>
                                    </p:anim>
                                    <p:animEffect transition="in" filter="fade">
                                      <p:cBhvr>
                                        <p:cTn id="104" dur="250"/>
                                        <p:tgtEl>
                                          <p:spTgt spid="70"/>
                                        </p:tgtEl>
                                      </p:cBhvr>
                                    </p:animEffect>
                                  </p:childTnLst>
                                </p:cTn>
                              </p:par>
                              <p:par>
                                <p:cTn id="105" presetID="6" presetClass="emph" presetSubtype="0" decel="100000" fill="hold" grpId="1" nodeType="withEffect">
                                  <p:stCondLst>
                                    <p:cond delay="600"/>
                                  </p:stCondLst>
                                  <p:childTnLst>
                                    <p:animScale>
                                      <p:cBhvr>
                                        <p:cTn id="106" dur="250" fill="hold"/>
                                        <p:tgtEl>
                                          <p:spTgt spid="70"/>
                                        </p:tgtEl>
                                      </p:cBhvr>
                                      <p:by x="120000" y="120000"/>
                                    </p:animScale>
                                  </p:childTnLst>
                                </p:cTn>
                              </p:par>
                              <p:par>
                                <p:cTn id="107" presetID="6" presetClass="emph" presetSubtype="0" decel="100000" fill="hold" grpId="2" nodeType="withEffect">
                                  <p:stCondLst>
                                    <p:cond delay="800"/>
                                  </p:stCondLst>
                                  <p:childTnLst>
                                    <p:animScale>
                                      <p:cBhvr>
                                        <p:cTn id="108" dur="250" fill="hold"/>
                                        <p:tgtEl>
                                          <p:spTgt spid="70"/>
                                        </p:tgtEl>
                                      </p:cBhvr>
                                      <p:by x="83000" y="83000"/>
                                    </p:animScale>
                                  </p:childTnLst>
                                </p:cTn>
                              </p:par>
                              <p:par>
                                <p:cTn id="109" presetID="53" presetClass="entr" presetSubtype="16" fill="hold" grpId="0" nodeType="withEffect">
                                  <p:stCondLst>
                                    <p:cond delay="500"/>
                                  </p:stCondLst>
                                  <p:childTnLst>
                                    <p:set>
                                      <p:cBhvr>
                                        <p:cTn id="110" dur="1" fill="hold">
                                          <p:stCondLst>
                                            <p:cond delay="0"/>
                                          </p:stCondLst>
                                        </p:cTn>
                                        <p:tgtEl>
                                          <p:spTgt spid="59"/>
                                        </p:tgtEl>
                                        <p:attrNameLst>
                                          <p:attrName>style.visibility</p:attrName>
                                        </p:attrNameLst>
                                      </p:cBhvr>
                                      <p:to>
                                        <p:strVal val="visible"/>
                                      </p:to>
                                    </p:set>
                                    <p:anim calcmode="lin" valueType="num">
                                      <p:cBhvr>
                                        <p:cTn id="111" dur="500" fill="hold"/>
                                        <p:tgtEl>
                                          <p:spTgt spid="59"/>
                                        </p:tgtEl>
                                        <p:attrNameLst>
                                          <p:attrName>ppt_w</p:attrName>
                                        </p:attrNameLst>
                                      </p:cBhvr>
                                      <p:tavLst>
                                        <p:tav tm="0">
                                          <p:val>
                                            <p:fltVal val="0"/>
                                          </p:val>
                                        </p:tav>
                                        <p:tav tm="100000">
                                          <p:val>
                                            <p:strVal val="#ppt_w"/>
                                          </p:val>
                                        </p:tav>
                                      </p:tavLst>
                                    </p:anim>
                                    <p:anim calcmode="lin" valueType="num">
                                      <p:cBhvr>
                                        <p:cTn id="112" dur="500" fill="hold"/>
                                        <p:tgtEl>
                                          <p:spTgt spid="59"/>
                                        </p:tgtEl>
                                        <p:attrNameLst>
                                          <p:attrName>ppt_h</p:attrName>
                                        </p:attrNameLst>
                                      </p:cBhvr>
                                      <p:tavLst>
                                        <p:tav tm="0">
                                          <p:val>
                                            <p:fltVal val="0"/>
                                          </p:val>
                                        </p:tav>
                                        <p:tav tm="100000">
                                          <p:val>
                                            <p:strVal val="#ppt_h"/>
                                          </p:val>
                                        </p:tav>
                                      </p:tavLst>
                                    </p:anim>
                                    <p:animEffect transition="in" filter="fade">
                                      <p:cBhvr>
                                        <p:cTn id="113" dur="500"/>
                                        <p:tgtEl>
                                          <p:spTgt spid="59"/>
                                        </p:tgtEl>
                                      </p:cBhvr>
                                    </p:animEffect>
                                  </p:childTnLst>
                                </p:cTn>
                              </p:par>
                              <p:par>
                                <p:cTn id="114" presetID="63" presetClass="path" presetSubtype="0" accel="50000" decel="50000" fill="hold" grpId="1" nodeType="withEffect">
                                  <p:stCondLst>
                                    <p:cond delay="500"/>
                                  </p:stCondLst>
                                  <p:childTnLst>
                                    <p:animMotion origin="layout" path="M -4.375E-6 4.07407E-6 L 0.11954 4.07407E-6 " pathEditMode="relative" rAng="0" ptsTypes="AA">
                                      <p:cBhvr>
                                        <p:cTn id="115" dur="1000" spd="-100000" fill="hold"/>
                                        <p:tgtEl>
                                          <p:spTgt spid="59"/>
                                        </p:tgtEl>
                                        <p:attrNameLst>
                                          <p:attrName>ppt_x</p:attrName>
                                          <p:attrName>ppt_y</p:attrName>
                                        </p:attrNameLst>
                                      </p:cBhvr>
                                      <p:rCtr x="5977" y="0"/>
                                    </p:animMotion>
                                  </p:childTnLst>
                                </p:cTn>
                              </p:par>
                            </p:childTnLst>
                          </p:cTn>
                        </p:par>
                        <p:par>
                          <p:cTn id="116" fill="hold">
                            <p:stCondLst>
                              <p:cond delay="7900"/>
                            </p:stCondLst>
                            <p:childTnLst>
                              <p:par>
                                <p:cTn id="117" presetID="53" presetClass="entr" presetSubtype="16" fill="hold" grpId="0" nodeType="afterEffect">
                                  <p:stCondLst>
                                    <p:cond delay="0"/>
                                  </p:stCondLst>
                                  <p:iterate type="lt">
                                    <p:tmPct val="10000"/>
                                  </p:iterate>
                                  <p:childTnLst>
                                    <p:set>
                                      <p:cBhvr>
                                        <p:cTn id="118" dur="1" fill="hold">
                                          <p:stCondLst>
                                            <p:cond delay="0"/>
                                          </p:stCondLst>
                                        </p:cTn>
                                        <p:tgtEl>
                                          <p:spTgt spid="58"/>
                                        </p:tgtEl>
                                        <p:attrNameLst>
                                          <p:attrName>style.visibility</p:attrName>
                                        </p:attrNameLst>
                                      </p:cBhvr>
                                      <p:to>
                                        <p:strVal val="visible"/>
                                      </p:to>
                                    </p:set>
                                    <p:anim calcmode="lin" valueType="num">
                                      <p:cBhvr>
                                        <p:cTn id="119" dur="250" fill="hold"/>
                                        <p:tgtEl>
                                          <p:spTgt spid="58"/>
                                        </p:tgtEl>
                                        <p:attrNameLst>
                                          <p:attrName>ppt_w</p:attrName>
                                        </p:attrNameLst>
                                      </p:cBhvr>
                                      <p:tavLst>
                                        <p:tav tm="0">
                                          <p:val>
                                            <p:fltVal val="0"/>
                                          </p:val>
                                        </p:tav>
                                        <p:tav tm="100000">
                                          <p:val>
                                            <p:strVal val="#ppt_w"/>
                                          </p:val>
                                        </p:tav>
                                      </p:tavLst>
                                    </p:anim>
                                    <p:anim calcmode="lin" valueType="num">
                                      <p:cBhvr>
                                        <p:cTn id="120" dur="250" fill="hold"/>
                                        <p:tgtEl>
                                          <p:spTgt spid="58"/>
                                        </p:tgtEl>
                                        <p:attrNameLst>
                                          <p:attrName>ppt_h</p:attrName>
                                        </p:attrNameLst>
                                      </p:cBhvr>
                                      <p:tavLst>
                                        <p:tav tm="0">
                                          <p:val>
                                            <p:fltVal val="0"/>
                                          </p:val>
                                        </p:tav>
                                        <p:tav tm="100000">
                                          <p:val>
                                            <p:strVal val="#ppt_h"/>
                                          </p:val>
                                        </p:tav>
                                      </p:tavLst>
                                    </p:anim>
                                    <p:animEffect transition="in" filter="fade">
                                      <p:cBhvr>
                                        <p:cTn id="121" dur="250"/>
                                        <p:tgtEl>
                                          <p:spTgt spid="58"/>
                                        </p:tgtEl>
                                      </p:cBhvr>
                                    </p:animEffect>
                                  </p:childTnLst>
                                </p:cTn>
                              </p:par>
                            </p:childTnLst>
                          </p:cTn>
                        </p:par>
                        <p:par>
                          <p:cTn id="122" fill="hold">
                            <p:stCondLst>
                              <p:cond delay="9050"/>
                            </p:stCondLst>
                            <p:childTnLst>
                              <p:par>
                                <p:cTn id="123" presetID="53" presetClass="entr" presetSubtype="16" fill="hold" grpId="0" nodeType="afterEffect">
                                  <p:stCondLst>
                                    <p:cond delay="0"/>
                                  </p:stCondLst>
                                  <p:childTnLst>
                                    <p:set>
                                      <p:cBhvr>
                                        <p:cTn id="124" dur="1" fill="hold">
                                          <p:stCondLst>
                                            <p:cond delay="0"/>
                                          </p:stCondLst>
                                        </p:cTn>
                                        <p:tgtEl>
                                          <p:spTgt spid="51"/>
                                        </p:tgtEl>
                                        <p:attrNameLst>
                                          <p:attrName>style.visibility</p:attrName>
                                        </p:attrNameLst>
                                      </p:cBhvr>
                                      <p:to>
                                        <p:strVal val="visible"/>
                                      </p:to>
                                    </p:set>
                                    <p:anim calcmode="lin" valueType="num">
                                      <p:cBhvr>
                                        <p:cTn id="125" dur="250" fill="hold"/>
                                        <p:tgtEl>
                                          <p:spTgt spid="51"/>
                                        </p:tgtEl>
                                        <p:attrNameLst>
                                          <p:attrName>ppt_w</p:attrName>
                                        </p:attrNameLst>
                                      </p:cBhvr>
                                      <p:tavLst>
                                        <p:tav tm="0">
                                          <p:val>
                                            <p:fltVal val="0"/>
                                          </p:val>
                                        </p:tav>
                                        <p:tav tm="100000">
                                          <p:val>
                                            <p:strVal val="#ppt_w"/>
                                          </p:val>
                                        </p:tav>
                                      </p:tavLst>
                                    </p:anim>
                                    <p:anim calcmode="lin" valueType="num">
                                      <p:cBhvr>
                                        <p:cTn id="126" dur="250" fill="hold"/>
                                        <p:tgtEl>
                                          <p:spTgt spid="51"/>
                                        </p:tgtEl>
                                        <p:attrNameLst>
                                          <p:attrName>ppt_h</p:attrName>
                                        </p:attrNameLst>
                                      </p:cBhvr>
                                      <p:tavLst>
                                        <p:tav tm="0">
                                          <p:val>
                                            <p:fltVal val="0"/>
                                          </p:val>
                                        </p:tav>
                                        <p:tav tm="100000">
                                          <p:val>
                                            <p:strVal val="#ppt_h"/>
                                          </p:val>
                                        </p:tav>
                                      </p:tavLst>
                                    </p:anim>
                                    <p:animEffect transition="in" filter="fade">
                                      <p:cBhvr>
                                        <p:cTn id="127" dur="250"/>
                                        <p:tgtEl>
                                          <p:spTgt spid="51"/>
                                        </p:tgtEl>
                                      </p:cBhvr>
                                    </p:animEffect>
                                  </p:childTnLst>
                                </p:cTn>
                              </p:par>
                              <p:par>
                                <p:cTn id="128" presetID="6" presetClass="emph" presetSubtype="0" decel="100000" fill="hold" grpId="1" nodeType="withEffect">
                                  <p:stCondLst>
                                    <p:cond delay="200"/>
                                  </p:stCondLst>
                                  <p:childTnLst>
                                    <p:animScale>
                                      <p:cBhvr>
                                        <p:cTn id="129" dur="250" fill="hold"/>
                                        <p:tgtEl>
                                          <p:spTgt spid="51"/>
                                        </p:tgtEl>
                                      </p:cBhvr>
                                      <p:by x="120000" y="120000"/>
                                    </p:animScale>
                                  </p:childTnLst>
                                </p:cTn>
                              </p:par>
                              <p:par>
                                <p:cTn id="130" presetID="6" presetClass="emph" presetSubtype="0" decel="100000" fill="hold" grpId="2" nodeType="withEffect">
                                  <p:stCondLst>
                                    <p:cond delay="400"/>
                                  </p:stCondLst>
                                  <p:childTnLst>
                                    <p:animScale>
                                      <p:cBhvr>
                                        <p:cTn id="131" dur="250" fill="hold"/>
                                        <p:tgtEl>
                                          <p:spTgt spid="51"/>
                                        </p:tgtEl>
                                      </p:cBhvr>
                                      <p:by x="83000" y="83000"/>
                                    </p:animScale>
                                  </p:childTnLst>
                                </p:cTn>
                              </p:par>
                              <p:par>
                                <p:cTn id="132" presetID="53" presetClass="entr" presetSubtype="16" fill="hold" grpId="0" nodeType="withEffect">
                                  <p:stCondLst>
                                    <p:cond delay="400"/>
                                  </p:stCondLst>
                                  <p:childTnLst>
                                    <p:set>
                                      <p:cBhvr>
                                        <p:cTn id="133" dur="1" fill="hold">
                                          <p:stCondLst>
                                            <p:cond delay="0"/>
                                          </p:stCondLst>
                                        </p:cTn>
                                        <p:tgtEl>
                                          <p:spTgt spid="68"/>
                                        </p:tgtEl>
                                        <p:attrNameLst>
                                          <p:attrName>style.visibility</p:attrName>
                                        </p:attrNameLst>
                                      </p:cBhvr>
                                      <p:to>
                                        <p:strVal val="visible"/>
                                      </p:to>
                                    </p:set>
                                    <p:anim calcmode="lin" valueType="num">
                                      <p:cBhvr>
                                        <p:cTn id="134" dur="250" fill="hold"/>
                                        <p:tgtEl>
                                          <p:spTgt spid="68"/>
                                        </p:tgtEl>
                                        <p:attrNameLst>
                                          <p:attrName>ppt_w</p:attrName>
                                        </p:attrNameLst>
                                      </p:cBhvr>
                                      <p:tavLst>
                                        <p:tav tm="0">
                                          <p:val>
                                            <p:fltVal val="0"/>
                                          </p:val>
                                        </p:tav>
                                        <p:tav tm="100000">
                                          <p:val>
                                            <p:strVal val="#ppt_w"/>
                                          </p:val>
                                        </p:tav>
                                      </p:tavLst>
                                    </p:anim>
                                    <p:anim calcmode="lin" valueType="num">
                                      <p:cBhvr>
                                        <p:cTn id="135" dur="250" fill="hold"/>
                                        <p:tgtEl>
                                          <p:spTgt spid="68"/>
                                        </p:tgtEl>
                                        <p:attrNameLst>
                                          <p:attrName>ppt_h</p:attrName>
                                        </p:attrNameLst>
                                      </p:cBhvr>
                                      <p:tavLst>
                                        <p:tav tm="0">
                                          <p:val>
                                            <p:fltVal val="0"/>
                                          </p:val>
                                        </p:tav>
                                        <p:tav tm="100000">
                                          <p:val>
                                            <p:strVal val="#ppt_h"/>
                                          </p:val>
                                        </p:tav>
                                      </p:tavLst>
                                    </p:anim>
                                    <p:animEffect transition="in" filter="fade">
                                      <p:cBhvr>
                                        <p:cTn id="136" dur="250"/>
                                        <p:tgtEl>
                                          <p:spTgt spid="68"/>
                                        </p:tgtEl>
                                      </p:cBhvr>
                                    </p:animEffect>
                                  </p:childTnLst>
                                </p:cTn>
                              </p:par>
                              <p:par>
                                <p:cTn id="137" presetID="6" presetClass="emph" presetSubtype="0" decel="100000" fill="hold" grpId="1" nodeType="withEffect">
                                  <p:stCondLst>
                                    <p:cond delay="600"/>
                                  </p:stCondLst>
                                  <p:childTnLst>
                                    <p:animScale>
                                      <p:cBhvr>
                                        <p:cTn id="138" dur="250" fill="hold"/>
                                        <p:tgtEl>
                                          <p:spTgt spid="68"/>
                                        </p:tgtEl>
                                      </p:cBhvr>
                                      <p:by x="120000" y="120000"/>
                                    </p:animScale>
                                  </p:childTnLst>
                                </p:cTn>
                              </p:par>
                              <p:par>
                                <p:cTn id="139" presetID="6" presetClass="emph" presetSubtype="0" decel="100000" fill="hold" grpId="2" nodeType="withEffect">
                                  <p:stCondLst>
                                    <p:cond delay="800"/>
                                  </p:stCondLst>
                                  <p:childTnLst>
                                    <p:animScale>
                                      <p:cBhvr>
                                        <p:cTn id="140" dur="250" fill="hold"/>
                                        <p:tgtEl>
                                          <p:spTgt spid="68"/>
                                        </p:tgtEl>
                                      </p:cBhvr>
                                      <p:by x="83000" y="83000"/>
                                    </p:animScale>
                                  </p:childTnLst>
                                </p:cTn>
                              </p:par>
                              <p:par>
                                <p:cTn id="141" presetID="53" presetClass="entr" presetSubtype="16" fill="hold" grpId="0" nodeType="withEffect">
                                  <p:stCondLst>
                                    <p:cond delay="500"/>
                                  </p:stCondLst>
                                  <p:childTnLst>
                                    <p:set>
                                      <p:cBhvr>
                                        <p:cTn id="142" dur="1" fill="hold">
                                          <p:stCondLst>
                                            <p:cond delay="0"/>
                                          </p:stCondLst>
                                        </p:cTn>
                                        <p:tgtEl>
                                          <p:spTgt spid="53"/>
                                        </p:tgtEl>
                                        <p:attrNameLst>
                                          <p:attrName>style.visibility</p:attrName>
                                        </p:attrNameLst>
                                      </p:cBhvr>
                                      <p:to>
                                        <p:strVal val="visible"/>
                                      </p:to>
                                    </p:set>
                                    <p:anim calcmode="lin" valueType="num">
                                      <p:cBhvr>
                                        <p:cTn id="143" dur="500" fill="hold"/>
                                        <p:tgtEl>
                                          <p:spTgt spid="53"/>
                                        </p:tgtEl>
                                        <p:attrNameLst>
                                          <p:attrName>ppt_w</p:attrName>
                                        </p:attrNameLst>
                                      </p:cBhvr>
                                      <p:tavLst>
                                        <p:tav tm="0">
                                          <p:val>
                                            <p:fltVal val="0"/>
                                          </p:val>
                                        </p:tav>
                                        <p:tav tm="100000">
                                          <p:val>
                                            <p:strVal val="#ppt_w"/>
                                          </p:val>
                                        </p:tav>
                                      </p:tavLst>
                                    </p:anim>
                                    <p:anim calcmode="lin" valueType="num">
                                      <p:cBhvr>
                                        <p:cTn id="144" dur="500" fill="hold"/>
                                        <p:tgtEl>
                                          <p:spTgt spid="53"/>
                                        </p:tgtEl>
                                        <p:attrNameLst>
                                          <p:attrName>ppt_h</p:attrName>
                                        </p:attrNameLst>
                                      </p:cBhvr>
                                      <p:tavLst>
                                        <p:tav tm="0">
                                          <p:val>
                                            <p:fltVal val="0"/>
                                          </p:val>
                                        </p:tav>
                                        <p:tav tm="100000">
                                          <p:val>
                                            <p:strVal val="#ppt_h"/>
                                          </p:val>
                                        </p:tav>
                                      </p:tavLst>
                                    </p:anim>
                                    <p:animEffect transition="in" filter="fade">
                                      <p:cBhvr>
                                        <p:cTn id="145" dur="500"/>
                                        <p:tgtEl>
                                          <p:spTgt spid="53"/>
                                        </p:tgtEl>
                                      </p:cBhvr>
                                    </p:animEffect>
                                  </p:childTnLst>
                                </p:cTn>
                              </p:par>
                              <p:par>
                                <p:cTn id="146" presetID="63" presetClass="path" presetSubtype="0" accel="50000" decel="50000" fill="hold" grpId="1" nodeType="withEffect">
                                  <p:stCondLst>
                                    <p:cond delay="500"/>
                                  </p:stCondLst>
                                  <p:childTnLst>
                                    <p:animMotion origin="layout" path="M -4.58333E-6 1.48148E-6 L 0.11954 1.48148E-6 " pathEditMode="relative" rAng="0" ptsTypes="AA">
                                      <p:cBhvr>
                                        <p:cTn id="147" dur="1000" spd="-100000" fill="hold"/>
                                        <p:tgtEl>
                                          <p:spTgt spid="53"/>
                                        </p:tgtEl>
                                        <p:attrNameLst>
                                          <p:attrName>ppt_x</p:attrName>
                                          <p:attrName>ppt_y</p:attrName>
                                        </p:attrNameLst>
                                      </p:cBhvr>
                                      <p:rCtr x="5977" y="0"/>
                                    </p:animMotion>
                                  </p:childTnLst>
                                </p:cTn>
                              </p:par>
                            </p:childTnLst>
                          </p:cTn>
                        </p:par>
                        <p:par>
                          <p:cTn id="148" fill="hold">
                            <p:stCondLst>
                              <p:cond delay="10550"/>
                            </p:stCondLst>
                            <p:childTnLst>
                              <p:par>
                                <p:cTn id="149" presetID="53" presetClass="entr" presetSubtype="16" fill="hold" grpId="0" nodeType="afterEffect">
                                  <p:stCondLst>
                                    <p:cond delay="0"/>
                                  </p:stCondLst>
                                  <p:iterate type="lt">
                                    <p:tmPct val="10000"/>
                                  </p:iterate>
                                  <p:childTnLst>
                                    <p:set>
                                      <p:cBhvr>
                                        <p:cTn id="150" dur="1" fill="hold">
                                          <p:stCondLst>
                                            <p:cond delay="0"/>
                                          </p:stCondLst>
                                        </p:cTn>
                                        <p:tgtEl>
                                          <p:spTgt spid="52"/>
                                        </p:tgtEl>
                                        <p:attrNameLst>
                                          <p:attrName>style.visibility</p:attrName>
                                        </p:attrNameLst>
                                      </p:cBhvr>
                                      <p:to>
                                        <p:strVal val="visible"/>
                                      </p:to>
                                    </p:set>
                                    <p:anim calcmode="lin" valueType="num">
                                      <p:cBhvr>
                                        <p:cTn id="151" dur="250" fill="hold"/>
                                        <p:tgtEl>
                                          <p:spTgt spid="52"/>
                                        </p:tgtEl>
                                        <p:attrNameLst>
                                          <p:attrName>ppt_w</p:attrName>
                                        </p:attrNameLst>
                                      </p:cBhvr>
                                      <p:tavLst>
                                        <p:tav tm="0">
                                          <p:val>
                                            <p:fltVal val="0"/>
                                          </p:val>
                                        </p:tav>
                                        <p:tav tm="100000">
                                          <p:val>
                                            <p:strVal val="#ppt_w"/>
                                          </p:val>
                                        </p:tav>
                                      </p:tavLst>
                                    </p:anim>
                                    <p:anim calcmode="lin" valueType="num">
                                      <p:cBhvr>
                                        <p:cTn id="152" dur="250" fill="hold"/>
                                        <p:tgtEl>
                                          <p:spTgt spid="52"/>
                                        </p:tgtEl>
                                        <p:attrNameLst>
                                          <p:attrName>ppt_h</p:attrName>
                                        </p:attrNameLst>
                                      </p:cBhvr>
                                      <p:tavLst>
                                        <p:tav tm="0">
                                          <p:val>
                                            <p:fltVal val="0"/>
                                          </p:val>
                                        </p:tav>
                                        <p:tav tm="100000">
                                          <p:val>
                                            <p:strVal val="#ppt_h"/>
                                          </p:val>
                                        </p:tav>
                                      </p:tavLst>
                                    </p:anim>
                                    <p:animEffect transition="in" filter="fade">
                                      <p:cBhvr>
                                        <p:cTn id="153" dur="250"/>
                                        <p:tgtEl>
                                          <p:spTgt spid="52"/>
                                        </p:tgtEl>
                                      </p:cBhvr>
                                    </p:animEffect>
                                  </p:childTnLst>
                                </p:cTn>
                              </p:par>
                            </p:childTnLst>
                          </p:cTn>
                        </p:par>
                        <p:par>
                          <p:cTn id="154" fill="hold">
                            <p:stCondLst>
                              <p:cond delay="11700"/>
                            </p:stCondLst>
                            <p:childTnLst>
                              <p:par>
                                <p:cTn id="155" presetID="53" presetClass="entr" presetSubtype="16" fill="hold" grpId="0" nodeType="afterEffect">
                                  <p:stCondLst>
                                    <p:cond delay="0"/>
                                  </p:stCondLst>
                                  <p:childTnLst>
                                    <p:set>
                                      <p:cBhvr>
                                        <p:cTn id="156" dur="1" fill="hold">
                                          <p:stCondLst>
                                            <p:cond delay="0"/>
                                          </p:stCondLst>
                                        </p:cTn>
                                        <p:tgtEl>
                                          <p:spTgt spid="60"/>
                                        </p:tgtEl>
                                        <p:attrNameLst>
                                          <p:attrName>style.visibility</p:attrName>
                                        </p:attrNameLst>
                                      </p:cBhvr>
                                      <p:to>
                                        <p:strVal val="visible"/>
                                      </p:to>
                                    </p:set>
                                    <p:anim calcmode="lin" valueType="num">
                                      <p:cBhvr>
                                        <p:cTn id="157" dur="250" fill="hold"/>
                                        <p:tgtEl>
                                          <p:spTgt spid="60"/>
                                        </p:tgtEl>
                                        <p:attrNameLst>
                                          <p:attrName>ppt_w</p:attrName>
                                        </p:attrNameLst>
                                      </p:cBhvr>
                                      <p:tavLst>
                                        <p:tav tm="0">
                                          <p:val>
                                            <p:fltVal val="0"/>
                                          </p:val>
                                        </p:tav>
                                        <p:tav tm="100000">
                                          <p:val>
                                            <p:strVal val="#ppt_w"/>
                                          </p:val>
                                        </p:tav>
                                      </p:tavLst>
                                    </p:anim>
                                    <p:anim calcmode="lin" valueType="num">
                                      <p:cBhvr>
                                        <p:cTn id="158" dur="250" fill="hold"/>
                                        <p:tgtEl>
                                          <p:spTgt spid="60"/>
                                        </p:tgtEl>
                                        <p:attrNameLst>
                                          <p:attrName>ppt_h</p:attrName>
                                        </p:attrNameLst>
                                      </p:cBhvr>
                                      <p:tavLst>
                                        <p:tav tm="0">
                                          <p:val>
                                            <p:fltVal val="0"/>
                                          </p:val>
                                        </p:tav>
                                        <p:tav tm="100000">
                                          <p:val>
                                            <p:strVal val="#ppt_h"/>
                                          </p:val>
                                        </p:tav>
                                      </p:tavLst>
                                    </p:anim>
                                    <p:animEffect transition="in" filter="fade">
                                      <p:cBhvr>
                                        <p:cTn id="159" dur="250"/>
                                        <p:tgtEl>
                                          <p:spTgt spid="60"/>
                                        </p:tgtEl>
                                      </p:cBhvr>
                                    </p:animEffect>
                                  </p:childTnLst>
                                </p:cTn>
                              </p:par>
                              <p:par>
                                <p:cTn id="160" presetID="6" presetClass="emph" presetSubtype="0" decel="100000" fill="hold" grpId="1" nodeType="withEffect">
                                  <p:stCondLst>
                                    <p:cond delay="200"/>
                                  </p:stCondLst>
                                  <p:childTnLst>
                                    <p:animScale>
                                      <p:cBhvr>
                                        <p:cTn id="161" dur="250" fill="hold"/>
                                        <p:tgtEl>
                                          <p:spTgt spid="60"/>
                                        </p:tgtEl>
                                      </p:cBhvr>
                                      <p:by x="120000" y="120000"/>
                                    </p:animScale>
                                  </p:childTnLst>
                                </p:cTn>
                              </p:par>
                              <p:par>
                                <p:cTn id="162" presetID="6" presetClass="emph" presetSubtype="0" decel="100000" fill="hold" grpId="2" nodeType="withEffect">
                                  <p:stCondLst>
                                    <p:cond delay="400"/>
                                  </p:stCondLst>
                                  <p:childTnLst>
                                    <p:animScale>
                                      <p:cBhvr>
                                        <p:cTn id="163" dur="250" fill="hold"/>
                                        <p:tgtEl>
                                          <p:spTgt spid="60"/>
                                        </p:tgtEl>
                                      </p:cBhvr>
                                      <p:by x="83000" y="83000"/>
                                    </p:animScale>
                                  </p:childTnLst>
                                </p:cTn>
                              </p:par>
                              <p:par>
                                <p:cTn id="164" presetID="53" presetClass="entr" presetSubtype="16" fill="hold" grpId="0" nodeType="withEffect">
                                  <p:stCondLst>
                                    <p:cond delay="400"/>
                                  </p:stCondLst>
                                  <p:childTnLst>
                                    <p:set>
                                      <p:cBhvr>
                                        <p:cTn id="165" dur="1" fill="hold">
                                          <p:stCondLst>
                                            <p:cond delay="0"/>
                                          </p:stCondLst>
                                        </p:cTn>
                                        <p:tgtEl>
                                          <p:spTgt spid="69"/>
                                        </p:tgtEl>
                                        <p:attrNameLst>
                                          <p:attrName>style.visibility</p:attrName>
                                        </p:attrNameLst>
                                      </p:cBhvr>
                                      <p:to>
                                        <p:strVal val="visible"/>
                                      </p:to>
                                    </p:set>
                                    <p:anim calcmode="lin" valueType="num">
                                      <p:cBhvr>
                                        <p:cTn id="166" dur="250" fill="hold"/>
                                        <p:tgtEl>
                                          <p:spTgt spid="69"/>
                                        </p:tgtEl>
                                        <p:attrNameLst>
                                          <p:attrName>ppt_w</p:attrName>
                                        </p:attrNameLst>
                                      </p:cBhvr>
                                      <p:tavLst>
                                        <p:tav tm="0">
                                          <p:val>
                                            <p:fltVal val="0"/>
                                          </p:val>
                                        </p:tav>
                                        <p:tav tm="100000">
                                          <p:val>
                                            <p:strVal val="#ppt_w"/>
                                          </p:val>
                                        </p:tav>
                                      </p:tavLst>
                                    </p:anim>
                                    <p:anim calcmode="lin" valueType="num">
                                      <p:cBhvr>
                                        <p:cTn id="167" dur="250" fill="hold"/>
                                        <p:tgtEl>
                                          <p:spTgt spid="69"/>
                                        </p:tgtEl>
                                        <p:attrNameLst>
                                          <p:attrName>ppt_h</p:attrName>
                                        </p:attrNameLst>
                                      </p:cBhvr>
                                      <p:tavLst>
                                        <p:tav tm="0">
                                          <p:val>
                                            <p:fltVal val="0"/>
                                          </p:val>
                                        </p:tav>
                                        <p:tav tm="100000">
                                          <p:val>
                                            <p:strVal val="#ppt_h"/>
                                          </p:val>
                                        </p:tav>
                                      </p:tavLst>
                                    </p:anim>
                                    <p:animEffect transition="in" filter="fade">
                                      <p:cBhvr>
                                        <p:cTn id="168" dur="250"/>
                                        <p:tgtEl>
                                          <p:spTgt spid="69"/>
                                        </p:tgtEl>
                                      </p:cBhvr>
                                    </p:animEffect>
                                  </p:childTnLst>
                                </p:cTn>
                              </p:par>
                              <p:par>
                                <p:cTn id="169" presetID="6" presetClass="emph" presetSubtype="0" decel="100000" fill="hold" grpId="1" nodeType="withEffect">
                                  <p:stCondLst>
                                    <p:cond delay="600"/>
                                  </p:stCondLst>
                                  <p:childTnLst>
                                    <p:animScale>
                                      <p:cBhvr>
                                        <p:cTn id="170" dur="250" fill="hold"/>
                                        <p:tgtEl>
                                          <p:spTgt spid="69"/>
                                        </p:tgtEl>
                                      </p:cBhvr>
                                      <p:by x="120000" y="120000"/>
                                    </p:animScale>
                                  </p:childTnLst>
                                </p:cTn>
                              </p:par>
                              <p:par>
                                <p:cTn id="171" presetID="6" presetClass="emph" presetSubtype="0" decel="100000" fill="hold" grpId="2" nodeType="withEffect">
                                  <p:stCondLst>
                                    <p:cond delay="800"/>
                                  </p:stCondLst>
                                  <p:childTnLst>
                                    <p:animScale>
                                      <p:cBhvr>
                                        <p:cTn id="172" dur="250" fill="hold"/>
                                        <p:tgtEl>
                                          <p:spTgt spid="69"/>
                                        </p:tgtEl>
                                      </p:cBhvr>
                                      <p:by x="83000" y="83000"/>
                                    </p:animScale>
                                  </p:childTnLst>
                                </p:cTn>
                              </p:par>
                              <p:par>
                                <p:cTn id="173" presetID="53" presetClass="entr" presetSubtype="16" fill="hold" grpId="0" nodeType="withEffect">
                                  <p:stCondLst>
                                    <p:cond delay="500"/>
                                  </p:stCondLst>
                                  <p:childTnLst>
                                    <p:set>
                                      <p:cBhvr>
                                        <p:cTn id="174" dur="1" fill="hold">
                                          <p:stCondLst>
                                            <p:cond delay="0"/>
                                          </p:stCondLst>
                                        </p:cTn>
                                        <p:tgtEl>
                                          <p:spTgt spid="62"/>
                                        </p:tgtEl>
                                        <p:attrNameLst>
                                          <p:attrName>style.visibility</p:attrName>
                                        </p:attrNameLst>
                                      </p:cBhvr>
                                      <p:to>
                                        <p:strVal val="visible"/>
                                      </p:to>
                                    </p:set>
                                    <p:anim calcmode="lin" valueType="num">
                                      <p:cBhvr>
                                        <p:cTn id="175" dur="500" fill="hold"/>
                                        <p:tgtEl>
                                          <p:spTgt spid="62"/>
                                        </p:tgtEl>
                                        <p:attrNameLst>
                                          <p:attrName>ppt_w</p:attrName>
                                        </p:attrNameLst>
                                      </p:cBhvr>
                                      <p:tavLst>
                                        <p:tav tm="0">
                                          <p:val>
                                            <p:fltVal val="0"/>
                                          </p:val>
                                        </p:tav>
                                        <p:tav tm="100000">
                                          <p:val>
                                            <p:strVal val="#ppt_w"/>
                                          </p:val>
                                        </p:tav>
                                      </p:tavLst>
                                    </p:anim>
                                    <p:anim calcmode="lin" valueType="num">
                                      <p:cBhvr>
                                        <p:cTn id="176" dur="500" fill="hold"/>
                                        <p:tgtEl>
                                          <p:spTgt spid="62"/>
                                        </p:tgtEl>
                                        <p:attrNameLst>
                                          <p:attrName>ppt_h</p:attrName>
                                        </p:attrNameLst>
                                      </p:cBhvr>
                                      <p:tavLst>
                                        <p:tav tm="0">
                                          <p:val>
                                            <p:fltVal val="0"/>
                                          </p:val>
                                        </p:tav>
                                        <p:tav tm="100000">
                                          <p:val>
                                            <p:strVal val="#ppt_h"/>
                                          </p:val>
                                        </p:tav>
                                      </p:tavLst>
                                    </p:anim>
                                    <p:animEffect transition="in" filter="fade">
                                      <p:cBhvr>
                                        <p:cTn id="177" dur="500"/>
                                        <p:tgtEl>
                                          <p:spTgt spid="62"/>
                                        </p:tgtEl>
                                      </p:cBhvr>
                                    </p:animEffect>
                                  </p:childTnLst>
                                </p:cTn>
                              </p:par>
                              <p:par>
                                <p:cTn id="178" presetID="63" presetClass="path" presetSubtype="0" accel="50000" decel="50000" fill="hold" grpId="1" nodeType="withEffect">
                                  <p:stCondLst>
                                    <p:cond delay="500"/>
                                  </p:stCondLst>
                                  <p:childTnLst>
                                    <p:animMotion origin="layout" path="M -4.375E-6 1.48148E-6 L 0.11954 1.48148E-6 " pathEditMode="relative" rAng="0" ptsTypes="AA">
                                      <p:cBhvr>
                                        <p:cTn id="179" dur="1000" spd="-100000" fill="hold"/>
                                        <p:tgtEl>
                                          <p:spTgt spid="62"/>
                                        </p:tgtEl>
                                        <p:attrNameLst>
                                          <p:attrName>ppt_x</p:attrName>
                                          <p:attrName>ppt_y</p:attrName>
                                        </p:attrNameLst>
                                      </p:cBhvr>
                                      <p:rCtr x="5977" y="0"/>
                                    </p:animMotion>
                                  </p:childTnLst>
                                </p:cTn>
                              </p:par>
                            </p:childTnLst>
                          </p:cTn>
                        </p:par>
                        <p:par>
                          <p:cTn id="180" fill="hold">
                            <p:stCondLst>
                              <p:cond delay="13200"/>
                            </p:stCondLst>
                            <p:childTnLst>
                              <p:par>
                                <p:cTn id="181" presetID="53" presetClass="entr" presetSubtype="16" fill="hold" grpId="0" nodeType="afterEffect">
                                  <p:stCondLst>
                                    <p:cond delay="0"/>
                                  </p:stCondLst>
                                  <p:iterate type="lt">
                                    <p:tmPct val="10000"/>
                                  </p:iterate>
                                  <p:childTnLst>
                                    <p:set>
                                      <p:cBhvr>
                                        <p:cTn id="182" dur="1" fill="hold">
                                          <p:stCondLst>
                                            <p:cond delay="0"/>
                                          </p:stCondLst>
                                        </p:cTn>
                                        <p:tgtEl>
                                          <p:spTgt spid="61"/>
                                        </p:tgtEl>
                                        <p:attrNameLst>
                                          <p:attrName>style.visibility</p:attrName>
                                        </p:attrNameLst>
                                      </p:cBhvr>
                                      <p:to>
                                        <p:strVal val="visible"/>
                                      </p:to>
                                    </p:set>
                                    <p:anim calcmode="lin" valueType="num">
                                      <p:cBhvr>
                                        <p:cTn id="183" dur="250" fill="hold"/>
                                        <p:tgtEl>
                                          <p:spTgt spid="61"/>
                                        </p:tgtEl>
                                        <p:attrNameLst>
                                          <p:attrName>ppt_w</p:attrName>
                                        </p:attrNameLst>
                                      </p:cBhvr>
                                      <p:tavLst>
                                        <p:tav tm="0">
                                          <p:val>
                                            <p:fltVal val="0"/>
                                          </p:val>
                                        </p:tav>
                                        <p:tav tm="100000">
                                          <p:val>
                                            <p:strVal val="#ppt_w"/>
                                          </p:val>
                                        </p:tav>
                                      </p:tavLst>
                                    </p:anim>
                                    <p:anim calcmode="lin" valueType="num">
                                      <p:cBhvr>
                                        <p:cTn id="184" dur="250" fill="hold"/>
                                        <p:tgtEl>
                                          <p:spTgt spid="61"/>
                                        </p:tgtEl>
                                        <p:attrNameLst>
                                          <p:attrName>ppt_h</p:attrName>
                                        </p:attrNameLst>
                                      </p:cBhvr>
                                      <p:tavLst>
                                        <p:tav tm="0">
                                          <p:val>
                                            <p:fltVal val="0"/>
                                          </p:val>
                                        </p:tav>
                                        <p:tav tm="100000">
                                          <p:val>
                                            <p:strVal val="#ppt_h"/>
                                          </p:val>
                                        </p:tav>
                                      </p:tavLst>
                                    </p:anim>
                                    <p:animEffect transition="in" filter="fade">
                                      <p:cBhvr>
                                        <p:cTn id="185" dur="250"/>
                                        <p:tgtEl>
                                          <p:spTgt spid="61"/>
                                        </p:tgtEl>
                                      </p:cBhvr>
                                    </p:animEffect>
                                  </p:childTnLst>
                                </p:cTn>
                              </p:par>
                            </p:childTnLst>
                          </p:cTn>
                        </p:par>
                        <p:par>
                          <p:cTn id="186" fill="hold">
                            <p:stCondLst>
                              <p:cond delay="14350"/>
                            </p:stCondLst>
                            <p:childTnLst>
                              <p:par>
                                <p:cTn id="187" presetID="53" presetClass="entr" presetSubtype="16" fill="hold" grpId="0" nodeType="afterEffect">
                                  <p:stCondLst>
                                    <p:cond delay="0"/>
                                  </p:stCondLst>
                                  <p:childTnLst>
                                    <p:set>
                                      <p:cBhvr>
                                        <p:cTn id="188" dur="1" fill="hold">
                                          <p:stCondLst>
                                            <p:cond delay="0"/>
                                          </p:stCondLst>
                                        </p:cTn>
                                        <p:tgtEl>
                                          <p:spTgt spid="54"/>
                                        </p:tgtEl>
                                        <p:attrNameLst>
                                          <p:attrName>style.visibility</p:attrName>
                                        </p:attrNameLst>
                                      </p:cBhvr>
                                      <p:to>
                                        <p:strVal val="visible"/>
                                      </p:to>
                                    </p:set>
                                    <p:anim calcmode="lin" valueType="num">
                                      <p:cBhvr>
                                        <p:cTn id="189" dur="250" fill="hold"/>
                                        <p:tgtEl>
                                          <p:spTgt spid="54"/>
                                        </p:tgtEl>
                                        <p:attrNameLst>
                                          <p:attrName>ppt_w</p:attrName>
                                        </p:attrNameLst>
                                      </p:cBhvr>
                                      <p:tavLst>
                                        <p:tav tm="0">
                                          <p:val>
                                            <p:fltVal val="0"/>
                                          </p:val>
                                        </p:tav>
                                        <p:tav tm="100000">
                                          <p:val>
                                            <p:strVal val="#ppt_w"/>
                                          </p:val>
                                        </p:tav>
                                      </p:tavLst>
                                    </p:anim>
                                    <p:anim calcmode="lin" valueType="num">
                                      <p:cBhvr>
                                        <p:cTn id="190" dur="250" fill="hold"/>
                                        <p:tgtEl>
                                          <p:spTgt spid="54"/>
                                        </p:tgtEl>
                                        <p:attrNameLst>
                                          <p:attrName>ppt_h</p:attrName>
                                        </p:attrNameLst>
                                      </p:cBhvr>
                                      <p:tavLst>
                                        <p:tav tm="0">
                                          <p:val>
                                            <p:fltVal val="0"/>
                                          </p:val>
                                        </p:tav>
                                        <p:tav tm="100000">
                                          <p:val>
                                            <p:strVal val="#ppt_h"/>
                                          </p:val>
                                        </p:tav>
                                      </p:tavLst>
                                    </p:anim>
                                    <p:animEffect transition="in" filter="fade">
                                      <p:cBhvr>
                                        <p:cTn id="191" dur="250"/>
                                        <p:tgtEl>
                                          <p:spTgt spid="54"/>
                                        </p:tgtEl>
                                      </p:cBhvr>
                                    </p:animEffect>
                                  </p:childTnLst>
                                </p:cTn>
                              </p:par>
                              <p:par>
                                <p:cTn id="192" presetID="6" presetClass="emph" presetSubtype="0" decel="100000" fill="hold" grpId="1" nodeType="withEffect">
                                  <p:stCondLst>
                                    <p:cond delay="200"/>
                                  </p:stCondLst>
                                  <p:childTnLst>
                                    <p:animScale>
                                      <p:cBhvr>
                                        <p:cTn id="193" dur="250" fill="hold"/>
                                        <p:tgtEl>
                                          <p:spTgt spid="54"/>
                                        </p:tgtEl>
                                      </p:cBhvr>
                                      <p:by x="120000" y="120000"/>
                                    </p:animScale>
                                  </p:childTnLst>
                                </p:cTn>
                              </p:par>
                              <p:par>
                                <p:cTn id="194" presetID="6" presetClass="emph" presetSubtype="0" decel="100000" fill="hold" grpId="2" nodeType="withEffect">
                                  <p:stCondLst>
                                    <p:cond delay="400"/>
                                  </p:stCondLst>
                                  <p:childTnLst>
                                    <p:animScale>
                                      <p:cBhvr>
                                        <p:cTn id="195" dur="250" fill="hold"/>
                                        <p:tgtEl>
                                          <p:spTgt spid="54"/>
                                        </p:tgtEl>
                                      </p:cBhvr>
                                      <p:by x="83000" y="83000"/>
                                    </p:animScale>
                                  </p:childTnLst>
                                </p:cTn>
                              </p:par>
                              <p:par>
                                <p:cTn id="196" presetID="53" presetClass="entr" presetSubtype="16" fill="hold" grpId="0" nodeType="withEffect">
                                  <p:stCondLst>
                                    <p:cond delay="400"/>
                                  </p:stCondLst>
                                  <p:childTnLst>
                                    <p:set>
                                      <p:cBhvr>
                                        <p:cTn id="197" dur="1" fill="hold">
                                          <p:stCondLst>
                                            <p:cond delay="0"/>
                                          </p:stCondLst>
                                        </p:cTn>
                                        <p:tgtEl>
                                          <p:spTgt spid="71"/>
                                        </p:tgtEl>
                                        <p:attrNameLst>
                                          <p:attrName>style.visibility</p:attrName>
                                        </p:attrNameLst>
                                      </p:cBhvr>
                                      <p:to>
                                        <p:strVal val="visible"/>
                                      </p:to>
                                    </p:set>
                                    <p:anim calcmode="lin" valueType="num">
                                      <p:cBhvr>
                                        <p:cTn id="198" dur="250" fill="hold"/>
                                        <p:tgtEl>
                                          <p:spTgt spid="71"/>
                                        </p:tgtEl>
                                        <p:attrNameLst>
                                          <p:attrName>ppt_w</p:attrName>
                                        </p:attrNameLst>
                                      </p:cBhvr>
                                      <p:tavLst>
                                        <p:tav tm="0">
                                          <p:val>
                                            <p:fltVal val="0"/>
                                          </p:val>
                                        </p:tav>
                                        <p:tav tm="100000">
                                          <p:val>
                                            <p:strVal val="#ppt_w"/>
                                          </p:val>
                                        </p:tav>
                                      </p:tavLst>
                                    </p:anim>
                                    <p:anim calcmode="lin" valueType="num">
                                      <p:cBhvr>
                                        <p:cTn id="199" dur="250" fill="hold"/>
                                        <p:tgtEl>
                                          <p:spTgt spid="71"/>
                                        </p:tgtEl>
                                        <p:attrNameLst>
                                          <p:attrName>ppt_h</p:attrName>
                                        </p:attrNameLst>
                                      </p:cBhvr>
                                      <p:tavLst>
                                        <p:tav tm="0">
                                          <p:val>
                                            <p:fltVal val="0"/>
                                          </p:val>
                                        </p:tav>
                                        <p:tav tm="100000">
                                          <p:val>
                                            <p:strVal val="#ppt_h"/>
                                          </p:val>
                                        </p:tav>
                                      </p:tavLst>
                                    </p:anim>
                                    <p:animEffect transition="in" filter="fade">
                                      <p:cBhvr>
                                        <p:cTn id="200" dur="250"/>
                                        <p:tgtEl>
                                          <p:spTgt spid="71"/>
                                        </p:tgtEl>
                                      </p:cBhvr>
                                    </p:animEffect>
                                  </p:childTnLst>
                                </p:cTn>
                              </p:par>
                              <p:par>
                                <p:cTn id="201" presetID="6" presetClass="emph" presetSubtype="0" decel="100000" fill="hold" grpId="1" nodeType="withEffect">
                                  <p:stCondLst>
                                    <p:cond delay="600"/>
                                  </p:stCondLst>
                                  <p:childTnLst>
                                    <p:animScale>
                                      <p:cBhvr>
                                        <p:cTn id="202" dur="250" fill="hold"/>
                                        <p:tgtEl>
                                          <p:spTgt spid="71"/>
                                        </p:tgtEl>
                                      </p:cBhvr>
                                      <p:by x="120000" y="120000"/>
                                    </p:animScale>
                                  </p:childTnLst>
                                </p:cTn>
                              </p:par>
                              <p:par>
                                <p:cTn id="203" presetID="6" presetClass="emph" presetSubtype="0" decel="100000" fill="hold" grpId="2" nodeType="withEffect">
                                  <p:stCondLst>
                                    <p:cond delay="800"/>
                                  </p:stCondLst>
                                  <p:childTnLst>
                                    <p:animScale>
                                      <p:cBhvr>
                                        <p:cTn id="204" dur="250" fill="hold"/>
                                        <p:tgtEl>
                                          <p:spTgt spid="71"/>
                                        </p:tgtEl>
                                      </p:cBhvr>
                                      <p:by x="83000" y="83000"/>
                                    </p:animScale>
                                  </p:childTnLst>
                                </p:cTn>
                              </p:par>
                              <p:par>
                                <p:cTn id="205" presetID="53" presetClass="entr" presetSubtype="16" fill="hold" grpId="0" nodeType="withEffect">
                                  <p:stCondLst>
                                    <p:cond delay="500"/>
                                  </p:stCondLst>
                                  <p:childTnLst>
                                    <p:set>
                                      <p:cBhvr>
                                        <p:cTn id="206" dur="1" fill="hold">
                                          <p:stCondLst>
                                            <p:cond delay="0"/>
                                          </p:stCondLst>
                                        </p:cTn>
                                        <p:tgtEl>
                                          <p:spTgt spid="56"/>
                                        </p:tgtEl>
                                        <p:attrNameLst>
                                          <p:attrName>style.visibility</p:attrName>
                                        </p:attrNameLst>
                                      </p:cBhvr>
                                      <p:to>
                                        <p:strVal val="visible"/>
                                      </p:to>
                                    </p:set>
                                    <p:anim calcmode="lin" valueType="num">
                                      <p:cBhvr>
                                        <p:cTn id="207" dur="500" fill="hold"/>
                                        <p:tgtEl>
                                          <p:spTgt spid="56"/>
                                        </p:tgtEl>
                                        <p:attrNameLst>
                                          <p:attrName>ppt_w</p:attrName>
                                        </p:attrNameLst>
                                      </p:cBhvr>
                                      <p:tavLst>
                                        <p:tav tm="0">
                                          <p:val>
                                            <p:fltVal val="0"/>
                                          </p:val>
                                        </p:tav>
                                        <p:tav tm="100000">
                                          <p:val>
                                            <p:strVal val="#ppt_w"/>
                                          </p:val>
                                        </p:tav>
                                      </p:tavLst>
                                    </p:anim>
                                    <p:anim calcmode="lin" valueType="num">
                                      <p:cBhvr>
                                        <p:cTn id="208" dur="500" fill="hold"/>
                                        <p:tgtEl>
                                          <p:spTgt spid="56"/>
                                        </p:tgtEl>
                                        <p:attrNameLst>
                                          <p:attrName>ppt_h</p:attrName>
                                        </p:attrNameLst>
                                      </p:cBhvr>
                                      <p:tavLst>
                                        <p:tav tm="0">
                                          <p:val>
                                            <p:fltVal val="0"/>
                                          </p:val>
                                        </p:tav>
                                        <p:tav tm="100000">
                                          <p:val>
                                            <p:strVal val="#ppt_h"/>
                                          </p:val>
                                        </p:tav>
                                      </p:tavLst>
                                    </p:anim>
                                    <p:animEffect transition="in" filter="fade">
                                      <p:cBhvr>
                                        <p:cTn id="209" dur="500"/>
                                        <p:tgtEl>
                                          <p:spTgt spid="56"/>
                                        </p:tgtEl>
                                      </p:cBhvr>
                                    </p:animEffect>
                                  </p:childTnLst>
                                </p:cTn>
                              </p:par>
                              <p:par>
                                <p:cTn id="210" presetID="63" presetClass="path" presetSubtype="0" accel="50000" decel="50000" fill="hold" grpId="1" nodeType="withEffect">
                                  <p:stCondLst>
                                    <p:cond delay="500"/>
                                  </p:stCondLst>
                                  <p:childTnLst>
                                    <p:animMotion origin="layout" path="M -4.58333E-6 -2.59259E-6 L 0.11954 -2.59259E-6 " pathEditMode="relative" rAng="0" ptsTypes="AA">
                                      <p:cBhvr>
                                        <p:cTn id="211" dur="1000" spd="-100000" fill="hold"/>
                                        <p:tgtEl>
                                          <p:spTgt spid="56"/>
                                        </p:tgtEl>
                                        <p:attrNameLst>
                                          <p:attrName>ppt_x</p:attrName>
                                          <p:attrName>ppt_y</p:attrName>
                                        </p:attrNameLst>
                                      </p:cBhvr>
                                      <p:rCtr x="5977" y="0"/>
                                    </p:animMotion>
                                  </p:childTnLst>
                                </p:cTn>
                              </p:par>
                            </p:childTnLst>
                          </p:cTn>
                        </p:par>
                        <p:par>
                          <p:cTn id="212" fill="hold">
                            <p:stCondLst>
                              <p:cond delay="15850"/>
                            </p:stCondLst>
                            <p:childTnLst>
                              <p:par>
                                <p:cTn id="213" presetID="53" presetClass="entr" presetSubtype="16" fill="hold" grpId="0" nodeType="afterEffect">
                                  <p:stCondLst>
                                    <p:cond delay="0"/>
                                  </p:stCondLst>
                                  <p:iterate type="lt">
                                    <p:tmPct val="10000"/>
                                  </p:iterate>
                                  <p:childTnLst>
                                    <p:set>
                                      <p:cBhvr>
                                        <p:cTn id="214" dur="1" fill="hold">
                                          <p:stCondLst>
                                            <p:cond delay="0"/>
                                          </p:stCondLst>
                                        </p:cTn>
                                        <p:tgtEl>
                                          <p:spTgt spid="55"/>
                                        </p:tgtEl>
                                        <p:attrNameLst>
                                          <p:attrName>style.visibility</p:attrName>
                                        </p:attrNameLst>
                                      </p:cBhvr>
                                      <p:to>
                                        <p:strVal val="visible"/>
                                      </p:to>
                                    </p:set>
                                    <p:anim calcmode="lin" valueType="num">
                                      <p:cBhvr>
                                        <p:cTn id="215" dur="250" fill="hold"/>
                                        <p:tgtEl>
                                          <p:spTgt spid="55"/>
                                        </p:tgtEl>
                                        <p:attrNameLst>
                                          <p:attrName>ppt_w</p:attrName>
                                        </p:attrNameLst>
                                      </p:cBhvr>
                                      <p:tavLst>
                                        <p:tav tm="0">
                                          <p:val>
                                            <p:fltVal val="0"/>
                                          </p:val>
                                        </p:tav>
                                        <p:tav tm="100000">
                                          <p:val>
                                            <p:strVal val="#ppt_w"/>
                                          </p:val>
                                        </p:tav>
                                      </p:tavLst>
                                    </p:anim>
                                    <p:anim calcmode="lin" valueType="num">
                                      <p:cBhvr>
                                        <p:cTn id="216" dur="250" fill="hold"/>
                                        <p:tgtEl>
                                          <p:spTgt spid="55"/>
                                        </p:tgtEl>
                                        <p:attrNameLst>
                                          <p:attrName>ppt_h</p:attrName>
                                        </p:attrNameLst>
                                      </p:cBhvr>
                                      <p:tavLst>
                                        <p:tav tm="0">
                                          <p:val>
                                            <p:fltVal val="0"/>
                                          </p:val>
                                        </p:tav>
                                        <p:tav tm="100000">
                                          <p:val>
                                            <p:strVal val="#ppt_h"/>
                                          </p:val>
                                        </p:tav>
                                      </p:tavLst>
                                    </p:anim>
                                    <p:animEffect transition="in" filter="fade">
                                      <p:cBhvr>
                                        <p:cTn id="217" dur="250"/>
                                        <p:tgtEl>
                                          <p:spTgt spid="55"/>
                                        </p:tgtEl>
                                      </p:cBhvr>
                                    </p:animEffect>
                                  </p:childTnLst>
                                </p:cTn>
                              </p:par>
                            </p:childTnLst>
                          </p:cTn>
                        </p:par>
                        <p:par>
                          <p:cTn id="218" fill="hold">
                            <p:stCondLst>
                              <p:cond delay="17000"/>
                            </p:stCondLst>
                            <p:childTnLst>
                              <p:par>
                                <p:cTn id="219" presetID="53" presetClass="entr" presetSubtype="16" fill="hold" grpId="0" nodeType="afterEffect">
                                  <p:stCondLst>
                                    <p:cond delay="0"/>
                                  </p:stCondLst>
                                  <p:childTnLst>
                                    <p:set>
                                      <p:cBhvr>
                                        <p:cTn id="220" dur="1" fill="hold">
                                          <p:stCondLst>
                                            <p:cond delay="0"/>
                                          </p:stCondLst>
                                        </p:cTn>
                                        <p:tgtEl>
                                          <p:spTgt spid="63"/>
                                        </p:tgtEl>
                                        <p:attrNameLst>
                                          <p:attrName>style.visibility</p:attrName>
                                        </p:attrNameLst>
                                      </p:cBhvr>
                                      <p:to>
                                        <p:strVal val="visible"/>
                                      </p:to>
                                    </p:set>
                                    <p:anim calcmode="lin" valueType="num">
                                      <p:cBhvr>
                                        <p:cTn id="221" dur="250" fill="hold"/>
                                        <p:tgtEl>
                                          <p:spTgt spid="63"/>
                                        </p:tgtEl>
                                        <p:attrNameLst>
                                          <p:attrName>ppt_w</p:attrName>
                                        </p:attrNameLst>
                                      </p:cBhvr>
                                      <p:tavLst>
                                        <p:tav tm="0">
                                          <p:val>
                                            <p:fltVal val="0"/>
                                          </p:val>
                                        </p:tav>
                                        <p:tav tm="100000">
                                          <p:val>
                                            <p:strVal val="#ppt_w"/>
                                          </p:val>
                                        </p:tav>
                                      </p:tavLst>
                                    </p:anim>
                                    <p:anim calcmode="lin" valueType="num">
                                      <p:cBhvr>
                                        <p:cTn id="222" dur="250" fill="hold"/>
                                        <p:tgtEl>
                                          <p:spTgt spid="63"/>
                                        </p:tgtEl>
                                        <p:attrNameLst>
                                          <p:attrName>ppt_h</p:attrName>
                                        </p:attrNameLst>
                                      </p:cBhvr>
                                      <p:tavLst>
                                        <p:tav tm="0">
                                          <p:val>
                                            <p:fltVal val="0"/>
                                          </p:val>
                                        </p:tav>
                                        <p:tav tm="100000">
                                          <p:val>
                                            <p:strVal val="#ppt_h"/>
                                          </p:val>
                                        </p:tav>
                                      </p:tavLst>
                                    </p:anim>
                                    <p:animEffect transition="in" filter="fade">
                                      <p:cBhvr>
                                        <p:cTn id="223" dur="250"/>
                                        <p:tgtEl>
                                          <p:spTgt spid="63"/>
                                        </p:tgtEl>
                                      </p:cBhvr>
                                    </p:animEffect>
                                  </p:childTnLst>
                                </p:cTn>
                              </p:par>
                              <p:par>
                                <p:cTn id="224" presetID="6" presetClass="emph" presetSubtype="0" decel="100000" fill="hold" grpId="1" nodeType="withEffect">
                                  <p:stCondLst>
                                    <p:cond delay="200"/>
                                  </p:stCondLst>
                                  <p:childTnLst>
                                    <p:animScale>
                                      <p:cBhvr>
                                        <p:cTn id="225" dur="250" fill="hold"/>
                                        <p:tgtEl>
                                          <p:spTgt spid="63"/>
                                        </p:tgtEl>
                                      </p:cBhvr>
                                      <p:by x="120000" y="120000"/>
                                    </p:animScale>
                                  </p:childTnLst>
                                </p:cTn>
                              </p:par>
                              <p:par>
                                <p:cTn id="226" presetID="6" presetClass="emph" presetSubtype="0" decel="100000" fill="hold" grpId="2" nodeType="withEffect">
                                  <p:stCondLst>
                                    <p:cond delay="400"/>
                                  </p:stCondLst>
                                  <p:childTnLst>
                                    <p:animScale>
                                      <p:cBhvr>
                                        <p:cTn id="227" dur="250" fill="hold"/>
                                        <p:tgtEl>
                                          <p:spTgt spid="63"/>
                                        </p:tgtEl>
                                      </p:cBhvr>
                                      <p:by x="83000" y="83000"/>
                                    </p:animScale>
                                  </p:childTnLst>
                                </p:cTn>
                              </p:par>
                              <p:par>
                                <p:cTn id="228" presetID="53" presetClass="entr" presetSubtype="16" fill="hold" grpId="0" nodeType="withEffect">
                                  <p:stCondLst>
                                    <p:cond delay="400"/>
                                  </p:stCondLst>
                                  <p:childTnLst>
                                    <p:set>
                                      <p:cBhvr>
                                        <p:cTn id="229" dur="1" fill="hold">
                                          <p:stCondLst>
                                            <p:cond delay="0"/>
                                          </p:stCondLst>
                                        </p:cTn>
                                        <p:tgtEl>
                                          <p:spTgt spid="67"/>
                                        </p:tgtEl>
                                        <p:attrNameLst>
                                          <p:attrName>style.visibility</p:attrName>
                                        </p:attrNameLst>
                                      </p:cBhvr>
                                      <p:to>
                                        <p:strVal val="visible"/>
                                      </p:to>
                                    </p:set>
                                    <p:anim calcmode="lin" valueType="num">
                                      <p:cBhvr>
                                        <p:cTn id="230" dur="250" fill="hold"/>
                                        <p:tgtEl>
                                          <p:spTgt spid="67"/>
                                        </p:tgtEl>
                                        <p:attrNameLst>
                                          <p:attrName>ppt_w</p:attrName>
                                        </p:attrNameLst>
                                      </p:cBhvr>
                                      <p:tavLst>
                                        <p:tav tm="0">
                                          <p:val>
                                            <p:fltVal val="0"/>
                                          </p:val>
                                        </p:tav>
                                        <p:tav tm="100000">
                                          <p:val>
                                            <p:strVal val="#ppt_w"/>
                                          </p:val>
                                        </p:tav>
                                      </p:tavLst>
                                    </p:anim>
                                    <p:anim calcmode="lin" valueType="num">
                                      <p:cBhvr>
                                        <p:cTn id="231" dur="250" fill="hold"/>
                                        <p:tgtEl>
                                          <p:spTgt spid="67"/>
                                        </p:tgtEl>
                                        <p:attrNameLst>
                                          <p:attrName>ppt_h</p:attrName>
                                        </p:attrNameLst>
                                      </p:cBhvr>
                                      <p:tavLst>
                                        <p:tav tm="0">
                                          <p:val>
                                            <p:fltVal val="0"/>
                                          </p:val>
                                        </p:tav>
                                        <p:tav tm="100000">
                                          <p:val>
                                            <p:strVal val="#ppt_h"/>
                                          </p:val>
                                        </p:tav>
                                      </p:tavLst>
                                    </p:anim>
                                    <p:animEffect transition="in" filter="fade">
                                      <p:cBhvr>
                                        <p:cTn id="232" dur="250"/>
                                        <p:tgtEl>
                                          <p:spTgt spid="67"/>
                                        </p:tgtEl>
                                      </p:cBhvr>
                                    </p:animEffect>
                                  </p:childTnLst>
                                </p:cTn>
                              </p:par>
                              <p:par>
                                <p:cTn id="233" presetID="6" presetClass="emph" presetSubtype="0" decel="100000" fill="hold" grpId="1" nodeType="withEffect">
                                  <p:stCondLst>
                                    <p:cond delay="600"/>
                                  </p:stCondLst>
                                  <p:childTnLst>
                                    <p:animScale>
                                      <p:cBhvr>
                                        <p:cTn id="234" dur="250" fill="hold"/>
                                        <p:tgtEl>
                                          <p:spTgt spid="67"/>
                                        </p:tgtEl>
                                      </p:cBhvr>
                                      <p:by x="120000" y="120000"/>
                                    </p:animScale>
                                  </p:childTnLst>
                                </p:cTn>
                              </p:par>
                              <p:par>
                                <p:cTn id="235" presetID="6" presetClass="emph" presetSubtype="0" decel="100000" fill="hold" grpId="2" nodeType="withEffect">
                                  <p:stCondLst>
                                    <p:cond delay="800"/>
                                  </p:stCondLst>
                                  <p:childTnLst>
                                    <p:animScale>
                                      <p:cBhvr>
                                        <p:cTn id="236" dur="250" fill="hold"/>
                                        <p:tgtEl>
                                          <p:spTgt spid="67"/>
                                        </p:tgtEl>
                                      </p:cBhvr>
                                      <p:by x="83000" y="83000"/>
                                    </p:animScale>
                                  </p:childTnLst>
                                </p:cTn>
                              </p:par>
                              <p:par>
                                <p:cTn id="237" presetID="53" presetClass="entr" presetSubtype="16" fill="hold" grpId="0" nodeType="withEffect">
                                  <p:stCondLst>
                                    <p:cond delay="500"/>
                                  </p:stCondLst>
                                  <p:childTnLst>
                                    <p:set>
                                      <p:cBhvr>
                                        <p:cTn id="238" dur="1" fill="hold">
                                          <p:stCondLst>
                                            <p:cond delay="0"/>
                                          </p:stCondLst>
                                        </p:cTn>
                                        <p:tgtEl>
                                          <p:spTgt spid="65"/>
                                        </p:tgtEl>
                                        <p:attrNameLst>
                                          <p:attrName>style.visibility</p:attrName>
                                        </p:attrNameLst>
                                      </p:cBhvr>
                                      <p:to>
                                        <p:strVal val="visible"/>
                                      </p:to>
                                    </p:set>
                                    <p:anim calcmode="lin" valueType="num">
                                      <p:cBhvr>
                                        <p:cTn id="239" dur="500" fill="hold"/>
                                        <p:tgtEl>
                                          <p:spTgt spid="65"/>
                                        </p:tgtEl>
                                        <p:attrNameLst>
                                          <p:attrName>ppt_w</p:attrName>
                                        </p:attrNameLst>
                                      </p:cBhvr>
                                      <p:tavLst>
                                        <p:tav tm="0">
                                          <p:val>
                                            <p:fltVal val="0"/>
                                          </p:val>
                                        </p:tav>
                                        <p:tav tm="100000">
                                          <p:val>
                                            <p:strVal val="#ppt_w"/>
                                          </p:val>
                                        </p:tav>
                                      </p:tavLst>
                                    </p:anim>
                                    <p:anim calcmode="lin" valueType="num">
                                      <p:cBhvr>
                                        <p:cTn id="240" dur="500" fill="hold"/>
                                        <p:tgtEl>
                                          <p:spTgt spid="65"/>
                                        </p:tgtEl>
                                        <p:attrNameLst>
                                          <p:attrName>ppt_h</p:attrName>
                                        </p:attrNameLst>
                                      </p:cBhvr>
                                      <p:tavLst>
                                        <p:tav tm="0">
                                          <p:val>
                                            <p:fltVal val="0"/>
                                          </p:val>
                                        </p:tav>
                                        <p:tav tm="100000">
                                          <p:val>
                                            <p:strVal val="#ppt_h"/>
                                          </p:val>
                                        </p:tav>
                                      </p:tavLst>
                                    </p:anim>
                                    <p:animEffect transition="in" filter="fade">
                                      <p:cBhvr>
                                        <p:cTn id="241" dur="500"/>
                                        <p:tgtEl>
                                          <p:spTgt spid="65"/>
                                        </p:tgtEl>
                                      </p:cBhvr>
                                    </p:animEffect>
                                  </p:childTnLst>
                                </p:cTn>
                              </p:par>
                              <p:par>
                                <p:cTn id="242" presetID="63" presetClass="path" presetSubtype="0" accel="50000" decel="50000" fill="hold" grpId="1" nodeType="withEffect">
                                  <p:stCondLst>
                                    <p:cond delay="500"/>
                                  </p:stCondLst>
                                  <p:childTnLst>
                                    <p:animMotion origin="layout" path="M -4.375E-6 -2.59259E-6 L 0.11954 -2.59259E-6 " pathEditMode="relative" rAng="0" ptsTypes="AA">
                                      <p:cBhvr>
                                        <p:cTn id="243" dur="1000" spd="-100000" fill="hold"/>
                                        <p:tgtEl>
                                          <p:spTgt spid="65"/>
                                        </p:tgtEl>
                                        <p:attrNameLst>
                                          <p:attrName>ppt_x</p:attrName>
                                          <p:attrName>ppt_y</p:attrName>
                                        </p:attrNameLst>
                                      </p:cBhvr>
                                      <p:rCtr x="5977" y="0"/>
                                    </p:animMotion>
                                  </p:childTnLst>
                                </p:cTn>
                              </p:par>
                            </p:childTnLst>
                          </p:cTn>
                        </p:par>
                        <p:par>
                          <p:cTn id="244" fill="hold">
                            <p:stCondLst>
                              <p:cond delay="18500"/>
                            </p:stCondLst>
                            <p:childTnLst>
                              <p:par>
                                <p:cTn id="245" presetID="53" presetClass="entr" presetSubtype="16" fill="hold" grpId="0" nodeType="afterEffect">
                                  <p:stCondLst>
                                    <p:cond delay="0"/>
                                  </p:stCondLst>
                                  <p:iterate type="lt">
                                    <p:tmPct val="10000"/>
                                  </p:iterate>
                                  <p:childTnLst>
                                    <p:set>
                                      <p:cBhvr>
                                        <p:cTn id="246" dur="1" fill="hold">
                                          <p:stCondLst>
                                            <p:cond delay="0"/>
                                          </p:stCondLst>
                                        </p:cTn>
                                        <p:tgtEl>
                                          <p:spTgt spid="64"/>
                                        </p:tgtEl>
                                        <p:attrNameLst>
                                          <p:attrName>style.visibility</p:attrName>
                                        </p:attrNameLst>
                                      </p:cBhvr>
                                      <p:to>
                                        <p:strVal val="visible"/>
                                      </p:to>
                                    </p:set>
                                    <p:anim calcmode="lin" valueType="num">
                                      <p:cBhvr>
                                        <p:cTn id="247" dur="250" fill="hold"/>
                                        <p:tgtEl>
                                          <p:spTgt spid="64"/>
                                        </p:tgtEl>
                                        <p:attrNameLst>
                                          <p:attrName>ppt_w</p:attrName>
                                        </p:attrNameLst>
                                      </p:cBhvr>
                                      <p:tavLst>
                                        <p:tav tm="0">
                                          <p:val>
                                            <p:fltVal val="0"/>
                                          </p:val>
                                        </p:tav>
                                        <p:tav tm="100000">
                                          <p:val>
                                            <p:strVal val="#ppt_w"/>
                                          </p:val>
                                        </p:tav>
                                      </p:tavLst>
                                    </p:anim>
                                    <p:anim calcmode="lin" valueType="num">
                                      <p:cBhvr>
                                        <p:cTn id="248" dur="250" fill="hold"/>
                                        <p:tgtEl>
                                          <p:spTgt spid="64"/>
                                        </p:tgtEl>
                                        <p:attrNameLst>
                                          <p:attrName>ppt_h</p:attrName>
                                        </p:attrNameLst>
                                      </p:cBhvr>
                                      <p:tavLst>
                                        <p:tav tm="0">
                                          <p:val>
                                            <p:fltVal val="0"/>
                                          </p:val>
                                        </p:tav>
                                        <p:tav tm="100000">
                                          <p:val>
                                            <p:strVal val="#ppt_h"/>
                                          </p:val>
                                        </p:tav>
                                      </p:tavLst>
                                    </p:anim>
                                    <p:animEffect transition="in" filter="fade">
                                      <p:cBhvr>
                                        <p:cTn id="249" dur="25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0" grpId="1"/>
      <p:bldP spid="42" grpId="0" animBg="1"/>
      <p:bldP spid="43" grpId="0" animBg="1"/>
      <p:bldP spid="44" grpId="0" animBg="1"/>
      <p:bldP spid="45" grpId="0" animBg="1"/>
      <p:bldP spid="46" grpId="0" animBg="1"/>
      <p:bldP spid="47" grpId="0"/>
      <p:bldP spid="47" grpId="1"/>
      <p:bldP spid="48" grpId="0" animBg="1"/>
      <p:bldP spid="48" grpId="1" animBg="1"/>
      <p:bldP spid="48" grpId="2" animBg="1"/>
      <p:bldP spid="49" grpId="0"/>
      <p:bldP spid="50" grpId="0"/>
      <p:bldP spid="50" grpId="1"/>
      <p:bldP spid="51" grpId="0" animBg="1"/>
      <p:bldP spid="51" grpId="1" animBg="1"/>
      <p:bldP spid="51" grpId="2" animBg="1"/>
      <p:bldP spid="52" grpId="0"/>
      <p:bldP spid="53" grpId="0"/>
      <p:bldP spid="53" grpId="1"/>
      <p:bldP spid="54" grpId="0" animBg="1"/>
      <p:bldP spid="54" grpId="1" animBg="1"/>
      <p:bldP spid="54" grpId="2" animBg="1"/>
      <p:bldP spid="55" grpId="0"/>
      <p:bldP spid="56" grpId="0"/>
      <p:bldP spid="56" grpId="1"/>
      <p:bldP spid="57" grpId="0" animBg="1"/>
      <p:bldP spid="57" grpId="1" animBg="1"/>
      <p:bldP spid="57" grpId="2" animBg="1"/>
      <p:bldP spid="58" grpId="0"/>
      <p:bldP spid="59" grpId="0"/>
      <p:bldP spid="59" grpId="1"/>
      <p:bldP spid="60" grpId="0" animBg="1"/>
      <p:bldP spid="60" grpId="1" animBg="1"/>
      <p:bldP spid="60" grpId="2" animBg="1"/>
      <p:bldP spid="61" grpId="0"/>
      <p:bldP spid="62" grpId="0"/>
      <p:bldP spid="62" grpId="1"/>
      <p:bldP spid="63" grpId="0" animBg="1"/>
      <p:bldP spid="63" grpId="1" animBg="1"/>
      <p:bldP spid="63" grpId="2" animBg="1"/>
      <p:bldP spid="64" grpId="0"/>
      <p:bldP spid="65" grpId="0"/>
      <p:bldP spid="65" grpId="1"/>
      <p:bldP spid="66" grpId="0" animBg="1"/>
      <p:bldP spid="66" grpId="1" animBg="1"/>
      <p:bldP spid="66" grpId="2" animBg="1"/>
      <p:bldP spid="67" grpId="0" animBg="1"/>
      <p:bldP spid="67" grpId="1" animBg="1"/>
      <p:bldP spid="67" grpId="2" animBg="1"/>
      <p:bldP spid="68" grpId="0" animBg="1"/>
      <p:bldP spid="68" grpId="1" animBg="1"/>
      <p:bldP spid="68" grpId="2" animBg="1"/>
      <p:bldP spid="69" grpId="0" animBg="1"/>
      <p:bldP spid="69" grpId="1" animBg="1"/>
      <p:bldP spid="69" grpId="2" animBg="1"/>
      <p:bldP spid="70" grpId="0" animBg="1"/>
      <p:bldP spid="70" grpId="1" animBg="1"/>
      <p:bldP spid="70" grpId="2" animBg="1"/>
      <p:bldP spid="71" grpId="0" animBg="1"/>
      <p:bldP spid="71" grpId="1" animBg="1"/>
      <p:bldP spid="71" grpId="2"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450633" y="228814"/>
            <a:ext cx="720000" cy="720000"/>
            <a:chOff x="450633" y="228814"/>
            <a:chExt cx="720000" cy="720000"/>
          </a:xfrm>
        </p:grpSpPr>
        <p:sp>
          <p:nvSpPr>
            <p:cNvPr id="28" name="椭圆 27"/>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29"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0" name="文本框 29"/>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年度工作完成概述</a:t>
            </a:r>
          </a:p>
        </p:txBody>
      </p:sp>
      <p:cxnSp>
        <p:nvCxnSpPr>
          <p:cNvPr id="31" name="直接连接符 30"/>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32" name="文本框 31"/>
          <p:cNvSpPr txBox="1">
            <a:spLocks/>
          </p:cNvSpPr>
          <p:nvPr/>
        </p:nvSpPr>
        <p:spPr>
          <a:xfrm>
            <a:off x="8850313" y="2656064"/>
            <a:ext cx="2880207"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33" name="文本框 32"/>
          <p:cNvSpPr txBox="1">
            <a:spLocks/>
          </p:cNvSpPr>
          <p:nvPr/>
        </p:nvSpPr>
        <p:spPr>
          <a:xfrm>
            <a:off x="8850313" y="2308204"/>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34" name="文本框 33"/>
          <p:cNvSpPr txBox="1">
            <a:spLocks/>
          </p:cNvSpPr>
          <p:nvPr/>
        </p:nvSpPr>
        <p:spPr>
          <a:xfrm>
            <a:off x="2780372" y="1873876"/>
            <a:ext cx="2880207" cy="738664"/>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35" name="文本框 34"/>
          <p:cNvSpPr txBox="1">
            <a:spLocks/>
          </p:cNvSpPr>
          <p:nvPr/>
        </p:nvSpPr>
        <p:spPr>
          <a:xfrm>
            <a:off x="2780372" y="1526016"/>
            <a:ext cx="2879848"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36" name="文本框 35"/>
          <p:cNvSpPr txBox="1">
            <a:spLocks/>
          </p:cNvSpPr>
          <p:nvPr/>
        </p:nvSpPr>
        <p:spPr>
          <a:xfrm>
            <a:off x="496459" y="3589036"/>
            <a:ext cx="2880207" cy="738664"/>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37" name="文本框 36"/>
          <p:cNvSpPr txBox="1">
            <a:spLocks/>
          </p:cNvSpPr>
          <p:nvPr/>
        </p:nvSpPr>
        <p:spPr>
          <a:xfrm>
            <a:off x="496459" y="3241176"/>
            <a:ext cx="2879848"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38" name="文本框 37"/>
          <p:cNvSpPr txBox="1">
            <a:spLocks/>
          </p:cNvSpPr>
          <p:nvPr/>
        </p:nvSpPr>
        <p:spPr>
          <a:xfrm>
            <a:off x="1148696" y="5280446"/>
            <a:ext cx="2880207" cy="738664"/>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39" name="文本框 38"/>
          <p:cNvSpPr txBox="1">
            <a:spLocks/>
          </p:cNvSpPr>
          <p:nvPr/>
        </p:nvSpPr>
        <p:spPr>
          <a:xfrm>
            <a:off x="1148696" y="4932586"/>
            <a:ext cx="2879848"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0" name="文本框 39"/>
          <p:cNvSpPr txBox="1">
            <a:spLocks/>
          </p:cNvSpPr>
          <p:nvPr/>
        </p:nvSpPr>
        <p:spPr>
          <a:xfrm>
            <a:off x="8312150" y="4373814"/>
            <a:ext cx="2880207"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41" name="文本框 40"/>
          <p:cNvSpPr txBox="1">
            <a:spLocks/>
          </p:cNvSpPr>
          <p:nvPr/>
        </p:nvSpPr>
        <p:spPr>
          <a:xfrm>
            <a:off x="8312150" y="4025954"/>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2" name="Freeform 21"/>
          <p:cNvSpPr>
            <a:spLocks noChangeAspect="1"/>
          </p:cNvSpPr>
          <p:nvPr/>
        </p:nvSpPr>
        <p:spPr bwMode="auto">
          <a:xfrm>
            <a:off x="5753100" y="1523062"/>
            <a:ext cx="630238" cy="5351463"/>
          </a:xfrm>
          <a:custGeom>
            <a:avLst/>
            <a:gdLst>
              <a:gd name="T0" fmla="*/ 1366 w 1732"/>
              <a:gd name="T1" fmla="*/ 1500 h 14715"/>
              <a:gd name="T2" fmla="*/ 1366 w 1732"/>
              <a:gd name="T3" fmla="*/ 14715 h 14715"/>
              <a:gd name="T4" fmla="*/ 366 w 1732"/>
              <a:gd name="T5" fmla="*/ 14715 h 14715"/>
              <a:gd name="T6" fmla="*/ 366 w 1732"/>
              <a:gd name="T7" fmla="*/ 1500 h 14715"/>
              <a:gd name="T8" fmla="*/ 0 w 1732"/>
              <a:gd name="T9" fmla="*/ 1500 h 14715"/>
              <a:gd name="T10" fmla="*/ 433 w 1732"/>
              <a:gd name="T11" fmla="*/ 750 h 14715"/>
              <a:gd name="T12" fmla="*/ 866 w 1732"/>
              <a:gd name="T13" fmla="*/ 0 h 14715"/>
              <a:gd name="T14" fmla="*/ 1299 w 1732"/>
              <a:gd name="T15" fmla="*/ 750 h 14715"/>
              <a:gd name="T16" fmla="*/ 1732 w 1732"/>
              <a:gd name="T17" fmla="*/ 1500 h 14715"/>
              <a:gd name="T18" fmla="*/ 1366 w 1732"/>
              <a:gd name="T19" fmla="*/ 1500 h 14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32" h="14715">
                <a:moveTo>
                  <a:pt x="1366" y="1500"/>
                </a:moveTo>
                <a:lnTo>
                  <a:pt x="1366" y="14715"/>
                </a:lnTo>
                <a:lnTo>
                  <a:pt x="366" y="14715"/>
                </a:lnTo>
                <a:lnTo>
                  <a:pt x="366" y="1500"/>
                </a:lnTo>
                <a:lnTo>
                  <a:pt x="0" y="1500"/>
                </a:lnTo>
                <a:lnTo>
                  <a:pt x="433" y="750"/>
                </a:lnTo>
                <a:lnTo>
                  <a:pt x="866" y="0"/>
                </a:lnTo>
                <a:lnTo>
                  <a:pt x="1299" y="750"/>
                </a:lnTo>
                <a:lnTo>
                  <a:pt x="1732" y="1500"/>
                </a:lnTo>
                <a:lnTo>
                  <a:pt x="1366" y="1500"/>
                </a:lnTo>
                <a:close/>
              </a:path>
            </a:pathLst>
          </a:custGeom>
          <a:gradFill>
            <a:gsLst>
              <a:gs pos="0">
                <a:srgbClr val="17406D"/>
              </a:gs>
              <a:gs pos="100000">
                <a:srgbClr val="17406D">
                  <a:lumMod val="75000"/>
                </a:srgbClr>
              </a:gs>
            </a:gsLst>
            <a:lin ang="2700000" scaled="1"/>
          </a:gra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3" name="Freeform 22"/>
          <p:cNvSpPr>
            <a:spLocks noChangeAspect="1"/>
          </p:cNvSpPr>
          <p:nvPr/>
        </p:nvSpPr>
        <p:spPr bwMode="auto">
          <a:xfrm>
            <a:off x="5886450" y="2537475"/>
            <a:ext cx="2830513" cy="4337050"/>
          </a:xfrm>
          <a:custGeom>
            <a:avLst/>
            <a:gdLst>
              <a:gd name="T0" fmla="*/ 6278 w 7778"/>
              <a:gd name="T1" fmla="*/ 1366 h 11924"/>
              <a:gd name="T2" fmla="*/ 1808 w 7778"/>
              <a:gd name="T3" fmla="*/ 1366 h 11924"/>
              <a:gd name="T4" fmla="*/ 1238 w 7778"/>
              <a:gd name="T5" fmla="*/ 1603 h 11924"/>
              <a:gd name="T6" fmla="*/ 1000 w 7778"/>
              <a:gd name="T7" fmla="*/ 2173 h 11924"/>
              <a:gd name="T8" fmla="*/ 1000 w 7778"/>
              <a:gd name="T9" fmla="*/ 11924 h 11924"/>
              <a:gd name="T10" fmla="*/ 0 w 7778"/>
              <a:gd name="T11" fmla="*/ 11924 h 11924"/>
              <a:gd name="T12" fmla="*/ 0 w 7778"/>
              <a:gd name="T13" fmla="*/ 2173 h 11924"/>
              <a:gd name="T14" fmla="*/ 531 w 7778"/>
              <a:gd name="T15" fmla="*/ 896 h 11924"/>
              <a:gd name="T16" fmla="*/ 1808 w 7778"/>
              <a:gd name="T17" fmla="*/ 366 h 11924"/>
              <a:gd name="T18" fmla="*/ 6278 w 7778"/>
              <a:gd name="T19" fmla="*/ 366 h 11924"/>
              <a:gd name="T20" fmla="*/ 6278 w 7778"/>
              <a:gd name="T21" fmla="*/ 0 h 11924"/>
              <a:gd name="T22" fmla="*/ 7028 w 7778"/>
              <a:gd name="T23" fmla="*/ 433 h 11924"/>
              <a:gd name="T24" fmla="*/ 7778 w 7778"/>
              <a:gd name="T25" fmla="*/ 866 h 11924"/>
              <a:gd name="T26" fmla="*/ 7028 w 7778"/>
              <a:gd name="T27" fmla="*/ 1299 h 11924"/>
              <a:gd name="T28" fmla="*/ 6278 w 7778"/>
              <a:gd name="T29" fmla="*/ 1732 h 11924"/>
              <a:gd name="T30" fmla="*/ 6278 w 7778"/>
              <a:gd name="T31" fmla="*/ 1366 h 11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778" h="11924">
                <a:moveTo>
                  <a:pt x="6278" y="1366"/>
                </a:moveTo>
                <a:lnTo>
                  <a:pt x="1808" y="1366"/>
                </a:lnTo>
                <a:cubicBezTo>
                  <a:pt x="1586" y="1366"/>
                  <a:pt x="1384" y="1456"/>
                  <a:pt x="1238" y="1603"/>
                </a:cubicBezTo>
                <a:cubicBezTo>
                  <a:pt x="1091" y="1749"/>
                  <a:pt x="1000" y="1951"/>
                  <a:pt x="1000" y="2173"/>
                </a:cubicBezTo>
                <a:lnTo>
                  <a:pt x="1000" y="11924"/>
                </a:lnTo>
                <a:lnTo>
                  <a:pt x="0" y="11924"/>
                </a:lnTo>
                <a:lnTo>
                  <a:pt x="0" y="2173"/>
                </a:lnTo>
                <a:cubicBezTo>
                  <a:pt x="0" y="1675"/>
                  <a:pt x="203" y="1223"/>
                  <a:pt x="531" y="896"/>
                </a:cubicBezTo>
                <a:cubicBezTo>
                  <a:pt x="858" y="569"/>
                  <a:pt x="1310" y="366"/>
                  <a:pt x="1808" y="366"/>
                </a:cubicBezTo>
                <a:lnTo>
                  <a:pt x="6278" y="366"/>
                </a:lnTo>
                <a:lnTo>
                  <a:pt x="6278" y="0"/>
                </a:lnTo>
                <a:lnTo>
                  <a:pt x="7028" y="433"/>
                </a:lnTo>
                <a:lnTo>
                  <a:pt x="7778" y="866"/>
                </a:lnTo>
                <a:lnTo>
                  <a:pt x="7028" y="1299"/>
                </a:lnTo>
                <a:lnTo>
                  <a:pt x="6278" y="1732"/>
                </a:lnTo>
                <a:lnTo>
                  <a:pt x="6278" y="1366"/>
                </a:lnTo>
                <a:close/>
              </a:path>
            </a:pathLst>
          </a:custGeom>
          <a:gradFill>
            <a:gsLst>
              <a:gs pos="0">
                <a:srgbClr val="C00000"/>
              </a:gs>
              <a:gs pos="100000">
                <a:srgbClr val="C00000">
                  <a:lumMod val="75000"/>
                </a:srgbClr>
              </a:gs>
            </a:gsLst>
            <a:lin ang="2700000" scaled="1"/>
          </a:gra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4" name="Freeform 23"/>
          <p:cNvSpPr>
            <a:spLocks noChangeAspect="1"/>
          </p:cNvSpPr>
          <p:nvPr/>
        </p:nvSpPr>
        <p:spPr bwMode="auto">
          <a:xfrm>
            <a:off x="3475037" y="3456637"/>
            <a:ext cx="2774950" cy="3417888"/>
          </a:xfrm>
          <a:custGeom>
            <a:avLst/>
            <a:gdLst>
              <a:gd name="T0" fmla="*/ 1500 w 7625"/>
              <a:gd name="T1" fmla="*/ 366 h 9398"/>
              <a:gd name="T2" fmla="*/ 5818 w 7625"/>
              <a:gd name="T3" fmla="*/ 366 h 9398"/>
              <a:gd name="T4" fmla="*/ 7095 w 7625"/>
              <a:gd name="T5" fmla="*/ 897 h 9398"/>
              <a:gd name="T6" fmla="*/ 7625 w 7625"/>
              <a:gd name="T7" fmla="*/ 2174 h 9398"/>
              <a:gd name="T8" fmla="*/ 7625 w 7625"/>
              <a:gd name="T9" fmla="*/ 9398 h 9398"/>
              <a:gd name="T10" fmla="*/ 6625 w 7625"/>
              <a:gd name="T11" fmla="*/ 9398 h 9398"/>
              <a:gd name="T12" fmla="*/ 6625 w 7625"/>
              <a:gd name="T13" fmla="*/ 2174 h 9398"/>
              <a:gd name="T14" fmla="*/ 6388 w 7625"/>
              <a:gd name="T15" fmla="*/ 1604 h 9398"/>
              <a:gd name="T16" fmla="*/ 5818 w 7625"/>
              <a:gd name="T17" fmla="*/ 1366 h 9398"/>
              <a:gd name="T18" fmla="*/ 1500 w 7625"/>
              <a:gd name="T19" fmla="*/ 1366 h 9398"/>
              <a:gd name="T20" fmla="*/ 1500 w 7625"/>
              <a:gd name="T21" fmla="*/ 1733 h 9398"/>
              <a:gd name="T22" fmla="*/ 750 w 7625"/>
              <a:gd name="T23" fmla="*/ 1299 h 9398"/>
              <a:gd name="T24" fmla="*/ 0 w 7625"/>
              <a:gd name="T25" fmla="*/ 866 h 9398"/>
              <a:gd name="T26" fmla="*/ 750 w 7625"/>
              <a:gd name="T27" fmla="*/ 433 h 9398"/>
              <a:gd name="T28" fmla="*/ 1500 w 7625"/>
              <a:gd name="T29" fmla="*/ 0 h 9398"/>
              <a:gd name="T30" fmla="*/ 1500 w 7625"/>
              <a:gd name="T31" fmla="*/ 366 h 9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5" h="9398">
                <a:moveTo>
                  <a:pt x="1500" y="366"/>
                </a:moveTo>
                <a:lnTo>
                  <a:pt x="5818" y="366"/>
                </a:lnTo>
                <a:cubicBezTo>
                  <a:pt x="6316" y="366"/>
                  <a:pt x="6768" y="569"/>
                  <a:pt x="7095" y="897"/>
                </a:cubicBezTo>
                <a:cubicBezTo>
                  <a:pt x="7422" y="1224"/>
                  <a:pt x="7625" y="1676"/>
                  <a:pt x="7625" y="2174"/>
                </a:cubicBezTo>
                <a:lnTo>
                  <a:pt x="7625" y="9398"/>
                </a:lnTo>
                <a:lnTo>
                  <a:pt x="6625" y="9398"/>
                </a:lnTo>
                <a:lnTo>
                  <a:pt x="6625" y="2174"/>
                </a:lnTo>
                <a:cubicBezTo>
                  <a:pt x="6625" y="1952"/>
                  <a:pt x="6535" y="1750"/>
                  <a:pt x="6388" y="1604"/>
                </a:cubicBezTo>
                <a:cubicBezTo>
                  <a:pt x="6242" y="1457"/>
                  <a:pt x="6040" y="1366"/>
                  <a:pt x="5818" y="1366"/>
                </a:cubicBezTo>
                <a:lnTo>
                  <a:pt x="1500" y="1366"/>
                </a:lnTo>
                <a:lnTo>
                  <a:pt x="1500" y="1733"/>
                </a:lnTo>
                <a:lnTo>
                  <a:pt x="750" y="1299"/>
                </a:lnTo>
                <a:lnTo>
                  <a:pt x="0" y="866"/>
                </a:lnTo>
                <a:lnTo>
                  <a:pt x="750" y="433"/>
                </a:lnTo>
                <a:lnTo>
                  <a:pt x="1500" y="0"/>
                </a:lnTo>
                <a:lnTo>
                  <a:pt x="1500" y="366"/>
                </a:lnTo>
                <a:close/>
              </a:path>
            </a:pathLst>
          </a:custGeom>
          <a:gradFill>
            <a:gsLst>
              <a:gs pos="0">
                <a:srgbClr val="17406D"/>
              </a:gs>
              <a:gs pos="100000">
                <a:srgbClr val="17406D">
                  <a:lumMod val="75000"/>
                </a:srgbClr>
              </a:gs>
            </a:gsLst>
            <a:lin ang="2700000" scaled="1"/>
          </a:gra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5" name="Freeform 24"/>
          <p:cNvSpPr>
            <a:spLocks noChangeAspect="1"/>
          </p:cNvSpPr>
          <p:nvPr/>
        </p:nvSpPr>
        <p:spPr bwMode="auto">
          <a:xfrm>
            <a:off x="5886450" y="3899550"/>
            <a:ext cx="2292350" cy="2974975"/>
          </a:xfrm>
          <a:custGeom>
            <a:avLst/>
            <a:gdLst>
              <a:gd name="T0" fmla="*/ 4800 w 6300"/>
              <a:gd name="T1" fmla="*/ 1366 h 8181"/>
              <a:gd name="T2" fmla="*/ 1808 w 6300"/>
              <a:gd name="T3" fmla="*/ 1366 h 8181"/>
              <a:gd name="T4" fmla="*/ 1238 w 6300"/>
              <a:gd name="T5" fmla="*/ 1603 h 8181"/>
              <a:gd name="T6" fmla="*/ 1000 w 6300"/>
              <a:gd name="T7" fmla="*/ 2173 h 8181"/>
              <a:gd name="T8" fmla="*/ 1000 w 6300"/>
              <a:gd name="T9" fmla="*/ 8181 h 8181"/>
              <a:gd name="T10" fmla="*/ 0 w 6300"/>
              <a:gd name="T11" fmla="*/ 8181 h 8181"/>
              <a:gd name="T12" fmla="*/ 0 w 6300"/>
              <a:gd name="T13" fmla="*/ 2173 h 8181"/>
              <a:gd name="T14" fmla="*/ 530 w 6300"/>
              <a:gd name="T15" fmla="*/ 896 h 8181"/>
              <a:gd name="T16" fmla="*/ 1808 w 6300"/>
              <a:gd name="T17" fmla="*/ 366 h 8181"/>
              <a:gd name="T18" fmla="*/ 4800 w 6300"/>
              <a:gd name="T19" fmla="*/ 366 h 8181"/>
              <a:gd name="T20" fmla="*/ 4800 w 6300"/>
              <a:gd name="T21" fmla="*/ 0 h 8181"/>
              <a:gd name="T22" fmla="*/ 5550 w 6300"/>
              <a:gd name="T23" fmla="*/ 433 h 8181"/>
              <a:gd name="T24" fmla="*/ 6300 w 6300"/>
              <a:gd name="T25" fmla="*/ 866 h 8181"/>
              <a:gd name="T26" fmla="*/ 5550 w 6300"/>
              <a:gd name="T27" fmla="*/ 1299 h 8181"/>
              <a:gd name="T28" fmla="*/ 4800 w 6300"/>
              <a:gd name="T29" fmla="*/ 1732 h 8181"/>
              <a:gd name="T30" fmla="*/ 4800 w 6300"/>
              <a:gd name="T31" fmla="*/ 1366 h 8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00" h="8181">
                <a:moveTo>
                  <a:pt x="4800" y="1366"/>
                </a:moveTo>
                <a:lnTo>
                  <a:pt x="1808" y="1366"/>
                </a:lnTo>
                <a:cubicBezTo>
                  <a:pt x="1586" y="1366"/>
                  <a:pt x="1384" y="1457"/>
                  <a:pt x="1238" y="1603"/>
                </a:cubicBezTo>
                <a:cubicBezTo>
                  <a:pt x="1091" y="1749"/>
                  <a:pt x="1000" y="1951"/>
                  <a:pt x="1000" y="2173"/>
                </a:cubicBezTo>
                <a:lnTo>
                  <a:pt x="1000" y="8181"/>
                </a:lnTo>
                <a:lnTo>
                  <a:pt x="0" y="8181"/>
                </a:lnTo>
                <a:lnTo>
                  <a:pt x="0" y="2173"/>
                </a:lnTo>
                <a:cubicBezTo>
                  <a:pt x="0" y="1675"/>
                  <a:pt x="203" y="1223"/>
                  <a:pt x="530" y="896"/>
                </a:cubicBezTo>
                <a:cubicBezTo>
                  <a:pt x="858" y="569"/>
                  <a:pt x="1310" y="366"/>
                  <a:pt x="1808" y="366"/>
                </a:cubicBezTo>
                <a:lnTo>
                  <a:pt x="4800" y="366"/>
                </a:lnTo>
                <a:lnTo>
                  <a:pt x="4800" y="0"/>
                </a:lnTo>
                <a:lnTo>
                  <a:pt x="5550" y="433"/>
                </a:lnTo>
                <a:lnTo>
                  <a:pt x="6300" y="866"/>
                </a:lnTo>
                <a:lnTo>
                  <a:pt x="5550" y="1299"/>
                </a:lnTo>
                <a:lnTo>
                  <a:pt x="4800" y="1732"/>
                </a:lnTo>
                <a:lnTo>
                  <a:pt x="4800" y="1366"/>
                </a:lnTo>
                <a:close/>
              </a:path>
            </a:pathLst>
          </a:custGeom>
          <a:gradFill>
            <a:gsLst>
              <a:gs pos="0">
                <a:srgbClr val="C00000"/>
              </a:gs>
              <a:gs pos="100000">
                <a:srgbClr val="C00000">
                  <a:lumMod val="75000"/>
                </a:srgbClr>
              </a:gs>
            </a:gsLst>
            <a:lin ang="2700000" scaled="1"/>
          </a:gra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6" name="Freeform 25"/>
          <p:cNvSpPr>
            <a:spLocks noChangeAspect="1"/>
          </p:cNvSpPr>
          <p:nvPr/>
        </p:nvSpPr>
        <p:spPr bwMode="auto">
          <a:xfrm>
            <a:off x="4111625" y="4818712"/>
            <a:ext cx="2138363" cy="2055813"/>
          </a:xfrm>
          <a:custGeom>
            <a:avLst/>
            <a:gdLst>
              <a:gd name="T0" fmla="*/ 1500 w 5874"/>
              <a:gd name="T1" fmla="*/ 366 h 5654"/>
              <a:gd name="T2" fmla="*/ 4067 w 5874"/>
              <a:gd name="T3" fmla="*/ 366 h 5654"/>
              <a:gd name="T4" fmla="*/ 5344 w 5874"/>
              <a:gd name="T5" fmla="*/ 896 h 5654"/>
              <a:gd name="T6" fmla="*/ 5874 w 5874"/>
              <a:gd name="T7" fmla="*/ 2173 h 5654"/>
              <a:gd name="T8" fmla="*/ 5872 w 5874"/>
              <a:gd name="T9" fmla="*/ 2173 h 5654"/>
              <a:gd name="T10" fmla="*/ 5872 w 5874"/>
              <a:gd name="T11" fmla="*/ 5654 h 5654"/>
              <a:gd name="T12" fmla="*/ 4876 w 5874"/>
              <a:gd name="T13" fmla="*/ 5654 h 5654"/>
              <a:gd name="T14" fmla="*/ 4876 w 5874"/>
              <a:gd name="T15" fmla="*/ 2173 h 5654"/>
              <a:gd name="T16" fmla="*/ 4874 w 5874"/>
              <a:gd name="T17" fmla="*/ 2173 h 5654"/>
              <a:gd name="T18" fmla="*/ 4637 w 5874"/>
              <a:gd name="T19" fmla="*/ 1603 h 5654"/>
              <a:gd name="T20" fmla="*/ 4067 w 5874"/>
              <a:gd name="T21" fmla="*/ 1366 h 5654"/>
              <a:gd name="T22" fmla="*/ 1500 w 5874"/>
              <a:gd name="T23" fmla="*/ 1366 h 5654"/>
              <a:gd name="T24" fmla="*/ 1500 w 5874"/>
              <a:gd name="T25" fmla="*/ 1732 h 5654"/>
              <a:gd name="T26" fmla="*/ 750 w 5874"/>
              <a:gd name="T27" fmla="*/ 1299 h 5654"/>
              <a:gd name="T28" fmla="*/ 0 w 5874"/>
              <a:gd name="T29" fmla="*/ 866 h 5654"/>
              <a:gd name="T30" fmla="*/ 750 w 5874"/>
              <a:gd name="T31" fmla="*/ 433 h 5654"/>
              <a:gd name="T32" fmla="*/ 1500 w 5874"/>
              <a:gd name="T33" fmla="*/ 0 h 5654"/>
              <a:gd name="T34" fmla="*/ 1500 w 5874"/>
              <a:gd name="T35" fmla="*/ 366 h 5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74" h="5654">
                <a:moveTo>
                  <a:pt x="1500" y="366"/>
                </a:moveTo>
                <a:lnTo>
                  <a:pt x="4067" y="366"/>
                </a:lnTo>
                <a:cubicBezTo>
                  <a:pt x="4565" y="366"/>
                  <a:pt x="5017" y="569"/>
                  <a:pt x="5344" y="896"/>
                </a:cubicBezTo>
                <a:cubicBezTo>
                  <a:pt x="5671" y="1223"/>
                  <a:pt x="5874" y="1675"/>
                  <a:pt x="5874" y="2173"/>
                </a:cubicBezTo>
                <a:lnTo>
                  <a:pt x="5872" y="2173"/>
                </a:lnTo>
                <a:lnTo>
                  <a:pt x="5872" y="5654"/>
                </a:lnTo>
                <a:lnTo>
                  <a:pt x="4876" y="5654"/>
                </a:lnTo>
                <a:lnTo>
                  <a:pt x="4876" y="2173"/>
                </a:lnTo>
                <a:lnTo>
                  <a:pt x="4874" y="2173"/>
                </a:lnTo>
                <a:cubicBezTo>
                  <a:pt x="4874" y="1951"/>
                  <a:pt x="4783" y="1749"/>
                  <a:pt x="4637" y="1603"/>
                </a:cubicBezTo>
                <a:cubicBezTo>
                  <a:pt x="4491" y="1456"/>
                  <a:pt x="4289" y="1366"/>
                  <a:pt x="4067" y="1366"/>
                </a:cubicBezTo>
                <a:lnTo>
                  <a:pt x="1500" y="1366"/>
                </a:lnTo>
                <a:lnTo>
                  <a:pt x="1500" y="1732"/>
                </a:lnTo>
                <a:lnTo>
                  <a:pt x="750" y="1299"/>
                </a:lnTo>
                <a:lnTo>
                  <a:pt x="0" y="866"/>
                </a:lnTo>
                <a:lnTo>
                  <a:pt x="750" y="433"/>
                </a:lnTo>
                <a:lnTo>
                  <a:pt x="1500" y="0"/>
                </a:lnTo>
                <a:lnTo>
                  <a:pt x="1500" y="366"/>
                </a:lnTo>
                <a:close/>
              </a:path>
            </a:pathLst>
          </a:custGeom>
          <a:gradFill>
            <a:gsLst>
              <a:gs pos="0">
                <a:srgbClr val="17406D"/>
              </a:gs>
              <a:gs pos="100000">
                <a:srgbClr val="17406D">
                  <a:lumMod val="75000"/>
                </a:srgbClr>
              </a:gs>
            </a:gsLst>
            <a:lin ang="2700000" scaled="1"/>
          </a:gradFill>
          <a:ln w="25400" cap="flat" cmpd="sng" algn="ctr">
            <a:noFill/>
            <a:prstDash val="solid"/>
            <a:miter lim="800000"/>
          </a:ln>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FFFFFF"/>
              </a:solidFill>
              <a:effectLst/>
              <a:uLnTx/>
              <a:uFillTx/>
              <a:latin typeface="微软雅黑" panose="020B0503020204020204" pitchFamily="34" charset="-122"/>
              <a:ea typeface="宋体" panose="02010600030101010101" pitchFamily="2" charset="-122"/>
            </a:endParaRPr>
          </a:p>
        </p:txBody>
      </p:sp>
      <p:sp>
        <p:nvSpPr>
          <p:cNvPr id="47" name="Freeform 16"/>
          <p:cNvSpPr>
            <a:spLocks noChangeAspect="1" noEditPoints="1"/>
          </p:cNvSpPr>
          <p:nvPr/>
        </p:nvSpPr>
        <p:spPr bwMode="auto">
          <a:xfrm>
            <a:off x="5312945" y="4107341"/>
            <a:ext cx="363538" cy="361950"/>
          </a:xfrm>
          <a:custGeom>
            <a:avLst/>
            <a:gdLst>
              <a:gd name="T0" fmla="*/ 403 w 999"/>
              <a:gd name="T1" fmla="*/ 398 h 999"/>
              <a:gd name="T2" fmla="*/ 235 w 999"/>
              <a:gd name="T3" fmla="*/ 398 h 999"/>
              <a:gd name="T4" fmla="*/ 68 w 999"/>
              <a:gd name="T5" fmla="*/ 232 h 999"/>
              <a:gd name="T6" fmla="*/ 235 w 999"/>
              <a:gd name="T7" fmla="*/ 67 h 999"/>
              <a:gd name="T8" fmla="*/ 403 w 999"/>
              <a:gd name="T9" fmla="*/ 232 h 999"/>
              <a:gd name="T10" fmla="*/ 403 w 999"/>
              <a:gd name="T11" fmla="*/ 398 h 999"/>
              <a:gd name="T12" fmla="*/ 403 w 999"/>
              <a:gd name="T13" fmla="*/ 768 h 999"/>
              <a:gd name="T14" fmla="*/ 235 w 999"/>
              <a:gd name="T15" fmla="*/ 933 h 999"/>
              <a:gd name="T16" fmla="*/ 68 w 999"/>
              <a:gd name="T17" fmla="*/ 768 h 999"/>
              <a:gd name="T18" fmla="*/ 235 w 999"/>
              <a:gd name="T19" fmla="*/ 603 h 999"/>
              <a:gd name="T20" fmla="*/ 403 w 999"/>
              <a:gd name="T21" fmla="*/ 603 h 999"/>
              <a:gd name="T22" fmla="*/ 403 w 999"/>
              <a:gd name="T23" fmla="*/ 768 h 999"/>
              <a:gd name="T24" fmla="*/ 468 w 999"/>
              <a:gd name="T25" fmla="*/ 768 h 999"/>
              <a:gd name="T26" fmla="*/ 468 w 999"/>
              <a:gd name="T27" fmla="*/ 537 h 999"/>
              <a:gd name="T28" fmla="*/ 235 w 999"/>
              <a:gd name="T29" fmla="*/ 537 h 999"/>
              <a:gd name="T30" fmla="*/ 0 w 999"/>
              <a:gd name="T31" fmla="*/ 768 h 999"/>
              <a:gd name="T32" fmla="*/ 235 w 999"/>
              <a:gd name="T33" fmla="*/ 999 h 999"/>
              <a:gd name="T34" fmla="*/ 468 w 999"/>
              <a:gd name="T35" fmla="*/ 768 h 999"/>
              <a:gd name="T36" fmla="*/ 599 w 999"/>
              <a:gd name="T37" fmla="*/ 603 h 999"/>
              <a:gd name="T38" fmla="*/ 766 w 999"/>
              <a:gd name="T39" fmla="*/ 603 h 999"/>
              <a:gd name="T40" fmla="*/ 934 w 999"/>
              <a:gd name="T41" fmla="*/ 768 h 999"/>
              <a:gd name="T42" fmla="*/ 766 w 999"/>
              <a:gd name="T43" fmla="*/ 933 h 999"/>
              <a:gd name="T44" fmla="*/ 599 w 999"/>
              <a:gd name="T45" fmla="*/ 768 h 999"/>
              <a:gd name="T46" fmla="*/ 599 w 999"/>
              <a:gd name="T47" fmla="*/ 603 h 999"/>
              <a:gd name="T48" fmla="*/ 766 w 999"/>
              <a:gd name="T49" fmla="*/ 999 h 999"/>
              <a:gd name="T50" fmla="*/ 999 w 999"/>
              <a:gd name="T51" fmla="*/ 768 h 999"/>
              <a:gd name="T52" fmla="*/ 766 w 999"/>
              <a:gd name="T53" fmla="*/ 537 h 999"/>
              <a:gd name="T54" fmla="*/ 534 w 999"/>
              <a:gd name="T55" fmla="*/ 537 h 999"/>
              <a:gd name="T56" fmla="*/ 534 w 999"/>
              <a:gd name="T57" fmla="*/ 768 h 999"/>
              <a:gd name="T58" fmla="*/ 766 w 999"/>
              <a:gd name="T59" fmla="*/ 999 h 999"/>
              <a:gd name="T60" fmla="*/ 599 w 999"/>
              <a:gd name="T61" fmla="*/ 232 h 999"/>
              <a:gd name="T62" fmla="*/ 766 w 999"/>
              <a:gd name="T63" fmla="*/ 67 h 999"/>
              <a:gd name="T64" fmla="*/ 934 w 999"/>
              <a:gd name="T65" fmla="*/ 232 h 999"/>
              <a:gd name="T66" fmla="*/ 766 w 999"/>
              <a:gd name="T67" fmla="*/ 398 h 999"/>
              <a:gd name="T68" fmla="*/ 599 w 999"/>
              <a:gd name="T69" fmla="*/ 398 h 999"/>
              <a:gd name="T70" fmla="*/ 599 w 999"/>
              <a:gd name="T71" fmla="*/ 232 h 999"/>
              <a:gd name="T72" fmla="*/ 534 w 999"/>
              <a:gd name="T73" fmla="*/ 232 h 999"/>
              <a:gd name="T74" fmla="*/ 534 w 999"/>
              <a:gd name="T75" fmla="*/ 463 h 999"/>
              <a:gd name="T76" fmla="*/ 766 w 999"/>
              <a:gd name="T77" fmla="*/ 463 h 999"/>
              <a:gd name="T78" fmla="*/ 999 w 999"/>
              <a:gd name="T79" fmla="*/ 232 h 999"/>
              <a:gd name="T80" fmla="*/ 766 w 999"/>
              <a:gd name="T81" fmla="*/ 0 h 999"/>
              <a:gd name="T82" fmla="*/ 534 w 999"/>
              <a:gd name="T83" fmla="*/ 232 h 999"/>
              <a:gd name="T84" fmla="*/ 235 w 999"/>
              <a:gd name="T85" fmla="*/ 0 h 999"/>
              <a:gd name="T86" fmla="*/ 0 w 999"/>
              <a:gd name="T87" fmla="*/ 232 h 999"/>
              <a:gd name="T88" fmla="*/ 235 w 999"/>
              <a:gd name="T89" fmla="*/ 463 h 999"/>
              <a:gd name="T90" fmla="*/ 468 w 999"/>
              <a:gd name="T91" fmla="*/ 463 h 999"/>
              <a:gd name="T92" fmla="*/ 468 w 999"/>
              <a:gd name="T93" fmla="*/ 232 h 999"/>
              <a:gd name="T94" fmla="*/ 235 w 999"/>
              <a:gd name="T95" fmla="*/ 0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99" h="999">
                <a:moveTo>
                  <a:pt x="403" y="398"/>
                </a:moveTo>
                <a:cubicBezTo>
                  <a:pt x="403" y="398"/>
                  <a:pt x="282" y="398"/>
                  <a:pt x="235" y="398"/>
                </a:cubicBezTo>
                <a:cubicBezTo>
                  <a:pt x="142" y="398"/>
                  <a:pt x="68" y="323"/>
                  <a:pt x="68" y="232"/>
                </a:cubicBezTo>
                <a:cubicBezTo>
                  <a:pt x="68" y="141"/>
                  <a:pt x="142" y="67"/>
                  <a:pt x="235" y="67"/>
                </a:cubicBezTo>
                <a:cubicBezTo>
                  <a:pt x="326" y="67"/>
                  <a:pt x="403" y="141"/>
                  <a:pt x="403" y="232"/>
                </a:cubicBezTo>
                <a:cubicBezTo>
                  <a:pt x="403" y="277"/>
                  <a:pt x="403" y="398"/>
                  <a:pt x="403" y="398"/>
                </a:cubicBezTo>
                <a:close/>
                <a:moveTo>
                  <a:pt x="403" y="768"/>
                </a:moveTo>
                <a:cubicBezTo>
                  <a:pt x="403" y="859"/>
                  <a:pt x="326" y="933"/>
                  <a:pt x="235" y="933"/>
                </a:cubicBezTo>
                <a:cubicBezTo>
                  <a:pt x="142" y="933"/>
                  <a:pt x="68" y="859"/>
                  <a:pt x="68" y="768"/>
                </a:cubicBezTo>
                <a:cubicBezTo>
                  <a:pt x="68" y="677"/>
                  <a:pt x="142" y="603"/>
                  <a:pt x="235" y="603"/>
                </a:cubicBezTo>
                <a:cubicBezTo>
                  <a:pt x="282" y="603"/>
                  <a:pt x="403" y="603"/>
                  <a:pt x="403" y="603"/>
                </a:cubicBezTo>
                <a:cubicBezTo>
                  <a:pt x="403" y="603"/>
                  <a:pt x="403" y="723"/>
                  <a:pt x="403" y="768"/>
                </a:cubicBezTo>
                <a:close/>
                <a:moveTo>
                  <a:pt x="468" y="768"/>
                </a:moveTo>
                <a:cubicBezTo>
                  <a:pt x="468" y="706"/>
                  <a:pt x="468" y="537"/>
                  <a:pt x="468" y="537"/>
                </a:cubicBezTo>
                <a:cubicBezTo>
                  <a:pt x="468" y="537"/>
                  <a:pt x="301" y="537"/>
                  <a:pt x="235" y="537"/>
                </a:cubicBezTo>
                <a:cubicBezTo>
                  <a:pt x="106" y="537"/>
                  <a:pt x="0" y="641"/>
                  <a:pt x="0" y="768"/>
                </a:cubicBezTo>
                <a:cubicBezTo>
                  <a:pt x="0" y="897"/>
                  <a:pt x="106" y="999"/>
                  <a:pt x="235" y="999"/>
                </a:cubicBezTo>
                <a:cubicBezTo>
                  <a:pt x="364" y="999"/>
                  <a:pt x="468" y="897"/>
                  <a:pt x="468" y="768"/>
                </a:cubicBezTo>
                <a:close/>
                <a:moveTo>
                  <a:pt x="599" y="603"/>
                </a:moveTo>
                <a:cubicBezTo>
                  <a:pt x="599" y="603"/>
                  <a:pt x="720" y="603"/>
                  <a:pt x="766" y="603"/>
                </a:cubicBezTo>
                <a:cubicBezTo>
                  <a:pt x="860" y="603"/>
                  <a:pt x="934" y="677"/>
                  <a:pt x="934" y="768"/>
                </a:cubicBezTo>
                <a:cubicBezTo>
                  <a:pt x="934" y="859"/>
                  <a:pt x="860" y="933"/>
                  <a:pt x="766" y="933"/>
                </a:cubicBezTo>
                <a:cubicBezTo>
                  <a:pt x="675" y="933"/>
                  <a:pt x="599" y="859"/>
                  <a:pt x="599" y="768"/>
                </a:cubicBezTo>
                <a:cubicBezTo>
                  <a:pt x="599" y="723"/>
                  <a:pt x="599" y="603"/>
                  <a:pt x="599" y="603"/>
                </a:cubicBezTo>
                <a:close/>
                <a:moveTo>
                  <a:pt x="766" y="999"/>
                </a:moveTo>
                <a:cubicBezTo>
                  <a:pt x="896" y="999"/>
                  <a:pt x="999" y="897"/>
                  <a:pt x="999" y="768"/>
                </a:cubicBezTo>
                <a:cubicBezTo>
                  <a:pt x="999" y="641"/>
                  <a:pt x="896" y="537"/>
                  <a:pt x="766" y="537"/>
                </a:cubicBezTo>
                <a:cubicBezTo>
                  <a:pt x="701" y="537"/>
                  <a:pt x="534" y="537"/>
                  <a:pt x="534" y="537"/>
                </a:cubicBezTo>
                <a:cubicBezTo>
                  <a:pt x="534" y="537"/>
                  <a:pt x="534" y="706"/>
                  <a:pt x="534" y="768"/>
                </a:cubicBezTo>
                <a:cubicBezTo>
                  <a:pt x="534" y="897"/>
                  <a:pt x="637" y="999"/>
                  <a:pt x="766" y="999"/>
                </a:cubicBezTo>
                <a:close/>
                <a:moveTo>
                  <a:pt x="599" y="232"/>
                </a:moveTo>
                <a:cubicBezTo>
                  <a:pt x="599" y="141"/>
                  <a:pt x="675" y="67"/>
                  <a:pt x="766" y="67"/>
                </a:cubicBezTo>
                <a:cubicBezTo>
                  <a:pt x="860" y="67"/>
                  <a:pt x="934" y="141"/>
                  <a:pt x="934" y="232"/>
                </a:cubicBezTo>
                <a:cubicBezTo>
                  <a:pt x="934" y="323"/>
                  <a:pt x="860" y="398"/>
                  <a:pt x="766" y="398"/>
                </a:cubicBezTo>
                <a:cubicBezTo>
                  <a:pt x="720" y="398"/>
                  <a:pt x="599" y="398"/>
                  <a:pt x="599" y="398"/>
                </a:cubicBezTo>
                <a:cubicBezTo>
                  <a:pt x="599" y="398"/>
                  <a:pt x="599" y="277"/>
                  <a:pt x="599" y="232"/>
                </a:cubicBezTo>
                <a:close/>
                <a:moveTo>
                  <a:pt x="534" y="232"/>
                </a:moveTo>
                <a:cubicBezTo>
                  <a:pt x="534" y="294"/>
                  <a:pt x="534" y="463"/>
                  <a:pt x="534" y="463"/>
                </a:cubicBezTo>
                <a:cubicBezTo>
                  <a:pt x="534" y="463"/>
                  <a:pt x="701" y="463"/>
                  <a:pt x="766" y="463"/>
                </a:cubicBezTo>
                <a:cubicBezTo>
                  <a:pt x="896" y="463"/>
                  <a:pt x="999" y="362"/>
                  <a:pt x="999" y="232"/>
                </a:cubicBezTo>
                <a:cubicBezTo>
                  <a:pt x="999" y="106"/>
                  <a:pt x="896" y="0"/>
                  <a:pt x="766" y="0"/>
                </a:cubicBezTo>
                <a:cubicBezTo>
                  <a:pt x="637" y="0"/>
                  <a:pt x="534" y="106"/>
                  <a:pt x="534" y="232"/>
                </a:cubicBezTo>
                <a:close/>
                <a:moveTo>
                  <a:pt x="235" y="0"/>
                </a:moveTo>
                <a:cubicBezTo>
                  <a:pt x="106" y="0"/>
                  <a:pt x="0" y="106"/>
                  <a:pt x="0" y="232"/>
                </a:cubicBezTo>
                <a:cubicBezTo>
                  <a:pt x="0" y="362"/>
                  <a:pt x="106" y="463"/>
                  <a:pt x="235" y="463"/>
                </a:cubicBezTo>
                <a:cubicBezTo>
                  <a:pt x="301" y="463"/>
                  <a:pt x="468" y="463"/>
                  <a:pt x="468" y="463"/>
                </a:cubicBezTo>
                <a:cubicBezTo>
                  <a:pt x="468" y="463"/>
                  <a:pt x="468" y="294"/>
                  <a:pt x="468" y="232"/>
                </a:cubicBezTo>
                <a:cubicBezTo>
                  <a:pt x="468" y="106"/>
                  <a:pt x="364" y="0"/>
                  <a:pt x="235" y="0"/>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8" name="Freeform 59"/>
          <p:cNvSpPr>
            <a:spLocks noChangeAspect="1" noEditPoints="1"/>
          </p:cNvSpPr>
          <p:nvPr/>
        </p:nvSpPr>
        <p:spPr bwMode="auto">
          <a:xfrm>
            <a:off x="6459551" y="4555980"/>
            <a:ext cx="363538" cy="347663"/>
          </a:xfrm>
          <a:custGeom>
            <a:avLst/>
            <a:gdLst>
              <a:gd name="T0" fmla="*/ 312 w 999"/>
              <a:gd name="T1" fmla="*/ 203 h 956"/>
              <a:gd name="T2" fmla="*/ 468 w 999"/>
              <a:gd name="T3" fmla="*/ 20 h 956"/>
              <a:gd name="T4" fmla="*/ 231 w 999"/>
              <a:gd name="T5" fmla="*/ 253 h 956"/>
              <a:gd name="T6" fmla="*/ 0 w 999"/>
              <a:gd name="T7" fmla="*/ 441 h 956"/>
              <a:gd name="T8" fmla="*/ 231 w 999"/>
              <a:gd name="T9" fmla="*/ 253 h 956"/>
              <a:gd name="T10" fmla="*/ 249 w 999"/>
              <a:gd name="T11" fmla="*/ 192 h 956"/>
              <a:gd name="T12" fmla="*/ 374 w 999"/>
              <a:gd name="T13" fmla="*/ 0 h 956"/>
              <a:gd name="T14" fmla="*/ 121 w 999"/>
              <a:gd name="T15" fmla="*/ 801 h 956"/>
              <a:gd name="T16" fmla="*/ 283 w 999"/>
              <a:gd name="T17" fmla="*/ 843 h 956"/>
              <a:gd name="T18" fmla="*/ 121 w 999"/>
              <a:gd name="T19" fmla="*/ 801 h 956"/>
              <a:gd name="T20" fmla="*/ 468 w 999"/>
              <a:gd name="T21" fmla="*/ 677 h 956"/>
              <a:gd name="T22" fmla="*/ 266 w 999"/>
              <a:gd name="T23" fmla="*/ 505 h 956"/>
              <a:gd name="T24" fmla="*/ 231 w 999"/>
              <a:gd name="T25" fmla="*/ 705 h 956"/>
              <a:gd name="T26" fmla="*/ 0 w 999"/>
              <a:gd name="T27" fmla="*/ 505 h 956"/>
              <a:gd name="T28" fmla="*/ 231 w 999"/>
              <a:gd name="T29" fmla="*/ 705 h 956"/>
              <a:gd name="T30" fmla="*/ 797 w 999"/>
              <a:gd name="T31" fmla="*/ 441 h 956"/>
              <a:gd name="T32" fmla="*/ 918 w 999"/>
              <a:gd name="T33" fmla="*/ 206 h 956"/>
              <a:gd name="T34" fmla="*/ 770 w 999"/>
              <a:gd name="T35" fmla="*/ 705 h 956"/>
              <a:gd name="T36" fmla="*/ 999 w 999"/>
              <a:gd name="T37" fmla="*/ 505 h 956"/>
              <a:gd name="T38" fmla="*/ 770 w 999"/>
              <a:gd name="T39" fmla="*/ 705 h 956"/>
              <a:gd name="T40" fmla="*/ 626 w 999"/>
              <a:gd name="T41" fmla="*/ 956 h 956"/>
              <a:gd name="T42" fmla="*/ 751 w 999"/>
              <a:gd name="T43" fmla="*/ 765 h 956"/>
              <a:gd name="T44" fmla="*/ 532 w 999"/>
              <a:gd name="T45" fmla="*/ 216 h 956"/>
              <a:gd name="T46" fmla="*/ 660 w 999"/>
              <a:gd name="T47" fmla="*/ 143 h 956"/>
              <a:gd name="T48" fmla="*/ 532 w 999"/>
              <a:gd name="T49" fmla="*/ 677 h 956"/>
              <a:gd name="T50" fmla="*/ 733 w 999"/>
              <a:gd name="T51" fmla="*/ 505 h 956"/>
              <a:gd name="T52" fmla="*/ 532 w 999"/>
              <a:gd name="T53" fmla="*/ 677 h 956"/>
              <a:gd name="T54" fmla="*/ 468 w 999"/>
              <a:gd name="T55" fmla="*/ 441 h 956"/>
              <a:gd name="T56" fmla="*/ 293 w 999"/>
              <a:gd name="T57" fmla="*/ 264 h 956"/>
              <a:gd name="T58" fmla="*/ 532 w 999"/>
              <a:gd name="T59" fmla="*/ 441 h 956"/>
              <a:gd name="T60" fmla="*/ 707 w 999"/>
              <a:gd name="T61" fmla="*/ 264 h 956"/>
              <a:gd name="T62" fmla="*/ 532 w 999"/>
              <a:gd name="T63" fmla="*/ 441 h 956"/>
              <a:gd name="T64" fmla="*/ 751 w 999"/>
              <a:gd name="T65" fmla="*/ 192 h 956"/>
              <a:gd name="T66" fmla="*/ 626 w 999"/>
              <a:gd name="T67" fmla="*/ 0 h 956"/>
              <a:gd name="T68" fmla="*/ 312 w 999"/>
              <a:gd name="T69" fmla="*/ 753 h 956"/>
              <a:gd name="T70" fmla="*/ 468 w 999"/>
              <a:gd name="T71" fmla="*/ 938 h 956"/>
              <a:gd name="T72" fmla="*/ 312 w 999"/>
              <a:gd name="T73" fmla="*/ 753 h 956"/>
              <a:gd name="T74" fmla="*/ 687 w 999"/>
              <a:gd name="T75" fmla="*/ 753 h 956"/>
              <a:gd name="T76" fmla="*/ 532 w 999"/>
              <a:gd name="T77" fmla="*/ 938 h 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9" h="956">
                <a:moveTo>
                  <a:pt x="340" y="143"/>
                </a:moveTo>
                <a:cubicBezTo>
                  <a:pt x="330" y="162"/>
                  <a:pt x="321" y="183"/>
                  <a:pt x="312" y="203"/>
                </a:cubicBezTo>
                <a:cubicBezTo>
                  <a:pt x="361" y="210"/>
                  <a:pt x="413" y="214"/>
                  <a:pt x="468" y="216"/>
                </a:cubicBezTo>
                <a:lnTo>
                  <a:pt x="468" y="20"/>
                </a:lnTo>
                <a:cubicBezTo>
                  <a:pt x="421" y="33"/>
                  <a:pt x="376" y="75"/>
                  <a:pt x="340" y="143"/>
                </a:cubicBezTo>
                <a:close/>
                <a:moveTo>
                  <a:pt x="231" y="253"/>
                </a:moveTo>
                <a:cubicBezTo>
                  <a:pt x="176" y="240"/>
                  <a:pt x="125" y="225"/>
                  <a:pt x="81" y="207"/>
                </a:cubicBezTo>
                <a:cubicBezTo>
                  <a:pt x="36" y="275"/>
                  <a:pt x="7" y="355"/>
                  <a:pt x="0" y="441"/>
                </a:cubicBezTo>
                <a:lnTo>
                  <a:pt x="203" y="441"/>
                </a:lnTo>
                <a:cubicBezTo>
                  <a:pt x="205" y="376"/>
                  <a:pt x="215" y="311"/>
                  <a:pt x="231" y="253"/>
                </a:cubicBezTo>
                <a:close/>
                <a:moveTo>
                  <a:pt x="121" y="155"/>
                </a:moveTo>
                <a:cubicBezTo>
                  <a:pt x="159" y="170"/>
                  <a:pt x="201" y="183"/>
                  <a:pt x="249" y="192"/>
                </a:cubicBezTo>
                <a:cubicBezTo>
                  <a:pt x="259" y="164"/>
                  <a:pt x="270" y="138"/>
                  <a:pt x="283" y="113"/>
                </a:cubicBezTo>
                <a:cubicBezTo>
                  <a:pt x="309" y="65"/>
                  <a:pt x="340" y="27"/>
                  <a:pt x="374" y="0"/>
                </a:cubicBezTo>
                <a:cubicBezTo>
                  <a:pt x="274" y="26"/>
                  <a:pt x="186" y="81"/>
                  <a:pt x="121" y="155"/>
                </a:cubicBezTo>
                <a:close/>
                <a:moveTo>
                  <a:pt x="121" y="801"/>
                </a:moveTo>
                <a:cubicBezTo>
                  <a:pt x="186" y="876"/>
                  <a:pt x="274" y="931"/>
                  <a:pt x="374" y="956"/>
                </a:cubicBezTo>
                <a:cubicBezTo>
                  <a:pt x="340" y="929"/>
                  <a:pt x="309" y="892"/>
                  <a:pt x="283" y="843"/>
                </a:cubicBezTo>
                <a:cubicBezTo>
                  <a:pt x="270" y="819"/>
                  <a:pt x="259" y="793"/>
                  <a:pt x="249" y="765"/>
                </a:cubicBezTo>
                <a:cubicBezTo>
                  <a:pt x="201" y="775"/>
                  <a:pt x="159" y="787"/>
                  <a:pt x="121" y="801"/>
                </a:cubicBezTo>
                <a:close/>
                <a:moveTo>
                  <a:pt x="293" y="693"/>
                </a:moveTo>
                <a:cubicBezTo>
                  <a:pt x="348" y="684"/>
                  <a:pt x="407" y="679"/>
                  <a:pt x="468" y="677"/>
                </a:cubicBezTo>
                <a:lnTo>
                  <a:pt x="468" y="505"/>
                </a:lnTo>
                <a:lnTo>
                  <a:pt x="266" y="505"/>
                </a:lnTo>
                <a:cubicBezTo>
                  <a:pt x="268" y="572"/>
                  <a:pt x="277" y="635"/>
                  <a:pt x="293" y="693"/>
                </a:cubicBezTo>
                <a:close/>
                <a:moveTo>
                  <a:pt x="231" y="705"/>
                </a:moveTo>
                <a:cubicBezTo>
                  <a:pt x="214" y="643"/>
                  <a:pt x="204" y="575"/>
                  <a:pt x="202" y="505"/>
                </a:cubicBezTo>
                <a:lnTo>
                  <a:pt x="0" y="505"/>
                </a:lnTo>
                <a:cubicBezTo>
                  <a:pt x="5" y="595"/>
                  <a:pt x="34" y="678"/>
                  <a:pt x="81" y="750"/>
                </a:cubicBezTo>
                <a:cubicBezTo>
                  <a:pt x="125" y="732"/>
                  <a:pt x="176" y="716"/>
                  <a:pt x="231" y="705"/>
                </a:cubicBezTo>
                <a:close/>
                <a:moveTo>
                  <a:pt x="770" y="253"/>
                </a:moveTo>
                <a:cubicBezTo>
                  <a:pt x="785" y="311"/>
                  <a:pt x="795" y="376"/>
                  <a:pt x="797" y="441"/>
                </a:cubicBezTo>
                <a:lnTo>
                  <a:pt x="999" y="441"/>
                </a:lnTo>
                <a:cubicBezTo>
                  <a:pt x="992" y="355"/>
                  <a:pt x="964" y="275"/>
                  <a:pt x="918" y="206"/>
                </a:cubicBezTo>
                <a:cubicBezTo>
                  <a:pt x="873" y="225"/>
                  <a:pt x="823" y="241"/>
                  <a:pt x="770" y="253"/>
                </a:cubicBezTo>
                <a:close/>
                <a:moveTo>
                  <a:pt x="770" y="705"/>
                </a:moveTo>
                <a:cubicBezTo>
                  <a:pt x="824" y="716"/>
                  <a:pt x="873" y="732"/>
                  <a:pt x="918" y="750"/>
                </a:cubicBezTo>
                <a:cubicBezTo>
                  <a:pt x="965" y="679"/>
                  <a:pt x="994" y="595"/>
                  <a:pt x="999" y="505"/>
                </a:cubicBezTo>
                <a:lnTo>
                  <a:pt x="797" y="505"/>
                </a:lnTo>
                <a:cubicBezTo>
                  <a:pt x="796" y="576"/>
                  <a:pt x="786" y="644"/>
                  <a:pt x="770" y="705"/>
                </a:cubicBezTo>
                <a:close/>
                <a:moveTo>
                  <a:pt x="751" y="765"/>
                </a:moveTo>
                <a:cubicBezTo>
                  <a:pt x="720" y="849"/>
                  <a:pt x="678" y="915"/>
                  <a:pt x="626" y="956"/>
                </a:cubicBezTo>
                <a:cubicBezTo>
                  <a:pt x="725" y="932"/>
                  <a:pt x="812" y="877"/>
                  <a:pt x="877" y="803"/>
                </a:cubicBezTo>
                <a:cubicBezTo>
                  <a:pt x="839" y="788"/>
                  <a:pt x="797" y="775"/>
                  <a:pt x="751" y="765"/>
                </a:cubicBezTo>
                <a:close/>
                <a:moveTo>
                  <a:pt x="532" y="20"/>
                </a:moveTo>
                <a:lnTo>
                  <a:pt x="532" y="216"/>
                </a:lnTo>
                <a:cubicBezTo>
                  <a:pt x="585" y="214"/>
                  <a:pt x="637" y="210"/>
                  <a:pt x="687" y="203"/>
                </a:cubicBezTo>
                <a:cubicBezTo>
                  <a:pt x="679" y="182"/>
                  <a:pt x="670" y="162"/>
                  <a:pt x="660" y="143"/>
                </a:cubicBezTo>
                <a:cubicBezTo>
                  <a:pt x="623" y="75"/>
                  <a:pt x="578" y="33"/>
                  <a:pt x="532" y="20"/>
                </a:cubicBezTo>
                <a:close/>
                <a:moveTo>
                  <a:pt x="532" y="677"/>
                </a:moveTo>
                <a:cubicBezTo>
                  <a:pt x="592" y="679"/>
                  <a:pt x="651" y="684"/>
                  <a:pt x="707" y="693"/>
                </a:cubicBezTo>
                <a:cubicBezTo>
                  <a:pt x="722" y="636"/>
                  <a:pt x="732" y="572"/>
                  <a:pt x="733" y="505"/>
                </a:cubicBezTo>
                <a:lnTo>
                  <a:pt x="532" y="505"/>
                </a:lnTo>
                <a:lnTo>
                  <a:pt x="532" y="677"/>
                </a:lnTo>
                <a:close/>
                <a:moveTo>
                  <a:pt x="266" y="441"/>
                </a:moveTo>
                <a:lnTo>
                  <a:pt x="468" y="441"/>
                </a:lnTo>
                <a:lnTo>
                  <a:pt x="468" y="278"/>
                </a:lnTo>
                <a:cubicBezTo>
                  <a:pt x="407" y="278"/>
                  <a:pt x="348" y="272"/>
                  <a:pt x="293" y="264"/>
                </a:cubicBezTo>
                <a:cubicBezTo>
                  <a:pt x="278" y="319"/>
                  <a:pt x="269" y="379"/>
                  <a:pt x="266" y="441"/>
                </a:cubicBezTo>
                <a:close/>
                <a:moveTo>
                  <a:pt x="532" y="441"/>
                </a:moveTo>
                <a:lnTo>
                  <a:pt x="733" y="441"/>
                </a:lnTo>
                <a:cubicBezTo>
                  <a:pt x="730" y="379"/>
                  <a:pt x="722" y="319"/>
                  <a:pt x="707" y="264"/>
                </a:cubicBezTo>
                <a:cubicBezTo>
                  <a:pt x="651" y="272"/>
                  <a:pt x="592" y="278"/>
                  <a:pt x="532" y="278"/>
                </a:cubicBezTo>
                <a:lnTo>
                  <a:pt x="532" y="441"/>
                </a:lnTo>
                <a:close/>
                <a:moveTo>
                  <a:pt x="716" y="113"/>
                </a:moveTo>
                <a:cubicBezTo>
                  <a:pt x="729" y="138"/>
                  <a:pt x="741" y="164"/>
                  <a:pt x="751" y="192"/>
                </a:cubicBezTo>
                <a:cubicBezTo>
                  <a:pt x="797" y="183"/>
                  <a:pt x="838" y="169"/>
                  <a:pt x="878" y="155"/>
                </a:cubicBezTo>
                <a:cubicBezTo>
                  <a:pt x="812" y="80"/>
                  <a:pt x="725" y="26"/>
                  <a:pt x="626" y="0"/>
                </a:cubicBezTo>
                <a:cubicBezTo>
                  <a:pt x="659" y="27"/>
                  <a:pt x="690" y="65"/>
                  <a:pt x="716" y="113"/>
                </a:cubicBezTo>
                <a:close/>
                <a:moveTo>
                  <a:pt x="312" y="753"/>
                </a:moveTo>
                <a:cubicBezTo>
                  <a:pt x="321" y="775"/>
                  <a:pt x="330" y="794"/>
                  <a:pt x="340" y="813"/>
                </a:cubicBezTo>
                <a:cubicBezTo>
                  <a:pt x="376" y="880"/>
                  <a:pt x="421" y="923"/>
                  <a:pt x="468" y="938"/>
                </a:cubicBezTo>
                <a:lnTo>
                  <a:pt x="468" y="741"/>
                </a:lnTo>
                <a:cubicBezTo>
                  <a:pt x="413" y="742"/>
                  <a:pt x="361" y="747"/>
                  <a:pt x="312" y="753"/>
                </a:cubicBezTo>
                <a:close/>
                <a:moveTo>
                  <a:pt x="532" y="938"/>
                </a:moveTo>
                <a:cubicBezTo>
                  <a:pt x="594" y="920"/>
                  <a:pt x="650" y="850"/>
                  <a:pt x="687" y="753"/>
                </a:cubicBezTo>
                <a:cubicBezTo>
                  <a:pt x="637" y="747"/>
                  <a:pt x="585" y="742"/>
                  <a:pt x="532" y="741"/>
                </a:cubicBezTo>
                <a:lnTo>
                  <a:pt x="532" y="938"/>
                </a:ln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9" name="Freeform 97"/>
          <p:cNvSpPr>
            <a:spLocks noChangeAspect="1" noEditPoints="1"/>
          </p:cNvSpPr>
          <p:nvPr/>
        </p:nvSpPr>
        <p:spPr bwMode="auto">
          <a:xfrm>
            <a:off x="5305927" y="5472570"/>
            <a:ext cx="377574" cy="375918"/>
          </a:xfrm>
          <a:custGeom>
            <a:avLst/>
            <a:gdLst>
              <a:gd name="T0" fmla="*/ 881 w 999"/>
              <a:gd name="T1" fmla="*/ 830 h 990"/>
              <a:gd name="T2" fmla="*/ 845 w 999"/>
              <a:gd name="T3" fmla="*/ 830 h 990"/>
              <a:gd name="T4" fmla="*/ 660 w 999"/>
              <a:gd name="T5" fmla="*/ 646 h 990"/>
              <a:gd name="T6" fmla="*/ 660 w 999"/>
              <a:gd name="T7" fmla="*/ 611 h 990"/>
              <a:gd name="T8" fmla="*/ 697 w 999"/>
              <a:gd name="T9" fmla="*/ 611 h 990"/>
              <a:gd name="T10" fmla="*/ 881 w 999"/>
              <a:gd name="T11" fmla="*/ 794 h 990"/>
              <a:gd name="T12" fmla="*/ 881 w 999"/>
              <a:gd name="T13" fmla="*/ 830 h 990"/>
              <a:gd name="T14" fmla="*/ 799 w 999"/>
              <a:gd name="T15" fmla="*/ 911 h 990"/>
              <a:gd name="T16" fmla="*/ 764 w 999"/>
              <a:gd name="T17" fmla="*/ 911 h 990"/>
              <a:gd name="T18" fmla="*/ 580 w 999"/>
              <a:gd name="T19" fmla="*/ 727 h 990"/>
              <a:gd name="T20" fmla="*/ 580 w 999"/>
              <a:gd name="T21" fmla="*/ 691 h 990"/>
              <a:gd name="T22" fmla="*/ 615 w 999"/>
              <a:gd name="T23" fmla="*/ 691 h 990"/>
              <a:gd name="T24" fmla="*/ 799 w 999"/>
              <a:gd name="T25" fmla="*/ 875 h 990"/>
              <a:gd name="T26" fmla="*/ 799 w 999"/>
              <a:gd name="T27" fmla="*/ 911 h 990"/>
              <a:gd name="T28" fmla="*/ 701 w 999"/>
              <a:gd name="T29" fmla="*/ 540 h 990"/>
              <a:gd name="T30" fmla="*/ 494 w 999"/>
              <a:gd name="T31" fmla="*/ 720 h 990"/>
              <a:gd name="T32" fmla="*/ 720 w 999"/>
              <a:gd name="T33" fmla="*/ 951 h 990"/>
              <a:gd name="T34" fmla="*/ 862 w 999"/>
              <a:gd name="T35" fmla="*/ 951 h 990"/>
              <a:gd name="T36" fmla="*/ 920 w 999"/>
              <a:gd name="T37" fmla="*/ 894 h 990"/>
              <a:gd name="T38" fmla="*/ 920 w 999"/>
              <a:gd name="T39" fmla="*/ 750 h 990"/>
              <a:gd name="T40" fmla="*/ 701 w 999"/>
              <a:gd name="T41" fmla="*/ 540 h 990"/>
              <a:gd name="T42" fmla="*/ 237 w 999"/>
              <a:gd name="T43" fmla="*/ 308 h 990"/>
              <a:gd name="T44" fmla="*/ 386 w 999"/>
              <a:gd name="T45" fmla="*/ 461 h 990"/>
              <a:gd name="T46" fmla="*/ 457 w 999"/>
              <a:gd name="T47" fmla="*/ 389 h 990"/>
              <a:gd name="T48" fmla="*/ 309 w 999"/>
              <a:gd name="T49" fmla="*/ 237 h 990"/>
              <a:gd name="T50" fmla="*/ 344 w 999"/>
              <a:gd name="T51" fmla="*/ 201 h 990"/>
              <a:gd name="T52" fmla="*/ 144 w 999"/>
              <a:gd name="T53" fmla="*/ 0 h 990"/>
              <a:gd name="T54" fmla="*/ 0 w 999"/>
              <a:gd name="T55" fmla="*/ 143 h 990"/>
              <a:gd name="T56" fmla="*/ 201 w 999"/>
              <a:gd name="T57" fmla="*/ 344 h 990"/>
              <a:gd name="T58" fmla="*/ 237 w 999"/>
              <a:gd name="T59" fmla="*/ 308 h 990"/>
              <a:gd name="T60" fmla="*/ 222 w 999"/>
              <a:gd name="T61" fmla="*/ 904 h 990"/>
              <a:gd name="T62" fmla="*/ 138 w 999"/>
              <a:gd name="T63" fmla="*/ 820 h 990"/>
              <a:gd name="T64" fmla="*/ 222 w 999"/>
              <a:gd name="T65" fmla="*/ 736 h 990"/>
              <a:gd name="T66" fmla="*/ 305 w 999"/>
              <a:gd name="T67" fmla="*/ 820 h 990"/>
              <a:gd name="T68" fmla="*/ 222 w 999"/>
              <a:gd name="T69" fmla="*/ 904 h 990"/>
              <a:gd name="T70" fmla="*/ 647 w 999"/>
              <a:gd name="T71" fmla="*/ 505 h 990"/>
              <a:gd name="T72" fmla="*/ 743 w 999"/>
              <a:gd name="T73" fmla="*/ 524 h 990"/>
              <a:gd name="T74" fmla="*/ 999 w 999"/>
              <a:gd name="T75" fmla="*/ 270 h 990"/>
              <a:gd name="T76" fmla="*/ 995 w 999"/>
              <a:gd name="T77" fmla="*/ 226 h 990"/>
              <a:gd name="T78" fmla="*/ 814 w 999"/>
              <a:gd name="T79" fmla="*/ 421 h 990"/>
              <a:gd name="T80" fmla="*/ 644 w 999"/>
              <a:gd name="T81" fmla="*/ 389 h 990"/>
              <a:gd name="T82" fmla="*/ 585 w 999"/>
              <a:gd name="T83" fmla="*/ 225 h 990"/>
              <a:gd name="T84" fmla="*/ 779 w 999"/>
              <a:gd name="T85" fmla="*/ 16 h 990"/>
              <a:gd name="T86" fmla="*/ 743 w 999"/>
              <a:gd name="T87" fmla="*/ 14 h 990"/>
              <a:gd name="T88" fmla="*/ 489 w 999"/>
              <a:gd name="T89" fmla="*/ 270 h 990"/>
              <a:gd name="T90" fmla="*/ 510 w 999"/>
              <a:gd name="T91" fmla="*/ 371 h 990"/>
              <a:gd name="T92" fmla="*/ 267 w 999"/>
              <a:gd name="T93" fmla="*/ 669 h 990"/>
              <a:gd name="T94" fmla="*/ 221 w 999"/>
              <a:gd name="T95" fmla="*/ 662 h 990"/>
              <a:gd name="T96" fmla="*/ 64 w 999"/>
              <a:gd name="T97" fmla="*/ 820 h 990"/>
              <a:gd name="T98" fmla="*/ 221 w 999"/>
              <a:gd name="T99" fmla="*/ 978 h 990"/>
              <a:gd name="T100" fmla="*/ 379 w 999"/>
              <a:gd name="T101" fmla="*/ 820 h 990"/>
              <a:gd name="T102" fmla="*/ 367 w 999"/>
              <a:gd name="T103" fmla="*/ 760 h 990"/>
              <a:gd name="T104" fmla="*/ 647 w 999"/>
              <a:gd name="T105" fmla="*/ 505 h 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99" h="990">
                <a:moveTo>
                  <a:pt x="881" y="830"/>
                </a:moveTo>
                <a:cubicBezTo>
                  <a:pt x="871" y="840"/>
                  <a:pt x="855" y="840"/>
                  <a:pt x="845" y="830"/>
                </a:cubicBezTo>
                <a:lnTo>
                  <a:pt x="660" y="646"/>
                </a:lnTo>
                <a:cubicBezTo>
                  <a:pt x="651" y="636"/>
                  <a:pt x="651" y="620"/>
                  <a:pt x="660" y="611"/>
                </a:cubicBezTo>
                <a:cubicBezTo>
                  <a:pt x="670" y="600"/>
                  <a:pt x="687" y="600"/>
                  <a:pt x="697" y="611"/>
                </a:cubicBezTo>
                <a:lnTo>
                  <a:pt x="881" y="794"/>
                </a:lnTo>
                <a:cubicBezTo>
                  <a:pt x="891" y="804"/>
                  <a:pt x="891" y="820"/>
                  <a:pt x="881" y="830"/>
                </a:cubicBezTo>
                <a:close/>
                <a:moveTo>
                  <a:pt x="799" y="911"/>
                </a:moveTo>
                <a:cubicBezTo>
                  <a:pt x="791" y="921"/>
                  <a:pt x="774" y="921"/>
                  <a:pt x="764" y="911"/>
                </a:cubicBezTo>
                <a:lnTo>
                  <a:pt x="580" y="727"/>
                </a:lnTo>
                <a:cubicBezTo>
                  <a:pt x="570" y="717"/>
                  <a:pt x="570" y="701"/>
                  <a:pt x="580" y="691"/>
                </a:cubicBezTo>
                <a:cubicBezTo>
                  <a:pt x="589" y="681"/>
                  <a:pt x="605" y="681"/>
                  <a:pt x="615" y="691"/>
                </a:cubicBezTo>
                <a:lnTo>
                  <a:pt x="799" y="875"/>
                </a:lnTo>
                <a:cubicBezTo>
                  <a:pt x="810" y="885"/>
                  <a:pt x="810" y="901"/>
                  <a:pt x="799" y="911"/>
                </a:cubicBezTo>
                <a:close/>
                <a:moveTo>
                  <a:pt x="701" y="540"/>
                </a:moveTo>
                <a:cubicBezTo>
                  <a:pt x="701" y="540"/>
                  <a:pt x="578" y="573"/>
                  <a:pt x="494" y="720"/>
                </a:cubicBezTo>
                <a:cubicBezTo>
                  <a:pt x="491" y="711"/>
                  <a:pt x="720" y="951"/>
                  <a:pt x="720" y="951"/>
                </a:cubicBezTo>
                <a:cubicBezTo>
                  <a:pt x="759" y="990"/>
                  <a:pt x="823" y="990"/>
                  <a:pt x="862" y="951"/>
                </a:cubicBezTo>
                <a:lnTo>
                  <a:pt x="920" y="894"/>
                </a:lnTo>
                <a:cubicBezTo>
                  <a:pt x="960" y="853"/>
                  <a:pt x="960" y="789"/>
                  <a:pt x="920" y="750"/>
                </a:cubicBezTo>
                <a:lnTo>
                  <a:pt x="701" y="540"/>
                </a:lnTo>
                <a:close/>
                <a:moveTo>
                  <a:pt x="237" y="308"/>
                </a:moveTo>
                <a:lnTo>
                  <a:pt x="386" y="461"/>
                </a:lnTo>
                <a:lnTo>
                  <a:pt x="457" y="389"/>
                </a:lnTo>
                <a:lnTo>
                  <a:pt x="309" y="237"/>
                </a:lnTo>
                <a:lnTo>
                  <a:pt x="344" y="201"/>
                </a:lnTo>
                <a:lnTo>
                  <a:pt x="144" y="0"/>
                </a:lnTo>
                <a:lnTo>
                  <a:pt x="0" y="143"/>
                </a:lnTo>
                <a:lnTo>
                  <a:pt x="201" y="344"/>
                </a:lnTo>
                <a:lnTo>
                  <a:pt x="237" y="308"/>
                </a:lnTo>
                <a:close/>
                <a:moveTo>
                  <a:pt x="222" y="904"/>
                </a:moveTo>
                <a:cubicBezTo>
                  <a:pt x="175" y="904"/>
                  <a:pt x="138" y="866"/>
                  <a:pt x="138" y="820"/>
                </a:cubicBezTo>
                <a:cubicBezTo>
                  <a:pt x="138" y="773"/>
                  <a:pt x="175" y="736"/>
                  <a:pt x="222" y="736"/>
                </a:cubicBezTo>
                <a:cubicBezTo>
                  <a:pt x="268" y="736"/>
                  <a:pt x="305" y="773"/>
                  <a:pt x="305" y="820"/>
                </a:cubicBezTo>
                <a:cubicBezTo>
                  <a:pt x="305" y="866"/>
                  <a:pt x="268" y="904"/>
                  <a:pt x="222" y="904"/>
                </a:cubicBezTo>
                <a:close/>
                <a:moveTo>
                  <a:pt x="647" y="505"/>
                </a:moveTo>
                <a:cubicBezTo>
                  <a:pt x="677" y="518"/>
                  <a:pt x="710" y="524"/>
                  <a:pt x="743" y="524"/>
                </a:cubicBezTo>
                <a:cubicBezTo>
                  <a:pt x="885" y="524"/>
                  <a:pt x="999" y="411"/>
                  <a:pt x="999" y="270"/>
                </a:cubicBezTo>
                <a:cubicBezTo>
                  <a:pt x="999" y="255"/>
                  <a:pt x="997" y="240"/>
                  <a:pt x="995" y="226"/>
                </a:cubicBezTo>
                <a:lnTo>
                  <a:pt x="814" y="421"/>
                </a:lnTo>
                <a:lnTo>
                  <a:pt x="644" y="389"/>
                </a:lnTo>
                <a:lnTo>
                  <a:pt x="585" y="225"/>
                </a:lnTo>
                <a:lnTo>
                  <a:pt x="779" y="16"/>
                </a:lnTo>
                <a:cubicBezTo>
                  <a:pt x="768" y="15"/>
                  <a:pt x="756" y="14"/>
                  <a:pt x="743" y="14"/>
                </a:cubicBezTo>
                <a:cubicBezTo>
                  <a:pt x="603" y="14"/>
                  <a:pt x="489" y="128"/>
                  <a:pt x="489" y="270"/>
                </a:cubicBezTo>
                <a:cubicBezTo>
                  <a:pt x="489" y="305"/>
                  <a:pt x="496" y="340"/>
                  <a:pt x="510" y="371"/>
                </a:cubicBezTo>
                <a:cubicBezTo>
                  <a:pt x="431" y="511"/>
                  <a:pt x="313" y="626"/>
                  <a:pt x="267" y="669"/>
                </a:cubicBezTo>
                <a:cubicBezTo>
                  <a:pt x="253" y="665"/>
                  <a:pt x="237" y="662"/>
                  <a:pt x="221" y="662"/>
                </a:cubicBezTo>
                <a:cubicBezTo>
                  <a:pt x="135" y="662"/>
                  <a:pt x="64" y="733"/>
                  <a:pt x="64" y="820"/>
                </a:cubicBezTo>
                <a:cubicBezTo>
                  <a:pt x="64" y="907"/>
                  <a:pt x="135" y="978"/>
                  <a:pt x="221" y="978"/>
                </a:cubicBezTo>
                <a:cubicBezTo>
                  <a:pt x="309" y="978"/>
                  <a:pt x="379" y="907"/>
                  <a:pt x="379" y="820"/>
                </a:cubicBezTo>
                <a:cubicBezTo>
                  <a:pt x="379" y="798"/>
                  <a:pt x="375" y="779"/>
                  <a:pt x="367" y="760"/>
                </a:cubicBezTo>
                <a:cubicBezTo>
                  <a:pt x="402" y="714"/>
                  <a:pt x="497" y="599"/>
                  <a:pt x="647" y="505"/>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0" name="Freeform 124"/>
          <p:cNvSpPr>
            <a:spLocks noChangeAspect="1" noEditPoints="1"/>
          </p:cNvSpPr>
          <p:nvPr/>
        </p:nvSpPr>
        <p:spPr bwMode="auto">
          <a:xfrm>
            <a:off x="6441295" y="2071864"/>
            <a:ext cx="400050" cy="317500"/>
          </a:xfrm>
          <a:custGeom>
            <a:avLst/>
            <a:gdLst>
              <a:gd name="T0" fmla="*/ 377 w 1101"/>
              <a:gd name="T1" fmla="*/ 858 h 877"/>
              <a:gd name="T2" fmla="*/ 397 w 1101"/>
              <a:gd name="T3" fmla="*/ 866 h 877"/>
              <a:gd name="T4" fmla="*/ 566 w 1101"/>
              <a:gd name="T5" fmla="*/ 716 h 877"/>
              <a:gd name="T6" fmla="*/ 377 w 1101"/>
              <a:gd name="T7" fmla="*/ 620 h 877"/>
              <a:gd name="T8" fmla="*/ 377 w 1101"/>
              <a:gd name="T9" fmla="*/ 858 h 877"/>
              <a:gd name="T10" fmla="*/ 1066 w 1101"/>
              <a:gd name="T11" fmla="*/ 8 h 877"/>
              <a:gd name="T12" fmla="*/ 21 w 1101"/>
              <a:gd name="T13" fmla="*/ 371 h 877"/>
              <a:gd name="T14" fmla="*/ 20 w 1101"/>
              <a:gd name="T15" fmla="*/ 400 h 877"/>
              <a:gd name="T16" fmla="*/ 245 w 1101"/>
              <a:gd name="T17" fmla="*/ 489 h 877"/>
              <a:gd name="T18" fmla="*/ 245 w 1101"/>
              <a:gd name="T19" fmla="*/ 489 h 877"/>
              <a:gd name="T20" fmla="*/ 379 w 1101"/>
              <a:gd name="T21" fmla="*/ 542 h 877"/>
              <a:gd name="T22" fmla="*/ 1029 w 1101"/>
              <a:gd name="T23" fmla="*/ 70 h 877"/>
              <a:gd name="T24" fmla="*/ 1042 w 1101"/>
              <a:gd name="T25" fmla="*/ 81 h 877"/>
              <a:gd name="T26" fmla="*/ 575 w 1101"/>
              <a:gd name="T27" fmla="*/ 581 h 877"/>
              <a:gd name="T28" fmla="*/ 575 w 1101"/>
              <a:gd name="T29" fmla="*/ 581 h 877"/>
              <a:gd name="T30" fmla="*/ 549 w 1101"/>
              <a:gd name="T31" fmla="*/ 610 h 877"/>
              <a:gd name="T32" fmla="*/ 584 w 1101"/>
              <a:gd name="T33" fmla="*/ 629 h 877"/>
              <a:gd name="T34" fmla="*/ 879 w 1101"/>
              <a:gd name="T35" fmla="*/ 785 h 877"/>
              <a:gd name="T36" fmla="*/ 924 w 1101"/>
              <a:gd name="T37" fmla="*/ 766 h 877"/>
              <a:gd name="T38" fmla="*/ 1095 w 1101"/>
              <a:gd name="T39" fmla="*/ 33 h 877"/>
              <a:gd name="T40" fmla="*/ 1066 w 1101"/>
              <a:gd name="T41" fmla="*/ 8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01" h="877">
                <a:moveTo>
                  <a:pt x="377" y="858"/>
                </a:moveTo>
                <a:cubicBezTo>
                  <a:pt x="377" y="872"/>
                  <a:pt x="385" y="877"/>
                  <a:pt x="397" y="866"/>
                </a:cubicBezTo>
                <a:cubicBezTo>
                  <a:pt x="412" y="852"/>
                  <a:pt x="566" y="716"/>
                  <a:pt x="566" y="716"/>
                </a:cubicBezTo>
                <a:lnTo>
                  <a:pt x="377" y="620"/>
                </a:lnTo>
                <a:lnTo>
                  <a:pt x="377" y="858"/>
                </a:lnTo>
                <a:close/>
                <a:moveTo>
                  <a:pt x="1066" y="8"/>
                </a:moveTo>
                <a:cubicBezTo>
                  <a:pt x="1046" y="15"/>
                  <a:pt x="41" y="365"/>
                  <a:pt x="21" y="371"/>
                </a:cubicBezTo>
                <a:cubicBezTo>
                  <a:pt x="4" y="378"/>
                  <a:pt x="0" y="392"/>
                  <a:pt x="20" y="400"/>
                </a:cubicBezTo>
                <a:cubicBezTo>
                  <a:pt x="44" y="409"/>
                  <a:pt x="245" y="489"/>
                  <a:pt x="245" y="489"/>
                </a:cubicBezTo>
                <a:lnTo>
                  <a:pt x="245" y="489"/>
                </a:lnTo>
                <a:lnTo>
                  <a:pt x="379" y="542"/>
                </a:lnTo>
                <a:cubicBezTo>
                  <a:pt x="379" y="542"/>
                  <a:pt x="1020" y="76"/>
                  <a:pt x="1029" y="70"/>
                </a:cubicBezTo>
                <a:cubicBezTo>
                  <a:pt x="1038" y="63"/>
                  <a:pt x="1048" y="75"/>
                  <a:pt x="1042" y="81"/>
                </a:cubicBezTo>
                <a:cubicBezTo>
                  <a:pt x="1035" y="89"/>
                  <a:pt x="575" y="581"/>
                  <a:pt x="575" y="581"/>
                </a:cubicBezTo>
                <a:cubicBezTo>
                  <a:pt x="575" y="581"/>
                  <a:pt x="575" y="581"/>
                  <a:pt x="575" y="581"/>
                </a:cubicBezTo>
                <a:lnTo>
                  <a:pt x="549" y="610"/>
                </a:lnTo>
                <a:lnTo>
                  <a:pt x="584" y="629"/>
                </a:lnTo>
                <a:cubicBezTo>
                  <a:pt x="584" y="629"/>
                  <a:pt x="859" y="775"/>
                  <a:pt x="879" y="785"/>
                </a:cubicBezTo>
                <a:cubicBezTo>
                  <a:pt x="896" y="795"/>
                  <a:pt x="918" y="787"/>
                  <a:pt x="924" y="766"/>
                </a:cubicBezTo>
                <a:cubicBezTo>
                  <a:pt x="929" y="741"/>
                  <a:pt x="1092" y="48"/>
                  <a:pt x="1095" y="33"/>
                </a:cubicBezTo>
                <a:cubicBezTo>
                  <a:pt x="1101" y="12"/>
                  <a:pt x="1087" y="0"/>
                  <a:pt x="1066" y="8"/>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1" name="Freeform 12"/>
          <p:cNvSpPr>
            <a:spLocks noChangeAspect="1" noEditPoints="1"/>
          </p:cNvSpPr>
          <p:nvPr/>
        </p:nvSpPr>
        <p:spPr bwMode="auto">
          <a:xfrm>
            <a:off x="6444323" y="3192166"/>
            <a:ext cx="393994" cy="293667"/>
          </a:xfrm>
          <a:custGeom>
            <a:avLst/>
            <a:gdLst>
              <a:gd name="T0" fmla="*/ 122376 w 983"/>
              <a:gd name="T1" fmla="*/ 235554 h 731"/>
              <a:gd name="T2" fmla="*/ 218573 w 983"/>
              <a:gd name="T3" fmla="*/ 67127 h 731"/>
              <a:gd name="T4" fmla="*/ 242318 w 983"/>
              <a:gd name="T5" fmla="*/ 39056 h 731"/>
              <a:gd name="T6" fmla="*/ 462108 w 983"/>
              <a:gd name="T7" fmla="*/ 56753 h 731"/>
              <a:gd name="T8" fmla="*/ 449323 w 983"/>
              <a:gd name="T9" fmla="*/ 29902 h 731"/>
              <a:gd name="T10" fmla="*/ 499856 w 983"/>
              <a:gd name="T11" fmla="*/ 14646 h 731"/>
              <a:gd name="T12" fmla="*/ 533951 w 983"/>
              <a:gd name="T13" fmla="*/ 16477 h 731"/>
              <a:gd name="T14" fmla="*/ 522992 w 983"/>
              <a:gd name="T15" fmla="*/ 66517 h 731"/>
              <a:gd name="T16" fmla="*/ 505336 w 983"/>
              <a:gd name="T17" fmla="*/ 93977 h 731"/>
              <a:gd name="T18" fmla="*/ 379306 w 983"/>
              <a:gd name="T19" fmla="*/ 209924 h 731"/>
              <a:gd name="T20" fmla="*/ 378697 w 983"/>
              <a:gd name="T21" fmla="*/ 210534 h 731"/>
              <a:gd name="T22" fmla="*/ 579614 w 983"/>
              <a:gd name="T23" fmla="*/ 408863 h 731"/>
              <a:gd name="T24" fmla="*/ 579614 w 983"/>
              <a:gd name="T25" fmla="*/ 446088 h 731"/>
              <a:gd name="T26" fmla="*/ 464544 w 983"/>
              <a:gd name="T27" fmla="*/ 446088 h 731"/>
              <a:gd name="T28" fmla="*/ 339732 w 983"/>
              <a:gd name="T29" fmla="*/ 446088 h 731"/>
              <a:gd name="T30" fmla="*/ 214920 w 983"/>
              <a:gd name="T31" fmla="*/ 446088 h 731"/>
              <a:gd name="T32" fmla="*/ 90108 w 983"/>
              <a:gd name="T33" fmla="*/ 446088 h 731"/>
              <a:gd name="T34" fmla="*/ 0 w 983"/>
              <a:gd name="T35" fmla="*/ 427781 h 731"/>
              <a:gd name="T36" fmla="*/ 18874 w 983"/>
              <a:gd name="T37" fmla="*/ 0 h 731"/>
              <a:gd name="T38" fmla="*/ 37748 w 983"/>
              <a:gd name="T39" fmla="*/ 408863 h 731"/>
              <a:gd name="T40" fmla="*/ 90108 w 983"/>
              <a:gd name="T41" fmla="*/ 323429 h 731"/>
              <a:gd name="T42" fmla="*/ 143686 w 983"/>
              <a:gd name="T43" fmla="*/ 304512 h 731"/>
              <a:gd name="T44" fmla="*/ 162560 w 983"/>
              <a:gd name="T45" fmla="*/ 408863 h 731"/>
              <a:gd name="T46" fmla="*/ 214920 w 983"/>
              <a:gd name="T47" fmla="*/ 192837 h 731"/>
              <a:gd name="T48" fmla="*/ 268498 w 983"/>
              <a:gd name="T49" fmla="*/ 174530 h 731"/>
              <a:gd name="T50" fmla="*/ 287372 w 983"/>
              <a:gd name="T51" fmla="*/ 408863 h 731"/>
              <a:gd name="T52" fmla="*/ 339732 w 983"/>
              <a:gd name="T53" fmla="*/ 256913 h 731"/>
              <a:gd name="T54" fmla="*/ 393310 w 983"/>
              <a:gd name="T55" fmla="*/ 237995 h 731"/>
              <a:gd name="T56" fmla="*/ 412183 w 983"/>
              <a:gd name="T57" fmla="*/ 408863 h 731"/>
              <a:gd name="T58" fmla="*/ 464544 w 983"/>
              <a:gd name="T59" fmla="*/ 149510 h 731"/>
              <a:gd name="T60" fmla="*/ 518121 w 983"/>
              <a:gd name="T61" fmla="*/ 130592 h 731"/>
              <a:gd name="T62" fmla="*/ 536386 w 983"/>
              <a:gd name="T63" fmla="*/ 408863 h 73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83" h="731">
                <a:moveTo>
                  <a:pt x="404" y="154"/>
                </a:moveTo>
                <a:lnTo>
                  <a:pt x="201" y="386"/>
                </a:lnTo>
                <a:lnTo>
                  <a:pt x="153" y="345"/>
                </a:lnTo>
                <a:lnTo>
                  <a:pt x="359" y="110"/>
                </a:lnTo>
                <a:lnTo>
                  <a:pt x="398" y="64"/>
                </a:lnTo>
                <a:lnTo>
                  <a:pt x="616" y="255"/>
                </a:lnTo>
                <a:lnTo>
                  <a:pt x="759" y="93"/>
                </a:lnTo>
                <a:lnTo>
                  <a:pt x="734" y="71"/>
                </a:lnTo>
                <a:cubicBezTo>
                  <a:pt x="724" y="63"/>
                  <a:pt x="726" y="53"/>
                  <a:pt x="738" y="49"/>
                </a:cubicBezTo>
                <a:lnTo>
                  <a:pt x="777" y="37"/>
                </a:lnTo>
                <a:cubicBezTo>
                  <a:pt x="789" y="34"/>
                  <a:pt x="809" y="27"/>
                  <a:pt x="821" y="24"/>
                </a:cubicBezTo>
                <a:lnTo>
                  <a:pt x="860" y="12"/>
                </a:lnTo>
                <a:cubicBezTo>
                  <a:pt x="872" y="8"/>
                  <a:pt x="880" y="15"/>
                  <a:pt x="877" y="27"/>
                </a:cubicBezTo>
                <a:lnTo>
                  <a:pt x="869" y="65"/>
                </a:lnTo>
                <a:cubicBezTo>
                  <a:pt x="866" y="77"/>
                  <a:pt x="862" y="97"/>
                  <a:pt x="859" y="109"/>
                </a:cubicBezTo>
                <a:lnTo>
                  <a:pt x="851" y="147"/>
                </a:lnTo>
                <a:cubicBezTo>
                  <a:pt x="849" y="159"/>
                  <a:pt x="839" y="162"/>
                  <a:pt x="830" y="154"/>
                </a:cubicBezTo>
                <a:lnTo>
                  <a:pt x="807" y="134"/>
                </a:lnTo>
                <a:lnTo>
                  <a:pt x="623" y="344"/>
                </a:lnTo>
                <a:lnTo>
                  <a:pt x="622" y="345"/>
                </a:lnTo>
                <a:lnTo>
                  <a:pt x="404" y="154"/>
                </a:lnTo>
                <a:close/>
                <a:moveTo>
                  <a:pt x="952" y="670"/>
                </a:moveTo>
                <a:cubicBezTo>
                  <a:pt x="969" y="670"/>
                  <a:pt x="983" y="684"/>
                  <a:pt x="983" y="701"/>
                </a:cubicBezTo>
                <a:cubicBezTo>
                  <a:pt x="983" y="718"/>
                  <a:pt x="969" y="731"/>
                  <a:pt x="952" y="731"/>
                </a:cubicBezTo>
                <a:lnTo>
                  <a:pt x="881" y="731"/>
                </a:lnTo>
                <a:lnTo>
                  <a:pt x="763" y="731"/>
                </a:lnTo>
                <a:lnTo>
                  <a:pt x="677" y="731"/>
                </a:lnTo>
                <a:lnTo>
                  <a:pt x="558" y="731"/>
                </a:lnTo>
                <a:lnTo>
                  <a:pt x="472" y="731"/>
                </a:lnTo>
                <a:lnTo>
                  <a:pt x="353" y="731"/>
                </a:lnTo>
                <a:lnTo>
                  <a:pt x="267" y="731"/>
                </a:lnTo>
                <a:lnTo>
                  <a:pt x="148" y="731"/>
                </a:lnTo>
                <a:lnTo>
                  <a:pt x="32" y="731"/>
                </a:lnTo>
                <a:cubicBezTo>
                  <a:pt x="14" y="731"/>
                  <a:pt x="0" y="718"/>
                  <a:pt x="0" y="701"/>
                </a:cubicBezTo>
                <a:lnTo>
                  <a:pt x="0" y="31"/>
                </a:lnTo>
                <a:cubicBezTo>
                  <a:pt x="0" y="14"/>
                  <a:pt x="14" y="0"/>
                  <a:pt x="31" y="0"/>
                </a:cubicBezTo>
                <a:cubicBezTo>
                  <a:pt x="48" y="0"/>
                  <a:pt x="62" y="14"/>
                  <a:pt x="62" y="31"/>
                </a:cubicBezTo>
                <a:lnTo>
                  <a:pt x="62" y="670"/>
                </a:lnTo>
                <a:lnTo>
                  <a:pt x="148" y="670"/>
                </a:lnTo>
                <a:lnTo>
                  <a:pt x="148" y="530"/>
                </a:lnTo>
                <a:cubicBezTo>
                  <a:pt x="148" y="513"/>
                  <a:pt x="162" y="499"/>
                  <a:pt x="179" y="499"/>
                </a:cubicBezTo>
                <a:lnTo>
                  <a:pt x="236" y="499"/>
                </a:lnTo>
                <a:cubicBezTo>
                  <a:pt x="253" y="499"/>
                  <a:pt x="267" y="513"/>
                  <a:pt x="267" y="530"/>
                </a:cubicBezTo>
                <a:lnTo>
                  <a:pt x="267" y="670"/>
                </a:lnTo>
                <a:lnTo>
                  <a:pt x="353" y="670"/>
                </a:lnTo>
                <a:lnTo>
                  <a:pt x="353" y="316"/>
                </a:lnTo>
                <a:cubicBezTo>
                  <a:pt x="353" y="299"/>
                  <a:pt x="367" y="286"/>
                  <a:pt x="384" y="286"/>
                </a:cubicBezTo>
                <a:lnTo>
                  <a:pt x="441" y="286"/>
                </a:lnTo>
                <a:cubicBezTo>
                  <a:pt x="458" y="286"/>
                  <a:pt x="472" y="299"/>
                  <a:pt x="472" y="316"/>
                </a:cubicBezTo>
                <a:lnTo>
                  <a:pt x="472" y="670"/>
                </a:lnTo>
                <a:lnTo>
                  <a:pt x="558" y="670"/>
                </a:lnTo>
                <a:lnTo>
                  <a:pt x="558" y="421"/>
                </a:lnTo>
                <a:cubicBezTo>
                  <a:pt x="558" y="404"/>
                  <a:pt x="572" y="390"/>
                  <a:pt x="589" y="390"/>
                </a:cubicBezTo>
                <a:lnTo>
                  <a:pt x="646" y="390"/>
                </a:lnTo>
                <a:cubicBezTo>
                  <a:pt x="663" y="390"/>
                  <a:pt x="677" y="404"/>
                  <a:pt x="677" y="421"/>
                </a:cubicBezTo>
                <a:lnTo>
                  <a:pt x="677" y="670"/>
                </a:lnTo>
                <a:lnTo>
                  <a:pt x="763" y="670"/>
                </a:lnTo>
                <a:lnTo>
                  <a:pt x="763" y="245"/>
                </a:lnTo>
                <a:cubicBezTo>
                  <a:pt x="763" y="228"/>
                  <a:pt x="776" y="214"/>
                  <a:pt x="793" y="214"/>
                </a:cubicBezTo>
                <a:lnTo>
                  <a:pt x="851" y="214"/>
                </a:lnTo>
                <a:cubicBezTo>
                  <a:pt x="868" y="214"/>
                  <a:pt x="881" y="228"/>
                  <a:pt x="881" y="245"/>
                </a:cubicBezTo>
                <a:lnTo>
                  <a:pt x="881" y="670"/>
                </a:lnTo>
                <a:lnTo>
                  <a:pt x="952" y="670"/>
                </a:lnTo>
                <a:close/>
              </a:path>
            </a:pathLst>
          </a:custGeom>
          <a:solidFill>
            <a:srgbClr val="FFFFFF">
              <a:lumMod val="50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417081337"/>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27"/>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0"/>
                                        </p:tgtEl>
                                        <p:attrNameLst>
                                          <p:attrName>style.visibility</p:attrName>
                                        </p:attrNameLst>
                                      </p:cBhvr>
                                      <p:to>
                                        <p:strVal val="visible"/>
                                      </p:to>
                                    </p:set>
                                    <p:anim calcmode="lin" valueType="num">
                                      <p:cBhvr>
                                        <p:cTn id="14" dur="500" fill="hold"/>
                                        <p:tgtEl>
                                          <p:spTgt spid="30"/>
                                        </p:tgtEl>
                                        <p:attrNameLst>
                                          <p:attrName>ppt_w</p:attrName>
                                        </p:attrNameLst>
                                      </p:cBhvr>
                                      <p:tavLst>
                                        <p:tav tm="0">
                                          <p:val>
                                            <p:fltVal val="0"/>
                                          </p:val>
                                        </p:tav>
                                        <p:tav tm="100000">
                                          <p:val>
                                            <p:strVal val="#ppt_w"/>
                                          </p:val>
                                        </p:tav>
                                      </p:tavLst>
                                    </p:anim>
                                    <p:anim calcmode="lin" valueType="num">
                                      <p:cBhvr>
                                        <p:cTn id="15" dur="500" fill="hold"/>
                                        <p:tgtEl>
                                          <p:spTgt spid="30"/>
                                        </p:tgtEl>
                                        <p:attrNameLst>
                                          <p:attrName>ppt_h</p:attrName>
                                        </p:attrNameLst>
                                      </p:cBhvr>
                                      <p:tavLst>
                                        <p:tav tm="0">
                                          <p:val>
                                            <p:fltVal val="0"/>
                                          </p:val>
                                        </p:tav>
                                        <p:tav tm="100000">
                                          <p:val>
                                            <p:strVal val="#ppt_h"/>
                                          </p:val>
                                        </p:tav>
                                      </p:tavLst>
                                    </p:anim>
                                    <p:animEffect transition="in" filter="fade">
                                      <p:cBhvr>
                                        <p:cTn id="16" dur="500"/>
                                        <p:tgtEl>
                                          <p:spTgt spid="30"/>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0"/>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1"/>
                                        </p:tgtEl>
                                        <p:attrNameLst>
                                          <p:attrName>style.visibility</p:attrName>
                                        </p:attrNameLst>
                                      </p:cBhvr>
                                      <p:to>
                                        <p:strVal val="visible"/>
                                      </p:to>
                                    </p:set>
                                    <p:anim calcmode="lin" valueType="num">
                                      <p:cBhvr>
                                        <p:cTn id="21" dur="500" fill="hold"/>
                                        <p:tgtEl>
                                          <p:spTgt spid="31"/>
                                        </p:tgtEl>
                                        <p:attrNameLst>
                                          <p:attrName>ppt_w</p:attrName>
                                        </p:attrNameLst>
                                      </p:cBhvr>
                                      <p:tavLst>
                                        <p:tav tm="0">
                                          <p:val>
                                            <p:fltVal val="0"/>
                                          </p:val>
                                        </p:tav>
                                        <p:tav tm="100000">
                                          <p:val>
                                            <p:strVal val="#ppt_w"/>
                                          </p:val>
                                        </p:tav>
                                      </p:tavLst>
                                    </p:anim>
                                    <p:anim calcmode="lin" valueType="num">
                                      <p:cBhvr>
                                        <p:cTn id="22" dur="500" fill="hold"/>
                                        <p:tgtEl>
                                          <p:spTgt spid="31"/>
                                        </p:tgtEl>
                                        <p:attrNameLst>
                                          <p:attrName>ppt_h</p:attrName>
                                        </p:attrNameLst>
                                      </p:cBhvr>
                                      <p:tavLst>
                                        <p:tav tm="0">
                                          <p:val>
                                            <p:fltVal val="0"/>
                                          </p:val>
                                        </p:tav>
                                        <p:tav tm="100000">
                                          <p:val>
                                            <p:strVal val="#ppt_h"/>
                                          </p:val>
                                        </p:tav>
                                      </p:tavLst>
                                    </p:anim>
                                    <p:animEffect transition="in" filter="fade">
                                      <p:cBhvr>
                                        <p:cTn id="23" dur="500"/>
                                        <p:tgtEl>
                                          <p:spTgt spid="31"/>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1"/>
                                        </p:tgtEl>
                                        <p:attrNameLst>
                                          <p:attrName>ppt_x</p:attrName>
                                          <p:attrName>ppt_y</p:attrName>
                                        </p:attrNameLst>
                                      </p:cBhvr>
                                      <p:rCtr x="12500" y="0"/>
                                    </p:animMotion>
                                  </p:childTnLst>
                                </p:cTn>
                              </p:par>
                            </p:childTnLst>
                          </p:cTn>
                        </p:par>
                        <p:par>
                          <p:cTn id="26" fill="hold">
                            <p:stCondLst>
                              <p:cond delay="1500"/>
                            </p:stCondLst>
                            <p:childTnLst>
                              <p:par>
                                <p:cTn id="27" presetID="18" presetClass="entr" presetSubtype="9" fill="hold" grpId="0" nodeType="after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strips(upLeft)">
                                      <p:cBhvr>
                                        <p:cTn id="29" dur="500"/>
                                        <p:tgtEl>
                                          <p:spTgt spid="46"/>
                                        </p:tgtEl>
                                      </p:cBhvr>
                                    </p:animEffect>
                                  </p:childTnLst>
                                </p:cTn>
                              </p:par>
                              <p:par>
                                <p:cTn id="30" presetID="18" presetClass="entr" presetSubtype="3" fill="hold" grpId="0" nodeType="withEffect">
                                  <p:stCondLst>
                                    <p:cond delay="250"/>
                                  </p:stCondLst>
                                  <p:childTnLst>
                                    <p:set>
                                      <p:cBhvr>
                                        <p:cTn id="31" dur="1" fill="hold">
                                          <p:stCondLst>
                                            <p:cond delay="0"/>
                                          </p:stCondLst>
                                        </p:cTn>
                                        <p:tgtEl>
                                          <p:spTgt spid="45"/>
                                        </p:tgtEl>
                                        <p:attrNameLst>
                                          <p:attrName>style.visibility</p:attrName>
                                        </p:attrNameLst>
                                      </p:cBhvr>
                                      <p:to>
                                        <p:strVal val="visible"/>
                                      </p:to>
                                    </p:set>
                                    <p:animEffect transition="in" filter="strips(upRight)">
                                      <p:cBhvr>
                                        <p:cTn id="32" dur="500"/>
                                        <p:tgtEl>
                                          <p:spTgt spid="45"/>
                                        </p:tgtEl>
                                      </p:cBhvr>
                                    </p:animEffect>
                                  </p:childTnLst>
                                </p:cTn>
                              </p:par>
                              <p:par>
                                <p:cTn id="33" presetID="18" presetClass="entr" presetSubtype="9" fill="hold" grpId="0" nodeType="withEffect">
                                  <p:stCondLst>
                                    <p:cond delay="500"/>
                                  </p:stCondLst>
                                  <p:childTnLst>
                                    <p:set>
                                      <p:cBhvr>
                                        <p:cTn id="34" dur="1" fill="hold">
                                          <p:stCondLst>
                                            <p:cond delay="0"/>
                                          </p:stCondLst>
                                        </p:cTn>
                                        <p:tgtEl>
                                          <p:spTgt spid="44"/>
                                        </p:tgtEl>
                                        <p:attrNameLst>
                                          <p:attrName>style.visibility</p:attrName>
                                        </p:attrNameLst>
                                      </p:cBhvr>
                                      <p:to>
                                        <p:strVal val="visible"/>
                                      </p:to>
                                    </p:set>
                                    <p:animEffect transition="in" filter="strips(upLeft)">
                                      <p:cBhvr>
                                        <p:cTn id="35" dur="500"/>
                                        <p:tgtEl>
                                          <p:spTgt spid="44"/>
                                        </p:tgtEl>
                                      </p:cBhvr>
                                    </p:animEffect>
                                  </p:childTnLst>
                                </p:cTn>
                              </p:par>
                              <p:par>
                                <p:cTn id="36" presetID="18" presetClass="entr" presetSubtype="3" fill="hold" grpId="0" nodeType="withEffect">
                                  <p:stCondLst>
                                    <p:cond delay="750"/>
                                  </p:stCondLst>
                                  <p:childTnLst>
                                    <p:set>
                                      <p:cBhvr>
                                        <p:cTn id="37" dur="1" fill="hold">
                                          <p:stCondLst>
                                            <p:cond delay="0"/>
                                          </p:stCondLst>
                                        </p:cTn>
                                        <p:tgtEl>
                                          <p:spTgt spid="43"/>
                                        </p:tgtEl>
                                        <p:attrNameLst>
                                          <p:attrName>style.visibility</p:attrName>
                                        </p:attrNameLst>
                                      </p:cBhvr>
                                      <p:to>
                                        <p:strVal val="visible"/>
                                      </p:to>
                                    </p:set>
                                    <p:animEffect transition="in" filter="strips(upRight)">
                                      <p:cBhvr>
                                        <p:cTn id="38" dur="500"/>
                                        <p:tgtEl>
                                          <p:spTgt spid="43"/>
                                        </p:tgtEl>
                                      </p:cBhvr>
                                    </p:animEffect>
                                  </p:childTnLst>
                                </p:cTn>
                              </p:par>
                              <p:par>
                                <p:cTn id="39" presetID="53" presetClass="entr" presetSubtype="16" fill="hold" grpId="0" nodeType="withEffect">
                                  <p:stCondLst>
                                    <p:cond delay="750"/>
                                  </p:stCondLst>
                                  <p:childTnLst>
                                    <p:set>
                                      <p:cBhvr>
                                        <p:cTn id="40" dur="1" fill="hold">
                                          <p:stCondLst>
                                            <p:cond delay="0"/>
                                          </p:stCondLst>
                                        </p:cTn>
                                        <p:tgtEl>
                                          <p:spTgt spid="42"/>
                                        </p:tgtEl>
                                        <p:attrNameLst>
                                          <p:attrName>style.visibility</p:attrName>
                                        </p:attrNameLst>
                                      </p:cBhvr>
                                      <p:to>
                                        <p:strVal val="visible"/>
                                      </p:to>
                                    </p:set>
                                    <p:anim calcmode="lin" valueType="num">
                                      <p:cBhvr>
                                        <p:cTn id="41" dur="500" fill="hold"/>
                                        <p:tgtEl>
                                          <p:spTgt spid="42"/>
                                        </p:tgtEl>
                                        <p:attrNameLst>
                                          <p:attrName>ppt_w</p:attrName>
                                        </p:attrNameLst>
                                      </p:cBhvr>
                                      <p:tavLst>
                                        <p:tav tm="0">
                                          <p:val>
                                            <p:fltVal val="0"/>
                                          </p:val>
                                        </p:tav>
                                        <p:tav tm="100000">
                                          <p:val>
                                            <p:strVal val="#ppt_w"/>
                                          </p:val>
                                        </p:tav>
                                      </p:tavLst>
                                    </p:anim>
                                    <p:anim calcmode="lin" valueType="num">
                                      <p:cBhvr>
                                        <p:cTn id="42" dur="500" fill="hold"/>
                                        <p:tgtEl>
                                          <p:spTgt spid="42"/>
                                        </p:tgtEl>
                                        <p:attrNameLst>
                                          <p:attrName>ppt_h</p:attrName>
                                        </p:attrNameLst>
                                      </p:cBhvr>
                                      <p:tavLst>
                                        <p:tav tm="0">
                                          <p:val>
                                            <p:fltVal val="0"/>
                                          </p:val>
                                        </p:tav>
                                        <p:tav tm="100000">
                                          <p:val>
                                            <p:strVal val="#ppt_h"/>
                                          </p:val>
                                        </p:tav>
                                      </p:tavLst>
                                    </p:anim>
                                    <p:animEffect transition="in" filter="fade">
                                      <p:cBhvr>
                                        <p:cTn id="43" dur="500"/>
                                        <p:tgtEl>
                                          <p:spTgt spid="42"/>
                                        </p:tgtEl>
                                      </p:cBhvr>
                                    </p:animEffect>
                                  </p:childTnLst>
                                </p:cTn>
                              </p:par>
                              <p:par>
                                <p:cTn id="44" presetID="42" presetClass="path" presetSubtype="0" accel="50000" decel="50000" fill="hold" grpId="1" nodeType="withEffect">
                                  <p:stCondLst>
                                    <p:cond delay="750"/>
                                  </p:stCondLst>
                                  <p:childTnLst>
                                    <p:animMotion origin="layout" path="M 3.75E-6 2.96296E-6 L 3.75E-6 0.25 " pathEditMode="relative" rAng="0" ptsTypes="AA">
                                      <p:cBhvr>
                                        <p:cTn id="45" dur="1000" spd="-100000" fill="hold"/>
                                        <p:tgtEl>
                                          <p:spTgt spid="42"/>
                                        </p:tgtEl>
                                        <p:attrNameLst>
                                          <p:attrName>ppt_x</p:attrName>
                                          <p:attrName>ppt_y</p:attrName>
                                        </p:attrNameLst>
                                      </p:cBhvr>
                                      <p:rCtr x="0" y="12500"/>
                                    </p:animMotion>
                                  </p:childTnLst>
                                </p:cTn>
                              </p:par>
                            </p:childTnLst>
                          </p:cTn>
                        </p:par>
                        <p:par>
                          <p:cTn id="46" fill="hold">
                            <p:stCondLst>
                              <p:cond delay="3250"/>
                            </p:stCondLst>
                            <p:childTnLst>
                              <p:par>
                                <p:cTn id="47" presetID="53" presetClass="entr" presetSubtype="16" fill="hold" grpId="0" nodeType="afterEffect">
                                  <p:stCondLst>
                                    <p:cond delay="0"/>
                                  </p:stCondLst>
                                  <p:childTnLst>
                                    <p:set>
                                      <p:cBhvr>
                                        <p:cTn id="48" dur="1" fill="hold">
                                          <p:stCondLst>
                                            <p:cond delay="0"/>
                                          </p:stCondLst>
                                        </p:cTn>
                                        <p:tgtEl>
                                          <p:spTgt spid="49"/>
                                        </p:tgtEl>
                                        <p:attrNameLst>
                                          <p:attrName>style.visibility</p:attrName>
                                        </p:attrNameLst>
                                      </p:cBhvr>
                                      <p:to>
                                        <p:strVal val="visible"/>
                                      </p:to>
                                    </p:set>
                                    <p:anim calcmode="lin" valueType="num">
                                      <p:cBhvr>
                                        <p:cTn id="49" dur="250" fill="hold"/>
                                        <p:tgtEl>
                                          <p:spTgt spid="49"/>
                                        </p:tgtEl>
                                        <p:attrNameLst>
                                          <p:attrName>ppt_w</p:attrName>
                                        </p:attrNameLst>
                                      </p:cBhvr>
                                      <p:tavLst>
                                        <p:tav tm="0">
                                          <p:val>
                                            <p:fltVal val="0"/>
                                          </p:val>
                                        </p:tav>
                                        <p:tav tm="100000">
                                          <p:val>
                                            <p:strVal val="#ppt_w"/>
                                          </p:val>
                                        </p:tav>
                                      </p:tavLst>
                                    </p:anim>
                                    <p:anim calcmode="lin" valueType="num">
                                      <p:cBhvr>
                                        <p:cTn id="50" dur="250" fill="hold"/>
                                        <p:tgtEl>
                                          <p:spTgt spid="49"/>
                                        </p:tgtEl>
                                        <p:attrNameLst>
                                          <p:attrName>ppt_h</p:attrName>
                                        </p:attrNameLst>
                                      </p:cBhvr>
                                      <p:tavLst>
                                        <p:tav tm="0">
                                          <p:val>
                                            <p:fltVal val="0"/>
                                          </p:val>
                                        </p:tav>
                                        <p:tav tm="100000">
                                          <p:val>
                                            <p:strVal val="#ppt_h"/>
                                          </p:val>
                                        </p:tav>
                                      </p:tavLst>
                                    </p:anim>
                                    <p:animEffect transition="in" filter="fade">
                                      <p:cBhvr>
                                        <p:cTn id="51" dur="250"/>
                                        <p:tgtEl>
                                          <p:spTgt spid="49"/>
                                        </p:tgtEl>
                                      </p:cBhvr>
                                    </p:animEffect>
                                  </p:childTnLst>
                                </p:cTn>
                              </p:par>
                              <p:par>
                                <p:cTn id="52" presetID="6" presetClass="emph" presetSubtype="0" decel="100000" fill="hold" grpId="1" nodeType="withEffect">
                                  <p:stCondLst>
                                    <p:cond delay="200"/>
                                  </p:stCondLst>
                                  <p:childTnLst>
                                    <p:animScale>
                                      <p:cBhvr>
                                        <p:cTn id="53" dur="250" fill="hold"/>
                                        <p:tgtEl>
                                          <p:spTgt spid="49"/>
                                        </p:tgtEl>
                                      </p:cBhvr>
                                      <p:by x="120000" y="120000"/>
                                    </p:animScale>
                                  </p:childTnLst>
                                </p:cTn>
                              </p:par>
                              <p:par>
                                <p:cTn id="54" presetID="6" presetClass="emph" presetSubtype="0" decel="100000" fill="hold" grpId="2" nodeType="withEffect">
                                  <p:stCondLst>
                                    <p:cond delay="400"/>
                                  </p:stCondLst>
                                  <p:childTnLst>
                                    <p:animScale>
                                      <p:cBhvr>
                                        <p:cTn id="55" dur="250" fill="hold"/>
                                        <p:tgtEl>
                                          <p:spTgt spid="49"/>
                                        </p:tgtEl>
                                      </p:cBhvr>
                                      <p:by x="83000" y="83000"/>
                                    </p:animScale>
                                  </p:childTnLst>
                                </p:cTn>
                              </p:par>
                              <p:par>
                                <p:cTn id="56" presetID="53" presetClass="entr" presetSubtype="16" fill="hold" grpId="0" nodeType="withEffect">
                                  <p:stCondLst>
                                    <p:cond delay="400"/>
                                  </p:stCondLst>
                                  <p:childTnLst>
                                    <p:set>
                                      <p:cBhvr>
                                        <p:cTn id="57" dur="1" fill="hold">
                                          <p:stCondLst>
                                            <p:cond delay="0"/>
                                          </p:stCondLst>
                                        </p:cTn>
                                        <p:tgtEl>
                                          <p:spTgt spid="39"/>
                                        </p:tgtEl>
                                        <p:attrNameLst>
                                          <p:attrName>style.visibility</p:attrName>
                                        </p:attrNameLst>
                                      </p:cBhvr>
                                      <p:to>
                                        <p:strVal val="visible"/>
                                      </p:to>
                                    </p:set>
                                    <p:anim calcmode="lin" valueType="num">
                                      <p:cBhvr>
                                        <p:cTn id="58" dur="500" fill="hold"/>
                                        <p:tgtEl>
                                          <p:spTgt spid="39"/>
                                        </p:tgtEl>
                                        <p:attrNameLst>
                                          <p:attrName>ppt_w</p:attrName>
                                        </p:attrNameLst>
                                      </p:cBhvr>
                                      <p:tavLst>
                                        <p:tav tm="0">
                                          <p:val>
                                            <p:fltVal val="0"/>
                                          </p:val>
                                        </p:tav>
                                        <p:tav tm="100000">
                                          <p:val>
                                            <p:strVal val="#ppt_w"/>
                                          </p:val>
                                        </p:tav>
                                      </p:tavLst>
                                    </p:anim>
                                    <p:anim calcmode="lin" valueType="num">
                                      <p:cBhvr>
                                        <p:cTn id="59" dur="500" fill="hold"/>
                                        <p:tgtEl>
                                          <p:spTgt spid="39"/>
                                        </p:tgtEl>
                                        <p:attrNameLst>
                                          <p:attrName>ppt_h</p:attrName>
                                        </p:attrNameLst>
                                      </p:cBhvr>
                                      <p:tavLst>
                                        <p:tav tm="0">
                                          <p:val>
                                            <p:fltVal val="0"/>
                                          </p:val>
                                        </p:tav>
                                        <p:tav tm="100000">
                                          <p:val>
                                            <p:strVal val="#ppt_h"/>
                                          </p:val>
                                        </p:tav>
                                      </p:tavLst>
                                    </p:anim>
                                    <p:animEffect transition="in" filter="fade">
                                      <p:cBhvr>
                                        <p:cTn id="60" dur="500"/>
                                        <p:tgtEl>
                                          <p:spTgt spid="39"/>
                                        </p:tgtEl>
                                      </p:cBhvr>
                                    </p:animEffect>
                                  </p:childTnLst>
                                </p:cTn>
                              </p:par>
                              <p:par>
                                <p:cTn id="61" presetID="35" presetClass="path" presetSubtype="0" accel="50000" decel="50000" fill="hold" grpId="1" nodeType="withEffect">
                                  <p:stCondLst>
                                    <p:cond delay="400"/>
                                  </p:stCondLst>
                                  <p:childTnLst>
                                    <p:animMotion origin="layout" path="M 2.08333E-7 -2.59259E-6 L -0.09453 -2.59259E-6 " pathEditMode="relative" rAng="0" ptsTypes="AA">
                                      <p:cBhvr>
                                        <p:cTn id="62" dur="1000" spd="-100000" fill="hold"/>
                                        <p:tgtEl>
                                          <p:spTgt spid="39"/>
                                        </p:tgtEl>
                                        <p:attrNameLst>
                                          <p:attrName>ppt_x</p:attrName>
                                          <p:attrName>ppt_y</p:attrName>
                                        </p:attrNameLst>
                                      </p:cBhvr>
                                      <p:rCtr x="-4727" y="0"/>
                                    </p:animMotion>
                                  </p:childTnLst>
                                </p:cTn>
                              </p:par>
                              <p:par>
                                <p:cTn id="63" presetID="53" presetClass="entr" presetSubtype="16" fill="hold" grpId="0" nodeType="withEffect">
                                  <p:stCondLst>
                                    <p:cond delay="1000"/>
                                  </p:stCondLst>
                                  <p:iterate type="lt">
                                    <p:tmPct val="10000"/>
                                  </p:iterate>
                                  <p:childTnLst>
                                    <p:set>
                                      <p:cBhvr>
                                        <p:cTn id="64" dur="1" fill="hold">
                                          <p:stCondLst>
                                            <p:cond delay="0"/>
                                          </p:stCondLst>
                                        </p:cTn>
                                        <p:tgtEl>
                                          <p:spTgt spid="38"/>
                                        </p:tgtEl>
                                        <p:attrNameLst>
                                          <p:attrName>style.visibility</p:attrName>
                                        </p:attrNameLst>
                                      </p:cBhvr>
                                      <p:to>
                                        <p:strVal val="visible"/>
                                      </p:to>
                                    </p:set>
                                    <p:anim calcmode="lin" valueType="num">
                                      <p:cBhvr>
                                        <p:cTn id="65" dur="250" fill="hold"/>
                                        <p:tgtEl>
                                          <p:spTgt spid="38"/>
                                        </p:tgtEl>
                                        <p:attrNameLst>
                                          <p:attrName>ppt_w</p:attrName>
                                        </p:attrNameLst>
                                      </p:cBhvr>
                                      <p:tavLst>
                                        <p:tav tm="0">
                                          <p:val>
                                            <p:fltVal val="0"/>
                                          </p:val>
                                        </p:tav>
                                        <p:tav tm="100000">
                                          <p:val>
                                            <p:strVal val="#ppt_w"/>
                                          </p:val>
                                        </p:tav>
                                      </p:tavLst>
                                    </p:anim>
                                    <p:anim calcmode="lin" valueType="num">
                                      <p:cBhvr>
                                        <p:cTn id="66" dur="250" fill="hold"/>
                                        <p:tgtEl>
                                          <p:spTgt spid="38"/>
                                        </p:tgtEl>
                                        <p:attrNameLst>
                                          <p:attrName>ppt_h</p:attrName>
                                        </p:attrNameLst>
                                      </p:cBhvr>
                                      <p:tavLst>
                                        <p:tav tm="0">
                                          <p:val>
                                            <p:fltVal val="0"/>
                                          </p:val>
                                        </p:tav>
                                        <p:tav tm="100000">
                                          <p:val>
                                            <p:strVal val="#ppt_h"/>
                                          </p:val>
                                        </p:tav>
                                      </p:tavLst>
                                    </p:anim>
                                    <p:animEffect transition="in" filter="fade">
                                      <p:cBhvr>
                                        <p:cTn id="67" dur="250"/>
                                        <p:tgtEl>
                                          <p:spTgt spid="38"/>
                                        </p:tgtEl>
                                      </p:cBhvr>
                                    </p:animEffect>
                                  </p:childTnLst>
                                </p:cTn>
                              </p:par>
                            </p:childTnLst>
                          </p:cTn>
                        </p:par>
                        <p:par>
                          <p:cTn id="68" fill="hold">
                            <p:stCondLst>
                              <p:cond delay="5425"/>
                            </p:stCondLst>
                            <p:childTnLst>
                              <p:par>
                                <p:cTn id="69" presetID="53" presetClass="entr" presetSubtype="16" fill="hold" grpId="0" nodeType="afterEffect">
                                  <p:stCondLst>
                                    <p:cond delay="0"/>
                                  </p:stCondLst>
                                  <p:childTnLst>
                                    <p:set>
                                      <p:cBhvr>
                                        <p:cTn id="70" dur="1" fill="hold">
                                          <p:stCondLst>
                                            <p:cond delay="0"/>
                                          </p:stCondLst>
                                        </p:cTn>
                                        <p:tgtEl>
                                          <p:spTgt spid="48"/>
                                        </p:tgtEl>
                                        <p:attrNameLst>
                                          <p:attrName>style.visibility</p:attrName>
                                        </p:attrNameLst>
                                      </p:cBhvr>
                                      <p:to>
                                        <p:strVal val="visible"/>
                                      </p:to>
                                    </p:set>
                                    <p:anim calcmode="lin" valueType="num">
                                      <p:cBhvr>
                                        <p:cTn id="71" dur="250" fill="hold"/>
                                        <p:tgtEl>
                                          <p:spTgt spid="48"/>
                                        </p:tgtEl>
                                        <p:attrNameLst>
                                          <p:attrName>ppt_w</p:attrName>
                                        </p:attrNameLst>
                                      </p:cBhvr>
                                      <p:tavLst>
                                        <p:tav tm="0">
                                          <p:val>
                                            <p:fltVal val="0"/>
                                          </p:val>
                                        </p:tav>
                                        <p:tav tm="100000">
                                          <p:val>
                                            <p:strVal val="#ppt_w"/>
                                          </p:val>
                                        </p:tav>
                                      </p:tavLst>
                                    </p:anim>
                                    <p:anim calcmode="lin" valueType="num">
                                      <p:cBhvr>
                                        <p:cTn id="72" dur="250" fill="hold"/>
                                        <p:tgtEl>
                                          <p:spTgt spid="48"/>
                                        </p:tgtEl>
                                        <p:attrNameLst>
                                          <p:attrName>ppt_h</p:attrName>
                                        </p:attrNameLst>
                                      </p:cBhvr>
                                      <p:tavLst>
                                        <p:tav tm="0">
                                          <p:val>
                                            <p:fltVal val="0"/>
                                          </p:val>
                                        </p:tav>
                                        <p:tav tm="100000">
                                          <p:val>
                                            <p:strVal val="#ppt_h"/>
                                          </p:val>
                                        </p:tav>
                                      </p:tavLst>
                                    </p:anim>
                                    <p:animEffect transition="in" filter="fade">
                                      <p:cBhvr>
                                        <p:cTn id="73" dur="250"/>
                                        <p:tgtEl>
                                          <p:spTgt spid="48"/>
                                        </p:tgtEl>
                                      </p:cBhvr>
                                    </p:animEffect>
                                  </p:childTnLst>
                                </p:cTn>
                              </p:par>
                              <p:par>
                                <p:cTn id="74" presetID="6" presetClass="emph" presetSubtype="0" decel="100000" fill="hold" grpId="1" nodeType="withEffect">
                                  <p:stCondLst>
                                    <p:cond delay="200"/>
                                  </p:stCondLst>
                                  <p:childTnLst>
                                    <p:animScale>
                                      <p:cBhvr>
                                        <p:cTn id="75" dur="250" fill="hold"/>
                                        <p:tgtEl>
                                          <p:spTgt spid="48"/>
                                        </p:tgtEl>
                                      </p:cBhvr>
                                      <p:by x="120000" y="120000"/>
                                    </p:animScale>
                                  </p:childTnLst>
                                </p:cTn>
                              </p:par>
                              <p:par>
                                <p:cTn id="76" presetID="6" presetClass="emph" presetSubtype="0" decel="100000" fill="hold" grpId="2" nodeType="withEffect">
                                  <p:stCondLst>
                                    <p:cond delay="400"/>
                                  </p:stCondLst>
                                  <p:childTnLst>
                                    <p:animScale>
                                      <p:cBhvr>
                                        <p:cTn id="77" dur="250" fill="hold"/>
                                        <p:tgtEl>
                                          <p:spTgt spid="48"/>
                                        </p:tgtEl>
                                      </p:cBhvr>
                                      <p:by x="83000" y="83000"/>
                                    </p:animScale>
                                  </p:childTnLst>
                                </p:cTn>
                              </p:par>
                              <p:par>
                                <p:cTn id="78" presetID="53" presetClass="entr" presetSubtype="16" fill="hold" grpId="0" nodeType="withEffect">
                                  <p:stCondLst>
                                    <p:cond delay="400"/>
                                  </p:stCondLst>
                                  <p:childTnLst>
                                    <p:set>
                                      <p:cBhvr>
                                        <p:cTn id="79" dur="1" fill="hold">
                                          <p:stCondLst>
                                            <p:cond delay="0"/>
                                          </p:stCondLst>
                                        </p:cTn>
                                        <p:tgtEl>
                                          <p:spTgt spid="41"/>
                                        </p:tgtEl>
                                        <p:attrNameLst>
                                          <p:attrName>style.visibility</p:attrName>
                                        </p:attrNameLst>
                                      </p:cBhvr>
                                      <p:to>
                                        <p:strVal val="visible"/>
                                      </p:to>
                                    </p:set>
                                    <p:anim calcmode="lin" valueType="num">
                                      <p:cBhvr>
                                        <p:cTn id="80" dur="500" fill="hold"/>
                                        <p:tgtEl>
                                          <p:spTgt spid="41"/>
                                        </p:tgtEl>
                                        <p:attrNameLst>
                                          <p:attrName>ppt_w</p:attrName>
                                        </p:attrNameLst>
                                      </p:cBhvr>
                                      <p:tavLst>
                                        <p:tav tm="0">
                                          <p:val>
                                            <p:fltVal val="0"/>
                                          </p:val>
                                        </p:tav>
                                        <p:tav tm="100000">
                                          <p:val>
                                            <p:strVal val="#ppt_w"/>
                                          </p:val>
                                        </p:tav>
                                      </p:tavLst>
                                    </p:anim>
                                    <p:anim calcmode="lin" valueType="num">
                                      <p:cBhvr>
                                        <p:cTn id="81" dur="500" fill="hold"/>
                                        <p:tgtEl>
                                          <p:spTgt spid="41"/>
                                        </p:tgtEl>
                                        <p:attrNameLst>
                                          <p:attrName>ppt_h</p:attrName>
                                        </p:attrNameLst>
                                      </p:cBhvr>
                                      <p:tavLst>
                                        <p:tav tm="0">
                                          <p:val>
                                            <p:fltVal val="0"/>
                                          </p:val>
                                        </p:tav>
                                        <p:tav tm="100000">
                                          <p:val>
                                            <p:strVal val="#ppt_h"/>
                                          </p:val>
                                        </p:tav>
                                      </p:tavLst>
                                    </p:anim>
                                    <p:animEffect transition="in" filter="fade">
                                      <p:cBhvr>
                                        <p:cTn id="82" dur="500"/>
                                        <p:tgtEl>
                                          <p:spTgt spid="41"/>
                                        </p:tgtEl>
                                      </p:cBhvr>
                                    </p:animEffect>
                                  </p:childTnLst>
                                </p:cTn>
                              </p:par>
                              <p:par>
                                <p:cTn id="83" presetID="63" presetClass="path" presetSubtype="0" accel="50000" decel="50000" fill="hold" grpId="1" nodeType="withEffect">
                                  <p:stCondLst>
                                    <p:cond delay="400"/>
                                  </p:stCondLst>
                                  <p:childTnLst>
                                    <p:animMotion origin="layout" path="M 2.08333E-7 3.33333E-6 L 0.09414 3.33333E-6 " pathEditMode="relative" rAng="0" ptsTypes="AA">
                                      <p:cBhvr>
                                        <p:cTn id="84" dur="1000" spd="-100000" fill="hold"/>
                                        <p:tgtEl>
                                          <p:spTgt spid="41"/>
                                        </p:tgtEl>
                                        <p:attrNameLst>
                                          <p:attrName>ppt_x</p:attrName>
                                          <p:attrName>ppt_y</p:attrName>
                                        </p:attrNameLst>
                                      </p:cBhvr>
                                      <p:rCtr x="4701" y="0"/>
                                    </p:animMotion>
                                  </p:childTnLst>
                                </p:cTn>
                              </p:par>
                              <p:par>
                                <p:cTn id="85" presetID="53" presetClass="entr" presetSubtype="16" fill="hold" grpId="0" nodeType="withEffect">
                                  <p:stCondLst>
                                    <p:cond delay="1000"/>
                                  </p:stCondLst>
                                  <p:iterate type="lt">
                                    <p:tmPct val="10000"/>
                                  </p:iterate>
                                  <p:childTnLst>
                                    <p:set>
                                      <p:cBhvr>
                                        <p:cTn id="86" dur="1" fill="hold">
                                          <p:stCondLst>
                                            <p:cond delay="0"/>
                                          </p:stCondLst>
                                        </p:cTn>
                                        <p:tgtEl>
                                          <p:spTgt spid="40"/>
                                        </p:tgtEl>
                                        <p:attrNameLst>
                                          <p:attrName>style.visibility</p:attrName>
                                        </p:attrNameLst>
                                      </p:cBhvr>
                                      <p:to>
                                        <p:strVal val="visible"/>
                                      </p:to>
                                    </p:set>
                                    <p:anim calcmode="lin" valueType="num">
                                      <p:cBhvr>
                                        <p:cTn id="87" dur="250" fill="hold"/>
                                        <p:tgtEl>
                                          <p:spTgt spid="40"/>
                                        </p:tgtEl>
                                        <p:attrNameLst>
                                          <p:attrName>ppt_w</p:attrName>
                                        </p:attrNameLst>
                                      </p:cBhvr>
                                      <p:tavLst>
                                        <p:tav tm="0">
                                          <p:val>
                                            <p:fltVal val="0"/>
                                          </p:val>
                                        </p:tav>
                                        <p:tav tm="100000">
                                          <p:val>
                                            <p:strVal val="#ppt_w"/>
                                          </p:val>
                                        </p:tav>
                                      </p:tavLst>
                                    </p:anim>
                                    <p:anim calcmode="lin" valueType="num">
                                      <p:cBhvr>
                                        <p:cTn id="88" dur="250" fill="hold"/>
                                        <p:tgtEl>
                                          <p:spTgt spid="40"/>
                                        </p:tgtEl>
                                        <p:attrNameLst>
                                          <p:attrName>ppt_h</p:attrName>
                                        </p:attrNameLst>
                                      </p:cBhvr>
                                      <p:tavLst>
                                        <p:tav tm="0">
                                          <p:val>
                                            <p:fltVal val="0"/>
                                          </p:val>
                                        </p:tav>
                                        <p:tav tm="100000">
                                          <p:val>
                                            <p:strVal val="#ppt_h"/>
                                          </p:val>
                                        </p:tav>
                                      </p:tavLst>
                                    </p:anim>
                                    <p:animEffect transition="in" filter="fade">
                                      <p:cBhvr>
                                        <p:cTn id="89" dur="250"/>
                                        <p:tgtEl>
                                          <p:spTgt spid="40"/>
                                        </p:tgtEl>
                                      </p:cBhvr>
                                    </p:animEffect>
                                  </p:childTnLst>
                                </p:cTn>
                              </p:par>
                            </p:childTnLst>
                          </p:cTn>
                        </p:par>
                        <p:par>
                          <p:cTn id="90" fill="hold">
                            <p:stCondLst>
                              <p:cond delay="7600"/>
                            </p:stCondLst>
                            <p:childTnLst>
                              <p:par>
                                <p:cTn id="91" presetID="53" presetClass="entr" presetSubtype="16" fill="hold" grpId="0" nodeType="afterEffect">
                                  <p:stCondLst>
                                    <p:cond delay="0"/>
                                  </p:stCondLst>
                                  <p:childTnLst>
                                    <p:set>
                                      <p:cBhvr>
                                        <p:cTn id="92" dur="1" fill="hold">
                                          <p:stCondLst>
                                            <p:cond delay="0"/>
                                          </p:stCondLst>
                                        </p:cTn>
                                        <p:tgtEl>
                                          <p:spTgt spid="47"/>
                                        </p:tgtEl>
                                        <p:attrNameLst>
                                          <p:attrName>style.visibility</p:attrName>
                                        </p:attrNameLst>
                                      </p:cBhvr>
                                      <p:to>
                                        <p:strVal val="visible"/>
                                      </p:to>
                                    </p:set>
                                    <p:anim calcmode="lin" valueType="num">
                                      <p:cBhvr>
                                        <p:cTn id="93" dur="250" fill="hold"/>
                                        <p:tgtEl>
                                          <p:spTgt spid="47"/>
                                        </p:tgtEl>
                                        <p:attrNameLst>
                                          <p:attrName>ppt_w</p:attrName>
                                        </p:attrNameLst>
                                      </p:cBhvr>
                                      <p:tavLst>
                                        <p:tav tm="0">
                                          <p:val>
                                            <p:fltVal val="0"/>
                                          </p:val>
                                        </p:tav>
                                        <p:tav tm="100000">
                                          <p:val>
                                            <p:strVal val="#ppt_w"/>
                                          </p:val>
                                        </p:tav>
                                      </p:tavLst>
                                    </p:anim>
                                    <p:anim calcmode="lin" valueType="num">
                                      <p:cBhvr>
                                        <p:cTn id="94" dur="250" fill="hold"/>
                                        <p:tgtEl>
                                          <p:spTgt spid="47"/>
                                        </p:tgtEl>
                                        <p:attrNameLst>
                                          <p:attrName>ppt_h</p:attrName>
                                        </p:attrNameLst>
                                      </p:cBhvr>
                                      <p:tavLst>
                                        <p:tav tm="0">
                                          <p:val>
                                            <p:fltVal val="0"/>
                                          </p:val>
                                        </p:tav>
                                        <p:tav tm="100000">
                                          <p:val>
                                            <p:strVal val="#ppt_h"/>
                                          </p:val>
                                        </p:tav>
                                      </p:tavLst>
                                    </p:anim>
                                    <p:animEffect transition="in" filter="fade">
                                      <p:cBhvr>
                                        <p:cTn id="95" dur="250"/>
                                        <p:tgtEl>
                                          <p:spTgt spid="47"/>
                                        </p:tgtEl>
                                      </p:cBhvr>
                                    </p:animEffect>
                                  </p:childTnLst>
                                </p:cTn>
                              </p:par>
                              <p:par>
                                <p:cTn id="96" presetID="6" presetClass="emph" presetSubtype="0" decel="100000" fill="hold" grpId="1" nodeType="withEffect">
                                  <p:stCondLst>
                                    <p:cond delay="200"/>
                                  </p:stCondLst>
                                  <p:childTnLst>
                                    <p:animScale>
                                      <p:cBhvr>
                                        <p:cTn id="97" dur="250" fill="hold"/>
                                        <p:tgtEl>
                                          <p:spTgt spid="47"/>
                                        </p:tgtEl>
                                      </p:cBhvr>
                                      <p:by x="120000" y="120000"/>
                                    </p:animScale>
                                  </p:childTnLst>
                                </p:cTn>
                              </p:par>
                              <p:par>
                                <p:cTn id="98" presetID="6" presetClass="emph" presetSubtype="0" decel="100000" fill="hold" grpId="2" nodeType="withEffect">
                                  <p:stCondLst>
                                    <p:cond delay="400"/>
                                  </p:stCondLst>
                                  <p:childTnLst>
                                    <p:animScale>
                                      <p:cBhvr>
                                        <p:cTn id="99" dur="250" fill="hold"/>
                                        <p:tgtEl>
                                          <p:spTgt spid="47"/>
                                        </p:tgtEl>
                                      </p:cBhvr>
                                      <p:by x="83000" y="83000"/>
                                    </p:animScale>
                                  </p:childTnLst>
                                </p:cTn>
                              </p:par>
                              <p:par>
                                <p:cTn id="100" presetID="53" presetClass="entr" presetSubtype="16" fill="hold" grpId="0" nodeType="withEffect">
                                  <p:stCondLst>
                                    <p:cond delay="400"/>
                                  </p:stCondLst>
                                  <p:childTnLst>
                                    <p:set>
                                      <p:cBhvr>
                                        <p:cTn id="101" dur="1" fill="hold">
                                          <p:stCondLst>
                                            <p:cond delay="0"/>
                                          </p:stCondLst>
                                        </p:cTn>
                                        <p:tgtEl>
                                          <p:spTgt spid="37"/>
                                        </p:tgtEl>
                                        <p:attrNameLst>
                                          <p:attrName>style.visibility</p:attrName>
                                        </p:attrNameLst>
                                      </p:cBhvr>
                                      <p:to>
                                        <p:strVal val="visible"/>
                                      </p:to>
                                    </p:set>
                                    <p:anim calcmode="lin" valueType="num">
                                      <p:cBhvr>
                                        <p:cTn id="102" dur="500" fill="hold"/>
                                        <p:tgtEl>
                                          <p:spTgt spid="37"/>
                                        </p:tgtEl>
                                        <p:attrNameLst>
                                          <p:attrName>ppt_w</p:attrName>
                                        </p:attrNameLst>
                                      </p:cBhvr>
                                      <p:tavLst>
                                        <p:tav tm="0">
                                          <p:val>
                                            <p:fltVal val="0"/>
                                          </p:val>
                                        </p:tav>
                                        <p:tav tm="100000">
                                          <p:val>
                                            <p:strVal val="#ppt_w"/>
                                          </p:val>
                                        </p:tav>
                                      </p:tavLst>
                                    </p:anim>
                                    <p:anim calcmode="lin" valueType="num">
                                      <p:cBhvr>
                                        <p:cTn id="103" dur="500" fill="hold"/>
                                        <p:tgtEl>
                                          <p:spTgt spid="37"/>
                                        </p:tgtEl>
                                        <p:attrNameLst>
                                          <p:attrName>ppt_h</p:attrName>
                                        </p:attrNameLst>
                                      </p:cBhvr>
                                      <p:tavLst>
                                        <p:tav tm="0">
                                          <p:val>
                                            <p:fltVal val="0"/>
                                          </p:val>
                                        </p:tav>
                                        <p:tav tm="100000">
                                          <p:val>
                                            <p:strVal val="#ppt_h"/>
                                          </p:val>
                                        </p:tav>
                                      </p:tavLst>
                                    </p:anim>
                                    <p:animEffect transition="in" filter="fade">
                                      <p:cBhvr>
                                        <p:cTn id="104" dur="500"/>
                                        <p:tgtEl>
                                          <p:spTgt spid="37"/>
                                        </p:tgtEl>
                                      </p:cBhvr>
                                    </p:animEffect>
                                  </p:childTnLst>
                                </p:cTn>
                              </p:par>
                              <p:par>
                                <p:cTn id="105" presetID="35" presetClass="path" presetSubtype="0" accel="50000" decel="50000" fill="hold" grpId="1" nodeType="withEffect">
                                  <p:stCondLst>
                                    <p:cond delay="400"/>
                                  </p:stCondLst>
                                  <p:childTnLst>
                                    <p:animMotion origin="layout" path="M -4.16667E-6 -3.33333E-6 L -0.09453 -3.33333E-6 " pathEditMode="relative" rAng="0" ptsTypes="AA">
                                      <p:cBhvr>
                                        <p:cTn id="106" dur="1000" spd="-100000" fill="hold"/>
                                        <p:tgtEl>
                                          <p:spTgt spid="37"/>
                                        </p:tgtEl>
                                        <p:attrNameLst>
                                          <p:attrName>ppt_x</p:attrName>
                                          <p:attrName>ppt_y</p:attrName>
                                        </p:attrNameLst>
                                      </p:cBhvr>
                                      <p:rCtr x="-4727" y="0"/>
                                    </p:animMotion>
                                  </p:childTnLst>
                                </p:cTn>
                              </p:par>
                              <p:par>
                                <p:cTn id="107" presetID="53" presetClass="entr" presetSubtype="16" fill="hold" grpId="0" nodeType="withEffect">
                                  <p:stCondLst>
                                    <p:cond delay="1000"/>
                                  </p:stCondLst>
                                  <p:iterate type="lt">
                                    <p:tmPct val="10000"/>
                                  </p:iterate>
                                  <p:childTnLst>
                                    <p:set>
                                      <p:cBhvr>
                                        <p:cTn id="108" dur="1" fill="hold">
                                          <p:stCondLst>
                                            <p:cond delay="0"/>
                                          </p:stCondLst>
                                        </p:cTn>
                                        <p:tgtEl>
                                          <p:spTgt spid="36"/>
                                        </p:tgtEl>
                                        <p:attrNameLst>
                                          <p:attrName>style.visibility</p:attrName>
                                        </p:attrNameLst>
                                      </p:cBhvr>
                                      <p:to>
                                        <p:strVal val="visible"/>
                                      </p:to>
                                    </p:set>
                                    <p:anim calcmode="lin" valueType="num">
                                      <p:cBhvr>
                                        <p:cTn id="109" dur="250" fill="hold"/>
                                        <p:tgtEl>
                                          <p:spTgt spid="36"/>
                                        </p:tgtEl>
                                        <p:attrNameLst>
                                          <p:attrName>ppt_w</p:attrName>
                                        </p:attrNameLst>
                                      </p:cBhvr>
                                      <p:tavLst>
                                        <p:tav tm="0">
                                          <p:val>
                                            <p:fltVal val="0"/>
                                          </p:val>
                                        </p:tav>
                                        <p:tav tm="100000">
                                          <p:val>
                                            <p:strVal val="#ppt_w"/>
                                          </p:val>
                                        </p:tav>
                                      </p:tavLst>
                                    </p:anim>
                                    <p:anim calcmode="lin" valueType="num">
                                      <p:cBhvr>
                                        <p:cTn id="110" dur="250" fill="hold"/>
                                        <p:tgtEl>
                                          <p:spTgt spid="36"/>
                                        </p:tgtEl>
                                        <p:attrNameLst>
                                          <p:attrName>ppt_h</p:attrName>
                                        </p:attrNameLst>
                                      </p:cBhvr>
                                      <p:tavLst>
                                        <p:tav tm="0">
                                          <p:val>
                                            <p:fltVal val="0"/>
                                          </p:val>
                                        </p:tav>
                                        <p:tav tm="100000">
                                          <p:val>
                                            <p:strVal val="#ppt_h"/>
                                          </p:val>
                                        </p:tav>
                                      </p:tavLst>
                                    </p:anim>
                                    <p:animEffect transition="in" filter="fade">
                                      <p:cBhvr>
                                        <p:cTn id="111" dur="250"/>
                                        <p:tgtEl>
                                          <p:spTgt spid="36"/>
                                        </p:tgtEl>
                                      </p:cBhvr>
                                    </p:animEffect>
                                  </p:childTnLst>
                                </p:cTn>
                              </p:par>
                            </p:childTnLst>
                          </p:cTn>
                        </p:par>
                        <p:par>
                          <p:cTn id="112" fill="hold">
                            <p:stCondLst>
                              <p:cond delay="9775"/>
                            </p:stCondLst>
                            <p:childTnLst>
                              <p:par>
                                <p:cTn id="113" presetID="53" presetClass="entr" presetSubtype="16" fill="hold" grpId="0" nodeType="afterEffect">
                                  <p:stCondLst>
                                    <p:cond delay="0"/>
                                  </p:stCondLst>
                                  <p:childTnLst>
                                    <p:set>
                                      <p:cBhvr>
                                        <p:cTn id="114" dur="1" fill="hold">
                                          <p:stCondLst>
                                            <p:cond delay="0"/>
                                          </p:stCondLst>
                                        </p:cTn>
                                        <p:tgtEl>
                                          <p:spTgt spid="51"/>
                                        </p:tgtEl>
                                        <p:attrNameLst>
                                          <p:attrName>style.visibility</p:attrName>
                                        </p:attrNameLst>
                                      </p:cBhvr>
                                      <p:to>
                                        <p:strVal val="visible"/>
                                      </p:to>
                                    </p:set>
                                    <p:anim calcmode="lin" valueType="num">
                                      <p:cBhvr>
                                        <p:cTn id="115" dur="250" fill="hold"/>
                                        <p:tgtEl>
                                          <p:spTgt spid="51"/>
                                        </p:tgtEl>
                                        <p:attrNameLst>
                                          <p:attrName>ppt_w</p:attrName>
                                        </p:attrNameLst>
                                      </p:cBhvr>
                                      <p:tavLst>
                                        <p:tav tm="0">
                                          <p:val>
                                            <p:fltVal val="0"/>
                                          </p:val>
                                        </p:tav>
                                        <p:tav tm="100000">
                                          <p:val>
                                            <p:strVal val="#ppt_w"/>
                                          </p:val>
                                        </p:tav>
                                      </p:tavLst>
                                    </p:anim>
                                    <p:anim calcmode="lin" valueType="num">
                                      <p:cBhvr>
                                        <p:cTn id="116" dur="250" fill="hold"/>
                                        <p:tgtEl>
                                          <p:spTgt spid="51"/>
                                        </p:tgtEl>
                                        <p:attrNameLst>
                                          <p:attrName>ppt_h</p:attrName>
                                        </p:attrNameLst>
                                      </p:cBhvr>
                                      <p:tavLst>
                                        <p:tav tm="0">
                                          <p:val>
                                            <p:fltVal val="0"/>
                                          </p:val>
                                        </p:tav>
                                        <p:tav tm="100000">
                                          <p:val>
                                            <p:strVal val="#ppt_h"/>
                                          </p:val>
                                        </p:tav>
                                      </p:tavLst>
                                    </p:anim>
                                    <p:animEffect transition="in" filter="fade">
                                      <p:cBhvr>
                                        <p:cTn id="117" dur="250"/>
                                        <p:tgtEl>
                                          <p:spTgt spid="51"/>
                                        </p:tgtEl>
                                      </p:cBhvr>
                                    </p:animEffect>
                                  </p:childTnLst>
                                </p:cTn>
                              </p:par>
                              <p:par>
                                <p:cTn id="118" presetID="6" presetClass="emph" presetSubtype="0" decel="100000" fill="hold" grpId="1" nodeType="withEffect">
                                  <p:stCondLst>
                                    <p:cond delay="200"/>
                                  </p:stCondLst>
                                  <p:childTnLst>
                                    <p:animScale>
                                      <p:cBhvr>
                                        <p:cTn id="119" dur="250" fill="hold"/>
                                        <p:tgtEl>
                                          <p:spTgt spid="51"/>
                                        </p:tgtEl>
                                      </p:cBhvr>
                                      <p:by x="120000" y="120000"/>
                                    </p:animScale>
                                  </p:childTnLst>
                                </p:cTn>
                              </p:par>
                              <p:par>
                                <p:cTn id="120" presetID="6" presetClass="emph" presetSubtype="0" decel="100000" fill="hold" grpId="2" nodeType="withEffect">
                                  <p:stCondLst>
                                    <p:cond delay="400"/>
                                  </p:stCondLst>
                                  <p:childTnLst>
                                    <p:animScale>
                                      <p:cBhvr>
                                        <p:cTn id="121" dur="250" fill="hold"/>
                                        <p:tgtEl>
                                          <p:spTgt spid="51"/>
                                        </p:tgtEl>
                                      </p:cBhvr>
                                      <p:by x="83000" y="83000"/>
                                    </p:animScale>
                                  </p:childTnLst>
                                </p:cTn>
                              </p:par>
                              <p:par>
                                <p:cTn id="122" presetID="53" presetClass="entr" presetSubtype="16" fill="hold" grpId="0" nodeType="withEffect">
                                  <p:stCondLst>
                                    <p:cond delay="400"/>
                                  </p:stCondLst>
                                  <p:childTnLst>
                                    <p:set>
                                      <p:cBhvr>
                                        <p:cTn id="123" dur="1" fill="hold">
                                          <p:stCondLst>
                                            <p:cond delay="0"/>
                                          </p:stCondLst>
                                        </p:cTn>
                                        <p:tgtEl>
                                          <p:spTgt spid="33"/>
                                        </p:tgtEl>
                                        <p:attrNameLst>
                                          <p:attrName>style.visibility</p:attrName>
                                        </p:attrNameLst>
                                      </p:cBhvr>
                                      <p:to>
                                        <p:strVal val="visible"/>
                                      </p:to>
                                    </p:set>
                                    <p:anim calcmode="lin" valueType="num">
                                      <p:cBhvr>
                                        <p:cTn id="124" dur="500" fill="hold"/>
                                        <p:tgtEl>
                                          <p:spTgt spid="33"/>
                                        </p:tgtEl>
                                        <p:attrNameLst>
                                          <p:attrName>ppt_w</p:attrName>
                                        </p:attrNameLst>
                                      </p:cBhvr>
                                      <p:tavLst>
                                        <p:tav tm="0">
                                          <p:val>
                                            <p:fltVal val="0"/>
                                          </p:val>
                                        </p:tav>
                                        <p:tav tm="100000">
                                          <p:val>
                                            <p:strVal val="#ppt_w"/>
                                          </p:val>
                                        </p:tav>
                                      </p:tavLst>
                                    </p:anim>
                                    <p:anim calcmode="lin" valueType="num">
                                      <p:cBhvr>
                                        <p:cTn id="125" dur="500" fill="hold"/>
                                        <p:tgtEl>
                                          <p:spTgt spid="33"/>
                                        </p:tgtEl>
                                        <p:attrNameLst>
                                          <p:attrName>ppt_h</p:attrName>
                                        </p:attrNameLst>
                                      </p:cBhvr>
                                      <p:tavLst>
                                        <p:tav tm="0">
                                          <p:val>
                                            <p:fltVal val="0"/>
                                          </p:val>
                                        </p:tav>
                                        <p:tav tm="100000">
                                          <p:val>
                                            <p:strVal val="#ppt_h"/>
                                          </p:val>
                                        </p:tav>
                                      </p:tavLst>
                                    </p:anim>
                                    <p:animEffect transition="in" filter="fade">
                                      <p:cBhvr>
                                        <p:cTn id="126" dur="500"/>
                                        <p:tgtEl>
                                          <p:spTgt spid="33"/>
                                        </p:tgtEl>
                                      </p:cBhvr>
                                    </p:animEffect>
                                  </p:childTnLst>
                                </p:cTn>
                              </p:par>
                              <p:par>
                                <p:cTn id="127" presetID="63" presetClass="path" presetSubtype="0" accel="50000" decel="50000" fill="hold" grpId="1" nodeType="withEffect">
                                  <p:stCondLst>
                                    <p:cond delay="400"/>
                                  </p:stCondLst>
                                  <p:childTnLst>
                                    <p:animMotion origin="layout" path="M -4.16667E-7 -2.22222E-6 L 0.09414 -2.22222E-6 " pathEditMode="relative" rAng="0" ptsTypes="AA">
                                      <p:cBhvr>
                                        <p:cTn id="128" dur="1000" spd="-100000" fill="hold"/>
                                        <p:tgtEl>
                                          <p:spTgt spid="33"/>
                                        </p:tgtEl>
                                        <p:attrNameLst>
                                          <p:attrName>ppt_x</p:attrName>
                                          <p:attrName>ppt_y</p:attrName>
                                        </p:attrNameLst>
                                      </p:cBhvr>
                                      <p:rCtr x="4701" y="0"/>
                                    </p:animMotion>
                                  </p:childTnLst>
                                </p:cTn>
                              </p:par>
                              <p:par>
                                <p:cTn id="129" presetID="53" presetClass="entr" presetSubtype="16" fill="hold" grpId="0" nodeType="withEffect">
                                  <p:stCondLst>
                                    <p:cond delay="1000"/>
                                  </p:stCondLst>
                                  <p:iterate type="lt">
                                    <p:tmPct val="10000"/>
                                  </p:iterate>
                                  <p:childTnLst>
                                    <p:set>
                                      <p:cBhvr>
                                        <p:cTn id="130" dur="1" fill="hold">
                                          <p:stCondLst>
                                            <p:cond delay="0"/>
                                          </p:stCondLst>
                                        </p:cTn>
                                        <p:tgtEl>
                                          <p:spTgt spid="32"/>
                                        </p:tgtEl>
                                        <p:attrNameLst>
                                          <p:attrName>style.visibility</p:attrName>
                                        </p:attrNameLst>
                                      </p:cBhvr>
                                      <p:to>
                                        <p:strVal val="visible"/>
                                      </p:to>
                                    </p:set>
                                    <p:anim calcmode="lin" valueType="num">
                                      <p:cBhvr>
                                        <p:cTn id="131" dur="250" fill="hold"/>
                                        <p:tgtEl>
                                          <p:spTgt spid="32"/>
                                        </p:tgtEl>
                                        <p:attrNameLst>
                                          <p:attrName>ppt_w</p:attrName>
                                        </p:attrNameLst>
                                      </p:cBhvr>
                                      <p:tavLst>
                                        <p:tav tm="0">
                                          <p:val>
                                            <p:fltVal val="0"/>
                                          </p:val>
                                        </p:tav>
                                        <p:tav tm="100000">
                                          <p:val>
                                            <p:strVal val="#ppt_w"/>
                                          </p:val>
                                        </p:tav>
                                      </p:tavLst>
                                    </p:anim>
                                    <p:anim calcmode="lin" valueType="num">
                                      <p:cBhvr>
                                        <p:cTn id="132" dur="250" fill="hold"/>
                                        <p:tgtEl>
                                          <p:spTgt spid="32"/>
                                        </p:tgtEl>
                                        <p:attrNameLst>
                                          <p:attrName>ppt_h</p:attrName>
                                        </p:attrNameLst>
                                      </p:cBhvr>
                                      <p:tavLst>
                                        <p:tav tm="0">
                                          <p:val>
                                            <p:fltVal val="0"/>
                                          </p:val>
                                        </p:tav>
                                        <p:tav tm="100000">
                                          <p:val>
                                            <p:strVal val="#ppt_h"/>
                                          </p:val>
                                        </p:tav>
                                      </p:tavLst>
                                    </p:anim>
                                    <p:animEffect transition="in" filter="fade">
                                      <p:cBhvr>
                                        <p:cTn id="133" dur="250"/>
                                        <p:tgtEl>
                                          <p:spTgt spid="32"/>
                                        </p:tgtEl>
                                      </p:cBhvr>
                                    </p:animEffect>
                                  </p:childTnLst>
                                </p:cTn>
                              </p:par>
                            </p:childTnLst>
                          </p:cTn>
                        </p:par>
                        <p:par>
                          <p:cTn id="134" fill="hold">
                            <p:stCondLst>
                              <p:cond delay="11950"/>
                            </p:stCondLst>
                            <p:childTnLst>
                              <p:par>
                                <p:cTn id="135" presetID="53" presetClass="entr" presetSubtype="16" fill="hold" grpId="0" nodeType="afterEffect">
                                  <p:stCondLst>
                                    <p:cond delay="0"/>
                                  </p:stCondLst>
                                  <p:childTnLst>
                                    <p:set>
                                      <p:cBhvr>
                                        <p:cTn id="136" dur="1" fill="hold">
                                          <p:stCondLst>
                                            <p:cond delay="0"/>
                                          </p:stCondLst>
                                        </p:cTn>
                                        <p:tgtEl>
                                          <p:spTgt spid="50"/>
                                        </p:tgtEl>
                                        <p:attrNameLst>
                                          <p:attrName>style.visibility</p:attrName>
                                        </p:attrNameLst>
                                      </p:cBhvr>
                                      <p:to>
                                        <p:strVal val="visible"/>
                                      </p:to>
                                    </p:set>
                                    <p:anim calcmode="lin" valueType="num">
                                      <p:cBhvr>
                                        <p:cTn id="137" dur="250" fill="hold"/>
                                        <p:tgtEl>
                                          <p:spTgt spid="50"/>
                                        </p:tgtEl>
                                        <p:attrNameLst>
                                          <p:attrName>ppt_w</p:attrName>
                                        </p:attrNameLst>
                                      </p:cBhvr>
                                      <p:tavLst>
                                        <p:tav tm="0">
                                          <p:val>
                                            <p:fltVal val="0"/>
                                          </p:val>
                                        </p:tav>
                                        <p:tav tm="100000">
                                          <p:val>
                                            <p:strVal val="#ppt_w"/>
                                          </p:val>
                                        </p:tav>
                                      </p:tavLst>
                                    </p:anim>
                                    <p:anim calcmode="lin" valueType="num">
                                      <p:cBhvr>
                                        <p:cTn id="138" dur="250" fill="hold"/>
                                        <p:tgtEl>
                                          <p:spTgt spid="50"/>
                                        </p:tgtEl>
                                        <p:attrNameLst>
                                          <p:attrName>ppt_h</p:attrName>
                                        </p:attrNameLst>
                                      </p:cBhvr>
                                      <p:tavLst>
                                        <p:tav tm="0">
                                          <p:val>
                                            <p:fltVal val="0"/>
                                          </p:val>
                                        </p:tav>
                                        <p:tav tm="100000">
                                          <p:val>
                                            <p:strVal val="#ppt_h"/>
                                          </p:val>
                                        </p:tav>
                                      </p:tavLst>
                                    </p:anim>
                                    <p:animEffect transition="in" filter="fade">
                                      <p:cBhvr>
                                        <p:cTn id="139" dur="250"/>
                                        <p:tgtEl>
                                          <p:spTgt spid="50"/>
                                        </p:tgtEl>
                                      </p:cBhvr>
                                    </p:animEffect>
                                  </p:childTnLst>
                                </p:cTn>
                              </p:par>
                              <p:par>
                                <p:cTn id="140" presetID="6" presetClass="emph" presetSubtype="0" decel="100000" fill="hold" grpId="1" nodeType="withEffect">
                                  <p:stCondLst>
                                    <p:cond delay="200"/>
                                  </p:stCondLst>
                                  <p:childTnLst>
                                    <p:animScale>
                                      <p:cBhvr>
                                        <p:cTn id="141" dur="250" fill="hold"/>
                                        <p:tgtEl>
                                          <p:spTgt spid="50"/>
                                        </p:tgtEl>
                                      </p:cBhvr>
                                      <p:by x="120000" y="120000"/>
                                    </p:animScale>
                                  </p:childTnLst>
                                </p:cTn>
                              </p:par>
                              <p:par>
                                <p:cTn id="142" presetID="6" presetClass="emph" presetSubtype="0" decel="100000" fill="hold" grpId="2" nodeType="withEffect">
                                  <p:stCondLst>
                                    <p:cond delay="400"/>
                                  </p:stCondLst>
                                  <p:childTnLst>
                                    <p:animScale>
                                      <p:cBhvr>
                                        <p:cTn id="143" dur="250" fill="hold"/>
                                        <p:tgtEl>
                                          <p:spTgt spid="50"/>
                                        </p:tgtEl>
                                      </p:cBhvr>
                                      <p:by x="83000" y="83000"/>
                                    </p:animScale>
                                  </p:childTnLst>
                                </p:cTn>
                              </p:par>
                              <p:par>
                                <p:cTn id="144" presetID="53" presetClass="entr" presetSubtype="16" fill="hold" grpId="0" nodeType="withEffect">
                                  <p:stCondLst>
                                    <p:cond delay="400"/>
                                  </p:stCondLst>
                                  <p:childTnLst>
                                    <p:set>
                                      <p:cBhvr>
                                        <p:cTn id="145" dur="1" fill="hold">
                                          <p:stCondLst>
                                            <p:cond delay="0"/>
                                          </p:stCondLst>
                                        </p:cTn>
                                        <p:tgtEl>
                                          <p:spTgt spid="35"/>
                                        </p:tgtEl>
                                        <p:attrNameLst>
                                          <p:attrName>style.visibility</p:attrName>
                                        </p:attrNameLst>
                                      </p:cBhvr>
                                      <p:to>
                                        <p:strVal val="visible"/>
                                      </p:to>
                                    </p:set>
                                    <p:anim calcmode="lin" valueType="num">
                                      <p:cBhvr>
                                        <p:cTn id="146" dur="500" fill="hold"/>
                                        <p:tgtEl>
                                          <p:spTgt spid="35"/>
                                        </p:tgtEl>
                                        <p:attrNameLst>
                                          <p:attrName>ppt_w</p:attrName>
                                        </p:attrNameLst>
                                      </p:cBhvr>
                                      <p:tavLst>
                                        <p:tav tm="0">
                                          <p:val>
                                            <p:fltVal val="0"/>
                                          </p:val>
                                        </p:tav>
                                        <p:tav tm="100000">
                                          <p:val>
                                            <p:strVal val="#ppt_w"/>
                                          </p:val>
                                        </p:tav>
                                      </p:tavLst>
                                    </p:anim>
                                    <p:anim calcmode="lin" valueType="num">
                                      <p:cBhvr>
                                        <p:cTn id="147" dur="500" fill="hold"/>
                                        <p:tgtEl>
                                          <p:spTgt spid="35"/>
                                        </p:tgtEl>
                                        <p:attrNameLst>
                                          <p:attrName>ppt_h</p:attrName>
                                        </p:attrNameLst>
                                      </p:cBhvr>
                                      <p:tavLst>
                                        <p:tav tm="0">
                                          <p:val>
                                            <p:fltVal val="0"/>
                                          </p:val>
                                        </p:tav>
                                        <p:tav tm="100000">
                                          <p:val>
                                            <p:strVal val="#ppt_h"/>
                                          </p:val>
                                        </p:tav>
                                      </p:tavLst>
                                    </p:anim>
                                    <p:animEffect transition="in" filter="fade">
                                      <p:cBhvr>
                                        <p:cTn id="148" dur="500"/>
                                        <p:tgtEl>
                                          <p:spTgt spid="35"/>
                                        </p:tgtEl>
                                      </p:cBhvr>
                                    </p:animEffect>
                                  </p:childTnLst>
                                </p:cTn>
                              </p:par>
                              <p:par>
                                <p:cTn id="149" presetID="35" presetClass="path" presetSubtype="0" accel="50000" decel="50000" fill="hold" grpId="1" nodeType="withEffect">
                                  <p:stCondLst>
                                    <p:cond delay="400"/>
                                  </p:stCondLst>
                                  <p:childTnLst>
                                    <p:animMotion origin="layout" path="M -3.75E-6 -3.33333E-6 L -0.09453 -3.33333E-6 " pathEditMode="relative" rAng="0" ptsTypes="AA">
                                      <p:cBhvr>
                                        <p:cTn id="150" dur="1000" spd="-100000" fill="hold"/>
                                        <p:tgtEl>
                                          <p:spTgt spid="35"/>
                                        </p:tgtEl>
                                        <p:attrNameLst>
                                          <p:attrName>ppt_x</p:attrName>
                                          <p:attrName>ppt_y</p:attrName>
                                        </p:attrNameLst>
                                      </p:cBhvr>
                                      <p:rCtr x="-4727" y="0"/>
                                    </p:animMotion>
                                  </p:childTnLst>
                                </p:cTn>
                              </p:par>
                              <p:par>
                                <p:cTn id="151" presetID="53" presetClass="entr" presetSubtype="16" fill="hold" grpId="0" nodeType="withEffect">
                                  <p:stCondLst>
                                    <p:cond delay="1000"/>
                                  </p:stCondLst>
                                  <p:iterate type="lt">
                                    <p:tmPct val="10000"/>
                                  </p:iterate>
                                  <p:childTnLst>
                                    <p:set>
                                      <p:cBhvr>
                                        <p:cTn id="152" dur="1" fill="hold">
                                          <p:stCondLst>
                                            <p:cond delay="0"/>
                                          </p:stCondLst>
                                        </p:cTn>
                                        <p:tgtEl>
                                          <p:spTgt spid="34"/>
                                        </p:tgtEl>
                                        <p:attrNameLst>
                                          <p:attrName>style.visibility</p:attrName>
                                        </p:attrNameLst>
                                      </p:cBhvr>
                                      <p:to>
                                        <p:strVal val="visible"/>
                                      </p:to>
                                    </p:set>
                                    <p:anim calcmode="lin" valueType="num">
                                      <p:cBhvr>
                                        <p:cTn id="153" dur="250" fill="hold"/>
                                        <p:tgtEl>
                                          <p:spTgt spid="34"/>
                                        </p:tgtEl>
                                        <p:attrNameLst>
                                          <p:attrName>ppt_w</p:attrName>
                                        </p:attrNameLst>
                                      </p:cBhvr>
                                      <p:tavLst>
                                        <p:tav tm="0">
                                          <p:val>
                                            <p:fltVal val="0"/>
                                          </p:val>
                                        </p:tav>
                                        <p:tav tm="100000">
                                          <p:val>
                                            <p:strVal val="#ppt_w"/>
                                          </p:val>
                                        </p:tav>
                                      </p:tavLst>
                                    </p:anim>
                                    <p:anim calcmode="lin" valueType="num">
                                      <p:cBhvr>
                                        <p:cTn id="154" dur="250" fill="hold"/>
                                        <p:tgtEl>
                                          <p:spTgt spid="34"/>
                                        </p:tgtEl>
                                        <p:attrNameLst>
                                          <p:attrName>ppt_h</p:attrName>
                                        </p:attrNameLst>
                                      </p:cBhvr>
                                      <p:tavLst>
                                        <p:tav tm="0">
                                          <p:val>
                                            <p:fltVal val="0"/>
                                          </p:val>
                                        </p:tav>
                                        <p:tav tm="100000">
                                          <p:val>
                                            <p:strVal val="#ppt_h"/>
                                          </p:val>
                                        </p:tav>
                                      </p:tavLst>
                                    </p:anim>
                                    <p:animEffect transition="in" filter="fade">
                                      <p:cBhvr>
                                        <p:cTn id="155" dur="2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2" grpId="0"/>
      <p:bldP spid="33" grpId="0"/>
      <p:bldP spid="33" grpId="1"/>
      <p:bldP spid="34" grpId="0"/>
      <p:bldP spid="35" grpId="0"/>
      <p:bldP spid="35" grpId="1"/>
      <p:bldP spid="36" grpId="0"/>
      <p:bldP spid="37" grpId="0"/>
      <p:bldP spid="37" grpId="1"/>
      <p:bldP spid="38" grpId="0"/>
      <p:bldP spid="39" grpId="0"/>
      <p:bldP spid="39" grpId="1"/>
      <p:bldP spid="40" grpId="0"/>
      <p:bldP spid="41" grpId="0"/>
      <p:bldP spid="41" grpId="1"/>
      <p:bldP spid="42" grpId="0" animBg="1"/>
      <p:bldP spid="42" grpId="1" animBg="1"/>
      <p:bldP spid="43" grpId="0" animBg="1"/>
      <p:bldP spid="44" grpId="0" animBg="1"/>
      <p:bldP spid="45" grpId="0" animBg="1"/>
      <p:bldP spid="46" grpId="0" animBg="1"/>
      <p:bldP spid="47" grpId="0" animBg="1"/>
      <p:bldP spid="47" grpId="1" animBg="1"/>
      <p:bldP spid="47" grpId="2" animBg="1"/>
      <p:bldP spid="48" grpId="0" animBg="1"/>
      <p:bldP spid="48" grpId="1" animBg="1"/>
      <p:bldP spid="48" grpId="2" animBg="1"/>
      <p:bldP spid="49" grpId="0" animBg="1"/>
      <p:bldP spid="49" grpId="1" animBg="1"/>
      <p:bldP spid="49" grpId="2" animBg="1"/>
      <p:bldP spid="50" grpId="0" animBg="1"/>
      <p:bldP spid="50" grpId="1" animBg="1"/>
      <p:bldP spid="50" grpId="2" animBg="1"/>
      <p:bldP spid="51" grpId="0" animBg="1"/>
      <p:bldP spid="51" grpId="1" animBg="1"/>
      <p:bldP spid="51" grpId="2"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450633" y="228814"/>
            <a:ext cx="720000" cy="720000"/>
            <a:chOff x="450633" y="228814"/>
            <a:chExt cx="720000" cy="720000"/>
          </a:xfrm>
        </p:grpSpPr>
        <p:sp>
          <p:nvSpPr>
            <p:cNvPr id="35" name="椭圆 34"/>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6"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7" name="文本框 36"/>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完成的主要工作</a:t>
            </a:r>
          </a:p>
        </p:txBody>
      </p:sp>
      <p:cxnSp>
        <p:nvCxnSpPr>
          <p:cNvPr id="38" name="直接连接符 37"/>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grpSp>
        <p:nvGrpSpPr>
          <p:cNvPr id="39" name="组合 38"/>
          <p:cNvGrpSpPr>
            <a:grpSpLocks noChangeAspect="1"/>
          </p:cNvGrpSpPr>
          <p:nvPr/>
        </p:nvGrpSpPr>
        <p:grpSpPr>
          <a:xfrm>
            <a:off x="1074165" y="1656770"/>
            <a:ext cx="4863173" cy="3917799"/>
            <a:chOff x="1074165" y="1714508"/>
            <a:chExt cx="4863173" cy="3917799"/>
          </a:xfrm>
          <a:effectLst>
            <a:outerShdw blurRad="254000" dist="152400" dir="2700000" algn="tl" rotWithShape="0">
              <a:prstClr val="black">
                <a:alpha val="60000"/>
              </a:prstClr>
            </a:outerShdw>
          </a:effectLst>
        </p:grpSpPr>
        <p:sp>
          <p:nvSpPr>
            <p:cNvPr id="40" name="Freeform 5"/>
            <p:cNvSpPr>
              <a:spLocks/>
            </p:cNvSpPr>
            <p:nvPr/>
          </p:nvSpPr>
          <p:spPr bwMode="auto">
            <a:xfrm>
              <a:off x="1074165" y="1714508"/>
              <a:ext cx="4863173" cy="2941039"/>
            </a:xfrm>
            <a:custGeom>
              <a:avLst/>
              <a:gdLst>
                <a:gd name="T0" fmla="*/ 2537 w 2537"/>
                <a:gd name="T1" fmla="*/ 1533 h 1533"/>
                <a:gd name="T2" fmla="*/ 2537 w 2537"/>
                <a:gd name="T3" fmla="*/ 71 h 1533"/>
                <a:gd name="T4" fmla="*/ 2467 w 2537"/>
                <a:gd name="T5" fmla="*/ 0 h 1533"/>
                <a:gd name="T6" fmla="*/ 71 w 2537"/>
                <a:gd name="T7" fmla="*/ 0 h 1533"/>
                <a:gd name="T8" fmla="*/ 0 w 2537"/>
                <a:gd name="T9" fmla="*/ 71 h 1533"/>
                <a:gd name="T10" fmla="*/ 0 w 2537"/>
                <a:gd name="T11" fmla="*/ 1533 h 1533"/>
                <a:gd name="T12" fmla="*/ 2537 w 2537"/>
                <a:gd name="T13" fmla="*/ 1533 h 1533"/>
              </a:gdLst>
              <a:ahLst/>
              <a:cxnLst>
                <a:cxn ang="0">
                  <a:pos x="T0" y="T1"/>
                </a:cxn>
                <a:cxn ang="0">
                  <a:pos x="T2" y="T3"/>
                </a:cxn>
                <a:cxn ang="0">
                  <a:pos x="T4" y="T5"/>
                </a:cxn>
                <a:cxn ang="0">
                  <a:pos x="T6" y="T7"/>
                </a:cxn>
                <a:cxn ang="0">
                  <a:pos x="T8" y="T9"/>
                </a:cxn>
                <a:cxn ang="0">
                  <a:pos x="T10" y="T11"/>
                </a:cxn>
                <a:cxn ang="0">
                  <a:pos x="T12" y="T13"/>
                </a:cxn>
              </a:cxnLst>
              <a:rect l="0" t="0" r="r" b="b"/>
              <a:pathLst>
                <a:path w="2537" h="1533">
                  <a:moveTo>
                    <a:pt x="2537" y="1533"/>
                  </a:moveTo>
                  <a:cubicBezTo>
                    <a:pt x="2537" y="71"/>
                    <a:pt x="2537" y="71"/>
                    <a:pt x="2537" y="71"/>
                  </a:cubicBezTo>
                  <a:cubicBezTo>
                    <a:pt x="2537" y="32"/>
                    <a:pt x="2506" y="0"/>
                    <a:pt x="2467" y="0"/>
                  </a:cubicBezTo>
                  <a:cubicBezTo>
                    <a:pt x="71" y="0"/>
                    <a:pt x="71" y="0"/>
                    <a:pt x="71" y="0"/>
                  </a:cubicBezTo>
                  <a:cubicBezTo>
                    <a:pt x="32" y="0"/>
                    <a:pt x="0" y="32"/>
                    <a:pt x="0" y="71"/>
                  </a:cubicBezTo>
                  <a:cubicBezTo>
                    <a:pt x="0" y="1533"/>
                    <a:pt x="0" y="1533"/>
                    <a:pt x="0" y="1533"/>
                  </a:cubicBezTo>
                  <a:lnTo>
                    <a:pt x="2537" y="1533"/>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41" name="Freeform 6"/>
            <p:cNvSpPr>
              <a:spLocks noEditPoints="1"/>
            </p:cNvSpPr>
            <p:nvPr/>
          </p:nvSpPr>
          <p:spPr bwMode="auto">
            <a:xfrm>
              <a:off x="1263444" y="1914594"/>
              <a:ext cx="4484616" cy="2538716"/>
            </a:xfrm>
            <a:custGeom>
              <a:avLst/>
              <a:gdLst>
                <a:gd name="T0" fmla="*/ 2075 w 2085"/>
                <a:gd name="T1" fmla="*/ 10 h 1180"/>
                <a:gd name="T2" fmla="*/ 2075 w 2085"/>
                <a:gd name="T3" fmla="*/ 1170 h 1180"/>
                <a:gd name="T4" fmla="*/ 10 w 2085"/>
                <a:gd name="T5" fmla="*/ 1170 h 1180"/>
                <a:gd name="T6" fmla="*/ 10 w 2085"/>
                <a:gd name="T7" fmla="*/ 10 h 1180"/>
                <a:gd name="T8" fmla="*/ 2075 w 2085"/>
                <a:gd name="T9" fmla="*/ 10 h 1180"/>
                <a:gd name="T10" fmla="*/ 2085 w 2085"/>
                <a:gd name="T11" fmla="*/ 0 h 1180"/>
                <a:gd name="T12" fmla="*/ 2075 w 2085"/>
                <a:gd name="T13" fmla="*/ 0 h 1180"/>
                <a:gd name="T14" fmla="*/ 10 w 2085"/>
                <a:gd name="T15" fmla="*/ 0 h 1180"/>
                <a:gd name="T16" fmla="*/ 0 w 2085"/>
                <a:gd name="T17" fmla="*/ 0 h 1180"/>
                <a:gd name="T18" fmla="*/ 0 w 2085"/>
                <a:gd name="T19" fmla="*/ 10 h 1180"/>
                <a:gd name="T20" fmla="*/ 0 w 2085"/>
                <a:gd name="T21" fmla="*/ 1170 h 1180"/>
                <a:gd name="T22" fmla="*/ 0 w 2085"/>
                <a:gd name="T23" fmla="*/ 1180 h 1180"/>
                <a:gd name="T24" fmla="*/ 10 w 2085"/>
                <a:gd name="T25" fmla="*/ 1180 h 1180"/>
                <a:gd name="T26" fmla="*/ 2075 w 2085"/>
                <a:gd name="T27" fmla="*/ 1180 h 1180"/>
                <a:gd name="T28" fmla="*/ 2085 w 2085"/>
                <a:gd name="T29" fmla="*/ 1180 h 1180"/>
                <a:gd name="T30" fmla="*/ 2085 w 2085"/>
                <a:gd name="T31" fmla="*/ 1170 h 1180"/>
                <a:gd name="T32" fmla="*/ 2085 w 2085"/>
                <a:gd name="T33" fmla="*/ 10 h 1180"/>
                <a:gd name="T34" fmla="*/ 2085 w 2085"/>
                <a:gd name="T35" fmla="*/ 0 h 1180"/>
                <a:gd name="T36" fmla="*/ 2085 w 2085"/>
                <a:gd name="T37" fmla="*/ 0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85" h="1180">
                  <a:moveTo>
                    <a:pt x="2075" y="10"/>
                  </a:moveTo>
                  <a:lnTo>
                    <a:pt x="2075" y="1170"/>
                  </a:lnTo>
                  <a:lnTo>
                    <a:pt x="10" y="1170"/>
                  </a:lnTo>
                  <a:lnTo>
                    <a:pt x="10" y="10"/>
                  </a:lnTo>
                  <a:lnTo>
                    <a:pt x="2075" y="10"/>
                  </a:lnTo>
                  <a:close/>
                  <a:moveTo>
                    <a:pt x="2085" y="0"/>
                  </a:moveTo>
                  <a:lnTo>
                    <a:pt x="2075" y="0"/>
                  </a:lnTo>
                  <a:lnTo>
                    <a:pt x="10" y="0"/>
                  </a:lnTo>
                  <a:lnTo>
                    <a:pt x="0" y="0"/>
                  </a:lnTo>
                  <a:lnTo>
                    <a:pt x="0" y="10"/>
                  </a:lnTo>
                  <a:lnTo>
                    <a:pt x="0" y="1170"/>
                  </a:lnTo>
                  <a:lnTo>
                    <a:pt x="0" y="1180"/>
                  </a:lnTo>
                  <a:lnTo>
                    <a:pt x="10" y="1180"/>
                  </a:lnTo>
                  <a:lnTo>
                    <a:pt x="2075" y="1180"/>
                  </a:lnTo>
                  <a:lnTo>
                    <a:pt x="2085" y="1180"/>
                  </a:lnTo>
                  <a:lnTo>
                    <a:pt x="2085" y="1170"/>
                  </a:lnTo>
                  <a:lnTo>
                    <a:pt x="2085" y="10"/>
                  </a:lnTo>
                  <a:lnTo>
                    <a:pt x="2085" y="0"/>
                  </a:lnTo>
                  <a:lnTo>
                    <a:pt x="2085" y="0"/>
                  </a:lnTo>
                  <a:close/>
                </a:path>
              </a:pathLst>
            </a:custGeom>
            <a:solidFill>
              <a:srgbClr val="0C0D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42" name="Freeform 7"/>
            <p:cNvSpPr>
              <a:spLocks noEditPoints="1"/>
            </p:cNvSpPr>
            <p:nvPr/>
          </p:nvSpPr>
          <p:spPr bwMode="auto">
            <a:xfrm>
              <a:off x="1263444" y="1914594"/>
              <a:ext cx="4484616" cy="2538716"/>
            </a:xfrm>
            <a:custGeom>
              <a:avLst/>
              <a:gdLst>
                <a:gd name="T0" fmla="*/ 2075 w 2085"/>
                <a:gd name="T1" fmla="*/ 10 h 1180"/>
                <a:gd name="T2" fmla="*/ 2075 w 2085"/>
                <a:gd name="T3" fmla="*/ 1170 h 1180"/>
                <a:gd name="T4" fmla="*/ 10 w 2085"/>
                <a:gd name="T5" fmla="*/ 1170 h 1180"/>
                <a:gd name="T6" fmla="*/ 10 w 2085"/>
                <a:gd name="T7" fmla="*/ 10 h 1180"/>
                <a:gd name="T8" fmla="*/ 2075 w 2085"/>
                <a:gd name="T9" fmla="*/ 10 h 1180"/>
                <a:gd name="T10" fmla="*/ 2085 w 2085"/>
                <a:gd name="T11" fmla="*/ 0 h 1180"/>
                <a:gd name="T12" fmla="*/ 2075 w 2085"/>
                <a:gd name="T13" fmla="*/ 0 h 1180"/>
                <a:gd name="T14" fmla="*/ 10 w 2085"/>
                <a:gd name="T15" fmla="*/ 0 h 1180"/>
                <a:gd name="T16" fmla="*/ 0 w 2085"/>
                <a:gd name="T17" fmla="*/ 0 h 1180"/>
                <a:gd name="T18" fmla="*/ 0 w 2085"/>
                <a:gd name="T19" fmla="*/ 10 h 1180"/>
                <a:gd name="T20" fmla="*/ 0 w 2085"/>
                <a:gd name="T21" fmla="*/ 1170 h 1180"/>
                <a:gd name="T22" fmla="*/ 0 w 2085"/>
                <a:gd name="T23" fmla="*/ 1180 h 1180"/>
                <a:gd name="T24" fmla="*/ 10 w 2085"/>
                <a:gd name="T25" fmla="*/ 1180 h 1180"/>
                <a:gd name="T26" fmla="*/ 2075 w 2085"/>
                <a:gd name="T27" fmla="*/ 1180 h 1180"/>
                <a:gd name="T28" fmla="*/ 2085 w 2085"/>
                <a:gd name="T29" fmla="*/ 1180 h 1180"/>
                <a:gd name="T30" fmla="*/ 2085 w 2085"/>
                <a:gd name="T31" fmla="*/ 1170 h 1180"/>
                <a:gd name="T32" fmla="*/ 2085 w 2085"/>
                <a:gd name="T33" fmla="*/ 10 h 1180"/>
                <a:gd name="T34" fmla="*/ 2085 w 2085"/>
                <a:gd name="T35" fmla="*/ 0 h 1180"/>
                <a:gd name="T36" fmla="*/ 2085 w 2085"/>
                <a:gd name="T37" fmla="*/ 0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85" h="1180">
                  <a:moveTo>
                    <a:pt x="2075" y="10"/>
                  </a:moveTo>
                  <a:lnTo>
                    <a:pt x="2075" y="1170"/>
                  </a:lnTo>
                  <a:lnTo>
                    <a:pt x="10" y="1170"/>
                  </a:lnTo>
                  <a:lnTo>
                    <a:pt x="10" y="10"/>
                  </a:lnTo>
                  <a:lnTo>
                    <a:pt x="2075" y="10"/>
                  </a:lnTo>
                  <a:moveTo>
                    <a:pt x="2085" y="0"/>
                  </a:moveTo>
                  <a:lnTo>
                    <a:pt x="2075" y="0"/>
                  </a:lnTo>
                  <a:lnTo>
                    <a:pt x="10" y="0"/>
                  </a:lnTo>
                  <a:lnTo>
                    <a:pt x="0" y="0"/>
                  </a:lnTo>
                  <a:lnTo>
                    <a:pt x="0" y="10"/>
                  </a:lnTo>
                  <a:lnTo>
                    <a:pt x="0" y="1170"/>
                  </a:lnTo>
                  <a:lnTo>
                    <a:pt x="0" y="1180"/>
                  </a:lnTo>
                  <a:lnTo>
                    <a:pt x="10" y="1180"/>
                  </a:lnTo>
                  <a:lnTo>
                    <a:pt x="2075" y="1180"/>
                  </a:lnTo>
                  <a:lnTo>
                    <a:pt x="2085" y="1180"/>
                  </a:lnTo>
                  <a:lnTo>
                    <a:pt x="2085" y="1170"/>
                  </a:lnTo>
                  <a:lnTo>
                    <a:pt x="2085" y="10"/>
                  </a:lnTo>
                  <a:lnTo>
                    <a:pt x="2085" y="0"/>
                  </a:lnTo>
                  <a:lnTo>
                    <a:pt x="208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43" name="Rectangle 8"/>
            <p:cNvSpPr>
              <a:spLocks noChangeArrowheads="1"/>
            </p:cNvSpPr>
            <p:nvPr/>
          </p:nvSpPr>
          <p:spPr bwMode="auto">
            <a:xfrm>
              <a:off x="1284953" y="1936108"/>
              <a:ext cx="4441598" cy="2495687"/>
            </a:xfrm>
            <a:prstGeom prst="rect">
              <a:avLst/>
            </a:prstGeom>
            <a:solidFill>
              <a:srgbClr val="7E7E7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44" name="Freeform 9"/>
            <p:cNvSpPr>
              <a:spLocks/>
            </p:cNvSpPr>
            <p:nvPr/>
          </p:nvSpPr>
          <p:spPr bwMode="auto">
            <a:xfrm>
              <a:off x="2680533" y="5571327"/>
              <a:ext cx="1631265" cy="60980"/>
            </a:xfrm>
            <a:custGeom>
              <a:avLst/>
              <a:gdLst>
                <a:gd name="T0" fmla="*/ 852 w 854"/>
                <a:gd name="T1" fmla="*/ 24 h 35"/>
                <a:gd name="T2" fmla="*/ 478 w 854"/>
                <a:gd name="T3" fmla="*/ 5 h 35"/>
                <a:gd name="T4" fmla="*/ 478 w 854"/>
                <a:gd name="T5" fmla="*/ 0 h 35"/>
                <a:gd name="T6" fmla="*/ 427 w 854"/>
                <a:gd name="T7" fmla="*/ 3 h 35"/>
                <a:gd name="T8" fmla="*/ 375 w 854"/>
                <a:gd name="T9" fmla="*/ 0 h 35"/>
                <a:gd name="T10" fmla="*/ 375 w 854"/>
                <a:gd name="T11" fmla="*/ 5 h 35"/>
                <a:gd name="T12" fmla="*/ 1 w 854"/>
                <a:gd name="T13" fmla="*/ 24 h 35"/>
                <a:gd name="T14" fmla="*/ 24 w 854"/>
                <a:gd name="T15" fmla="*/ 35 h 35"/>
                <a:gd name="T16" fmla="*/ 375 w 854"/>
                <a:gd name="T17" fmla="*/ 35 h 35"/>
                <a:gd name="T18" fmla="*/ 478 w 854"/>
                <a:gd name="T19" fmla="*/ 35 h 35"/>
                <a:gd name="T20" fmla="*/ 829 w 854"/>
                <a:gd name="T21" fmla="*/ 35 h 35"/>
                <a:gd name="T22" fmla="*/ 852 w 854"/>
                <a:gd name="T23" fmla="*/ 24 h 35"/>
                <a:gd name="connsiteX0" fmla="*/ 9966 w 9966"/>
                <a:gd name="connsiteY0" fmla="*/ 6857 h 10000"/>
                <a:gd name="connsiteX1" fmla="*/ 5586 w 9966"/>
                <a:gd name="connsiteY1" fmla="*/ 1429 h 10000"/>
                <a:gd name="connsiteX2" fmla="*/ 4989 w 9966"/>
                <a:gd name="connsiteY2" fmla="*/ 857 h 10000"/>
                <a:gd name="connsiteX3" fmla="*/ 4380 w 9966"/>
                <a:gd name="connsiteY3" fmla="*/ 0 h 10000"/>
                <a:gd name="connsiteX4" fmla="*/ 4380 w 9966"/>
                <a:gd name="connsiteY4" fmla="*/ 1429 h 10000"/>
                <a:gd name="connsiteX5" fmla="*/ 1 w 9966"/>
                <a:gd name="connsiteY5" fmla="*/ 6857 h 10000"/>
                <a:gd name="connsiteX6" fmla="*/ 270 w 9966"/>
                <a:gd name="connsiteY6" fmla="*/ 10000 h 10000"/>
                <a:gd name="connsiteX7" fmla="*/ 4380 w 9966"/>
                <a:gd name="connsiteY7" fmla="*/ 10000 h 10000"/>
                <a:gd name="connsiteX8" fmla="*/ 5586 w 9966"/>
                <a:gd name="connsiteY8" fmla="*/ 10000 h 10000"/>
                <a:gd name="connsiteX9" fmla="*/ 9696 w 9966"/>
                <a:gd name="connsiteY9" fmla="*/ 10000 h 10000"/>
                <a:gd name="connsiteX10" fmla="*/ 9966 w 9966"/>
                <a:gd name="connsiteY10" fmla="*/ 6857 h 10000"/>
                <a:gd name="connsiteX0" fmla="*/ 10000 w 10000"/>
                <a:gd name="connsiteY0" fmla="*/ 6857 h 10000"/>
                <a:gd name="connsiteX1" fmla="*/ 5605 w 10000"/>
                <a:gd name="connsiteY1" fmla="*/ 1429 h 10000"/>
                <a:gd name="connsiteX2" fmla="*/ 5006 w 10000"/>
                <a:gd name="connsiteY2" fmla="*/ 857 h 10000"/>
                <a:gd name="connsiteX3" fmla="*/ 4395 w 10000"/>
                <a:gd name="connsiteY3" fmla="*/ 0 h 10000"/>
                <a:gd name="connsiteX4" fmla="*/ 1 w 10000"/>
                <a:gd name="connsiteY4" fmla="*/ 6857 h 10000"/>
                <a:gd name="connsiteX5" fmla="*/ 271 w 10000"/>
                <a:gd name="connsiteY5" fmla="*/ 10000 h 10000"/>
                <a:gd name="connsiteX6" fmla="*/ 4395 w 10000"/>
                <a:gd name="connsiteY6" fmla="*/ 10000 h 10000"/>
                <a:gd name="connsiteX7" fmla="*/ 5605 w 10000"/>
                <a:gd name="connsiteY7" fmla="*/ 10000 h 10000"/>
                <a:gd name="connsiteX8" fmla="*/ 9729 w 10000"/>
                <a:gd name="connsiteY8" fmla="*/ 10000 h 10000"/>
                <a:gd name="connsiteX9" fmla="*/ 10000 w 10000"/>
                <a:gd name="connsiteY9" fmla="*/ 6857 h 10000"/>
                <a:gd name="connsiteX0" fmla="*/ 10000 w 10000"/>
                <a:gd name="connsiteY0" fmla="*/ 6000 h 9143"/>
                <a:gd name="connsiteX1" fmla="*/ 5605 w 10000"/>
                <a:gd name="connsiteY1" fmla="*/ 572 h 9143"/>
                <a:gd name="connsiteX2" fmla="*/ 5006 w 10000"/>
                <a:gd name="connsiteY2" fmla="*/ 0 h 9143"/>
                <a:gd name="connsiteX3" fmla="*/ 1 w 10000"/>
                <a:gd name="connsiteY3" fmla="*/ 6000 h 9143"/>
                <a:gd name="connsiteX4" fmla="*/ 271 w 10000"/>
                <a:gd name="connsiteY4" fmla="*/ 9143 h 9143"/>
                <a:gd name="connsiteX5" fmla="*/ 4395 w 10000"/>
                <a:gd name="connsiteY5" fmla="*/ 9143 h 9143"/>
                <a:gd name="connsiteX6" fmla="*/ 5605 w 10000"/>
                <a:gd name="connsiteY6" fmla="*/ 9143 h 9143"/>
                <a:gd name="connsiteX7" fmla="*/ 9729 w 10000"/>
                <a:gd name="connsiteY7" fmla="*/ 9143 h 9143"/>
                <a:gd name="connsiteX8" fmla="*/ 10000 w 10000"/>
                <a:gd name="connsiteY8" fmla="*/ 6000 h 9143"/>
                <a:gd name="connsiteX0" fmla="*/ 10000 w 10000"/>
                <a:gd name="connsiteY0" fmla="*/ 6562 h 10000"/>
                <a:gd name="connsiteX1" fmla="*/ 5006 w 10000"/>
                <a:gd name="connsiteY1" fmla="*/ 0 h 10000"/>
                <a:gd name="connsiteX2" fmla="*/ 1 w 10000"/>
                <a:gd name="connsiteY2" fmla="*/ 6562 h 10000"/>
                <a:gd name="connsiteX3" fmla="*/ 271 w 10000"/>
                <a:gd name="connsiteY3" fmla="*/ 10000 h 10000"/>
                <a:gd name="connsiteX4" fmla="*/ 4395 w 10000"/>
                <a:gd name="connsiteY4" fmla="*/ 10000 h 10000"/>
                <a:gd name="connsiteX5" fmla="*/ 5605 w 10000"/>
                <a:gd name="connsiteY5" fmla="*/ 10000 h 10000"/>
                <a:gd name="connsiteX6" fmla="*/ 9729 w 10000"/>
                <a:gd name="connsiteY6" fmla="*/ 10000 h 10000"/>
                <a:gd name="connsiteX7" fmla="*/ 10000 w 10000"/>
                <a:gd name="connsiteY7" fmla="*/ 656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10000" y="6562"/>
                  </a:moveTo>
                  <a:lnTo>
                    <a:pt x="5006" y="0"/>
                  </a:lnTo>
                  <a:lnTo>
                    <a:pt x="1" y="6562"/>
                  </a:lnTo>
                  <a:cubicBezTo>
                    <a:pt x="1" y="6562"/>
                    <a:pt x="-11" y="10000"/>
                    <a:pt x="271" y="10000"/>
                  </a:cubicBezTo>
                  <a:lnTo>
                    <a:pt x="4395" y="10000"/>
                  </a:lnTo>
                  <a:lnTo>
                    <a:pt x="5605" y="10000"/>
                  </a:lnTo>
                  <a:lnTo>
                    <a:pt x="9729" y="10000"/>
                  </a:lnTo>
                  <a:cubicBezTo>
                    <a:pt x="10023" y="10000"/>
                    <a:pt x="10000" y="6562"/>
                    <a:pt x="10000" y="6562"/>
                  </a:cubicBez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45" name="Freeform 10"/>
            <p:cNvSpPr>
              <a:spLocks/>
            </p:cNvSpPr>
            <p:nvPr/>
          </p:nvSpPr>
          <p:spPr bwMode="auto">
            <a:xfrm>
              <a:off x="2670129" y="5051414"/>
              <a:ext cx="1651887" cy="565833"/>
            </a:xfrm>
            <a:custGeom>
              <a:avLst/>
              <a:gdLst>
                <a:gd name="T0" fmla="*/ 790 w 861"/>
                <a:gd name="T1" fmla="*/ 274 h 295"/>
                <a:gd name="T2" fmla="*/ 738 w 861"/>
                <a:gd name="T3" fmla="*/ 224 h 295"/>
                <a:gd name="T4" fmla="*/ 714 w 861"/>
                <a:gd name="T5" fmla="*/ 0 h 295"/>
                <a:gd name="T6" fmla="*/ 431 w 861"/>
                <a:gd name="T7" fmla="*/ 4 h 295"/>
                <a:gd name="T8" fmla="*/ 147 w 861"/>
                <a:gd name="T9" fmla="*/ 0 h 295"/>
                <a:gd name="T10" fmla="*/ 124 w 861"/>
                <a:gd name="T11" fmla="*/ 224 h 295"/>
                <a:gd name="T12" fmla="*/ 72 w 861"/>
                <a:gd name="T13" fmla="*/ 274 h 295"/>
                <a:gd name="T14" fmla="*/ 0 w 861"/>
                <a:gd name="T15" fmla="*/ 291 h 295"/>
                <a:gd name="T16" fmla="*/ 0 w 861"/>
                <a:gd name="T17" fmla="*/ 295 h 295"/>
                <a:gd name="T18" fmla="*/ 379 w 861"/>
                <a:gd name="T19" fmla="*/ 295 h 295"/>
                <a:gd name="T20" fmla="*/ 482 w 861"/>
                <a:gd name="T21" fmla="*/ 295 h 295"/>
                <a:gd name="T22" fmla="*/ 861 w 861"/>
                <a:gd name="T23" fmla="*/ 295 h 295"/>
                <a:gd name="T24" fmla="*/ 861 w 861"/>
                <a:gd name="T25" fmla="*/ 291 h 295"/>
                <a:gd name="T26" fmla="*/ 790 w 861"/>
                <a:gd name="T27" fmla="*/ 27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1" h="295">
                  <a:moveTo>
                    <a:pt x="790" y="274"/>
                  </a:moveTo>
                  <a:cubicBezTo>
                    <a:pt x="760" y="268"/>
                    <a:pt x="744" y="271"/>
                    <a:pt x="738" y="224"/>
                  </a:cubicBezTo>
                  <a:cubicBezTo>
                    <a:pt x="731" y="177"/>
                    <a:pt x="714" y="0"/>
                    <a:pt x="714" y="0"/>
                  </a:cubicBezTo>
                  <a:cubicBezTo>
                    <a:pt x="431" y="4"/>
                    <a:pt x="431" y="4"/>
                    <a:pt x="431" y="4"/>
                  </a:cubicBezTo>
                  <a:cubicBezTo>
                    <a:pt x="147" y="0"/>
                    <a:pt x="147" y="0"/>
                    <a:pt x="147" y="0"/>
                  </a:cubicBezTo>
                  <a:cubicBezTo>
                    <a:pt x="147" y="0"/>
                    <a:pt x="130" y="177"/>
                    <a:pt x="124" y="224"/>
                  </a:cubicBezTo>
                  <a:cubicBezTo>
                    <a:pt x="117" y="271"/>
                    <a:pt x="102" y="268"/>
                    <a:pt x="72" y="274"/>
                  </a:cubicBezTo>
                  <a:cubicBezTo>
                    <a:pt x="42" y="280"/>
                    <a:pt x="0" y="287"/>
                    <a:pt x="0" y="291"/>
                  </a:cubicBezTo>
                  <a:cubicBezTo>
                    <a:pt x="0" y="295"/>
                    <a:pt x="0" y="295"/>
                    <a:pt x="0" y="295"/>
                  </a:cubicBezTo>
                  <a:cubicBezTo>
                    <a:pt x="379" y="295"/>
                    <a:pt x="379" y="295"/>
                    <a:pt x="379" y="295"/>
                  </a:cubicBezTo>
                  <a:cubicBezTo>
                    <a:pt x="482" y="295"/>
                    <a:pt x="482" y="295"/>
                    <a:pt x="482" y="295"/>
                  </a:cubicBezTo>
                  <a:cubicBezTo>
                    <a:pt x="861" y="295"/>
                    <a:pt x="861" y="295"/>
                    <a:pt x="861" y="295"/>
                  </a:cubicBezTo>
                  <a:cubicBezTo>
                    <a:pt x="861" y="295"/>
                    <a:pt x="861" y="295"/>
                    <a:pt x="861" y="291"/>
                  </a:cubicBezTo>
                  <a:cubicBezTo>
                    <a:pt x="861" y="287"/>
                    <a:pt x="820" y="280"/>
                    <a:pt x="790" y="274"/>
                  </a:cubicBezTo>
                  <a:close/>
                </a:path>
              </a:pathLst>
            </a:custGeom>
            <a:solidFill>
              <a:srgbClr val="D2D3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46" name="Freeform 16"/>
            <p:cNvSpPr>
              <a:spLocks/>
            </p:cNvSpPr>
            <p:nvPr/>
          </p:nvSpPr>
          <p:spPr bwMode="auto">
            <a:xfrm>
              <a:off x="2670129" y="5051414"/>
              <a:ext cx="1335706" cy="565833"/>
            </a:xfrm>
            <a:custGeom>
              <a:avLst/>
              <a:gdLst>
                <a:gd name="T0" fmla="*/ 696 w 696"/>
                <a:gd name="T1" fmla="*/ 10 h 295"/>
                <a:gd name="T2" fmla="*/ 573 w 696"/>
                <a:gd name="T3" fmla="*/ 2 h 295"/>
                <a:gd name="T4" fmla="*/ 431 w 696"/>
                <a:gd name="T5" fmla="*/ 4 h 295"/>
                <a:gd name="T6" fmla="*/ 147 w 696"/>
                <a:gd name="T7" fmla="*/ 0 h 295"/>
                <a:gd name="T8" fmla="*/ 124 w 696"/>
                <a:gd name="T9" fmla="*/ 224 h 295"/>
                <a:gd name="T10" fmla="*/ 72 w 696"/>
                <a:gd name="T11" fmla="*/ 274 h 295"/>
                <a:gd name="T12" fmla="*/ 0 w 696"/>
                <a:gd name="T13" fmla="*/ 291 h 295"/>
                <a:gd name="T14" fmla="*/ 0 w 696"/>
                <a:gd name="T15" fmla="*/ 295 h 295"/>
                <a:gd name="T16" fmla="*/ 379 w 696"/>
                <a:gd name="T17" fmla="*/ 295 h 295"/>
                <a:gd name="T18" fmla="*/ 432 w 696"/>
                <a:gd name="T19" fmla="*/ 295 h 295"/>
                <a:gd name="T20" fmla="*/ 696 w 696"/>
                <a:gd name="T21" fmla="*/ 1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6" h="295">
                  <a:moveTo>
                    <a:pt x="696" y="10"/>
                  </a:moveTo>
                  <a:cubicBezTo>
                    <a:pt x="573" y="2"/>
                    <a:pt x="573" y="2"/>
                    <a:pt x="573" y="2"/>
                  </a:cubicBezTo>
                  <a:cubicBezTo>
                    <a:pt x="431" y="4"/>
                    <a:pt x="431" y="4"/>
                    <a:pt x="431" y="4"/>
                  </a:cubicBezTo>
                  <a:cubicBezTo>
                    <a:pt x="147" y="0"/>
                    <a:pt x="147" y="0"/>
                    <a:pt x="147" y="0"/>
                  </a:cubicBezTo>
                  <a:cubicBezTo>
                    <a:pt x="147" y="0"/>
                    <a:pt x="130" y="177"/>
                    <a:pt x="124" y="224"/>
                  </a:cubicBezTo>
                  <a:cubicBezTo>
                    <a:pt x="117" y="271"/>
                    <a:pt x="102" y="268"/>
                    <a:pt x="72" y="274"/>
                  </a:cubicBezTo>
                  <a:cubicBezTo>
                    <a:pt x="42" y="280"/>
                    <a:pt x="0" y="287"/>
                    <a:pt x="0" y="291"/>
                  </a:cubicBezTo>
                  <a:cubicBezTo>
                    <a:pt x="0" y="295"/>
                    <a:pt x="0" y="295"/>
                    <a:pt x="0" y="295"/>
                  </a:cubicBezTo>
                  <a:cubicBezTo>
                    <a:pt x="379" y="295"/>
                    <a:pt x="379" y="295"/>
                    <a:pt x="379" y="295"/>
                  </a:cubicBezTo>
                  <a:cubicBezTo>
                    <a:pt x="432" y="295"/>
                    <a:pt x="432" y="295"/>
                    <a:pt x="432" y="295"/>
                  </a:cubicBezTo>
                  <a:lnTo>
                    <a:pt x="696" y="10"/>
                  </a:lnTo>
                  <a:close/>
                </a:path>
              </a:pathLst>
            </a:custGeom>
            <a:solidFill>
              <a:srgbClr val="A8A9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47" name="Freeform 17"/>
            <p:cNvSpPr>
              <a:spLocks/>
            </p:cNvSpPr>
            <p:nvPr/>
          </p:nvSpPr>
          <p:spPr bwMode="auto">
            <a:xfrm>
              <a:off x="1074165" y="4655547"/>
              <a:ext cx="4863173" cy="462563"/>
            </a:xfrm>
            <a:custGeom>
              <a:avLst/>
              <a:gdLst>
                <a:gd name="T0" fmla="*/ 0 w 2537"/>
                <a:gd name="T1" fmla="*/ 0 h 241"/>
                <a:gd name="T2" fmla="*/ 0 w 2537"/>
                <a:gd name="T3" fmla="*/ 170 h 241"/>
                <a:gd name="T4" fmla="*/ 71 w 2537"/>
                <a:gd name="T5" fmla="*/ 241 h 241"/>
                <a:gd name="T6" fmla="*/ 2467 w 2537"/>
                <a:gd name="T7" fmla="*/ 241 h 241"/>
                <a:gd name="T8" fmla="*/ 2537 w 2537"/>
                <a:gd name="T9" fmla="*/ 170 h 241"/>
                <a:gd name="T10" fmla="*/ 2537 w 2537"/>
                <a:gd name="T11" fmla="*/ 0 h 241"/>
                <a:gd name="T12" fmla="*/ 0 w 2537"/>
                <a:gd name="T13" fmla="*/ 0 h 241"/>
              </a:gdLst>
              <a:ahLst/>
              <a:cxnLst>
                <a:cxn ang="0">
                  <a:pos x="T0" y="T1"/>
                </a:cxn>
                <a:cxn ang="0">
                  <a:pos x="T2" y="T3"/>
                </a:cxn>
                <a:cxn ang="0">
                  <a:pos x="T4" y="T5"/>
                </a:cxn>
                <a:cxn ang="0">
                  <a:pos x="T6" y="T7"/>
                </a:cxn>
                <a:cxn ang="0">
                  <a:pos x="T8" y="T9"/>
                </a:cxn>
                <a:cxn ang="0">
                  <a:pos x="T10" y="T11"/>
                </a:cxn>
                <a:cxn ang="0">
                  <a:pos x="T12" y="T13"/>
                </a:cxn>
              </a:cxnLst>
              <a:rect l="0" t="0" r="r" b="b"/>
              <a:pathLst>
                <a:path w="2537" h="241">
                  <a:moveTo>
                    <a:pt x="0" y="0"/>
                  </a:moveTo>
                  <a:cubicBezTo>
                    <a:pt x="0" y="170"/>
                    <a:pt x="0" y="170"/>
                    <a:pt x="0" y="170"/>
                  </a:cubicBezTo>
                  <a:cubicBezTo>
                    <a:pt x="0" y="209"/>
                    <a:pt x="32" y="241"/>
                    <a:pt x="71" y="241"/>
                  </a:cubicBezTo>
                  <a:cubicBezTo>
                    <a:pt x="2467" y="241"/>
                    <a:pt x="2467" y="241"/>
                    <a:pt x="2467" y="241"/>
                  </a:cubicBezTo>
                  <a:cubicBezTo>
                    <a:pt x="2506" y="241"/>
                    <a:pt x="2537" y="209"/>
                    <a:pt x="2537" y="170"/>
                  </a:cubicBezTo>
                  <a:cubicBezTo>
                    <a:pt x="2537" y="0"/>
                    <a:pt x="2537" y="0"/>
                    <a:pt x="2537" y="0"/>
                  </a:cubicBezTo>
                  <a:lnTo>
                    <a:pt x="0" y="0"/>
                  </a:lnTo>
                  <a:close/>
                </a:path>
              </a:pathLst>
            </a:custGeom>
            <a:solidFill>
              <a:srgbClr val="D2D3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grpSp>
      <p:sp>
        <p:nvSpPr>
          <p:cNvPr id="48" name="Rectangle 8"/>
          <p:cNvSpPr>
            <a:spLocks noChangeAspect="1" noChangeArrowheads="1"/>
          </p:cNvSpPr>
          <p:nvPr/>
        </p:nvSpPr>
        <p:spPr bwMode="auto">
          <a:xfrm>
            <a:off x="1284953" y="1878370"/>
            <a:ext cx="4441598" cy="2495687"/>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49" name="文本框 48"/>
          <p:cNvSpPr txBox="1"/>
          <p:nvPr/>
        </p:nvSpPr>
        <p:spPr>
          <a:xfrm>
            <a:off x="3216000" y="5849236"/>
            <a:ext cx="5760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zh-CN"/>
            </a:defPPr>
            <a:lvl1pPr algn="just">
              <a:defRPr sz="1400" b="1">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更改图片方法：右键单击图片 </a:t>
            </a:r>
            <a:r>
              <a:rPr kumimoji="0" lang="en-US" altLang="zh-CN" sz="14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&gt; </a:t>
            </a:r>
            <a:r>
              <a:rPr kumimoji="0" lang="zh-CN" altLang="en-US" sz="14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填充 </a:t>
            </a:r>
            <a:r>
              <a:rPr kumimoji="0" lang="en-US" altLang="zh-CN" sz="14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&gt; </a:t>
            </a:r>
            <a:r>
              <a:rPr kumimoji="0" lang="zh-CN" altLang="en-US" sz="14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图片 </a:t>
            </a:r>
            <a:r>
              <a:rPr kumimoji="0" lang="en-US" altLang="zh-CN" sz="14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&gt; </a:t>
            </a:r>
            <a:r>
              <a:rPr kumimoji="0" lang="zh-CN" altLang="en-US" sz="14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来自文件</a:t>
            </a:r>
          </a:p>
        </p:txBody>
      </p:sp>
      <p:grpSp>
        <p:nvGrpSpPr>
          <p:cNvPr id="50" name="组合 49"/>
          <p:cNvGrpSpPr>
            <a:grpSpLocks noChangeAspect="1"/>
          </p:cNvGrpSpPr>
          <p:nvPr/>
        </p:nvGrpSpPr>
        <p:grpSpPr>
          <a:xfrm>
            <a:off x="4599087" y="3385806"/>
            <a:ext cx="3802259" cy="2188763"/>
            <a:chOff x="4599087" y="3443544"/>
            <a:chExt cx="3802259" cy="2188763"/>
          </a:xfrm>
          <a:effectLst>
            <a:outerShdw blurRad="254000" dist="152400" dir="2700000" algn="tl" rotWithShape="0">
              <a:prstClr val="black">
                <a:alpha val="60000"/>
              </a:prstClr>
            </a:outerShdw>
          </a:effectLst>
        </p:grpSpPr>
        <p:sp>
          <p:nvSpPr>
            <p:cNvPr id="51" name="任意多边形 50"/>
            <p:cNvSpPr>
              <a:spLocks/>
            </p:cNvSpPr>
            <p:nvPr/>
          </p:nvSpPr>
          <p:spPr bwMode="auto">
            <a:xfrm>
              <a:off x="4599087" y="5547790"/>
              <a:ext cx="3802257" cy="84517"/>
            </a:xfrm>
            <a:custGeom>
              <a:avLst/>
              <a:gdLst>
                <a:gd name="connsiteX0" fmla="*/ 0 w 2850125"/>
                <a:gd name="connsiteY0" fmla="*/ 0 h 63353"/>
                <a:gd name="connsiteX1" fmla="*/ 605652 w 2850125"/>
                <a:gd name="connsiteY1" fmla="*/ 0 h 63353"/>
                <a:gd name="connsiteX2" fmla="*/ 1414506 w 2850125"/>
                <a:gd name="connsiteY2" fmla="*/ 0 h 63353"/>
                <a:gd name="connsiteX3" fmla="*/ 1435619 w 2850125"/>
                <a:gd name="connsiteY3" fmla="*/ 0 h 63353"/>
                <a:gd name="connsiteX4" fmla="*/ 2244473 w 2850125"/>
                <a:gd name="connsiteY4" fmla="*/ 0 h 63353"/>
                <a:gd name="connsiteX5" fmla="*/ 2850125 w 2850125"/>
                <a:gd name="connsiteY5" fmla="*/ 0 h 63353"/>
                <a:gd name="connsiteX6" fmla="*/ 2850125 w 2850125"/>
                <a:gd name="connsiteY6" fmla="*/ 25991 h 63353"/>
                <a:gd name="connsiteX7" fmla="*/ 2723453 w 2850125"/>
                <a:gd name="connsiteY7" fmla="*/ 63353 h 63353"/>
                <a:gd name="connsiteX8" fmla="*/ 1608067 w 2850125"/>
                <a:gd name="connsiteY8" fmla="*/ 63353 h 63353"/>
                <a:gd name="connsiteX9" fmla="*/ 1435619 w 2850125"/>
                <a:gd name="connsiteY9" fmla="*/ 63353 h 63353"/>
                <a:gd name="connsiteX10" fmla="*/ 1414506 w 2850125"/>
                <a:gd name="connsiteY10" fmla="*/ 63353 h 63353"/>
                <a:gd name="connsiteX11" fmla="*/ 1242024 w 2850125"/>
                <a:gd name="connsiteY11" fmla="*/ 63353 h 63353"/>
                <a:gd name="connsiteX12" fmla="*/ 126529 w 2850125"/>
                <a:gd name="connsiteY12" fmla="*/ 63353 h 63353"/>
                <a:gd name="connsiteX13" fmla="*/ 0 w 2850125"/>
                <a:gd name="connsiteY13" fmla="*/ 25991 h 63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0125" h="63353">
                  <a:moveTo>
                    <a:pt x="0" y="0"/>
                  </a:moveTo>
                  <a:cubicBezTo>
                    <a:pt x="0" y="0"/>
                    <a:pt x="0" y="0"/>
                    <a:pt x="605652" y="0"/>
                  </a:cubicBezTo>
                  <a:lnTo>
                    <a:pt x="1414506" y="0"/>
                  </a:lnTo>
                  <a:lnTo>
                    <a:pt x="1435619" y="0"/>
                  </a:lnTo>
                  <a:lnTo>
                    <a:pt x="2244473" y="0"/>
                  </a:lnTo>
                  <a:cubicBezTo>
                    <a:pt x="2850125" y="0"/>
                    <a:pt x="2850125" y="0"/>
                    <a:pt x="2850125" y="0"/>
                  </a:cubicBezTo>
                  <a:lnTo>
                    <a:pt x="2850125" y="25991"/>
                  </a:lnTo>
                  <a:cubicBezTo>
                    <a:pt x="2850125" y="37362"/>
                    <a:pt x="2801405" y="63353"/>
                    <a:pt x="2723453" y="63353"/>
                  </a:cubicBezTo>
                  <a:cubicBezTo>
                    <a:pt x="2664989" y="63353"/>
                    <a:pt x="1957938" y="63353"/>
                    <a:pt x="1608067" y="63353"/>
                  </a:cubicBezTo>
                  <a:lnTo>
                    <a:pt x="1435619" y="63353"/>
                  </a:lnTo>
                  <a:lnTo>
                    <a:pt x="1414506" y="63353"/>
                  </a:lnTo>
                  <a:lnTo>
                    <a:pt x="1242024" y="63353"/>
                  </a:lnTo>
                  <a:cubicBezTo>
                    <a:pt x="892091" y="63353"/>
                    <a:pt x="184927" y="63353"/>
                    <a:pt x="126529" y="63353"/>
                  </a:cubicBezTo>
                  <a:cubicBezTo>
                    <a:pt x="48665" y="63353"/>
                    <a:pt x="0" y="37362"/>
                    <a:pt x="0" y="25991"/>
                  </a:cubicBezTo>
                  <a:close/>
                </a:path>
              </a:pathLst>
            </a:custGeom>
            <a:solidFill>
              <a:srgbClr val="B3B4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noAutofit/>
            </a:bodyPr>
            <a:lstStyle/>
            <a:p>
              <a:endParaRPr lang="id-ID" sz="900" dirty="0">
                <a:solidFill>
                  <a:srgbClr val="000000"/>
                </a:solidFill>
                <a:latin typeface="微软雅黑" panose="020B0503020204020204" pitchFamily="34" charset="-122"/>
              </a:endParaRPr>
            </a:p>
          </p:txBody>
        </p:sp>
        <p:sp>
          <p:nvSpPr>
            <p:cNvPr id="52" name="Freeform 47"/>
            <p:cNvSpPr>
              <a:spLocks/>
            </p:cNvSpPr>
            <p:nvPr/>
          </p:nvSpPr>
          <p:spPr bwMode="auto">
            <a:xfrm>
              <a:off x="4973896" y="3443544"/>
              <a:ext cx="3080803" cy="2110748"/>
            </a:xfrm>
            <a:custGeom>
              <a:avLst/>
              <a:gdLst>
                <a:gd name="T0" fmla="*/ 1378 w 1423"/>
                <a:gd name="T1" fmla="*/ 0 h 974"/>
                <a:gd name="T2" fmla="*/ 45 w 1423"/>
                <a:gd name="T3" fmla="*/ 0 h 974"/>
                <a:gd name="T4" fmla="*/ 0 w 1423"/>
                <a:gd name="T5" fmla="*/ 45 h 974"/>
                <a:gd name="T6" fmla="*/ 0 w 1423"/>
                <a:gd name="T7" fmla="*/ 218 h 974"/>
                <a:gd name="T8" fmla="*/ 0 w 1423"/>
                <a:gd name="T9" fmla="*/ 929 h 974"/>
                <a:gd name="T10" fmla="*/ 45 w 1423"/>
                <a:gd name="T11" fmla="*/ 974 h 974"/>
                <a:gd name="T12" fmla="*/ 1378 w 1423"/>
                <a:gd name="T13" fmla="*/ 974 h 974"/>
                <a:gd name="T14" fmla="*/ 1423 w 1423"/>
                <a:gd name="T15" fmla="*/ 929 h 974"/>
                <a:gd name="T16" fmla="*/ 1423 w 1423"/>
                <a:gd name="T17" fmla="*/ 45 h 974"/>
                <a:gd name="T18" fmla="*/ 1378 w 1423"/>
                <a:gd name="T19" fmla="*/ 0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3" h="974">
                  <a:moveTo>
                    <a:pt x="1378" y="0"/>
                  </a:moveTo>
                  <a:cubicBezTo>
                    <a:pt x="45" y="0"/>
                    <a:pt x="45" y="0"/>
                    <a:pt x="45" y="0"/>
                  </a:cubicBezTo>
                  <a:cubicBezTo>
                    <a:pt x="20" y="0"/>
                    <a:pt x="0" y="20"/>
                    <a:pt x="0" y="45"/>
                  </a:cubicBezTo>
                  <a:cubicBezTo>
                    <a:pt x="0" y="218"/>
                    <a:pt x="0" y="218"/>
                    <a:pt x="0" y="218"/>
                  </a:cubicBezTo>
                  <a:cubicBezTo>
                    <a:pt x="0" y="929"/>
                    <a:pt x="0" y="929"/>
                    <a:pt x="0" y="929"/>
                  </a:cubicBezTo>
                  <a:cubicBezTo>
                    <a:pt x="0" y="954"/>
                    <a:pt x="20" y="974"/>
                    <a:pt x="45" y="974"/>
                  </a:cubicBezTo>
                  <a:cubicBezTo>
                    <a:pt x="1378" y="974"/>
                    <a:pt x="1378" y="974"/>
                    <a:pt x="1378" y="974"/>
                  </a:cubicBezTo>
                  <a:cubicBezTo>
                    <a:pt x="1403" y="974"/>
                    <a:pt x="1423" y="954"/>
                    <a:pt x="1423" y="929"/>
                  </a:cubicBezTo>
                  <a:cubicBezTo>
                    <a:pt x="1423" y="45"/>
                    <a:pt x="1423" y="45"/>
                    <a:pt x="1423" y="45"/>
                  </a:cubicBezTo>
                  <a:cubicBezTo>
                    <a:pt x="1423" y="20"/>
                    <a:pt x="1403" y="0"/>
                    <a:pt x="1378" y="0"/>
                  </a:cubicBezTo>
                  <a:close/>
                </a:path>
              </a:pathLst>
            </a:custGeom>
            <a:solidFill>
              <a:srgbClr val="D2D3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53" name="Freeform 48"/>
            <p:cNvSpPr>
              <a:spLocks/>
            </p:cNvSpPr>
            <p:nvPr/>
          </p:nvSpPr>
          <p:spPr bwMode="auto">
            <a:xfrm>
              <a:off x="4984730" y="3454379"/>
              <a:ext cx="3061306" cy="2089077"/>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54" name="Freeform 49"/>
            <p:cNvSpPr>
              <a:spLocks/>
            </p:cNvSpPr>
            <p:nvPr/>
          </p:nvSpPr>
          <p:spPr bwMode="auto">
            <a:xfrm>
              <a:off x="4984730" y="5454605"/>
              <a:ext cx="3061306" cy="88852"/>
            </a:xfrm>
            <a:custGeom>
              <a:avLst/>
              <a:gdLst>
                <a:gd name="T0" fmla="*/ 1414 w 1414"/>
                <a:gd name="T1" fmla="*/ 0 h 41"/>
                <a:gd name="T2" fmla="*/ 1396 w 1414"/>
                <a:gd name="T3" fmla="*/ 9 h 41"/>
                <a:gd name="T4" fmla="*/ 18 w 1414"/>
                <a:gd name="T5" fmla="*/ 9 h 41"/>
                <a:gd name="T6" fmla="*/ 0 w 1414"/>
                <a:gd name="T7" fmla="*/ 0 h 41"/>
                <a:gd name="T8" fmla="*/ 0 w 1414"/>
                <a:gd name="T9" fmla="*/ 1 h 41"/>
                <a:gd name="T10" fmla="*/ 40 w 1414"/>
                <a:gd name="T11" fmla="*/ 41 h 41"/>
                <a:gd name="T12" fmla="*/ 1373 w 1414"/>
                <a:gd name="T13" fmla="*/ 41 h 41"/>
                <a:gd name="T14" fmla="*/ 1414 w 1414"/>
                <a:gd name="T15" fmla="*/ 1 h 41"/>
                <a:gd name="T16" fmla="*/ 1414 w 1414"/>
                <a:gd name="T1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41">
                  <a:moveTo>
                    <a:pt x="1414" y="0"/>
                  </a:moveTo>
                  <a:cubicBezTo>
                    <a:pt x="1409" y="6"/>
                    <a:pt x="1403" y="9"/>
                    <a:pt x="1396" y="9"/>
                  </a:cubicBezTo>
                  <a:cubicBezTo>
                    <a:pt x="18" y="9"/>
                    <a:pt x="18" y="9"/>
                    <a:pt x="18" y="9"/>
                  </a:cubicBezTo>
                  <a:cubicBezTo>
                    <a:pt x="10" y="9"/>
                    <a:pt x="4" y="6"/>
                    <a:pt x="0" y="0"/>
                  </a:cubicBezTo>
                  <a:cubicBezTo>
                    <a:pt x="0" y="1"/>
                    <a:pt x="0" y="1"/>
                    <a:pt x="0" y="1"/>
                  </a:cubicBezTo>
                  <a:cubicBezTo>
                    <a:pt x="0" y="23"/>
                    <a:pt x="18" y="41"/>
                    <a:pt x="40" y="41"/>
                  </a:cubicBezTo>
                  <a:cubicBezTo>
                    <a:pt x="1373" y="41"/>
                    <a:pt x="1373" y="41"/>
                    <a:pt x="1373" y="41"/>
                  </a:cubicBezTo>
                  <a:cubicBezTo>
                    <a:pt x="1396" y="41"/>
                    <a:pt x="1414" y="23"/>
                    <a:pt x="1414" y="1"/>
                  </a:cubicBezTo>
                  <a:lnTo>
                    <a:pt x="1414" y="0"/>
                  </a:lnTo>
                  <a:close/>
                </a:path>
              </a:pathLst>
            </a:custGeom>
            <a:solidFill>
              <a:srgbClr val="0C0D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55" name="Rectangle 50"/>
            <p:cNvSpPr>
              <a:spLocks noChangeArrowheads="1"/>
            </p:cNvSpPr>
            <p:nvPr/>
          </p:nvSpPr>
          <p:spPr bwMode="auto">
            <a:xfrm>
              <a:off x="4599087" y="5513116"/>
              <a:ext cx="3802259" cy="69347"/>
            </a:xfrm>
            <a:prstGeom prst="rect">
              <a:avLst/>
            </a:prstGeom>
            <a:solidFill>
              <a:srgbClr val="D2D6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56" name="Rectangle 52"/>
            <p:cNvSpPr>
              <a:spLocks noChangeArrowheads="1"/>
            </p:cNvSpPr>
            <p:nvPr/>
          </p:nvSpPr>
          <p:spPr bwMode="auto">
            <a:xfrm>
              <a:off x="5086555" y="3586572"/>
              <a:ext cx="2857653" cy="1805188"/>
            </a:xfrm>
            <a:prstGeom prst="rect">
              <a:avLst/>
            </a:prstGeom>
            <a:solidFill>
              <a:srgbClr val="0C0D1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57" name="Rectangle 53"/>
            <p:cNvSpPr>
              <a:spLocks noChangeArrowheads="1"/>
            </p:cNvSpPr>
            <p:nvPr/>
          </p:nvSpPr>
          <p:spPr bwMode="auto">
            <a:xfrm>
              <a:off x="5095221" y="3597407"/>
              <a:ext cx="2838153" cy="1785684"/>
            </a:xfrm>
            <a:prstGeom prst="rect">
              <a:avLst/>
            </a:prstGeom>
            <a:solidFill>
              <a:srgbClr val="C6C6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58" name="Freeform 51"/>
            <p:cNvSpPr>
              <a:spLocks/>
            </p:cNvSpPr>
            <p:nvPr/>
          </p:nvSpPr>
          <p:spPr bwMode="auto">
            <a:xfrm>
              <a:off x="6226150" y="5513116"/>
              <a:ext cx="545966" cy="39008"/>
            </a:xfrm>
            <a:custGeom>
              <a:avLst/>
              <a:gdLst>
                <a:gd name="T0" fmla="*/ 0 w 252"/>
                <a:gd name="T1" fmla="*/ 0 h 18"/>
                <a:gd name="T2" fmla="*/ 22 w 252"/>
                <a:gd name="T3" fmla="*/ 18 h 18"/>
                <a:gd name="T4" fmla="*/ 230 w 252"/>
                <a:gd name="T5" fmla="*/ 18 h 18"/>
                <a:gd name="T6" fmla="*/ 252 w 252"/>
                <a:gd name="T7" fmla="*/ 0 h 18"/>
                <a:gd name="T8" fmla="*/ 0 w 252"/>
                <a:gd name="T9" fmla="*/ 0 h 18"/>
              </a:gdLst>
              <a:ahLst/>
              <a:cxnLst>
                <a:cxn ang="0">
                  <a:pos x="T0" y="T1"/>
                </a:cxn>
                <a:cxn ang="0">
                  <a:pos x="T2" y="T3"/>
                </a:cxn>
                <a:cxn ang="0">
                  <a:pos x="T4" y="T5"/>
                </a:cxn>
                <a:cxn ang="0">
                  <a:pos x="T6" y="T7"/>
                </a:cxn>
                <a:cxn ang="0">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A6A7A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grpSp>
      <p:sp>
        <p:nvSpPr>
          <p:cNvPr id="59" name="Rectangle 53"/>
          <p:cNvSpPr>
            <a:spLocks noChangeAspect="1" noChangeArrowheads="1"/>
          </p:cNvSpPr>
          <p:nvPr/>
        </p:nvSpPr>
        <p:spPr bwMode="auto">
          <a:xfrm>
            <a:off x="5095221" y="3539669"/>
            <a:ext cx="2838153" cy="1785684"/>
          </a:xfrm>
          <a:prstGeom prst="rect">
            <a:avLst/>
          </a:prstGeom>
          <a:blipFill dpi="0" rotWithShape="1">
            <a:blip r:embed="rId4" cstate="print">
              <a:extLst>
                <a:ext uri="{BEBA8EAE-BF5A-486C-A8C5-ECC9F3942E4B}">
                  <a14:imgProps xmlns:a14="http://schemas.microsoft.com/office/drawing/2010/main">
                    <a14:imgLayer r:embed="rId5">
                      <a14:imgEffect>
                        <a14:saturation sat="200000"/>
                      </a14:imgEffect>
                      <a14:imgEffect>
                        <a14:brightnessContrast bright="22000"/>
                      </a14:imgEffect>
                    </a14:imgLayer>
                  </a14:imgProps>
                </a:ext>
                <a:ext uri="{28A0092B-C50C-407E-A947-70E740481C1C}">
                  <a14:useLocalDpi xmlns:a14="http://schemas.microsoft.com/office/drawing/2010/main" val="0"/>
                </a:ext>
              </a:extLst>
            </a:blip>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22860" rIns="45720" bIns="22860" numCol="1" anchor="t" anchorCtr="0" compatLnSpc="1">
            <a:prstTxWarp prst="textNoShape">
              <a:avLst/>
            </a:prstTxWarp>
          </a:bodyPr>
          <a:lstStyle/>
          <a:p>
            <a:endParaRPr lang="id-ID" sz="900" dirty="0">
              <a:solidFill>
                <a:srgbClr val="000000"/>
              </a:solidFill>
              <a:latin typeface="微软雅黑" panose="020B0503020204020204" pitchFamily="34" charset="-122"/>
            </a:endParaRPr>
          </a:p>
        </p:txBody>
      </p:sp>
      <p:sp>
        <p:nvSpPr>
          <p:cNvPr id="60" name="圆角矩形 59"/>
          <p:cNvSpPr>
            <a:spLocks noChangeAspect="1"/>
          </p:cNvSpPr>
          <p:nvPr/>
        </p:nvSpPr>
        <p:spPr>
          <a:xfrm>
            <a:off x="6089289" y="1735793"/>
            <a:ext cx="3710095" cy="432000"/>
          </a:xfrm>
          <a:prstGeom prst="roundRect">
            <a:avLst>
              <a:gd name="adj" fmla="val 24658"/>
            </a:avLst>
          </a:prstGeom>
          <a:solidFill>
            <a:srgbClr val="17406D"/>
          </a:solidFill>
          <a:ln w="25400" cap="flat" cmpd="sng" algn="ctr">
            <a:no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1" name="圆角矩形 60"/>
          <p:cNvSpPr>
            <a:spLocks noChangeAspect="1"/>
          </p:cNvSpPr>
          <p:nvPr/>
        </p:nvSpPr>
        <p:spPr>
          <a:xfrm>
            <a:off x="8199673" y="3464829"/>
            <a:ext cx="2918162" cy="432000"/>
          </a:xfrm>
          <a:prstGeom prst="roundRect">
            <a:avLst>
              <a:gd name="adj" fmla="val 24658"/>
            </a:avLst>
          </a:prstGeom>
          <a:solidFill>
            <a:srgbClr val="C00000"/>
          </a:solidFill>
          <a:ln w="25400" cap="flat" cmpd="sng" algn="ctr">
            <a:no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2" name="Rectangle 35"/>
          <p:cNvSpPr>
            <a:spLocks noChangeArrowheads="1"/>
          </p:cNvSpPr>
          <p:nvPr/>
        </p:nvSpPr>
        <p:spPr bwMode="auto">
          <a:xfrm>
            <a:off x="6504336" y="1797905"/>
            <a:ext cx="2880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2000" b="1" dirty="0">
                <a:solidFill>
                  <a:srgbClr val="FFFFFF"/>
                </a:solidFill>
                <a:latin typeface="微软雅黑" panose="020B0503020204020204" pitchFamily="34" charset="-122"/>
                <a:ea typeface="微软雅黑" panose="020B0503020204020204" pitchFamily="34" charset="-122"/>
              </a:rPr>
              <a:t>单击此处添加标题</a:t>
            </a:r>
            <a:endParaRPr lang="zh-CN" altLang="en-US" sz="2000" b="1" dirty="0">
              <a:solidFill>
                <a:srgbClr val="FFFFFF"/>
              </a:solidFill>
              <a:ea typeface="宋体" panose="02010600030101010101" pitchFamily="2" charset="-122"/>
            </a:endParaRPr>
          </a:p>
        </p:txBody>
      </p:sp>
      <p:sp>
        <p:nvSpPr>
          <p:cNvPr id="63" name="Rectangle 35"/>
          <p:cNvSpPr>
            <a:spLocks noChangeArrowheads="1"/>
          </p:cNvSpPr>
          <p:nvPr/>
        </p:nvSpPr>
        <p:spPr bwMode="auto">
          <a:xfrm>
            <a:off x="8398754" y="3542330"/>
            <a:ext cx="2520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800" b="1" dirty="0">
                <a:solidFill>
                  <a:srgbClr val="FFFFFF"/>
                </a:solidFill>
                <a:latin typeface="微软雅黑" panose="020B0503020204020204" pitchFamily="34" charset="-122"/>
                <a:ea typeface="微软雅黑" panose="020B0503020204020204" pitchFamily="34" charset="-122"/>
              </a:rPr>
              <a:t>单击此处添加标题</a:t>
            </a:r>
            <a:endParaRPr lang="zh-CN" altLang="en-US" sz="1800" b="1" dirty="0">
              <a:solidFill>
                <a:srgbClr val="FFFFFF"/>
              </a:solidFill>
              <a:ea typeface="宋体" panose="02010600030101010101" pitchFamily="2" charset="-122"/>
            </a:endParaRPr>
          </a:p>
        </p:txBody>
      </p:sp>
      <p:sp>
        <p:nvSpPr>
          <p:cNvPr id="64" name="文本框 63"/>
          <p:cNvSpPr txBox="1">
            <a:spLocks/>
          </p:cNvSpPr>
          <p:nvPr/>
        </p:nvSpPr>
        <p:spPr>
          <a:xfrm>
            <a:off x="8218651" y="4029015"/>
            <a:ext cx="288020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65" name="文本框 64"/>
          <p:cNvSpPr txBox="1">
            <a:spLocks/>
          </p:cNvSpPr>
          <p:nvPr/>
        </p:nvSpPr>
        <p:spPr>
          <a:xfrm>
            <a:off x="6122862" y="2323630"/>
            <a:ext cx="3642948"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58649841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fltVal val="0"/>
                                          </p:val>
                                        </p:tav>
                                        <p:tav tm="100000">
                                          <p:val>
                                            <p:strVal val="#ppt_h"/>
                                          </p:val>
                                        </p:tav>
                                      </p:tavLst>
                                    </p:anim>
                                    <p:animEffect transition="in" filter="fade">
                                      <p:cBhvr>
                                        <p:cTn id="9" dur="500"/>
                                        <p:tgtEl>
                                          <p:spTgt spid="34"/>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4"/>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7"/>
                                        </p:tgtEl>
                                        <p:attrNameLst>
                                          <p:attrName>style.visibility</p:attrName>
                                        </p:attrNameLst>
                                      </p:cBhvr>
                                      <p:to>
                                        <p:strVal val="visible"/>
                                      </p:to>
                                    </p:set>
                                    <p:anim calcmode="lin" valueType="num">
                                      <p:cBhvr>
                                        <p:cTn id="14" dur="500" fill="hold"/>
                                        <p:tgtEl>
                                          <p:spTgt spid="37"/>
                                        </p:tgtEl>
                                        <p:attrNameLst>
                                          <p:attrName>ppt_w</p:attrName>
                                        </p:attrNameLst>
                                      </p:cBhvr>
                                      <p:tavLst>
                                        <p:tav tm="0">
                                          <p:val>
                                            <p:fltVal val="0"/>
                                          </p:val>
                                        </p:tav>
                                        <p:tav tm="100000">
                                          <p:val>
                                            <p:strVal val="#ppt_w"/>
                                          </p:val>
                                        </p:tav>
                                      </p:tavLst>
                                    </p:anim>
                                    <p:anim calcmode="lin" valueType="num">
                                      <p:cBhvr>
                                        <p:cTn id="15" dur="500" fill="hold"/>
                                        <p:tgtEl>
                                          <p:spTgt spid="37"/>
                                        </p:tgtEl>
                                        <p:attrNameLst>
                                          <p:attrName>ppt_h</p:attrName>
                                        </p:attrNameLst>
                                      </p:cBhvr>
                                      <p:tavLst>
                                        <p:tav tm="0">
                                          <p:val>
                                            <p:fltVal val="0"/>
                                          </p:val>
                                        </p:tav>
                                        <p:tav tm="100000">
                                          <p:val>
                                            <p:strVal val="#ppt_h"/>
                                          </p:val>
                                        </p:tav>
                                      </p:tavLst>
                                    </p:anim>
                                    <p:animEffect transition="in" filter="fade">
                                      <p:cBhvr>
                                        <p:cTn id="16" dur="500"/>
                                        <p:tgtEl>
                                          <p:spTgt spid="37"/>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7"/>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8"/>
                                        </p:tgtEl>
                                        <p:attrNameLst>
                                          <p:attrName>style.visibility</p:attrName>
                                        </p:attrNameLst>
                                      </p:cBhvr>
                                      <p:to>
                                        <p:strVal val="visible"/>
                                      </p:to>
                                    </p:set>
                                    <p:anim calcmode="lin" valueType="num">
                                      <p:cBhvr>
                                        <p:cTn id="21" dur="500" fill="hold"/>
                                        <p:tgtEl>
                                          <p:spTgt spid="38"/>
                                        </p:tgtEl>
                                        <p:attrNameLst>
                                          <p:attrName>ppt_w</p:attrName>
                                        </p:attrNameLst>
                                      </p:cBhvr>
                                      <p:tavLst>
                                        <p:tav tm="0">
                                          <p:val>
                                            <p:fltVal val="0"/>
                                          </p:val>
                                        </p:tav>
                                        <p:tav tm="100000">
                                          <p:val>
                                            <p:strVal val="#ppt_w"/>
                                          </p:val>
                                        </p:tav>
                                      </p:tavLst>
                                    </p:anim>
                                    <p:anim calcmode="lin" valueType="num">
                                      <p:cBhvr>
                                        <p:cTn id="22" dur="500" fill="hold"/>
                                        <p:tgtEl>
                                          <p:spTgt spid="38"/>
                                        </p:tgtEl>
                                        <p:attrNameLst>
                                          <p:attrName>ppt_h</p:attrName>
                                        </p:attrNameLst>
                                      </p:cBhvr>
                                      <p:tavLst>
                                        <p:tav tm="0">
                                          <p:val>
                                            <p:fltVal val="0"/>
                                          </p:val>
                                        </p:tav>
                                        <p:tav tm="100000">
                                          <p:val>
                                            <p:strVal val="#ppt_h"/>
                                          </p:val>
                                        </p:tav>
                                      </p:tavLst>
                                    </p:anim>
                                    <p:animEffect transition="in" filter="fade">
                                      <p:cBhvr>
                                        <p:cTn id="23" dur="500"/>
                                        <p:tgtEl>
                                          <p:spTgt spid="38"/>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8"/>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nodeType="afterEffect">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cBhvr>
                                        <p:cTn id="29" dur="500" fill="hold"/>
                                        <p:tgtEl>
                                          <p:spTgt spid="39"/>
                                        </p:tgtEl>
                                        <p:attrNameLst>
                                          <p:attrName>ppt_w</p:attrName>
                                        </p:attrNameLst>
                                      </p:cBhvr>
                                      <p:tavLst>
                                        <p:tav tm="0">
                                          <p:val>
                                            <p:fltVal val="0"/>
                                          </p:val>
                                        </p:tav>
                                        <p:tav tm="100000">
                                          <p:val>
                                            <p:strVal val="#ppt_w"/>
                                          </p:val>
                                        </p:tav>
                                      </p:tavLst>
                                    </p:anim>
                                    <p:anim calcmode="lin" valueType="num">
                                      <p:cBhvr>
                                        <p:cTn id="30" dur="500" fill="hold"/>
                                        <p:tgtEl>
                                          <p:spTgt spid="39"/>
                                        </p:tgtEl>
                                        <p:attrNameLst>
                                          <p:attrName>ppt_h</p:attrName>
                                        </p:attrNameLst>
                                      </p:cBhvr>
                                      <p:tavLst>
                                        <p:tav tm="0">
                                          <p:val>
                                            <p:fltVal val="0"/>
                                          </p:val>
                                        </p:tav>
                                        <p:tav tm="100000">
                                          <p:val>
                                            <p:strVal val="#ppt_h"/>
                                          </p:val>
                                        </p:tav>
                                      </p:tavLst>
                                    </p:anim>
                                    <p:animEffect transition="in" filter="fade">
                                      <p:cBhvr>
                                        <p:cTn id="31" dur="500"/>
                                        <p:tgtEl>
                                          <p:spTgt spid="39"/>
                                        </p:tgtEl>
                                      </p:cBhvr>
                                    </p:animEffect>
                                  </p:childTnLst>
                                </p:cTn>
                              </p:par>
                              <p:par>
                                <p:cTn id="32" presetID="63" presetClass="path" presetSubtype="0" accel="50000" decel="50000" fill="hold" nodeType="withEffect">
                                  <p:stCondLst>
                                    <p:cond delay="0"/>
                                  </p:stCondLst>
                                  <p:childTnLst>
                                    <p:animMotion origin="layout" path="M 5.55112E-17 -4.81481E-6 L 0.25 -4.81481E-6 " pathEditMode="relative" rAng="0" ptsTypes="AA">
                                      <p:cBhvr>
                                        <p:cTn id="33" dur="1000" spd="-100000" fill="hold"/>
                                        <p:tgtEl>
                                          <p:spTgt spid="39"/>
                                        </p:tgtEl>
                                        <p:attrNameLst>
                                          <p:attrName>ppt_x</p:attrName>
                                          <p:attrName>ppt_y</p:attrName>
                                        </p:attrNameLst>
                                      </p:cBhvr>
                                      <p:rCtr x="12500" y="0"/>
                                    </p:animMotion>
                                  </p:childTnLst>
                                </p:cTn>
                              </p:par>
                              <p:par>
                                <p:cTn id="34" presetID="53" presetClass="entr" presetSubtype="16" fill="hold" nodeType="withEffect">
                                  <p:stCondLst>
                                    <p:cond delay="500"/>
                                  </p:stCondLst>
                                  <p:childTnLst>
                                    <p:set>
                                      <p:cBhvr>
                                        <p:cTn id="35" dur="1" fill="hold">
                                          <p:stCondLst>
                                            <p:cond delay="0"/>
                                          </p:stCondLst>
                                        </p:cTn>
                                        <p:tgtEl>
                                          <p:spTgt spid="50"/>
                                        </p:tgtEl>
                                        <p:attrNameLst>
                                          <p:attrName>style.visibility</p:attrName>
                                        </p:attrNameLst>
                                      </p:cBhvr>
                                      <p:to>
                                        <p:strVal val="visible"/>
                                      </p:to>
                                    </p:set>
                                    <p:anim calcmode="lin" valueType="num">
                                      <p:cBhvr>
                                        <p:cTn id="36" dur="500" fill="hold"/>
                                        <p:tgtEl>
                                          <p:spTgt spid="50"/>
                                        </p:tgtEl>
                                        <p:attrNameLst>
                                          <p:attrName>ppt_w</p:attrName>
                                        </p:attrNameLst>
                                      </p:cBhvr>
                                      <p:tavLst>
                                        <p:tav tm="0">
                                          <p:val>
                                            <p:fltVal val="0"/>
                                          </p:val>
                                        </p:tav>
                                        <p:tav tm="100000">
                                          <p:val>
                                            <p:strVal val="#ppt_w"/>
                                          </p:val>
                                        </p:tav>
                                      </p:tavLst>
                                    </p:anim>
                                    <p:anim calcmode="lin" valueType="num">
                                      <p:cBhvr>
                                        <p:cTn id="37" dur="500" fill="hold"/>
                                        <p:tgtEl>
                                          <p:spTgt spid="50"/>
                                        </p:tgtEl>
                                        <p:attrNameLst>
                                          <p:attrName>ppt_h</p:attrName>
                                        </p:attrNameLst>
                                      </p:cBhvr>
                                      <p:tavLst>
                                        <p:tav tm="0">
                                          <p:val>
                                            <p:fltVal val="0"/>
                                          </p:val>
                                        </p:tav>
                                        <p:tav tm="100000">
                                          <p:val>
                                            <p:strVal val="#ppt_h"/>
                                          </p:val>
                                        </p:tav>
                                      </p:tavLst>
                                    </p:anim>
                                    <p:animEffect transition="in" filter="fade">
                                      <p:cBhvr>
                                        <p:cTn id="38" dur="500"/>
                                        <p:tgtEl>
                                          <p:spTgt spid="50"/>
                                        </p:tgtEl>
                                      </p:cBhvr>
                                    </p:animEffect>
                                  </p:childTnLst>
                                </p:cTn>
                              </p:par>
                              <p:par>
                                <p:cTn id="39" presetID="35" presetClass="path" presetSubtype="0" accel="50000" decel="50000" fill="hold" nodeType="withEffect">
                                  <p:stCondLst>
                                    <p:cond delay="500"/>
                                  </p:stCondLst>
                                  <p:childTnLst>
                                    <p:animMotion origin="layout" path="M -2.91667E-6 -7.40741E-7 L -0.25 -7.40741E-7 " pathEditMode="relative" rAng="0" ptsTypes="AA">
                                      <p:cBhvr>
                                        <p:cTn id="40" dur="1000" spd="-100000" fill="hold"/>
                                        <p:tgtEl>
                                          <p:spTgt spid="50"/>
                                        </p:tgtEl>
                                        <p:attrNameLst>
                                          <p:attrName>ppt_x</p:attrName>
                                          <p:attrName>ppt_y</p:attrName>
                                        </p:attrNameLst>
                                      </p:cBhvr>
                                      <p:rCtr x="-12500" y="0"/>
                                    </p:animMotion>
                                  </p:childTnLst>
                                </p:cTn>
                              </p:par>
                              <p:par>
                                <p:cTn id="41" presetID="53" presetClass="entr" presetSubtype="16" fill="hold" grpId="0" nodeType="withEffect">
                                  <p:stCondLst>
                                    <p:cond delay="1000"/>
                                  </p:stCondLst>
                                  <p:childTnLst>
                                    <p:set>
                                      <p:cBhvr>
                                        <p:cTn id="42" dur="1" fill="hold">
                                          <p:stCondLst>
                                            <p:cond delay="0"/>
                                          </p:stCondLst>
                                        </p:cTn>
                                        <p:tgtEl>
                                          <p:spTgt spid="48"/>
                                        </p:tgtEl>
                                        <p:attrNameLst>
                                          <p:attrName>style.visibility</p:attrName>
                                        </p:attrNameLst>
                                      </p:cBhvr>
                                      <p:to>
                                        <p:strVal val="visible"/>
                                      </p:to>
                                    </p:set>
                                    <p:anim calcmode="lin" valueType="num">
                                      <p:cBhvr>
                                        <p:cTn id="43" dur="500" fill="hold"/>
                                        <p:tgtEl>
                                          <p:spTgt spid="48"/>
                                        </p:tgtEl>
                                        <p:attrNameLst>
                                          <p:attrName>ppt_w</p:attrName>
                                        </p:attrNameLst>
                                      </p:cBhvr>
                                      <p:tavLst>
                                        <p:tav tm="0">
                                          <p:val>
                                            <p:fltVal val="0"/>
                                          </p:val>
                                        </p:tav>
                                        <p:tav tm="100000">
                                          <p:val>
                                            <p:strVal val="#ppt_w"/>
                                          </p:val>
                                        </p:tav>
                                      </p:tavLst>
                                    </p:anim>
                                    <p:anim calcmode="lin" valueType="num">
                                      <p:cBhvr>
                                        <p:cTn id="44" dur="500" fill="hold"/>
                                        <p:tgtEl>
                                          <p:spTgt spid="48"/>
                                        </p:tgtEl>
                                        <p:attrNameLst>
                                          <p:attrName>ppt_h</p:attrName>
                                        </p:attrNameLst>
                                      </p:cBhvr>
                                      <p:tavLst>
                                        <p:tav tm="0">
                                          <p:val>
                                            <p:fltVal val="0"/>
                                          </p:val>
                                        </p:tav>
                                        <p:tav tm="100000">
                                          <p:val>
                                            <p:strVal val="#ppt_h"/>
                                          </p:val>
                                        </p:tav>
                                      </p:tavLst>
                                    </p:anim>
                                    <p:animEffect transition="in" filter="fade">
                                      <p:cBhvr>
                                        <p:cTn id="45" dur="500"/>
                                        <p:tgtEl>
                                          <p:spTgt spid="48"/>
                                        </p:tgtEl>
                                      </p:cBhvr>
                                    </p:animEffect>
                                  </p:childTnLst>
                                </p:cTn>
                              </p:par>
                              <p:par>
                                <p:cTn id="46" presetID="64" presetClass="path" presetSubtype="0" accel="50000" decel="50000" fill="hold" grpId="1" nodeType="withEffect">
                                  <p:stCondLst>
                                    <p:cond delay="1000"/>
                                  </p:stCondLst>
                                  <p:childTnLst>
                                    <p:animMotion origin="layout" path="M 5.55112E-17 2.96296E-6 L 5.55112E-17 -0.07732 " pathEditMode="relative" rAng="0" ptsTypes="AA">
                                      <p:cBhvr>
                                        <p:cTn id="47" dur="1000" spd="-100000" fill="hold"/>
                                        <p:tgtEl>
                                          <p:spTgt spid="48"/>
                                        </p:tgtEl>
                                        <p:attrNameLst>
                                          <p:attrName>ppt_x</p:attrName>
                                          <p:attrName>ppt_y</p:attrName>
                                        </p:attrNameLst>
                                      </p:cBhvr>
                                      <p:rCtr x="0" y="-3866"/>
                                    </p:animMotion>
                                  </p:childTnLst>
                                </p:cTn>
                              </p:par>
                              <p:par>
                                <p:cTn id="48" presetID="53" presetClass="entr" presetSubtype="16" fill="hold" grpId="0" nodeType="withEffect">
                                  <p:stCondLst>
                                    <p:cond delay="1250"/>
                                  </p:stCondLst>
                                  <p:childTnLst>
                                    <p:set>
                                      <p:cBhvr>
                                        <p:cTn id="49" dur="1" fill="hold">
                                          <p:stCondLst>
                                            <p:cond delay="0"/>
                                          </p:stCondLst>
                                        </p:cTn>
                                        <p:tgtEl>
                                          <p:spTgt spid="59"/>
                                        </p:tgtEl>
                                        <p:attrNameLst>
                                          <p:attrName>style.visibility</p:attrName>
                                        </p:attrNameLst>
                                      </p:cBhvr>
                                      <p:to>
                                        <p:strVal val="visible"/>
                                      </p:to>
                                    </p:set>
                                    <p:anim calcmode="lin" valueType="num">
                                      <p:cBhvr>
                                        <p:cTn id="50" dur="500" fill="hold"/>
                                        <p:tgtEl>
                                          <p:spTgt spid="59"/>
                                        </p:tgtEl>
                                        <p:attrNameLst>
                                          <p:attrName>ppt_w</p:attrName>
                                        </p:attrNameLst>
                                      </p:cBhvr>
                                      <p:tavLst>
                                        <p:tav tm="0">
                                          <p:val>
                                            <p:fltVal val="0"/>
                                          </p:val>
                                        </p:tav>
                                        <p:tav tm="100000">
                                          <p:val>
                                            <p:strVal val="#ppt_w"/>
                                          </p:val>
                                        </p:tav>
                                      </p:tavLst>
                                    </p:anim>
                                    <p:anim calcmode="lin" valueType="num">
                                      <p:cBhvr>
                                        <p:cTn id="51" dur="500" fill="hold"/>
                                        <p:tgtEl>
                                          <p:spTgt spid="59"/>
                                        </p:tgtEl>
                                        <p:attrNameLst>
                                          <p:attrName>ppt_h</p:attrName>
                                        </p:attrNameLst>
                                      </p:cBhvr>
                                      <p:tavLst>
                                        <p:tav tm="0">
                                          <p:val>
                                            <p:fltVal val="0"/>
                                          </p:val>
                                        </p:tav>
                                        <p:tav tm="100000">
                                          <p:val>
                                            <p:strVal val="#ppt_h"/>
                                          </p:val>
                                        </p:tav>
                                      </p:tavLst>
                                    </p:anim>
                                    <p:animEffect transition="in" filter="fade">
                                      <p:cBhvr>
                                        <p:cTn id="52" dur="500"/>
                                        <p:tgtEl>
                                          <p:spTgt spid="59"/>
                                        </p:tgtEl>
                                      </p:cBhvr>
                                    </p:animEffect>
                                  </p:childTnLst>
                                </p:cTn>
                              </p:par>
                              <p:par>
                                <p:cTn id="53" presetID="64" presetClass="path" presetSubtype="0" accel="50000" decel="50000" fill="hold" grpId="1" nodeType="withEffect">
                                  <p:stCondLst>
                                    <p:cond delay="1250"/>
                                  </p:stCondLst>
                                  <p:childTnLst>
                                    <p:animMotion origin="layout" path="M -4.79167E-6 3.7037E-6 L -4.79167E-6 -0.04746 " pathEditMode="relative" rAng="0" ptsTypes="AA">
                                      <p:cBhvr>
                                        <p:cTn id="54" dur="1000" spd="-100000" fill="hold"/>
                                        <p:tgtEl>
                                          <p:spTgt spid="59"/>
                                        </p:tgtEl>
                                        <p:attrNameLst>
                                          <p:attrName>ppt_x</p:attrName>
                                          <p:attrName>ppt_y</p:attrName>
                                        </p:attrNameLst>
                                      </p:cBhvr>
                                      <p:rCtr x="0" y="-2384"/>
                                    </p:animMotion>
                                  </p:childTnLst>
                                </p:cTn>
                              </p:par>
                            </p:childTnLst>
                          </p:cTn>
                        </p:par>
                        <p:par>
                          <p:cTn id="55" fill="hold">
                            <p:stCondLst>
                              <p:cond delay="3750"/>
                            </p:stCondLst>
                            <p:childTnLst>
                              <p:par>
                                <p:cTn id="56" presetID="17" presetClass="entr" presetSubtype="8" fill="hold" grpId="0" nodeType="afterEffect">
                                  <p:stCondLst>
                                    <p:cond delay="0"/>
                                  </p:stCondLst>
                                  <p:childTnLst>
                                    <p:set>
                                      <p:cBhvr>
                                        <p:cTn id="57" dur="1" fill="hold">
                                          <p:stCondLst>
                                            <p:cond delay="0"/>
                                          </p:stCondLst>
                                        </p:cTn>
                                        <p:tgtEl>
                                          <p:spTgt spid="60"/>
                                        </p:tgtEl>
                                        <p:attrNameLst>
                                          <p:attrName>style.visibility</p:attrName>
                                        </p:attrNameLst>
                                      </p:cBhvr>
                                      <p:to>
                                        <p:strVal val="visible"/>
                                      </p:to>
                                    </p:set>
                                    <p:anim calcmode="lin" valueType="num">
                                      <p:cBhvr>
                                        <p:cTn id="58" dur="500" fill="hold"/>
                                        <p:tgtEl>
                                          <p:spTgt spid="60"/>
                                        </p:tgtEl>
                                        <p:attrNameLst>
                                          <p:attrName>ppt_x</p:attrName>
                                        </p:attrNameLst>
                                      </p:cBhvr>
                                      <p:tavLst>
                                        <p:tav tm="0">
                                          <p:val>
                                            <p:strVal val="#ppt_x-#ppt_w/2"/>
                                          </p:val>
                                        </p:tav>
                                        <p:tav tm="100000">
                                          <p:val>
                                            <p:strVal val="#ppt_x"/>
                                          </p:val>
                                        </p:tav>
                                      </p:tavLst>
                                    </p:anim>
                                    <p:anim calcmode="lin" valueType="num">
                                      <p:cBhvr>
                                        <p:cTn id="59" dur="500" fill="hold"/>
                                        <p:tgtEl>
                                          <p:spTgt spid="60"/>
                                        </p:tgtEl>
                                        <p:attrNameLst>
                                          <p:attrName>ppt_y</p:attrName>
                                        </p:attrNameLst>
                                      </p:cBhvr>
                                      <p:tavLst>
                                        <p:tav tm="0">
                                          <p:val>
                                            <p:strVal val="#ppt_y"/>
                                          </p:val>
                                        </p:tav>
                                        <p:tav tm="100000">
                                          <p:val>
                                            <p:strVal val="#ppt_y"/>
                                          </p:val>
                                        </p:tav>
                                      </p:tavLst>
                                    </p:anim>
                                    <p:anim calcmode="lin" valueType="num">
                                      <p:cBhvr>
                                        <p:cTn id="60" dur="500" fill="hold"/>
                                        <p:tgtEl>
                                          <p:spTgt spid="60"/>
                                        </p:tgtEl>
                                        <p:attrNameLst>
                                          <p:attrName>ppt_w</p:attrName>
                                        </p:attrNameLst>
                                      </p:cBhvr>
                                      <p:tavLst>
                                        <p:tav tm="0">
                                          <p:val>
                                            <p:fltVal val="0"/>
                                          </p:val>
                                        </p:tav>
                                        <p:tav tm="100000">
                                          <p:val>
                                            <p:strVal val="#ppt_w"/>
                                          </p:val>
                                        </p:tav>
                                      </p:tavLst>
                                    </p:anim>
                                    <p:anim calcmode="lin" valueType="num">
                                      <p:cBhvr>
                                        <p:cTn id="61" dur="500" fill="hold"/>
                                        <p:tgtEl>
                                          <p:spTgt spid="60"/>
                                        </p:tgtEl>
                                        <p:attrNameLst>
                                          <p:attrName>ppt_h</p:attrName>
                                        </p:attrNameLst>
                                      </p:cBhvr>
                                      <p:tavLst>
                                        <p:tav tm="0">
                                          <p:val>
                                            <p:strVal val="#ppt_h"/>
                                          </p:val>
                                        </p:tav>
                                        <p:tav tm="100000">
                                          <p:val>
                                            <p:strVal val="#ppt_h"/>
                                          </p:val>
                                        </p:tav>
                                      </p:tavLst>
                                    </p:anim>
                                  </p:childTnLst>
                                </p:cTn>
                              </p:par>
                              <p:par>
                                <p:cTn id="62" presetID="35" presetClass="path" presetSubtype="0" accel="50000" decel="50000" fill="hold" grpId="1" nodeType="withEffect">
                                  <p:stCondLst>
                                    <p:cond delay="0"/>
                                  </p:stCondLst>
                                  <p:childTnLst>
                                    <p:animMotion origin="layout" path="M -2.5E-6 -7.40741E-7 L -0.25 -7.40741E-7 " pathEditMode="relative" rAng="0" ptsTypes="AA">
                                      <p:cBhvr>
                                        <p:cTn id="63" dur="1000" spd="-100000" fill="hold"/>
                                        <p:tgtEl>
                                          <p:spTgt spid="60"/>
                                        </p:tgtEl>
                                        <p:attrNameLst>
                                          <p:attrName>ppt_x</p:attrName>
                                          <p:attrName>ppt_y</p:attrName>
                                        </p:attrNameLst>
                                      </p:cBhvr>
                                      <p:rCtr x="-12500" y="0"/>
                                    </p:animMotion>
                                  </p:childTnLst>
                                </p:cTn>
                              </p:par>
                              <p:par>
                                <p:cTn id="64" presetID="53" presetClass="entr" presetSubtype="16" fill="hold" grpId="0" nodeType="withEffect">
                                  <p:stCondLst>
                                    <p:cond delay="500"/>
                                  </p:stCondLst>
                                  <p:childTnLst>
                                    <p:set>
                                      <p:cBhvr>
                                        <p:cTn id="65" dur="1" fill="hold">
                                          <p:stCondLst>
                                            <p:cond delay="0"/>
                                          </p:stCondLst>
                                        </p:cTn>
                                        <p:tgtEl>
                                          <p:spTgt spid="62"/>
                                        </p:tgtEl>
                                        <p:attrNameLst>
                                          <p:attrName>style.visibility</p:attrName>
                                        </p:attrNameLst>
                                      </p:cBhvr>
                                      <p:to>
                                        <p:strVal val="visible"/>
                                      </p:to>
                                    </p:set>
                                    <p:anim calcmode="lin" valueType="num">
                                      <p:cBhvr>
                                        <p:cTn id="66" dur="500" fill="hold"/>
                                        <p:tgtEl>
                                          <p:spTgt spid="62"/>
                                        </p:tgtEl>
                                        <p:attrNameLst>
                                          <p:attrName>ppt_w</p:attrName>
                                        </p:attrNameLst>
                                      </p:cBhvr>
                                      <p:tavLst>
                                        <p:tav tm="0">
                                          <p:val>
                                            <p:fltVal val="0"/>
                                          </p:val>
                                        </p:tav>
                                        <p:tav tm="100000">
                                          <p:val>
                                            <p:strVal val="#ppt_w"/>
                                          </p:val>
                                        </p:tav>
                                      </p:tavLst>
                                    </p:anim>
                                    <p:anim calcmode="lin" valueType="num">
                                      <p:cBhvr>
                                        <p:cTn id="67" dur="500" fill="hold"/>
                                        <p:tgtEl>
                                          <p:spTgt spid="62"/>
                                        </p:tgtEl>
                                        <p:attrNameLst>
                                          <p:attrName>ppt_h</p:attrName>
                                        </p:attrNameLst>
                                      </p:cBhvr>
                                      <p:tavLst>
                                        <p:tav tm="0">
                                          <p:val>
                                            <p:fltVal val="0"/>
                                          </p:val>
                                        </p:tav>
                                        <p:tav tm="100000">
                                          <p:val>
                                            <p:strVal val="#ppt_h"/>
                                          </p:val>
                                        </p:tav>
                                      </p:tavLst>
                                    </p:anim>
                                    <p:animEffect transition="in" filter="fade">
                                      <p:cBhvr>
                                        <p:cTn id="68" dur="500"/>
                                        <p:tgtEl>
                                          <p:spTgt spid="62"/>
                                        </p:tgtEl>
                                      </p:cBhvr>
                                    </p:animEffect>
                                  </p:childTnLst>
                                </p:cTn>
                              </p:par>
                              <p:par>
                                <p:cTn id="69" presetID="63" presetClass="path" presetSubtype="0" accel="50000" decel="50000" fill="hold" grpId="1" nodeType="withEffect">
                                  <p:stCondLst>
                                    <p:cond delay="500"/>
                                  </p:stCondLst>
                                  <p:childTnLst>
                                    <p:animMotion origin="layout" path="M -2.5E-6 -7.40741E-7 L 0.1263 -7.40741E-7 " pathEditMode="relative" rAng="0" ptsTypes="AA">
                                      <p:cBhvr>
                                        <p:cTn id="70" dur="1000" spd="-100000" fill="hold"/>
                                        <p:tgtEl>
                                          <p:spTgt spid="62"/>
                                        </p:tgtEl>
                                        <p:attrNameLst>
                                          <p:attrName>ppt_x</p:attrName>
                                          <p:attrName>ppt_y</p:attrName>
                                        </p:attrNameLst>
                                      </p:cBhvr>
                                      <p:rCtr x="6315" y="0"/>
                                    </p:animMotion>
                                  </p:childTnLst>
                                </p:cTn>
                              </p:par>
                            </p:childTnLst>
                          </p:cTn>
                        </p:par>
                        <p:par>
                          <p:cTn id="71" fill="hold">
                            <p:stCondLst>
                              <p:cond delay="5250"/>
                            </p:stCondLst>
                            <p:childTnLst>
                              <p:par>
                                <p:cTn id="72" presetID="53" presetClass="entr" presetSubtype="16" fill="hold" grpId="0" nodeType="afterEffect">
                                  <p:stCondLst>
                                    <p:cond delay="0"/>
                                  </p:stCondLst>
                                  <p:iterate type="lt">
                                    <p:tmPct val="10000"/>
                                  </p:iterate>
                                  <p:childTnLst>
                                    <p:set>
                                      <p:cBhvr>
                                        <p:cTn id="73" dur="1" fill="hold">
                                          <p:stCondLst>
                                            <p:cond delay="0"/>
                                          </p:stCondLst>
                                        </p:cTn>
                                        <p:tgtEl>
                                          <p:spTgt spid="65"/>
                                        </p:tgtEl>
                                        <p:attrNameLst>
                                          <p:attrName>style.visibility</p:attrName>
                                        </p:attrNameLst>
                                      </p:cBhvr>
                                      <p:to>
                                        <p:strVal val="visible"/>
                                      </p:to>
                                    </p:set>
                                    <p:anim calcmode="lin" valueType="num">
                                      <p:cBhvr>
                                        <p:cTn id="74" dur="250" fill="hold"/>
                                        <p:tgtEl>
                                          <p:spTgt spid="65"/>
                                        </p:tgtEl>
                                        <p:attrNameLst>
                                          <p:attrName>ppt_w</p:attrName>
                                        </p:attrNameLst>
                                      </p:cBhvr>
                                      <p:tavLst>
                                        <p:tav tm="0">
                                          <p:val>
                                            <p:fltVal val="0"/>
                                          </p:val>
                                        </p:tav>
                                        <p:tav tm="100000">
                                          <p:val>
                                            <p:strVal val="#ppt_w"/>
                                          </p:val>
                                        </p:tav>
                                      </p:tavLst>
                                    </p:anim>
                                    <p:anim calcmode="lin" valueType="num">
                                      <p:cBhvr>
                                        <p:cTn id="75" dur="250" fill="hold"/>
                                        <p:tgtEl>
                                          <p:spTgt spid="65"/>
                                        </p:tgtEl>
                                        <p:attrNameLst>
                                          <p:attrName>ppt_h</p:attrName>
                                        </p:attrNameLst>
                                      </p:cBhvr>
                                      <p:tavLst>
                                        <p:tav tm="0">
                                          <p:val>
                                            <p:fltVal val="0"/>
                                          </p:val>
                                        </p:tav>
                                        <p:tav tm="100000">
                                          <p:val>
                                            <p:strVal val="#ppt_h"/>
                                          </p:val>
                                        </p:tav>
                                      </p:tavLst>
                                    </p:anim>
                                    <p:animEffect transition="in" filter="fade">
                                      <p:cBhvr>
                                        <p:cTn id="76" dur="250"/>
                                        <p:tgtEl>
                                          <p:spTgt spid="65"/>
                                        </p:tgtEl>
                                      </p:cBhvr>
                                    </p:animEffect>
                                  </p:childTnLst>
                                </p:cTn>
                              </p:par>
                            </p:childTnLst>
                          </p:cTn>
                        </p:par>
                        <p:par>
                          <p:cTn id="77" fill="hold">
                            <p:stCondLst>
                              <p:cond delay="6800"/>
                            </p:stCondLst>
                            <p:childTnLst>
                              <p:par>
                                <p:cTn id="78" presetID="17" presetClass="entr" presetSubtype="8" fill="hold" grpId="0" nodeType="afterEffect">
                                  <p:stCondLst>
                                    <p:cond delay="0"/>
                                  </p:stCondLst>
                                  <p:childTnLst>
                                    <p:set>
                                      <p:cBhvr>
                                        <p:cTn id="79" dur="1" fill="hold">
                                          <p:stCondLst>
                                            <p:cond delay="0"/>
                                          </p:stCondLst>
                                        </p:cTn>
                                        <p:tgtEl>
                                          <p:spTgt spid="61"/>
                                        </p:tgtEl>
                                        <p:attrNameLst>
                                          <p:attrName>style.visibility</p:attrName>
                                        </p:attrNameLst>
                                      </p:cBhvr>
                                      <p:to>
                                        <p:strVal val="visible"/>
                                      </p:to>
                                    </p:set>
                                    <p:anim calcmode="lin" valueType="num">
                                      <p:cBhvr>
                                        <p:cTn id="80" dur="500" fill="hold"/>
                                        <p:tgtEl>
                                          <p:spTgt spid="61"/>
                                        </p:tgtEl>
                                        <p:attrNameLst>
                                          <p:attrName>ppt_x</p:attrName>
                                        </p:attrNameLst>
                                      </p:cBhvr>
                                      <p:tavLst>
                                        <p:tav tm="0">
                                          <p:val>
                                            <p:strVal val="#ppt_x-#ppt_w/2"/>
                                          </p:val>
                                        </p:tav>
                                        <p:tav tm="100000">
                                          <p:val>
                                            <p:strVal val="#ppt_x"/>
                                          </p:val>
                                        </p:tav>
                                      </p:tavLst>
                                    </p:anim>
                                    <p:anim calcmode="lin" valueType="num">
                                      <p:cBhvr>
                                        <p:cTn id="81" dur="500" fill="hold"/>
                                        <p:tgtEl>
                                          <p:spTgt spid="61"/>
                                        </p:tgtEl>
                                        <p:attrNameLst>
                                          <p:attrName>ppt_y</p:attrName>
                                        </p:attrNameLst>
                                      </p:cBhvr>
                                      <p:tavLst>
                                        <p:tav tm="0">
                                          <p:val>
                                            <p:strVal val="#ppt_y"/>
                                          </p:val>
                                        </p:tav>
                                        <p:tav tm="100000">
                                          <p:val>
                                            <p:strVal val="#ppt_y"/>
                                          </p:val>
                                        </p:tav>
                                      </p:tavLst>
                                    </p:anim>
                                    <p:anim calcmode="lin" valueType="num">
                                      <p:cBhvr>
                                        <p:cTn id="82" dur="500" fill="hold"/>
                                        <p:tgtEl>
                                          <p:spTgt spid="61"/>
                                        </p:tgtEl>
                                        <p:attrNameLst>
                                          <p:attrName>ppt_w</p:attrName>
                                        </p:attrNameLst>
                                      </p:cBhvr>
                                      <p:tavLst>
                                        <p:tav tm="0">
                                          <p:val>
                                            <p:fltVal val="0"/>
                                          </p:val>
                                        </p:tav>
                                        <p:tav tm="100000">
                                          <p:val>
                                            <p:strVal val="#ppt_w"/>
                                          </p:val>
                                        </p:tav>
                                      </p:tavLst>
                                    </p:anim>
                                    <p:anim calcmode="lin" valueType="num">
                                      <p:cBhvr>
                                        <p:cTn id="83" dur="500" fill="hold"/>
                                        <p:tgtEl>
                                          <p:spTgt spid="61"/>
                                        </p:tgtEl>
                                        <p:attrNameLst>
                                          <p:attrName>ppt_h</p:attrName>
                                        </p:attrNameLst>
                                      </p:cBhvr>
                                      <p:tavLst>
                                        <p:tav tm="0">
                                          <p:val>
                                            <p:strVal val="#ppt_h"/>
                                          </p:val>
                                        </p:tav>
                                        <p:tav tm="100000">
                                          <p:val>
                                            <p:strVal val="#ppt_h"/>
                                          </p:val>
                                        </p:tav>
                                      </p:tavLst>
                                    </p:anim>
                                  </p:childTnLst>
                                </p:cTn>
                              </p:par>
                              <p:par>
                                <p:cTn id="84" presetID="35" presetClass="path" presetSubtype="0" accel="50000" decel="50000" fill="hold" grpId="1" nodeType="withEffect">
                                  <p:stCondLst>
                                    <p:cond delay="0"/>
                                  </p:stCondLst>
                                  <p:childTnLst>
                                    <p:animMotion origin="layout" path="M 2.5E-6 4.44444E-6 L -0.25 4.44444E-6 " pathEditMode="relative" rAng="0" ptsTypes="AA">
                                      <p:cBhvr>
                                        <p:cTn id="85" dur="1000" spd="-100000" fill="hold"/>
                                        <p:tgtEl>
                                          <p:spTgt spid="61"/>
                                        </p:tgtEl>
                                        <p:attrNameLst>
                                          <p:attrName>ppt_x</p:attrName>
                                          <p:attrName>ppt_y</p:attrName>
                                        </p:attrNameLst>
                                      </p:cBhvr>
                                      <p:rCtr x="-12500" y="0"/>
                                    </p:animMotion>
                                  </p:childTnLst>
                                </p:cTn>
                              </p:par>
                              <p:par>
                                <p:cTn id="86" presetID="53" presetClass="entr" presetSubtype="16" fill="hold" grpId="0" nodeType="withEffect">
                                  <p:stCondLst>
                                    <p:cond delay="500"/>
                                  </p:stCondLst>
                                  <p:childTnLst>
                                    <p:set>
                                      <p:cBhvr>
                                        <p:cTn id="87" dur="1" fill="hold">
                                          <p:stCondLst>
                                            <p:cond delay="0"/>
                                          </p:stCondLst>
                                        </p:cTn>
                                        <p:tgtEl>
                                          <p:spTgt spid="63"/>
                                        </p:tgtEl>
                                        <p:attrNameLst>
                                          <p:attrName>style.visibility</p:attrName>
                                        </p:attrNameLst>
                                      </p:cBhvr>
                                      <p:to>
                                        <p:strVal val="visible"/>
                                      </p:to>
                                    </p:set>
                                    <p:anim calcmode="lin" valueType="num">
                                      <p:cBhvr>
                                        <p:cTn id="88" dur="500" fill="hold"/>
                                        <p:tgtEl>
                                          <p:spTgt spid="63"/>
                                        </p:tgtEl>
                                        <p:attrNameLst>
                                          <p:attrName>ppt_w</p:attrName>
                                        </p:attrNameLst>
                                      </p:cBhvr>
                                      <p:tavLst>
                                        <p:tav tm="0">
                                          <p:val>
                                            <p:fltVal val="0"/>
                                          </p:val>
                                        </p:tav>
                                        <p:tav tm="100000">
                                          <p:val>
                                            <p:strVal val="#ppt_w"/>
                                          </p:val>
                                        </p:tav>
                                      </p:tavLst>
                                    </p:anim>
                                    <p:anim calcmode="lin" valueType="num">
                                      <p:cBhvr>
                                        <p:cTn id="89" dur="500" fill="hold"/>
                                        <p:tgtEl>
                                          <p:spTgt spid="63"/>
                                        </p:tgtEl>
                                        <p:attrNameLst>
                                          <p:attrName>ppt_h</p:attrName>
                                        </p:attrNameLst>
                                      </p:cBhvr>
                                      <p:tavLst>
                                        <p:tav tm="0">
                                          <p:val>
                                            <p:fltVal val="0"/>
                                          </p:val>
                                        </p:tav>
                                        <p:tav tm="100000">
                                          <p:val>
                                            <p:strVal val="#ppt_h"/>
                                          </p:val>
                                        </p:tav>
                                      </p:tavLst>
                                    </p:anim>
                                    <p:animEffect transition="in" filter="fade">
                                      <p:cBhvr>
                                        <p:cTn id="90" dur="500"/>
                                        <p:tgtEl>
                                          <p:spTgt spid="63"/>
                                        </p:tgtEl>
                                      </p:cBhvr>
                                    </p:animEffect>
                                  </p:childTnLst>
                                </p:cTn>
                              </p:par>
                              <p:par>
                                <p:cTn id="91" presetID="63" presetClass="path" presetSubtype="0" accel="50000" decel="50000" fill="hold" grpId="1" nodeType="withEffect">
                                  <p:stCondLst>
                                    <p:cond delay="500"/>
                                  </p:stCondLst>
                                  <p:childTnLst>
                                    <p:animMotion origin="layout" path="M 2.5E-6 -4.07407E-6 L 0.1263 -4.07407E-6 " pathEditMode="relative" rAng="0" ptsTypes="AA">
                                      <p:cBhvr>
                                        <p:cTn id="92" dur="1000" spd="-100000" fill="hold"/>
                                        <p:tgtEl>
                                          <p:spTgt spid="63"/>
                                        </p:tgtEl>
                                        <p:attrNameLst>
                                          <p:attrName>ppt_x</p:attrName>
                                          <p:attrName>ppt_y</p:attrName>
                                        </p:attrNameLst>
                                      </p:cBhvr>
                                      <p:rCtr x="6315" y="0"/>
                                    </p:animMotion>
                                  </p:childTnLst>
                                </p:cTn>
                              </p:par>
                            </p:childTnLst>
                          </p:cTn>
                        </p:par>
                        <p:par>
                          <p:cTn id="93" fill="hold">
                            <p:stCondLst>
                              <p:cond delay="8300"/>
                            </p:stCondLst>
                            <p:childTnLst>
                              <p:par>
                                <p:cTn id="94" presetID="53" presetClass="entr" presetSubtype="16" fill="hold" grpId="0" nodeType="afterEffect">
                                  <p:stCondLst>
                                    <p:cond delay="0"/>
                                  </p:stCondLst>
                                  <p:iterate type="lt">
                                    <p:tmPct val="10000"/>
                                  </p:iterate>
                                  <p:childTnLst>
                                    <p:set>
                                      <p:cBhvr>
                                        <p:cTn id="95" dur="1" fill="hold">
                                          <p:stCondLst>
                                            <p:cond delay="0"/>
                                          </p:stCondLst>
                                        </p:cTn>
                                        <p:tgtEl>
                                          <p:spTgt spid="64"/>
                                        </p:tgtEl>
                                        <p:attrNameLst>
                                          <p:attrName>style.visibility</p:attrName>
                                        </p:attrNameLst>
                                      </p:cBhvr>
                                      <p:to>
                                        <p:strVal val="visible"/>
                                      </p:to>
                                    </p:set>
                                    <p:anim calcmode="lin" valueType="num">
                                      <p:cBhvr>
                                        <p:cTn id="96" dur="250" fill="hold"/>
                                        <p:tgtEl>
                                          <p:spTgt spid="64"/>
                                        </p:tgtEl>
                                        <p:attrNameLst>
                                          <p:attrName>ppt_w</p:attrName>
                                        </p:attrNameLst>
                                      </p:cBhvr>
                                      <p:tavLst>
                                        <p:tav tm="0">
                                          <p:val>
                                            <p:fltVal val="0"/>
                                          </p:val>
                                        </p:tav>
                                        <p:tav tm="100000">
                                          <p:val>
                                            <p:strVal val="#ppt_w"/>
                                          </p:val>
                                        </p:tav>
                                      </p:tavLst>
                                    </p:anim>
                                    <p:anim calcmode="lin" valueType="num">
                                      <p:cBhvr>
                                        <p:cTn id="97" dur="250" fill="hold"/>
                                        <p:tgtEl>
                                          <p:spTgt spid="64"/>
                                        </p:tgtEl>
                                        <p:attrNameLst>
                                          <p:attrName>ppt_h</p:attrName>
                                        </p:attrNameLst>
                                      </p:cBhvr>
                                      <p:tavLst>
                                        <p:tav tm="0">
                                          <p:val>
                                            <p:fltVal val="0"/>
                                          </p:val>
                                        </p:tav>
                                        <p:tav tm="100000">
                                          <p:val>
                                            <p:strVal val="#ppt_h"/>
                                          </p:val>
                                        </p:tav>
                                      </p:tavLst>
                                    </p:anim>
                                    <p:animEffect transition="in" filter="fade">
                                      <p:cBhvr>
                                        <p:cTn id="98" dur="250"/>
                                        <p:tgtEl>
                                          <p:spTgt spid="64"/>
                                        </p:tgtEl>
                                      </p:cBhvr>
                                    </p:animEffect>
                                  </p:childTnLst>
                                </p:cTn>
                              </p:par>
                            </p:childTnLst>
                          </p:cTn>
                        </p:par>
                        <p:par>
                          <p:cTn id="99" fill="hold">
                            <p:stCondLst>
                              <p:cond delay="9850"/>
                            </p:stCondLst>
                            <p:childTnLst>
                              <p:par>
                                <p:cTn id="100" presetID="53" presetClass="entr" presetSubtype="16" fill="hold" grpId="0" nodeType="afterEffect">
                                  <p:stCondLst>
                                    <p:cond delay="0"/>
                                  </p:stCondLst>
                                  <p:childTnLst>
                                    <p:set>
                                      <p:cBhvr>
                                        <p:cTn id="101" dur="1" fill="hold">
                                          <p:stCondLst>
                                            <p:cond delay="0"/>
                                          </p:stCondLst>
                                        </p:cTn>
                                        <p:tgtEl>
                                          <p:spTgt spid="49"/>
                                        </p:tgtEl>
                                        <p:attrNameLst>
                                          <p:attrName>style.visibility</p:attrName>
                                        </p:attrNameLst>
                                      </p:cBhvr>
                                      <p:to>
                                        <p:strVal val="visible"/>
                                      </p:to>
                                    </p:set>
                                    <p:anim calcmode="lin" valueType="num">
                                      <p:cBhvr>
                                        <p:cTn id="102" dur="500" fill="hold"/>
                                        <p:tgtEl>
                                          <p:spTgt spid="49"/>
                                        </p:tgtEl>
                                        <p:attrNameLst>
                                          <p:attrName>ppt_w</p:attrName>
                                        </p:attrNameLst>
                                      </p:cBhvr>
                                      <p:tavLst>
                                        <p:tav tm="0">
                                          <p:val>
                                            <p:fltVal val="0"/>
                                          </p:val>
                                        </p:tav>
                                        <p:tav tm="100000">
                                          <p:val>
                                            <p:strVal val="#ppt_w"/>
                                          </p:val>
                                        </p:tav>
                                      </p:tavLst>
                                    </p:anim>
                                    <p:anim calcmode="lin" valueType="num">
                                      <p:cBhvr>
                                        <p:cTn id="103" dur="500" fill="hold"/>
                                        <p:tgtEl>
                                          <p:spTgt spid="49"/>
                                        </p:tgtEl>
                                        <p:attrNameLst>
                                          <p:attrName>ppt_h</p:attrName>
                                        </p:attrNameLst>
                                      </p:cBhvr>
                                      <p:tavLst>
                                        <p:tav tm="0">
                                          <p:val>
                                            <p:fltVal val="0"/>
                                          </p:val>
                                        </p:tav>
                                        <p:tav tm="100000">
                                          <p:val>
                                            <p:strVal val="#ppt_h"/>
                                          </p:val>
                                        </p:tav>
                                      </p:tavLst>
                                    </p:anim>
                                    <p:animEffect transition="in" filter="fade">
                                      <p:cBhvr>
                                        <p:cTn id="104" dur="500"/>
                                        <p:tgtEl>
                                          <p:spTgt spid="49"/>
                                        </p:tgtEl>
                                      </p:cBhvr>
                                    </p:animEffect>
                                  </p:childTnLst>
                                </p:cTn>
                              </p:par>
                              <p:par>
                                <p:cTn id="105" presetID="35" presetClass="path" presetSubtype="0" accel="50000" decel="50000" fill="hold" grpId="1" nodeType="withEffect">
                                  <p:stCondLst>
                                    <p:cond delay="0"/>
                                  </p:stCondLst>
                                  <p:childTnLst>
                                    <p:animMotion origin="layout" path="M 0 1.48148E-6 L -0.25 1.48148E-6 " pathEditMode="relative" rAng="0" ptsTypes="AA">
                                      <p:cBhvr>
                                        <p:cTn id="106" dur="1000" spd="-100000" fill="hold"/>
                                        <p:tgtEl>
                                          <p:spTgt spid="49"/>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7" grpId="1"/>
      <p:bldP spid="48" grpId="0" animBg="1"/>
      <p:bldP spid="48" grpId="1" animBg="1"/>
      <p:bldP spid="49" grpId="0"/>
      <p:bldP spid="49" grpId="1"/>
      <p:bldP spid="59" grpId="0" animBg="1"/>
      <p:bldP spid="59" grpId="1" animBg="1"/>
      <p:bldP spid="60" grpId="0" animBg="1"/>
      <p:bldP spid="60" grpId="1" animBg="1"/>
      <p:bldP spid="61" grpId="0" animBg="1"/>
      <p:bldP spid="61" grpId="1" animBg="1"/>
      <p:bldP spid="62" grpId="0"/>
      <p:bldP spid="62" grpId="1"/>
      <p:bldP spid="63" grpId="0"/>
      <p:bldP spid="63" grpId="1"/>
      <p:bldP spid="64" grpId="0"/>
      <p:bldP spid="6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450633" y="228814"/>
            <a:ext cx="720000" cy="720000"/>
            <a:chOff x="450633" y="228814"/>
            <a:chExt cx="720000" cy="720000"/>
          </a:xfrm>
        </p:grpSpPr>
        <p:sp>
          <p:nvSpPr>
            <p:cNvPr id="26" name="椭圆 25"/>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27"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28" name="文本框 27"/>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完成的主要工作</a:t>
            </a:r>
          </a:p>
        </p:txBody>
      </p:sp>
      <p:cxnSp>
        <p:nvCxnSpPr>
          <p:cNvPr id="29" name="直接连接符 28"/>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30" name="L-Shape 58"/>
          <p:cNvSpPr/>
          <p:nvPr/>
        </p:nvSpPr>
        <p:spPr bwMode="auto">
          <a:xfrm rot="16200000" flipH="1">
            <a:off x="8873457" y="1186917"/>
            <a:ext cx="1390952" cy="2310994"/>
          </a:xfrm>
          <a:prstGeom prst="corner">
            <a:avLst>
              <a:gd name="adj1" fmla="val 16120"/>
              <a:gd name="adj2" fmla="val 16110"/>
            </a:avLst>
          </a:prstGeom>
          <a:solidFill>
            <a:srgbClr val="C00000"/>
          </a:solidFill>
          <a:ln w="12700" cap="flat" cmpd="sng" algn="ctr">
            <a:noFill/>
            <a:prstDash val="solid"/>
            <a:miter lim="800000"/>
          </a:ln>
          <a:effectLst>
            <a:outerShdw blurRad="203200" dist="152400" dir="2700000" algn="tl" rotWithShape="0">
              <a:prstClr val="black">
                <a:alpha val="60000"/>
              </a:prstClr>
            </a:outerShdw>
          </a:effectLst>
        </p:spPr>
        <p:txBody>
          <a:bodyPr/>
          <a:p/>
        </p:txBody>
      </p:sp>
      <p:sp>
        <p:nvSpPr>
          <p:cNvPr id="31" name="L-Shape 60"/>
          <p:cNvSpPr/>
          <p:nvPr/>
        </p:nvSpPr>
        <p:spPr bwMode="auto">
          <a:xfrm rot="16200000" flipH="1">
            <a:off x="6558169" y="2173676"/>
            <a:ext cx="1390951" cy="2310994"/>
          </a:xfrm>
          <a:prstGeom prst="corner">
            <a:avLst>
              <a:gd name="adj1" fmla="val 16120"/>
              <a:gd name="adj2" fmla="val 16110"/>
            </a:avLst>
          </a:prstGeom>
          <a:solidFill>
            <a:srgbClr val="17406D"/>
          </a:solidFill>
          <a:ln w="12700" cap="flat" cmpd="sng" algn="ctr">
            <a:noFill/>
            <a:prstDash val="solid"/>
            <a:miter lim="800000"/>
          </a:ln>
          <a:effectLst>
            <a:outerShdw blurRad="203200" dist="152400" dir="2700000" algn="tl" rotWithShape="0">
              <a:prstClr val="black">
                <a:alpha val="60000"/>
              </a:prstClr>
            </a:outerShdw>
          </a:effectLst>
        </p:spPr>
        <p:txBody>
          <a:bodyPr/>
          <a:p/>
        </p:txBody>
      </p:sp>
      <p:sp>
        <p:nvSpPr>
          <p:cNvPr id="32" name="L-Shape 62"/>
          <p:cNvSpPr/>
          <p:nvPr/>
        </p:nvSpPr>
        <p:spPr bwMode="auto">
          <a:xfrm rot="16200000" flipH="1">
            <a:off x="1927591" y="4147192"/>
            <a:ext cx="1390952" cy="2310994"/>
          </a:xfrm>
          <a:prstGeom prst="corner">
            <a:avLst>
              <a:gd name="adj1" fmla="val 16120"/>
              <a:gd name="adj2" fmla="val 16110"/>
            </a:avLst>
          </a:prstGeom>
          <a:solidFill>
            <a:srgbClr val="17406D"/>
          </a:solidFill>
          <a:ln w="12700" cap="flat" cmpd="sng" algn="ctr">
            <a:noFill/>
            <a:prstDash val="solid"/>
            <a:miter lim="800000"/>
          </a:ln>
          <a:effectLst>
            <a:outerShdw blurRad="203200" dist="152400" dir="2700000" algn="tl" rotWithShape="0">
              <a:prstClr val="black">
                <a:alpha val="60000"/>
              </a:prstClr>
            </a:outerShdw>
          </a:effectLst>
        </p:spPr>
        <p:txBody>
          <a:bodyPr/>
          <a:p/>
        </p:txBody>
      </p:sp>
      <p:sp>
        <p:nvSpPr>
          <p:cNvPr id="33" name="L-Shape 68"/>
          <p:cNvSpPr/>
          <p:nvPr/>
        </p:nvSpPr>
        <p:spPr bwMode="auto">
          <a:xfrm rot="16200000" flipH="1">
            <a:off x="4242880" y="3160434"/>
            <a:ext cx="1390951" cy="2310994"/>
          </a:xfrm>
          <a:prstGeom prst="corner">
            <a:avLst>
              <a:gd name="adj1" fmla="val 16120"/>
              <a:gd name="adj2" fmla="val 16110"/>
            </a:avLst>
          </a:prstGeom>
          <a:solidFill>
            <a:srgbClr val="C00000"/>
          </a:solidFill>
          <a:ln w="12700" cap="flat" cmpd="sng" algn="ctr">
            <a:noFill/>
            <a:prstDash val="solid"/>
            <a:miter lim="800000"/>
          </a:ln>
          <a:effectLst>
            <a:outerShdw blurRad="203200" dist="152400" dir="2700000" algn="tl" rotWithShape="0">
              <a:prstClr val="black">
                <a:alpha val="60000"/>
              </a:prstClr>
            </a:outerShdw>
          </a:effectLst>
        </p:spPr>
        <p:txBody>
          <a:bodyPr/>
          <a:p/>
        </p:txBody>
      </p:sp>
      <p:sp>
        <p:nvSpPr>
          <p:cNvPr id="34" name="文本框 33"/>
          <p:cNvSpPr txBox="1"/>
          <p:nvPr/>
        </p:nvSpPr>
        <p:spPr>
          <a:xfrm>
            <a:off x="1609317" y="4904529"/>
            <a:ext cx="1868803" cy="138499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在这里输入您的文字内容，或者将您的文字复制在这里，在这里输入您的文字内容，或者将您的文字复制在这里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35" name="文本框 34"/>
          <p:cNvSpPr txBox="1"/>
          <p:nvPr/>
        </p:nvSpPr>
        <p:spPr>
          <a:xfrm>
            <a:off x="1633067" y="4144128"/>
            <a:ext cx="2122376" cy="40011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36" name="文本框 35"/>
          <p:cNvSpPr txBox="1"/>
          <p:nvPr/>
        </p:nvSpPr>
        <p:spPr>
          <a:xfrm>
            <a:off x="3944062" y="3914715"/>
            <a:ext cx="1868803" cy="138499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在这里输入您的文字内容，或者将您的文字复制在这里，在这里输入您的文字内容，或者将您的文字复制在这里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37" name="文本框 36"/>
          <p:cNvSpPr txBox="1"/>
          <p:nvPr/>
        </p:nvSpPr>
        <p:spPr>
          <a:xfrm>
            <a:off x="3967812" y="3154314"/>
            <a:ext cx="2126041" cy="40011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38" name="文本框 37"/>
          <p:cNvSpPr txBox="1"/>
          <p:nvPr/>
        </p:nvSpPr>
        <p:spPr>
          <a:xfrm>
            <a:off x="6255057" y="2929062"/>
            <a:ext cx="1868803" cy="138499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在这里输入您的文字内容，或者将您的文字复制在这里，在这里输入您的文字内容，或者将您的文字复制在这里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39" name="文本框 38"/>
          <p:cNvSpPr txBox="1"/>
          <p:nvPr/>
        </p:nvSpPr>
        <p:spPr>
          <a:xfrm>
            <a:off x="6278807" y="2168661"/>
            <a:ext cx="2130335" cy="40011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0" name="文本框 39"/>
          <p:cNvSpPr txBox="1"/>
          <p:nvPr/>
        </p:nvSpPr>
        <p:spPr>
          <a:xfrm>
            <a:off x="8563517" y="1935979"/>
            <a:ext cx="1868803" cy="138499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在这里输入您的文字内容，或者将您的文字复制在这里，在这里输入您的文字内容，或者将您的文字复制在这里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41" name="文本框 40"/>
          <p:cNvSpPr txBox="1"/>
          <p:nvPr/>
        </p:nvSpPr>
        <p:spPr>
          <a:xfrm>
            <a:off x="8587267" y="1175578"/>
            <a:ext cx="2137163" cy="400110"/>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2" name="Freeform 5"/>
          <p:cNvSpPr>
            <a:spLocks noEditPoints="1"/>
          </p:cNvSpPr>
          <p:nvPr/>
        </p:nvSpPr>
        <p:spPr bwMode="auto">
          <a:xfrm>
            <a:off x="3041314" y="1853685"/>
            <a:ext cx="449704" cy="448757"/>
          </a:xfrm>
          <a:custGeom>
            <a:avLst/>
            <a:gdLst>
              <a:gd name="T0" fmla="*/ 2070 w 4140"/>
              <a:gd name="T1" fmla="*/ 0 h 4140"/>
              <a:gd name="T2" fmla="*/ 3534 w 4140"/>
              <a:gd name="T3" fmla="*/ 606 h 4140"/>
              <a:gd name="T4" fmla="*/ 4140 w 4140"/>
              <a:gd name="T5" fmla="*/ 2070 h 4140"/>
              <a:gd name="T6" fmla="*/ 3534 w 4140"/>
              <a:gd name="T7" fmla="*/ 3534 h 4140"/>
              <a:gd name="T8" fmla="*/ 2070 w 4140"/>
              <a:gd name="T9" fmla="*/ 4140 h 4140"/>
              <a:gd name="T10" fmla="*/ 607 w 4140"/>
              <a:gd name="T11" fmla="*/ 3534 h 4140"/>
              <a:gd name="T12" fmla="*/ 0 w 4140"/>
              <a:gd name="T13" fmla="*/ 2070 h 4140"/>
              <a:gd name="T14" fmla="*/ 607 w 4140"/>
              <a:gd name="T15" fmla="*/ 606 h 4140"/>
              <a:gd name="T16" fmla="*/ 2070 w 4140"/>
              <a:gd name="T17" fmla="*/ 0 h 4140"/>
              <a:gd name="T18" fmla="*/ 2685 w 4140"/>
              <a:gd name="T19" fmla="*/ 1455 h 4140"/>
              <a:gd name="T20" fmla="*/ 2070 w 4140"/>
              <a:gd name="T21" fmla="*/ 1200 h 4140"/>
              <a:gd name="T22" fmla="*/ 1455 w 4140"/>
              <a:gd name="T23" fmla="*/ 1455 h 4140"/>
              <a:gd name="T24" fmla="*/ 1200 w 4140"/>
              <a:gd name="T25" fmla="*/ 2070 h 4140"/>
              <a:gd name="T26" fmla="*/ 1455 w 4140"/>
              <a:gd name="T27" fmla="*/ 2685 h 4140"/>
              <a:gd name="T28" fmla="*/ 2070 w 4140"/>
              <a:gd name="T29" fmla="*/ 2940 h 4140"/>
              <a:gd name="T30" fmla="*/ 2685 w 4140"/>
              <a:gd name="T31" fmla="*/ 2685 h 4140"/>
              <a:gd name="T32" fmla="*/ 2940 w 4140"/>
              <a:gd name="T33" fmla="*/ 2070 h 4140"/>
              <a:gd name="T34" fmla="*/ 2685 w 4140"/>
              <a:gd name="T35" fmla="*/ 1455 h 4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40" h="4140">
                <a:moveTo>
                  <a:pt x="2070" y="0"/>
                </a:moveTo>
                <a:cubicBezTo>
                  <a:pt x="2642" y="0"/>
                  <a:pt x="3159" y="232"/>
                  <a:pt x="3534" y="606"/>
                </a:cubicBezTo>
                <a:cubicBezTo>
                  <a:pt x="3909" y="981"/>
                  <a:pt x="4140" y="1499"/>
                  <a:pt x="4140" y="2070"/>
                </a:cubicBezTo>
                <a:cubicBezTo>
                  <a:pt x="4140" y="2642"/>
                  <a:pt x="3909" y="3159"/>
                  <a:pt x="3534" y="3534"/>
                </a:cubicBezTo>
                <a:cubicBezTo>
                  <a:pt x="3159" y="3908"/>
                  <a:pt x="2642" y="4140"/>
                  <a:pt x="2070" y="4140"/>
                </a:cubicBezTo>
                <a:cubicBezTo>
                  <a:pt x="1499" y="4140"/>
                  <a:pt x="981" y="3908"/>
                  <a:pt x="607" y="3534"/>
                </a:cubicBezTo>
                <a:cubicBezTo>
                  <a:pt x="232" y="3159"/>
                  <a:pt x="0" y="2642"/>
                  <a:pt x="0" y="2070"/>
                </a:cubicBezTo>
                <a:cubicBezTo>
                  <a:pt x="0" y="1499"/>
                  <a:pt x="232" y="981"/>
                  <a:pt x="607" y="606"/>
                </a:cubicBezTo>
                <a:cubicBezTo>
                  <a:pt x="981" y="232"/>
                  <a:pt x="1499" y="0"/>
                  <a:pt x="2070" y="0"/>
                </a:cubicBezTo>
                <a:close/>
                <a:moveTo>
                  <a:pt x="2685" y="1455"/>
                </a:moveTo>
                <a:cubicBezTo>
                  <a:pt x="2528" y="1297"/>
                  <a:pt x="2310" y="1200"/>
                  <a:pt x="2070" y="1200"/>
                </a:cubicBezTo>
                <a:cubicBezTo>
                  <a:pt x="1830" y="1200"/>
                  <a:pt x="1612" y="1297"/>
                  <a:pt x="1455" y="1455"/>
                </a:cubicBezTo>
                <a:cubicBezTo>
                  <a:pt x="1298" y="1612"/>
                  <a:pt x="1200" y="1830"/>
                  <a:pt x="1200" y="2070"/>
                </a:cubicBezTo>
                <a:cubicBezTo>
                  <a:pt x="1200" y="2310"/>
                  <a:pt x="1298" y="2528"/>
                  <a:pt x="1455" y="2685"/>
                </a:cubicBezTo>
                <a:cubicBezTo>
                  <a:pt x="1612" y="2843"/>
                  <a:pt x="1830" y="2940"/>
                  <a:pt x="2070" y="2940"/>
                </a:cubicBezTo>
                <a:cubicBezTo>
                  <a:pt x="2310" y="2940"/>
                  <a:pt x="2528" y="2843"/>
                  <a:pt x="2685" y="2685"/>
                </a:cubicBezTo>
                <a:cubicBezTo>
                  <a:pt x="2843" y="2528"/>
                  <a:pt x="2940" y="2310"/>
                  <a:pt x="2940" y="2070"/>
                </a:cubicBezTo>
                <a:cubicBezTo>
                  <a:pt x="2940" y="1830"/>
                  <a:pt x="2843" y="1612"/>
                  <a:pt x="2685" y="1455"/>
                </a:cubicBezTo>
                <a:close/>
              </a:path>
            </a:pathLst>
          </a:custGeom>
          <a:solidFill>
            <a:srgbClr val="FFFFFF">
              <a:lumMod val="65000"/>
            </a:srgbClr>
          </a:solidFill>
          <a:ln w="12700" cap="flat" cmpd="sng" algn="ctr">
            <a:noFill/>
            <a:prstDash val="solid"/>
            <a:miter lim="800000"/>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3" name="Freeform 6"/>
          <p:cNvSpPr>
            <a:spLocks/>
          </p:cNvSpPr>
          <p:nvPr/>
        </p:nvSpPr>
        <p:spPr bwMode="auto">
          <a:xfrm>
            <a:off x="2197348" y="1762228"/>
            <a:ext cx="969069" cy="1181364"/>
          </a:xfrm>
          <a:custGeom>
            <a:avLst/>
            <a:gdLst>
              <a:gd name="T0" fmla="*/ 1123 w 8917"/>
              <a:gd name="T1" fmla="*/ 5709 h 10898"/>
              <a:gd name="T2" fmla="*/ 281 w 8917"/>
              <a:gd name="T3" fmla="*/ 5777 h 10898"/>
              <a:gd name="T4" fmla="*/ 213 w 8917"/>
              <a:gd name="T5" fmla="*/ 4935 h 10898"/>
              <a:gd name="T6" fmla="*/ 8609 w 8917"/>
              <a:gd name="T7" fmla="*/ 5602 h 10898"/>
              <a:gd name="T8" fmla="*/ 8917 w 8917"/>
              <a:gd name="T9" fmla="*/ 6005 h 10898"/>
              <a:gd name="T10" fmla="*/ 8567 w 8917"/>
              <a:gd name="T11" fmla="*/ 6375 h 10898"/>
              <a:gd name="T12" fmla="*/ 4524 w 8917"/>
              <a:gd name="T13" fmla="*/ 10648 h 10898"/>
              <a:gd name="T14" fmla="*/ 3680 w 8917"/>
              <a:gd name="T15" fmla="*/ 10671 h 10898"/>
              <a:gd name="T16" fmla="*/ 3657 w 8917"/>
              <a:gd name="T17" fmla="*/ 9827 h 10898"/>
              <a:gd name="T18" fmla="*/ 7339 w 8917"/>
              <a:gd name="T19" fmla="*/ 5936 h 10898"/>
              <a:gd name="T20" fmla="*/ 1123 w 8917"/>
              <a:gd name="T21" fmla="*/ 5709 h 10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17" h="10898">
                <a:moveTo>
                  <a:pt x="1123" y="5709"/>
                </a:moveTo>
                <a:cubicBezTo>
                  <a:pt x="909" y="5960"/>
                  <a:pt x="532" y="5990"/>
                  <a:pt x="281" y="5777"/>
                </a:cubicBezTo>
                <a:cubicBezTo>
                  <a:pt x="30" y="5563"/>
                  <a:pt x="0" y="5186"/>
                  <a:pt x="213" y="4935"/>
                </a:cubicBezTo>
                <a:cubicBezTo>
                  <a:pt x="225" y="4921"/>
                  <a:pt x="4318" y="0"/>
                  <a:pt x="8609" y="5602"/>
                </a:cubicBezTo>
                <a:lnTo>
                  <a:pt x="8917" y="6005"/>
                </a:lnTo>
                <a:lnTo>
                  <a:pt x="8567" y="6375"/>
                </a:lnTo>
                <a:lnTo>
                  <a:pt x="4524" y="10648"/>
                </a:lnTo>
                <a:cubicBezTo>
                  <a:pt x="4297" y="10887"/>
                  <a:pt x="3920" y="10898"/>
                  <a:pt x="3680" y="10671"/>
                </a:cubicBezTo>
                <a:cubicBezTo>
                  <a:pt x="3441" y="10445"/>
                  <a:pt x="3430" y="10067"/>
                  <a:pt x="3657" y="9827"/>
                </a:cubicBezTo>
                <a:lnTo>
                  <a:pt x="7339" y="5936"/>
                </a:lnTo>
                <a:cubicBezTo>
                  <a:pt x="4082" y="2149"/>
                  <a:pt x="1131" y="5698"/>
                  <a:pt x="1123" y="5709"/>
                </a:cubicBezTo>
                <a:close/>
              </a:path>
            </a:pathLst>
          </a:custGeom>
          <a:solidFill>
            <a:srgbClr val="FFFFFF">
              <a:lumMod val="65000"/>
            </a:srgbClr>
          </a:solidFill>
          <a:ln w="12700" cap="flat" cmpd="sng" algn="ctr">
            <a:noFill/>
            <a:prstDash val="solid"/>
            <a:miter lim="800000"/>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4" name="Freeform 7"/>
          <p:cNvSpPr>
            <a:spLocks/>
          </p:cNvSpPr>
          <p:nvPr/>
        </p:nvSpPr>
        <p:spPr bwMode="auto">
          <a:xfrm>
            <a:off x="2350408" y="2284909"/>
            <a:ext cx="513203" cy="1448627"/>
          </a:xfrm>
          <a:custGeom>
            <a:avLst/>
            <a:gdLst>
              <a:gd name="T0" fmla="*/ 3659 w 4726"/>
              <a:gd name="T1" fmla="*/ 223 h 13369"/>
              <a:gd name="T2" fmla="*/ 4503 w 4726"/>
              <a:gd name="T3" fmla="*/ 261 h 13369"/>
              <a:gd name="T4" fmla="*/ 4466 w 4726"/>
              <a:gd name="T5" fmla="*/ 1104 h 13369"/>
              <a:gd name="T6" fmla="*/ 2074 w 4726"/>
              <a:gd name="T7" fmla="*/ 3295 h 13369"/>
              <a:gd name="T8" fmla="*/ 1225 w 4726"/>
              <a:gd name="T9" fmla="*/ 4658 h 13369"/>
              <a:gd name="T10" fmla="*/ 2112 w 4726"/>
              <a:gd name="T11" fmla="*/ 6320 h 13369"/>
              <a:gd name="T12" fmla="*/ 4206 w 4726"/>
              <a:gd name="T13" fmla="*/ 11721 h 13369"/>
              <a:gd name="T14" fmla="*/ 4203 w 4726"/>
              <a:gd name="T15" fmla="*/ 12769 h 13369"/>
              <a:gd name="T16" fmla="*/ 3603 w 4726"/>
              <a:gd name="T17" fmla="*/ 13369 h 13369"/>
              <a:gd name="T18" fmla="*/ 3003 w 4726"/>
              <a:gd name="T19" fmla="*/ 12769 h 13369"/>
              <a:gd name="T20" fmla="*/ 3011 w 4726"/>
              <a:gd name="T21" fmla="*/ 11716 h 13369"/>
              <a:gd name="T22" fmla="*/ 1235 w 4726"/>
              <a:gd name="T23" fmla="*/ 7136 h 13369"/>
              <a:gd name="T24" fmla="*/ 30 w 4726"/>
              <a:gd name="T25" fmla="*/ 4616 h 13369"/>
              <a:gd name="T26" fmla="*/ 1268 w 4726"/>
              <a:gd name="T27" fmla="*/ 2414 h 13369"/>
              <a:gd name="T28" fmla="*/ 3659 w 4726"/>
              <a:gd name="T29" fmla="*/ 223 h 13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26" h="13369">
                <a:moveTo>
                  <a:pt x="3659" y="223"/>
                </a:moveTo>
                <a:cubicBezTo>
                  <a:pt x="3903" y="0"/>
                  <a:pt x="4281" y="17"/>
                  <a:pt x="4503" y="261"/>
                </a:cubicBezTo>
                <a:cubicBezTo>
                  <a:pt x="4726" y="504"/>
                  <a:pt x="4709" y="882"/>
                  <a:pt x="4466" y="1104"/>
                </a:cubicBezTo>
                <a:lnTo>
                  <a:pt x="2074" y="3295"/>
                </a:lnTo>
                <a:cubicBezTo>
                  <a:pt x="1544" y="3780"/>
                  <a:pt x="1242" y="4219"/>
                  <a:pt x="1225" y="4658"/>
                </a:cubicBezTo>
                <a:cubicBezTo>
                  <a:pt x="1208" y="5113"/>
                  <a:pt x="1484" y="5645"/>
                  <a:pt x="2112" y="6320"/>
                </a:cubicBezTo>
                <a:cubicBezTo>
                  <a:pt x="4230" y="8594"/>
                  <a:pt x="4229" y="8769"/>
                  <a:pt x="4206" y="11721"/>
                </a:cubicBezTo>
                <a:cubicBezTo>
                  <a:pt x="4205" y="11891"/>
                  <a:pt x="4203" y="12080"/>
                  <a:pt x="4203" y="12769"/>
                </a:cubicBezTo>
                <a:cubicBezTo>
                  <a:pt x="4203" y="13100"/>
                  <a:pt x="3935" y="13369"/>
                  <a:pt x="3603" y="13369"/>
                </a:cubicBezTo>
                <a:cubicBezTo>
                  <a:pt x="3272" y="13369"/>
                  <a:pt x="3003" y="13100"/>
                  <a:pt x="3003" y="12769"/>
                </a:cubicBezTo>
                <a:cubicBezTo>
                  <a:pt x="3003" y="12680"/>
                  <a:pt x="3007" y="12173"/>
                  <a:pt x="3011" y="11716"/>
                </a:cubicBezTo>
                <a:cubicBezTo>
                  <a:pt x="3030" y="9212"/>
                  <a:pt x="3031" y="9064"/>
                  <a:pt x="1235" y="7136"/>
                </a:cubicBezTo>
                <a:cubicBezTo>
                  <a:pt x="375" y="6211"/>
                  <a:pt x="0" y="5401"/>
                  <a:pt x="30" y="4616"/>
                </a:cubicBezTo>
                <a:cubicBezTo>
                  <a:pt x="60" y="3815"/>
                  <a:pt x="501" y="3116"/>
                  <a:pt x="1268" y="2414"/>
                </a:cubicBezTo>
                <a:lnTo>
                  <a:pt x="3659" y="223"/>
                </a:lnTo>
                <a:close/>
              </a:path>
            </a:pathLst>
          </a:custGeom>
          <a:solidFill>
            <a:srgbClr val="FFFFFF">
              <a:lumMod val="65000"/>
            </a:srgbClr>
          </a:solidFill>
          <a:ln w="12700" cap="flat" cmpd="sng" algn="ctr">
            <a:noFill/>
            <a:prstDash val="solid"/>
            <a:miter lim="800000"/>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5" name="Freeform 8"/>
          <p:cNvSpPr>
            <a:spLocks/>
          </p:cNvSpPr>
          <p:nvPr/>
        </p:nvSpPr>
        <p:spPr bwMode="auto">
          <a:xfrm>
            <a:off x="1736744" y="3036470"/>
            <a:ext cx="720285" cy="426485"/>
          </a:xfrm>
          <a:custGeom>
            <a:avLst/>
            <a:gdLst>
              <a:gd name="T0" fmla="*/ 354 w 6628"/>
              <a:gd name="T1" fmla="*/ 1922 h 3936"/>
              <a:gd name="T2" fmla="*/ 181 w 6628"/>
              <a:gd name="T3" fmla="*/ 1093 h 3936"/>
              <a:gd name="T4" fmla="*/ 1010 w 6628"/>
              <a:gd name="T5" fmla="*/ 919 h 3936"/>
              <a:gd name="T6" fmla="*/ 5555 w 6628"/>
              <a:gd name="T7" fmla="*/ 227 h 3936"/>
              <a:gd name="T8" fmla="*/ 6401 w 6628"/>
              <a:gd name="T9" fmla="*/ 252 h 3936"/>
              <a:gd name="T10" fmla="*/ 6376 w 6628"/>
              <a:gd name="T11" fmla="*/ 1099 h 3936"/>
              <a:gd name="T12" fmla="*/ 354 w 6628"/>
              <a:gd name="T13" fmla="*/ 1922 h 3936"/>
            </a:gdLst>
            <a:ahLst/>
            <a:cxnLst>
              <a:cxn ang="0">
                <a:pos x="T0" y="T1"/>
              </a:cxn>
              <a:cxn ang="0">
                <a:pos x="T2" y="T3"/>
              </a:cxn>
              <a:cxn ang="0">
                <a:pos x="T4" y="T5"/>
              </a:cxn>
              <a:cxn ang="0">
                <a:pos x="T6" y="T7"/>
              </a:cxn>
              <a:cxn ang="0">
                <a:pos x="T8" y="T9"/>
              </a:cxn>
              <a:cxn ang="0">
                <a:pos x="T10" y="T11"/>
              </a:cxn>
              <a:cxn ang="0">
                <a:pos x="T12" y="T13"/>
              </a:cxn>
            </a:cxnLst>
            <a:rect l="0" t="0" r="r" b="b"/>
            <a:pathLst>
              <a:path w="6628" h="3936">
                <a:moveTo>
                  <a:pt x="354" y="1922"/>
                </a:moveTo>
                <a:cubicBezTo>
                  <a:pt x="77" y="1741"/>
                  <a:pt x="0" y="1370"/>
                  <a:pt x="181" y="1093"/>
                </a:cubicBezTo>
                <a:cubicBezTo>
                  <a:pt x="362" y="816"/>
                  <a:pt x="733" y="738"/>
                  <a:pt x="1010" y="919"/>
                </a:cubicBezTo>
                <a:cubicBezTo>
                  <a:pt x="1017" y="923"/>
                  <a:pt x="3227" y="2410"/>
                  <a:pt x="5555" y="227"/>
                </a:cubicBezTo>
                <a:cubicBezTo>
                  <a:pt x="5796" y="0"/>
                  <a:pt x="6175" y="12"/>
                  <a:pt x="6401" y="252"/>
                </a:cubicBezTo>
                <a:cubicBezTo>
                  <a:pt x="6628" y="493"/>
                  <a:pt x="6616" y="872"/>
                  <a:pt x="6376" y="1099"/>
                </a:cubicBezTo>
                <a:cubicBezTo>
                  <a:pt x="3351" y="3936"/>
                  <a:pt x="363" y="1928"/>
                  <a:pt x="354" y="1922"/>
                </a:cubicBezTo>
                <a:close/>
              </a:path>
            </a:pathLst>
          </a:custGeom>
          <a:solidFill>
            <a:srgbClr val="FFFFFF">
              <a:lumMod val="65000"/>
            </a:srgbClr>
          </a:solidFill>
          <a:ln w="12700" cap="flat" cmpd="sng" algn="ctr">
            <a:noFill/>
            <a:prstDash val="solid"/>
            <a:miter lim="800000"/>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6" name="Freeform 9"/>
          <p:cNvSpPr>
            <a:spLocks/>
          </p:cNvSpPr>
          <p:nvPr/>
        </p:nvSpPr>
        <p:spPr bwMode="auto">
          <a:xfrm>
            <a:off x="3124715" y="2454556"/>
            <a:ext cx="641149" cy="399948"/>
          </a:xfrm>
          <a:custGeom>
            <a:avLst/>
            <a:gdLst>
              <a:gd name="T0" fmla="*/ 185 w 5902"/>
              <a:gd name="T1" fmla="*/ 1017 h 3689"/>
              <a:gd name="T2" fmla="*/ 347 w 5902"/>
              <a:gd name="T3" fmla="*/ 185 h 3689"/>
              <a:gd name="T4" fmla="*/ 1179 w 5902"/>
              <a:gd name="T5" fmla="*/ 346 h 3689"/>
              <a:gd name="T6" fmla="*/ 5045 w 5902"/>
              <a:gd name="T7" fmla="*/ 1421 h 3689"/>
              <a:gd name="T8" fmla="*/ 5799 w 5902"/>
              <a:gd name="T9" fmla="*/ 1806 h 3689"/>
              <a:gd name="T10" fmla="*/ 5415 w 5902"/>
              <a:gd name="T11" fmla="*/ 2560 h 3689"/>
              <a:gd name="T12" fmla="*/ 185 w 5902"/>
              <a:gd name="T13" fmla="*/ 1017 h 3689"/>
            </a:gdLst>
            <a:ahLst/>
            <a:cxnLst>
              <a:cxn ang="0">
                <a:pos x="T0" y="T1"/>
              </a:cxn>
              <a:cxn ang="0">
                <a:pos x="T2" y="T3"/>
              </a:cxn>
              <a:cxn ang="0">
                <a:pos x="T4" y="T5"/>
              </a:cxn>
              <a:cxn ang="0">
                <a:pos x="T6" y="T7"/>
              </a:cxn>
              <a:cxn ang="0">
                <a:pos x="T8" y="T9"/>
              </a:cxn>
              <a:cxn ang="0">
                <a:pos x="T10" y="T11"/>
              </a:cxn>
              <a:cxn ang="0">
                <a:pos x="T12" y="T13"/>
              </a:cxn>
            </a:cxnLst>
            <a:rect l="0" t="0" r="r" b="b"/>
            <a:pathLst>
              <a:path w="5902" h="3689">
                <a:moveTo>
                  <a:pt x="185" y="1017"/>
                </a:moveTo>
                <a:cubicBezTo>
                  <a:pt x="0" y="742"/>
                  <a:pt x="72" y="370"/>
                  <a:pt x="347" y="185"/>
                </a:cubicBezTo>
                <a:cubicBezTo>
                  <a:pt x="621" y="0"/>
                  <a:pt x="993" y="72"/>
                  <a:pt x="1179" y="346"/>
                </a:cubicBezTo>
                <a:cubicBezTo>
                  <a:pt x="1182" y="352"/>
                  <a:pt x="2446" y="2268"/>
                  <a:pt x="5045" y="1421"/>
                </a:cubicBezTo>
                <a:cubicBezTo>
                  <a:pt x="5359" y="1319"/>
                  <a:pt x="5697" y="1491"/>
                  <a:pt x="5799" y="1806"/>
                </a:cubicBezTo>
                <a:cubicBezTo>
                  <a:pt x="5902" y="2120"/>
                  <a:pt x="5729" y="2458"/>
                  <a:pt x="5415" y="2560"/>
                </a:cubicBezTo>
                <a:cubicBezTo>
                  <a:pt x="1949" y="3689"/>
                  <a:pt x="190" y="1024"/>
                  <a:pt x="185" y="1017"/>
                </a:cubicBezTo>
                <a:close/>
              </a:path>
            </a:pathLst>
          </a:custGeom>
          <a:solidFill>
            <a:srgbClr val="FFFFFF">
              <a:lumMod val="65000"/>
            </a:srgbClr>
          </a:solidFill>
          <a:ln w="12700" cap="flat" cmpd="sng" algn="ctr">
            <a:noFill/>
            <a:prstDash val="solid"/>
            <a:miter lim="800000"/>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7" name="矩形 46"/>
          <p:cNvSpPr/>
          <p:nvPr/>
        </p:nvSpPr>
        <p:spPr>
          <a:xfrm>
            <a:off x="6066508" y="5665445"/>
            <a:ext cx="4944030" cy="523220"/>
          </a:xfrm>
          <a:prstGeom prst="rect">
            <a:avLst/>
          </a:prstGeom>
        </p:spPr>
        <p:txBody>
          <a:bodyPr wrap="square">
            <a:spAutoFit/>
          </a:bodyPr>
          <a:lstStyle/>
          <a:p>
            <a:pPr algn="just"/>
            <a:r>
              <a:rPr lang="zh-CN" altLang="en-US" sz="1400" b="1"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a:t>
            </a:r>
          </a:p>
        </p:txBody>
      </p:sp>
    </p:spTree>
    <p:extLst>
      <p:ext uri="{BB962C8B-B14F-4D97-AF65-F5344CB8AC3E}">
        <p14:creationId xmlns:p14="http://schemas.microsoft.com/office/powerpoint/2010/main" val="2721779658"/>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25"/>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28"/>
                                        </p:tgtEl>
                                        <p:attrNameLst>
                                          <p:attrName>style.visibility</p:attrName>
                                        </p:attrNameLst>
                                      </p:cBhvr>
                                      <p:to>
                                        <p:strVal val="visible"/>
                                      </p:to>
                                    </p:set>
                                    <p:anim calcmode="lin" valueType="num">
                                      <p:cBhvr>
                                        <p:cTn id="14" dur="500" fill="hold"/>
                                        <p:tgtEl>
                                          <p:spTgt spid="28"/>
                                        </p:tgtEl>
                                        <p:attrNameLst>
                                          <p:attrName>ppt_w</p:attrName>
                                        </p:attrNameLst>
                                      </p:cBhvr>
                                      <p:tavLst>
                                        <p:tav tm="0">
                                          <p:val>
                                            <p:fltVal val="0"/>
                                          </p:val>
                                        </p:tav>
                                        <p:tav tm="100000">
                                          <p:val>
                                            <p:strVal val="#ppt_w"/>
                                          </p:val>
                                        </p:tav>
                                      </p:tavLst>
                                    </p:anim>
                                    <p:anim calcmode="lin" valueType="num">
                                      <p:cBhvr>
                                        <p:cTn id="15" dur="500" fill="hold"/>
                                        <p:tgtEl>
                                          <p:spTgt spid="28"/>
                                        </p:tgtEl>
                                        <p:attrNameLst>
                                          <p:attrName>ppt_h</p:attrName>
                                        </p:attrNameLst>
                                      </p:cBhvr>
                                      <p:tavLst>
                                        <p:tav tm="0">
                                          <p:val>
                                            <p:fltVal val="0"/>
                                          </p:val>
                                        </p:tav>
                                        <p:tav tm="100000">
                                          <p:val>
                                            <p:strVal val="#ppt_h"/>
                                          </p:val>
                                        </p:tav>
                                      </p:tavLst>
                                    </p:anim>
                                    <p:animEffect transition="in" filter="fade">
                                      <p:cBhvr>
                                        <p:cTn id="16" dur="500"/>
                                        <p:tgtEl>
                                          <p:spTgt spid="28"/>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28"/>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29"/>
                                        </p:tgtEl>
                                        <p:attrNameLst>
                                          <p:attrName>ppt_x</p:attrName>
                                          <p:attrName>ppt_y</p:attrName>
                                        </p:attrNameLst>
                                      </p:cBhvr>
                                      <p:rCtr x="12500" y="0"/>
                                    </p:animMotion>
                                  </p:childTnLst>
                                </p:cTn>
                              </p:par>
                            </p:childTnLst>
                          </p:cTn>
                        </p:par>
                        <p:par>
                          <p:cTn id="26" fill="hold">
                            <p:stCondLst>
                              <p:cond delay="1500"/>
                            </p:stCondLst>
                            <p:childTnLst>
                              <p:par>
                                <p:cTn id="27" presetID="2" presetClass="entr" presetSubtype="4" fill="hold" nodeType="after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ppt_x"/>
                                          </p:val>
                                        </p:tav>
                                        <p:tav tm="100000">
                                          <p:val>
                                            <p:strVal val="#ppt_x"/>
                                          </p:val>
                                        </p:tav>
                                      </p:tavLst>
                                    </p:anim>
                                    <p:anim calcmode="lin" valueType="num">
                                      <p:cBhvr additive="base">
                                        <p:cTn id="30" dur="500" fill="hold"/>
                                        <p:tgtEl>
                                          <p:spTgt spid="32"/>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200"/>
                                  </p:stCondLst>
                                  <p:childTnLst>
                                    <p:set>
                                      <p:cBhvr>
                                        <p:cTn id="32" dur="1" fill="hold">
                                          <p:stCondLst>
                                            <p:cond delay="0"/>
                                          </p:stCondLst>
                                        </p:cTn>
                                        <p:tgtEl>
                                          <p:spTgt spid="33"/>
                                        </p:tgtEl>
                                        <p:attrNameLst>
                                          <p:attrName>style.visibility</p:attrName>
                                        </p:attrNameLst>
                                      </p:cBhvr>
                                      <p:to>
                                        <p:strVal val="visible"/>
                                      </p:to>
                                    </p:set>
                                    <p:anim calcmode="lin" valueType="num">
                                      <p:cBhvr additive="base">
                                        <p:cTn id="33" dur="500" fill="hold"/>
                                        <p:tgtEl>
                                          <p:spTgt spid="33"/>
                                        </p:tgtEl>
                                        <p:attrNameLst>
                                          <p:attrName>ppt_x</p:attrName>
                                        </p:attrNameLst>
                                      </p:cBhvr>
                                      <p:tavLst>
                                        <p:tav tm="0">
                                          <p:val>
                                            <p:strVal val="#ppt_x"/>
                                          </p:val>
                                        </p:tav>
                                        <p:tav tm="100000">
                                          <p:val>
                                            <p:strVal val="#ppt_x"/>
                                          </p:val>
                                        </p:tav>
                                      </p:tavLst>
                                    </p:anim>
                                    <p:anim calcmode="lin" valueType="num">
                                      <p:cBhvr additive="base">
                                        <p:cTn id="34" dur="500" fill="hold"/>
                                        <p:tgtEl>
                                          <p:spTgt spid="33"/>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40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ppt_x"/>
                                          </p:val>
                                        </p:tav>
                                        <p:tav tm="100000">
                                          <p:val>
                                            <p:strVal val="#ppt_x"/>
                                          </p:val>
                                        </p:tav>
                                      </p:tavLst>
                                    </p:anim>
                                    <p:anim calcmode="lin" valueType="num">
                                      <p:cBhvr additive="base">
                                        <p:cTn id="38" dur="500" fill="hold"/>
                                        <p:tgtEl>
                                          <p:spTgt spid="31"/>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600"/>
                                  </p:stCondLst>
                                  <p:childTnLst>
                                    <p:set>
                                      <p:cBhvr>
                                        <p:cTn id="40" dur="1" fill="hold">
                                          <p:stCondLst>
                                            <p:cond delay="0"/>
                                          </p:stCondLst>
                                        </p:cTn>
                                        <p:tgtEl>
                                          <p:spTgt spid="30"/>
                                        </p:tgtEl>
                                        <p:attrNameLst>
                                          <p:attrName>style.visibility</p:attrName>
                                        </p:attrNameLst>
                                      </p:cBhvr>
                                      <p:to>
                                        <p:strVal val="visible"/>
                                      </p:to>
                                    </p:set>
                                    <p:anim calcmode="lin" valueType="num">
                                      <p:cBhvr additive="base">
                                        <p:cTn id="41" dur="500" fill="hold"/>
                                        <p:tgtEl>
                                          <p:spTgt spid="30"/>
                                        </p:tgtEl>
                                        <p:attrNameLst>
                                          <p:attrName>ppt_x</p:attrName>
                                        </p:attrNameLst>
                                      </p:cBhvr>
                                      <p:tavLst>
                                        <p:tav tm="0">
                                          <p:val>
                                            <p:strVal val="#ppt_x"/>
                                          </p:val>
                                        </p:tav>
                                        <p:tav tm="100000">
                                          <p:val>
                                            <p:strVal val="#ppt_x"/>
                                          </p:val>
                                        </p:tav>
                                      </p:tavLst>
                                    </p:anim>
                                    <p:anim calcmode="lin" valueType="num">
                                      <p:cBhvr additive="base">
                                        <p:cTn id="42" dur="500" fill="hold"/>
                                        <p:tgtEl>
                                          <p:spTgt spid="30"/>
                                        </p:tgtEl>
                                        <p:attrNameLst>
                                          <p:attrName>ppt_y</p:attrName>
                                        </p:attrNameLst>
                                      </p:cBhvr>
                                      <p:tavLst>
                                        <p:tav tm="0">
                                          <p:val>
                                            <p:strVal val="1+#ppt_h/2"/>
                                          </p:val>
                                        </p:tav>
                                        <p:tav tm="100000">
                                          <p:val>
                                            <p:strVal val="#ppt_y"/>
                                          </p:val>
                                        </p:tav>
                                      </p:tavLst>
                                    </p:anim>
                                  </p:childTnLst>
                                </p:cTn>
                              </p:par>
                            </p:childTnLst>
                          </p:cTn>
                        </p:par>
                        <p:par>
                          <p:cTn id="43" fill="hold">
                            <p:stCondLst>
                              <p:cond delay="2600"/>
                            </p:stCondLst>
                            <p:childTnLst>
                              <p:par>
                                <p:cTn id="44" presetID="21" presetClass="entr" presetSubtype="1" fill="hold" grpId="0" nodeType="after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wheel(1)">
                                      <p:cBhvr>
                                        <p:cTn id="46" dur="250"/>
                                        <p:tgtEl>
                                          <p:spTgt spid="42"/>
                                        </p:tgtEl>
                                      </p:cBhvr>
                                    </p:animEffect>
                                  </p:childTnLst>
                                </p:cTn>
                              </p:par>
                            </p:childTnLst>
                          </p:cTn>
                        </p:par>
                        <p:par>
                          <p:cTn id="47" fill="hold">
                            <p:stCondLst>
                              <p:cond delay="2850"/>
                            </p:stCondLst>
                            <p:childTnLst>
                              <p:par>
                                <p:cTn id="48" presetID="22" presetClass="entr" presetSubtype="4" fill="hold" grpId="0" nodeType="after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wipe(down)">
                                      <p:cBhvr>
                                        <p:cTn id="50" dur="250"/>
                                        <p:tgtEl>
                                          <p:spTgt spid="43"/>
                                        </p:tgtEl>
                                      </p:cBhvr>
                                    </p:animEffect>
                                  </p:childTnLst>
                                </p:cTn>
                              </p:par>
                            </p:childTnLst>
                          </p:cTn>
                        </p:par>
                        <p:par>
                          <p:cTn id="51" fill="hold">
                            <p:stCondLst>
                              <p:cond delay="3100"/>
                            </p:stCondLst>
                            <p:childTnLst>
                              <p:par>
                                <p:cTn id="52" presetID="22" presetClass="entr" presetSubtype="8" fill="hold" grpId="0" nodeType="after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wipe(left)">
                                      <p:cBhvr>
                                        <p:cTn id="54" dur="250"/>
                                        <p:tgtEl>
                                          <p:spTgt spid="46"/>
                                        </p:tgtEl>
                                      </p:cBhvr>
                                    </p:animEffect>
                                  </p:childTnLst>
                                </p:cTn>
                              </p:par>
                            </p:childTnLst>
                          </p:cTn>
                        </p:par>
                        <p:par>
                          <p:cTn id="55" fill="hold">
                            <p:stCondLst>
                              <p:cond delay="3350"/>
                            </p:stCondLst>
                            <p:childTnLst>
                              <p:par>
                                <p:cTn id="56" presetID="22" presetClass="entr" presetSubtype="1" fill="hold" grpId="0" nodeType="after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wipe(up)">
                                      <p:cBhvr>
                                        <p:cTn id="58" dur="250"/>
                                        <p:tgtEl>
                                          <p:spTgt spid="44"/>
                                        </p:tgtEl>
                                      </p:cBhvr>
                                    </p:animEffect>
                                  </p:childTnLst>
                                </p:cTn>
                              </p:par>
                            </p:childTnLst>
                          </p:cTn>
                        </p:par>
                        <p:par>
                          <p:cTn id="59" fill="hold">
                            <p:stCondLst>
                              <p:cond delay="3600"/>
                            </p:stCondLst>
                            <p:childTnLst>
                              <p:par>
                                <p:cTn id="60" presetID="22" presetClass="entr" presetSubtype="2" fill="hold" grpId="0" nodeType="after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wipe(right)">
                                      <p:cBhvr>
                                        <p:cTn id="62" dur="250"/>
                                        <p:tgtEl>
                                          <p:spTgt spid="45"/>
                                        </p:tgtEl>
                                      </p:cBhvr>
                                    </p:animEffect>
                                  </p:childTnLst>
                                </p:cTn>
                              </p:par>
                            </p:childTnLst>
                          </p:cTn>
                        </p:par>
                        <p:par>
                          <p:cTn id="63" fill="hold">
                            <p:stCondLst>
                              <p:cond delay="3850"/>
                            </p:stCondLst>
                            <p:childTnLst>
                              <p:par>
                                <p:cTn id="64" presetID="42" presetClass="entr" presetSubtype="0" fill="hold" grpId="0" nodeType="after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anim calcmode="lin" valueType="num">
                                      <p:cBhvr>
                                        <p:cTn id="67" dur="500" fill="hold"/>
                                        <p:tgtEl>
                                          <p:spTgt spid="35"/>
                                        </p:tgtEl>
                                        <p:attrNameLst>
                                          <p:attrName>ppt_x</p:attrName>
                                        </p:attrNameLst>
                                      </p:cBhvr>
                                      <p:tavLst>
                                        <p:tav tm="0">
                                          <p:val>
                                            <p:strVal val="#ppt_x"/>
                                          </p:val>
                                        </p:tav>
                                        <p:tav tm="100000">
                                          <p:val>
                                            <p:strVal val="#ppt_x"/>
                                          </p:val>
                                        </p:tav>
                                      </p:tavLst>
                                    </p:anim>
                                    <p:anim calcmode="lin" valueType="num">
                                      <p:cBhvr>
                                        <p:cTn id="68" dur="500" fill="hold"/>
                                        <p:tgtEl>
                                          <p:spTgt spid="35"/>
                                        </p:tgtEl>
                                        <p:attrNameLst>
                                          <p:attrName>ppt_y</p:attrName>
                                        </p:attrNameLst>
                                      </p:cBhvr>
                                      <p:tavLst>
                                        <p:tav tm="0">
                                          <p:val>
                                            <p:strVal val="#ppt_y+.1"/>
                                          </p:val>
                                        </p:tav>
                                        <p:tav tm="100000">
                                          <p:val>
                                            <p:strVal val="#ppt_y"/>
                                          </p:val>
                                        </p:tav>
                                      </p:tavLst>
                                    </p:anim>
                                  </p:childTnLst>
                                </p:cTn>
                              </p:par>
                            </p:childTnLst>
                          </p:cTn>
                        </p:par>
                        <p:par>
                          <p:cTn id="69" fill="hold">
                            <p:stCondLst>
                              <p:cond delay="4350"/>
                            </p:stCondLst>
                            <p:childTnLst>
                              <p:par>
                                <p:cTn id="70" presetID="53" presetClass="entr" presetSubtype="16" fill="hold" grpId="0" nodeType="afterEffect">
                                  <p:stCondLst>
                                    <p:cond delay="0"/>
                                  </p:stCondLst>
                                  <p:iterate type="lt">
                                    <p:tmPct val="10000"/>
                                  </p:iterate>
                                  <p:childTnLst>
                                    <p:set>
                                      <p:cBhvr>
                                        <p:cTn id="71" dur="1" fill="hold">
                                          <p:stCondLst>
                                            <p:cond delay="0"/>
                                          </p:stCondLst>
                                        </p:cTn>
                                        <p:tgtEl>
                                          <p:spTgt spid="34"/>
                                        </p:tgtEl>
                                        <p:attrNameLst>
                                          <p:attrName>style.visibility</p:attrName>
                                        </p:attrNameLst>
                                      </p:cBhvr>
                                      <p:to>
                                        <p:strVal val="visible"/>
                                      </p:to>
                                    </p:set>
                                    <p:anim calcmode="lin" valueType="num">
                                      <p:cBhvr>
                                        <p:cTn id="72" dur="250" fill="hold"/>
                                        <p:tgtEl>
                                          <p:spTgt spid="34"/>
                                        </p:tgtEl>
                                        <p:attrNameLst>
                                          <p:attrName>ppt_w</p:attrName>
                                        </p:attrNameLst>
                                      </p:cBhvr>
                                      <p:tavLst>
                                        <p:tav tm="0">
                                          <p:val>
                                            <p:fltVal val="0"/>
                                          </p:val>
                                        </p:tav>
                                        <p:tav tm="100000">
                                          <p:val>
                                            <p:strVal val="#ppt_w"/>
                                          </p:val>
                                        </p:tav>
                                      </p:tavLst>
                                    </p:anim>
                                    <p:anim calcmode="lin" valueType="num">
                                      <p:cBhvr>
                                        <p:cTn id="73" dur="250" fill="hold"/>
                                        <p:tgtEl>
                                          <p:spTgt spid="34"/>
                                        </p:tgtEl>
                                        <p:attrNameLst>
                                          <p:attrName>ppt_h</p:attrName>
                                        </p:attrNameLst>
                                      </p:cBhvr>
                                      <p:tavLst>
                                        <p:tav tm="0">
                                          <p:val>
                                            <p:fltVal val="0"/>
                                          </p:val>
                                        </p:tav>
                                        <p:tav tm="100000">
                                          <p:val>
                                            <p:strVal val="#ppt_h"/>
                                          </p:val>
                                        </p:tav>
                                      </p:tavLst>
                                    </p:anim>
                                    <p:animEffect transition="in" filter="fade">
                                      <p:cBhvr>
                                        <p:cTn id="74" dur="250"/>
                                        <p:tgtEl>
                                          <p:spTgt spid="34"/>
                                        </p:tgtEl>
                                      </p:cBhvr>
                                    </p:animEffect>
                                  </p:childTnLst>
                                </p:cTn>
                              </p:par>
                            </p:childTnLst>
                          </p:cTn>
                        </p:par>
                        <p:par>
                          <p:cTn id="75" fill="hold">
                            <p:stCondLst>
                              <p:cond delay="5800"/>
                            </p:stCondLst>
                            <p:childTnLst>
                              <p:par>
                                <p:cTn id="76" presetID="42" presetClass="entr" presetSubtype="0" fill="hold" grpId="0" nodeType="after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anim calcmode="lin" valueType="num">
                                      <p:cBhvr>
                                        <p:cTn id="79" dur="500" fill="hold"/>
                                        <p:tgtEl>
                                          <p:spTgt spid="37"/>
                                        </p:tgtEl>
                                        <p:attrNameLst>
                                          <p:attrName>ppt_x</p:attrName>
                                        </p:attrNameLst>
                                      </p:cBhvr>
                                      <p:tavLst>
                                        <p:tav tm="0">
                                          <p:val>
                                            <p:strVal val="#ppt_x"/>
                                          </p:val>
                                        </p:tav>
                                        <p:tav tm="100000">
                                          <p:val>
                                            <p:strVal val="#ppt_x"/>
                                          </p:val>
                                        </p:tav>
                                      </p:tavLst>
                                    </p:anim>
                                    <p:anim calcmode="lin" valueType="num">
                                      <p:cBhvr>
                                        <p:cTn id="80" dur="500" fill="hold"/>
                                        <p:tgtEl>
                                          <p:spTgt spid="37"/>
                                        </p:tgtEl>
                                        <p:attrNameLst>
                                          <p:attrName>ppt_y</p:attrName>
                                        </p:attrNameLst>
                                      </p:cBhvr>
                                      <p:tavLst>
                                        <p:tav tm="0">
                                          <p:val>
                                            <p:strVal val="#ppt_y+.1"/>
                                          </p:val>
                                        </p:tav>
                                        <p:tav tm="100000">
                                          <p:val>
                                            <p:strVal val="#ppt_y"/>
                                          </p:val>
                                        </p:tav>
                                      </p:tavLst>
                                    </p:anim>
                                  </p:childTnLst>
                                </p:cTn>
                              </p:par>
                            </p:childTnLst>
                          </p:cTn>
                        </p:par>
                        <p:par>
                          <p:cTn id="81" fill="hold">
                            <p:stCondLst>
                              <p:cond delay="6300"/>
                            </p:stCondLst>
                            <p:childTnLst>
                              <p:par>
                                <p:cTn id="82" presetID="53" presetClass="entr" presetSubtype="16" fill="hold" grpId="0" nodeType="afterEffect">
                                  <p:stCondLst>
                                    <p:cond delay="0"/>
                                  </p:stCondLst>
                                  <p:iterate type="lt">
                                    <p:tmPct val="10000"/>
                                  </p:iterate>
                                  <p:childTnLst>
                                    <p:set>
                                      <p:cBhvr>
                                        <p:cTn id="83" dur="1" fill="hold">
                                          <p:stCondLst>
                                            <p:cond delay="0"/>
                                          </p:stCondLst>
                                        </p:cTn>
                                        <p:tgtEl>
                                          <p:spTgt spid="36"/>
                                        </p:tgtEl>
                                        <p:attrNameLst>
                                          <p:attrName>style.visibility</p:attrName>
                                        </p:attrNameLst>
                                      </p:cBhvr>
                                      <p:to>
                                        <p:strVal val="visible"/>
                                      </p:to>
                                    </p:set>
                                    <p:anim calcmode="lin" valueType="num">
                                      <p:cBhvr>
                                        <p:cTn id="84" dur="250" fill="hold"/>
                                        <p:tgtEl>
                                          <p:spTgt spid="36"/>
                                        </p:tgtEl>
                                        <p:attrNameLst>
                                          <p:attrName>ppt_w</p:attrName>
                                        </p:attrNameLst>
                                      </p:cBhvr>
                                      <p:tavLst>
                                        <p:tav tm="0">
                                          <p:val>
                                            <p:fltVal val="0"/>
                                          </p:val>
                                        </p:tav>
                                        <p:tav tm="100000">
                                          <p:val>
                                            <p:strVal val="#ppt_w"/>
                                          </p:val>
                                        </p:tav>
                                      </p:tavLst>
                                    </p:anim>
                                    <p:anim calcmode="lin" valueType="num">
                                      <p:cBhvr>
                                        <p:cTn id="85" dur="250" fill="hold"/>
                                        <p:tgtEl>
                                          <p:spTgt spid="36"/>
                                        </p:tgtEl>
                                        <p:attrNameLst>
                                          <p:attrName>ppt_h</p:attrName>
                                        </p:attrNameLst>
                                      </p:cBhvr>
                                      <p:tavLst>
                                        <p:tav tm="0">
                                          <p:val>
                                            <p:fltVal val="0"/>
                                          </p:val>
                                        </p:tav>
                                        <p:tav tm="100000">
                                          <p:val>
                                            <p:strVal val="#ppt_h"/>
                                          </p:val>
                                        </p:tav>
                                      </p:tavLst>
                                    </p:anim>
                                    <p:animEffect transition="in" filter="fade">
                                      <p:cBhvr>
                                        <p:cTn id="86" dur="250"/>
                                        <p:tgtEl>
                                          <p:spTgt spid="36"/>
                                        </p:tgtEl>
                                      </p:cBhvr>
                                    </p:animEffect>
                                  </p:childTnLst>
                                </p:cTn>
                              </p:par>
                            </p:childTnLst>
                          </p:cTn>
                        </p:par>
                        <p:par>
                          <p:cTn id="87" fill="hold">
                            <p:stCondLst>
                              <p:cond delay="7750"/>
                            </p:stCondLst>
                            <p:childTnLst>
                              <p:par>
                                <p:cTn id="88" presetID="42" presetClass="entr" presetSubtype="0" fill="hold" grpId="0" nodeType="after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500"/>
                                        <p:tgtEl>
                                          <p:spTgt spid="39"/>
                                        </p:tgtEl>
                                      </p:cBhvr>
                                    </p:animEffect>
                                    <p:anim calcmode="lin" valueType="num">
                                      <p:cBhvr>
                                        <p:cTn id="91" dur="500" fill="hold"/>
                                        <p:tgtEl>
                                          <p:spTgt spid="39"/>
                                        </p:tgtEl>
                                        <p:attrNameLst>
                                          <p:attrName>ppt_x</p:attrName>
                                        </p:attrNameLst>
                                      </p:cBhvr>
                                      <p:tavLst>
                                        <p:tav tm="0">
                                          <p:val>
                                            <p:strVal val="#ppt_x"/>
                                          </p:val>
                                        </p:tav>
                                        <p:tav tm="100000">
                                          <p:val>
                                            <p:strVal val="#ppt_x"/>
                                          </p:val>
                                        </p:tav>
                                      </p:tavLst>
                                    </p:anim>
                                    <p:anim calcmode="lin" valueType="num">
                                      <p:cBhvr>
                                        <p:cTn id="92" dur="500" fill="hold"/>
                                        <p:tgtEl>
                                          <p:spTgt spid="39"/>
                                        </p:tgtEl>
                                        <p:attrNameLst>
                                          <p:attrName>ppt_y</p:attrName>
                                        </p:attrNameLst>
                                      </p:cBhvr>
                                      <p:tavLst>
                                        <p:tav tm="0">
                                          <p:val>
                                            <p:strVal val="#ppt_y+.1"/>
                                          </p:val>
                                        </p:tav>
                                        <p:tav tm="100000">
                                          <p:val>
                                            <p:strVal val="#ppt_y"/>
                                          </p:val>
                                        </p:tav>
                                      </p:tavLst>
                                    </p:anim>
                                  </p:childTnLst>
                                </p:cTn>
                              </p:par>
                            </p:childTnLst>
                          </p:cTn>
                        </p:par>
                        <p:par>
                          <p:cTn id="93" fill="hold">
                            <p:stCondLst>
                              <p:cond delay="8250"/>
                            </p:stCondLst>
                            <p:childTnLst>
                              <p:par>
                                <p:cTn id="94" presetID="53" presetClass="entr" presetSubtype="16" fill="hold" grpId="0" nodeType="afterEffect">
                                  <p:stCondLst>
                                    <p:cond delay="0"/>
                                  </p:stCondLst>
                                  <p:iterate type="lt">
                                    <p:tmPct val="10000"/>
                                  </p:iterate>
                                  <p:childTnLst>
                                    <p:set>
                                      <p:cBhvr>
                                        <p:cTn id="95" dur="1" fill="hold">
                                          <p:stCondLst>
                                            <p:cond delay="0"/>
                                          </p:stCondLst>
                                        </p:cTn>
                                        <p:tgtEl>
                                          <p:spTgt spid="38"/>
                                        </p:tgtEl>
                                        <p:attrNameLst>
                                          <p:attrName>style.visibility</p:attrName>
                                        </p:attrNameLst>
                                      </p:cBhvr>
                                      <p:to>
                                        <p:strVal val="visible"/>
                                      </p:to>
                                    </p:set>
                                    <p:anim calcmode="lin" valueType="num">
                                      <p:cBhvr>
                                        <p:cTn id="96" dur="250" fill="hold"/>
                                        <p:tgtEl>
                                          <p:spTgt spid="38"/>
                                        </p:tgtEl>
                                        <p:attrNameLst>
                                          <p:attrName>ppt_w</p:attrName>
                                        </p:attrNameLst>
                                      </p:cBhvr>
                                      <p:tavLst>
                                        <p:tav tm="0">
                                          <p:val>
                                            <p:fltVal val="0"/>
                                          </p:val>
                                        </p:tav>
                                        <p:tav tm="100000">
                                          <p:val>
                                            <p:strVal val="#ppt_w"/>
                                          </p:val>
                                        </p:tav>
                                      </p:tavLst>
                                    </p:anim>
                                    <p:anim calcmode="lin" valueType="num">
                                      <p:cBhvr>
                                        <p:cTn id="97" dur="250" fill="hold"/>
                                        <p:tgtEl>
                                          <p:spTgt spid="38"/>
                                        </p:tgtEl>
                                        <p:attrNameLst>
                                          <p:attrName>ppt_h</p:attrName>
                                        </p:attrNameLst>
                                      </p:cBhvr>
                                      <p:tavLst>
                                        <p:tav tm="0">
                                          <p:val>
                                            <p:fltVal val="0"/>
                                          </p:val>
                                        </p:tav>
                                        <p:tav tm="100000">
                                          <p:val>
                                            <p:strVal val="#ppt_h"/>
                                          </p:val>
                                        </p:tav>
                                      </p:tavLst>
                                    </p:anim>
                                    <p:animEffect transition="in" filter="fade">
                                      <p:cBhvr>
                                        <p:cTn id="98" dur="250"/>
                                        <p:tgtEl>
                                          <p:spTgt spid="38"/>
                                        </p:tgtEl>
                                      </p:cBhvr>
                                    </p:animEffect>
                                  </p:childTnLst>
                                </p:cTn>
                              </p:par>
                            </p:childTnLst>
                          </p:cTn>
                        </p:par>
                        <p:par>
                          <p:cTn id="99" fill="hold">
                            <p:stCondLst>
                              <p:cond delay="9700"/>
                            </p:stCondLst>
                            <p:childTnLst>
                              <p:par>
                                <p:cTn id="100" presetID="42" presetClass="entr" presetSubtype="0" fill="hold" grpId="0" nodeType="after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500"/>
                                        <p:tgtEl>
                                          <p:spTgt spid="41"/>
                                        </p:tgtEl>
                                      </p:cBhvr>
                                    </p:animEffect>
                                    <p:anim calcmode="lin" valueType="num">
                                      <p:cBhvr>
                                        <p:cTn id="103" dur="500" fill="hold"/>
                                        <p:tgtEl>
                                          <p:spTgt spid="41"/>
                                        </p:tgtEl>
                                        <p:attrNameLst>
                                          <p:attrName>ppt_x</p:attrName>
                                        </p:attrNameLst>
                                      </p:cBhvr>
                                      <p:tavLst>
                                        <p:tav tm="0">
                                          <p:val>
                                            <p:strVal val="#ppt_x"/>
                                          </p:val>
                                        </p:tav>
                                        <p:tav tm="100000">
                                          <p:val>
                                            <p:strVal val="#ppt_x"/>
                                          </p:val>
                                        </p:tav>
                                      </p:tavLst>
                                    </p:anim>
                                    <p:anim calcmode="lin" valueType="num">
                                      <p:cBhvr>
                                        <p:cTn id="104" dur="500" fill="hold"/>
                                        <p:tgtEl>
                                          <p:spTgt spid="41"/>
                                        </p:tgtEl>
                                        <p:attrNameLst>
                                          <p:attrName>ppt_y</p:attrName>
                                        </p:attrNameLst>
                                      </p:cBhvr>
                                      <p:tavLst>
                                        <p:tav tm="0">
                                          <p:val>
                                            <p:strVal val="#ppt_y+.1"/>
                                          </p:val>
                                        </p:tav>
                                        <p:tav tm="100000">
                                          <p:val>
                                            <p:strVal val="#ppt_y"/>
                                          </p:val>
                                        </p:tav>
                                      </p:tavLst>
                                    </p:anim>
                                  </p:childTnLst>
                                </p:cTn>
                              </p:par>
                            </p:childTnLst>
                          </p:cTn>
                        </p:par>
                        <p:par>
                          <p:cTn id="105" fill="hold">
                            <p:stCondLst>
                              <p:cond delay="10200"/>
                            </p:stCondLst>
                            <p:childTnLst>
                              <p:par>
                                <p:cTn id="106" presetID="53" presetClass="entr" presetSubtype="16" fill="hold" grpId="0" nodeType="afterEffect">
                                  <p:stCondLst>
                                    <p:cond delay="0"/>
                                  </p:stCondLst>
                                  <p:iterate type="lt">
                                    <p:tmPct val="10000"/>
                                  </p:iterate>
                                  <p:childTnLst>
                                    <p:set>
                                      <p:cBhvr>
                                        <p:cTn id="107" dur="1" fill="hold">
                                          <p:stCondLst>
                                            <p:cond delay="0"/>
                                          </p:stCondLst>
                                        </p:cTn>
                                        <p:tgtEl>
                                          <p:spTgt spid="40"/>
                                        </p:tgtEl>
                                        <p:attrNameLst>
                                          <p:attrName>style.visibility</p:attrName>
                                        </p:attrNameLst>
                                      </p:cBhvr>
                                      <p:to>
                                        <p:strVal val="visible"/>
                                      </p:to>
                                    </p:set>
                                    <p:anim calcmode="lin" valueType="num">
                                      <p:cBhvr>
                                        <p:cTn id="108" dur="250" fill="hold"/>
                                        <p:tgtEl>
                                          <p:spTgt spid="40"/>
                                        </p:tgtEl>
                                        <p:attrNameLst>
                                          <p:attrName>ppt_w</p:attrName>
                                        </p:attrNameLst>
                                      </p:cBhvr>
                                      <p:tavLst>
                                        <p:tav tm="0">
                                          <p:val>
                                            <p:fltVal val="0"/>
                                          </p:val>
                                        </p:tav>
                                        <p:tav tm="100000">
                                          <p:val>
                                            <p:strVal val="#ppt_w"/>
                                          </p:val>
                                        </p:tav>
                                      </p:tavLst>
                                    </p:anim>
                                    <p:anim calcmode="lin" valueType="num">
                                      <p:cBhvr>
                                        <p:cTn id="109" dur="250" fill="hold"/>
                                        <p:tgtEl>
                                          <p:spTgt spid="40"/>
                                        </p:tgtEl>
                                        <p:attrNameLst>
                                          <p:attrName>ppt_h</p:attrName>
                                        </p:attrNameLst>
                                      </p:cBhvr>
                                      <p:tavLst>
                                        <p:tav tm="0">
                                          <p:val>
                                            <p:fltVal val="0"/>
                                          </p:val>
                                        </p:tav>
                                        <p:tav tm="100000">
                                          <p:val>
                                            <p:strVal val="#ppt_h"/>
                                          </p:val>
                                        </p:tav>
                                      </p:tavLst>
                                    </p:anim>
                                    <p:animEffect transition="in" filter="fade">
                                      <p:cBhvr>
                                        <p:cTn id="110" dur="250"/>
                                        <p:tgtEl>
                                          <p:spTgt spid="40"/>
                                        </p:tgtEl>
                                      </p:cBhvr>
                                    </p:animEffect>
                                  </p:childTnLst>
                                </p:cTn>
                              </p:par>
                            </p:childTnLst>
                          </p:cTn>
                        </p:par>
                        <p:par>
                          <p:cTn id="111" fill="hold">
                            <p:stCondLst>
                              <p:cond delay="11650"/>
                            </p:stCondLst>
                            <p:childTnLst>
                              <p:par>
                                <p:cTn id="112" presetID="53" presetClass="entr" presetSubtype="16" fill="hold" grpId="0" nodeType="afterEffect">
                                  <p:stCondLst>
                                    <p:cond delay="0"/>
                                  </p:stCondLst>
                                  <p:iterate type="lt">
                                    <p:tmPct val="10000"/>
                                  </p:iterate>
                                  <p:childTnLst>
                                    <p:set>
                                      <p:cBhvr>
                                        <p:cTn id="113" dur="1" fill="hold">
                                          <p:stCondLst>
                                            <p:cond delay="0"/>
                                          </p:stCondLst>
                                        </p:cTn>
                                        <p:tgtEl>
                                          <p:spTgt spid="47"/>
                                        </p:tgtEl>
                                        <p:attrNameLst>
                                          <p:attrName>style.visibility</p:attrName>
                                        </p:attrNameLst>
                                      </p:cBhvr>
                                      <p:to>
                                        <p:strVal val="visible"/>
                                      </p:to>
                                    </p:set>
                                    <p:anim calcmode="lin" valueType="num">
                                      <p:cBhvr>
                                        <p:cTn id="114" dur="250" fill="hold"/>
                                        <p:tgtEl>
                                          <p:spTgt spid="47"/>
                                        </p:tgtEl>
                                        <p:attrNameLst>
                                          <p:attrName>ppt_w</p:attrName>
                                        </p:attrNameLst>
                                      </p:cBhvr>
                                      <p:tavLst>
                                        <p:tav tm="0">
                                          <p:val>
                                            <p:fltVal val="0"/>
                                          </p:val>
                                        </p:tav>
                                        <p:tav tm="100000">
                                          <p:val>
                                            <p:strVal val="#ppt_w"/>
                                          </p:val>
                                        </p:tav>
                                      </p:tavLst>
                                    </p:anim>
                                    <p:anim calcmode="lin" valueType="num">
                                      <p:cBhvr>
                                        <p:cTn id="115" dur="250" fill="hold"/>
                                        <p:tgtEl>
                                          <p:spTgt spid="47"/>
                                        </p:tgtEl>
                                        <p:attrNameLst>
                                          <p:attrName>ppt_h</p:attrName>
                                        </p:attrNameLst>
                                      </p:cBhvr>
                                      <p:tavLst>
                                        <p:tav tm="0">
                                          <p:val>
                                            <p:fltVal val="0"/>
                                          </p:val>
                                        </p:tav>
                                        <p:tav tm="100000">
                                          <p:val>
                                            <p:strVal val="#ppt_h"/>
                                          </p:val>
                                        </p:tav>
                                      </p:tavLst>
                                    </p:anim>
                                    <p:animEffect transition="in" filter="fade">
                                      <p:cBhvr>
                                        <p:cTn id="116" dur="2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8" grpId="1"/>
      <p:bldP spid="34" grpId="0"/>
      <p:bldP spid="35" grpId="0"/>
      <p:bldP spid="36" grpId="0"/>
      <p:bldP spid="37" grpId="0"/>
      <p:bldP spid="38" grpId="0"/>
      <p:bldP spid="39" grpId="0"/>
      <p:bldP spid="40" grpId="0"/>
      <p:bldP spid="41" grpId="0"/>
      <p:bldP spid="42" grpId="0" animBg="1"/>
      <p:bldP spid="43" grpId="0" animBg="1"/>
      <p:bldP spid="44" grpId="0" animBg="1"/>
      <p:bldP spid="45" grpId="0" animBg="1"/>
      <p:bldP spid="46" grpId="0" animBg="1"/>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组合 60"/>
          <p:cNvGrpSpPr/>
          <p:nvPr/>
        </p:nvGrpSpPr>
        <p:grpSpPr>
          <a:xfrm>
            <a:off x="450633" y="228814"/>
            <a:ext cx="720000" cy="720000"/>
            <a:chOff x="450633" y="228814"/>
            <a:chExt cx="720000" cy="720000"/>
          </a:xfrm>
        </p:grpSpPr>
        <p:sp>
          <p:nvSpPr>
            <p:cNvPr id="62" name="椭圆 61"/>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3"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64" name="文本框 63"/>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工作达标情况</a:t>
            </a:r>
          </a:p>
        </p:txBody>
      </p:sp>
      <p:cxnSp>
        <p:nvCxnSpPr>
          <p:cNvPr id="65" name="直接连接符 64"/>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grpSp>
        <p:nvGrpSpPr>
          <p:cNvPr id="66" name="Group 4"/>
          <p:cNvGrpSpPr>
            <a:grpSpLocks noChangeAspect="1"/>
          </p:cNvGrpSpPr>
          <p:nvPr/>
        </p:nvGrpSpPr>
        <p:grpSpPr bwMode="auto">
          <a:xfrm>
            <a:off x="1438180" y="4134740"/>
            <a:ext cx="2132673" cy="1207034"/>
            <a:chOff x="2814" y="1405"/>
            <a:chExt cx="2052" cy="1510"/>
          </a:xfrm>
          <a:effectLst/>
        </p:grpSpPr>
        <p:sp>
          <p:nvSpPr>
            <p:cNvPr id="67" name="Freeform 5"/>
            <p:cNvSpPr>
              <a:spLocks noChangeAspect="1"/>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rgbClr val="17406D">
                <a:alpha val="91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68" name="Freeform 6"/>
            <p:cNvSpPr>
              <a:spLocks noChangeAspect="1"/>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17406D">
                <a:lumMod val="50000"/>
                <a:alpha val="1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grpSp>
      <p:grpSp>
        <p:nvGrpSpPr>
          <p:cNvPr id="69" name="Group 4"/>
          <p:cNvGrpSpPr>
            <a:grpSpLocks noChangeAspect="1"/>
          </p:cNvGrpSpPr>
          <p:nvPr/>
        </p:nvGrpSpPr>
        <p:grpSpPr bwMode="auto">
          <a:xfrm>
            <a:off x="2874774" y="3772000"/>
            <a:ext cx="2132673" cy="1569774"/>
            <a:chOff x="2814" y="1405"/>
            <a:chExt cx="2052" cy="1510"/>
          </a:xfrm>
          <a:effectLst/>
        </p:grpSpPr>
        <p:sp>
          <p:nvSpPr>
            <p:cNvPr id="70" name="Freeform 5"/>
            <p:cNvSpPr>
              <a:spLocks noChangeAspect="1"/>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rgbClr val="C00000">
                <a:alpha val="91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71" name="Freeform 6"/>
            <p:cNvSpPr>
              <a:spLocks noChangeAspect="1"/>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C00000">
                <a:lumMod val="50000"/>
                <a:alpha val="1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grpSp>
      <p:grpSp>
        <p:nvGrpSpPr>
          <p:cNvPr id="72" name="Group 4"/>
          <p:cNvGrpSpPr>
            <a:grpSpLocks noChangeAspect="1"/>
          </p:cNvGrpSpPr>
          <p:nvPr/>
        </p:nvGrpSpPr>
        <p:grpSpPr bwMode="auto">
          <a:xfrm>
            <a:off x="4311368" y="3070579"/>
            <a:ext cx="2132673" cy="2271195"/>
            <a:chOff x="2814" y="1405"/>
            <a:chExt cx="2052" cy="1510"/>
          </a:xfrm>
          <a:effectLst/>
        </p:grpSpPr>
        <p:sp>
          <p:nvSpPr>
            <p:cNvPr id="73" name="Freeform 5"/>
            <p:cNvSpPr>
              <a:spLocks noChangeAspect="1"/>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rgbClr val="17406D">
                <a:alpha val="91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74" name="Freeform 6"/>
            <p:cNvSpPr>
              <a:spLocks noChangeAspect="1"/>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17406D">
                <a:lumMod val="50000"/>
                <a:alpha val="1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grpSp>
      <p:grpSp>
        <p:nvGrpSpPr>
          <p:cNvPr id="75" name="Group 4"/>
          <p:cNvGrpSpPr>
            <a:grpSpLocks noChangeAspect="1"/>
          </p:cNvGrpSpPr>
          <p:nvPr/>
        </p:nvGrpSpPr>
        <p:grpSpPr bwMode="auto">
          <a:xfrm>
            <a:off x="5747960" y="4257511"/>
            <a:ext cx="2132673" cy="1084263"/>
            <a:chOff x="2814" y="1405"/>
            <a:chExt cx="2052" cy="1510"/>
          </a:xfrm>
          <a:effectLst/>
        </p:grpSpPr>
        <p:sp>
          <p:nvSpPr>
            <p:cNvPr id="76" name="Freeform 5"/>
            <p:cNvSpPr>
              <a:spLocks noChangeAspect="1"/>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rgbClr val="C00000">
                <a:alpha val="91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77" name="Freeform 6"/>
            <p:cNvSpPr>
              <a:spLocks noChangeAspect="1"/>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C00000">
                <a:lumMod val="50000"/>
                <a:alpha val="1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grpSp>
      <p:grpSp>
        <p:nvGrpSpPr>
          <p:cNvPr id="78" name="Group 4"/>
          <p:cNvGrpSpPr>
            <a:grpSpLocks noChangeAspect="1"/>
          </p:cNvGrpSpPr>
          <p:nvPr/>
        </p:nvGrpSpPr>
        <p:grpSpPr bwMode="auto">
          <a:xfrm>
            <a:off x="7184555" y="2714462"/>
            <a:ext cx="2132673" cy="2627313"/>
            <a:chOff x="2814" y="1405"/>
            <a:chExt cx="2052" cy="1510"/>
          </a:xfrm>
          <a:effectLst/>
        </p:grpSpPr>
        <p:sp>
          <p:nvSpPr>
            <p:cNvPr id="79" name="Freeform 5"/>
            <p:cNvSpPr>
              <a:spLocks noChangeAspect="1"/>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rgbClr val="17406D">
                <a:alpha val="91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80" name="Freeform 6"/>
            <p:cNvSpPr>
              <a:spLocks noChangeAspect="1"/>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17406D">
                <a:lumMod val="50000"/>
                <a:alpha val="1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grpSp>
      <p:grpSp>
        <p:nvGrpSpPr>
          <p:cNvPr id="81" name="Group 4"/>
          <p:cNvGrpSpPr>
            <a:grpSpLocks noChangeAspect="1"/>
          </p:cNvGrpSpPr>
          <p:nvPr/>
        </p:nvGrpSpPr>
        <p:grpSpPr bwMode="auto">
          <a:xfrm>
            <a:off x="8621147" y="3543136"/>
            <a:ext cx="2132673" cy="1798638"/>
            <a:chOff x="2814" y="1405"/>
            <a:chExt cx="2052" cy="1510"/>
          </a:xfrm>
          <a:effectLst/>
        </p:grpSpPr>
        <p:sp>
          <p:nvSpPr>
            <p:cNvPr id="82" name="Freeform 5"/>
            <p:cNvSpPr>
              <a:spLocks noChangeAspect="1"/>
            </p:cNvSpPr>
            <p:nvPr/>
          </p:nvSpPr>
          <p:spPr bwMode="auto">
            <a:xfrm>
              <a:off x="2814" y="1405"/>
              <a:ext cx="2052" cy="1510"/>
            </a:xfrm>
            <a:custGeom>
              <a:avLst/>
              <a:gdLst>
                <a:gd name="T0" fmla="*/ 433 w 866"/>
                <a:gd name="T1" fmla="*/ 0 h 636"/>
                <a:gd name="T2" fmla="*/ 0 w 866"/>
                <a:gd name="T3" fmla="*/ 636 h 636"/>
                <a:gd name="T4" fmla="*/ 433 w 866"/>
                <a:gd name="T5" fmla="*/ 636 h 636"/>
                <a:gd name="T6" fmla="*/ 866 w 866"/>
                <a:gd name="T7" fmla="*/ 636 h 636"/>
                <a:gd name="T8" fmla="*/ 433 w 866"/>
                <a:gd name="T9" fmla="*/ 0 h 636"/>
              </a:gdLst>
              <a:ahLst/>
              <a:cxnLst>
                <a:cxn ang="0">
                  <a:pos x="T0" y="T1"/>
                </a:cxn>
                <a:cxn ang="0">
                  <a:pos x="T2" y="T3"/>
                </a:cxn>
                <a:cxn ang="0">
                  <a:pos x="T4" y="T5"/>
                </a:cxn>
                <a:cxn ang="0">
                  <a:pos x="T6" y="T7"/>
                </a:cxn>
                <a:cxn ang="0">
                  <a:pos x="T8" y="T9"/>
                </a:cxn>
              </a:cxnLst>
              <a:rect l="0" t="0" r="r" b="b"/>
              <a:pathLst>
                <a:path w="866" h="636">
                  <a:moveTo>
                    <a:pt x="433" y="0"/>
                  </a:moveTo>
                  <a:cubicBezTo>
                    <a:pt x="235" y="0"/>
                    <a:pt x="229" y="546"/>
                    <a:pt x="0" y="636"/>
                  </a:cubicBezTo>
                  <a:cubicBezTo>
                    <a:pt x="433" y="636"/>
                    <a:pt x="433" y="636"/>
                    <a:pt x="433" y="636"/>
                  </a:cubicBezTo>
                  <a:cubicBezTo>
                    <a:pt x="866" y="636"/>
                    <a:pt x="866" y="636"/>
                    <a:pt x="866" y="636"/>
                  </a:cubicBezTo>
                  <a:cubicBezTo>
                    <a:pt x="637" y="546"/>
                    <a:pt x="631" y="0"/>
                    <a:pt x="433" y="0"/>
                  </a:cubicBezTo>
                  <a:close/>
                </a:path>
              </a:pathLst>
            </a:custGeom>
            <a:solidFill>
              <a:srgbClr val="C00000">
                <a:alpha val="91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83" name="Freeform 6"/>
            <p:cNvSpPr>
              <a:spLocks noChangeAspect="1"/>
            </p:cNvSpPr>
            <p:nvPr/>
          </p:nvSpPr>
          <p:spPr bwMode="auto">
            <a:xfrm>
              <a:off x="3840" y="1405"/>
              <a:ext cx="1026" cy="1510"/>
            </a:xfrm>
            <a:custGeom>
              <a:avLst/>
              <a:gdLst>
                <a:gd name="T0" fmla="*/ 433 w 433"/>
                <a:gd name="T1" fmla="*/ 636 h 636"/>
                <a:gd name="T2" fmla="*/ 0 w 433"/>
                <a:gd name="T3" fmla="*/ 0 h 636"/>
                <a:gd name="T4" fmla="*/ 0 w 433"/>
                <a:gd name="T5" fmla="*/ 636 h 636"/>
                <a:gd name="T6" fmla="*/ 433 w 433"/>
                <a:gd name="T7" fmla="*/ 636 h 636"/>
              </a:gdLst>
              <a:ahLst/>
              <a:cxnLst>
                <a:cxn ang="0">
                  <a:pos x="T0" y="T1"/>
                </a:cxn>
                <a:cxn ang="0">
                  <a:pos x="T2" y="T3"/>
                </a:cxn>
                <a:cxn ang="0">
                  <a:pos x="T4" y="T5"/>
                </a:cxn>
                <a:cxn ang="0">
                  <a:pos x="T6" y="T7"/>
                </a:cxn>
              </a:cxnLst>
              <a:rect l="0" t="0" r="r" b="b"/>
              <a:pathLst>
                <a:path w="433" h="636">
                  <a:moveTo>
                    <a:pt x="433" y="636"/>
                  </a:moveTo>
                  <a:cubicBezTo>
                    <a:pt x="204" y="546"/>
                    <a:pt x="198" y="0"/>
                    <a:pt x="0" y="0"/>
                  </a:cubicBezTo>
                  <a:cubicBezTo>
                    <a:pt x="0" y="636"/>
                    <a:pt x="0" y="636"/>
                    <a:pt x="0" y="636"/>
                  </a:cubicBezTo>
                  <a:lnTo>
                    <a:pt x="433" y="636"/>
                  </a:lnTo>
                  <a:close/>
                </a:path>
              </a:pathLst>
            </a:custGeom>
            <a:solidFill>
              <a:srgbClr val="C00000">
                <a:lumMod val="50000"/>
                <a:alpha val="1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grpSp>
      <p:cxnSp>
        <p:nvCxnSpPr>
          <p:cNvPr id="84" name="Straight Connector 125"/>
          <p:cNvCxnSpPr/>
          <p:nvPr/>
        </p:nvCxnSpPr>
        <p:spPr>
          <a:xfrm>
            <a:off x="2504516" y="2415372"/>
            <a:ext cx="0" cy="1719368"/>
          </a:xfrm>
          <a:prstGeom prst="line">
            <a:avLst/>
          </a:prstGeom>
          <a:noFill/>
          <a:ln w="12700" cap="flat" cmpd="sng" algn="ctr">
            <a:solidFill>
              <a:srgbClr val="17406D"/>
            </a:solidFill>
            <a:prstDash val="solid"/>
            <a:miter lim="800000"/>
            <a:headEnd type="oval"/>
            <a:tailEnd type="none"/>
          </a:ln>
          <a:effectLst/>
        </p:spPr>
      </p:cxnSp>
      <p:cxnSp>
        <p:nvCxnSpPr>
          <p:cNvPr id="85" name="Straight Connector 126"/>
          <p:cNvCxnSpPr/>
          <p:nvPr/>
        </p:nvCxnSpPr>
        <p:spPr>
          <a:xfrm flipH="1">
            <a:off x="3940153" y="2415372"/>
            <a:ext cx="1914" cy="1356628"/>
          </a:xfrm>
          <a:prstGeom prst="line">
            <a:avLst/>
          </a:prstGeom>
          <a:noFill/>
          <a:ln w="12700" cap="flat" cmpd="sng" algn="ctr">
            <a:solidFill>
              <a:srgbClr val="C00000"/>
            </a:solidFill>
            <a:prstDash val="solid"/>
            <a:miter lim="800000"/>
            <a:headEnd type="oval"/>
            <a:tailEnd type="none"/>
          </a:ln>
          <a:effectLst/>
        </p:spPr>
      </p:cxnSp>
      <p:cxnSp>
        <p:nvCxnSpPr>
          <p:cNvPr id="86" name="Straight Connector 127"/>
          <p:cNvCxnSpPr/>
          <p:nvPr/>
        </p:nvCxnSpPr>
        <p:spPr>
          <a:xfrm>
            <a:off x="5377704" y="2415372"/>
            <a:ext cx="0" cy="655206"/>
          </a:xfrm>
          <a:prstGeom prst="line">
            <a:avLst/>
          </a:prstGeom>
          <a:noFill/>
          <a:ln w="12700" cap="flat" cmpd="sng" algn="ctr">
            <a:solidFill>
              <a:srgbClr val="17406D"/>
            </a:solidFill>
            <a:prstDash val="solid"/>
            <a:miter lim="800000"/>
            <a:headEnd type="oval"/>
            <a:tailEnd type="none"/>
          </a:ln>
          <a:effectLst/>
        </p:spPr>
      </p:cxnSp>
      <p:cxnSp>
        <p:nvCxnSpPr>
          <p:cNvPr id="87" name="Straight Connector 129"/>
          <p:cNvCxnSpPr/>
          <p:nvPr/>
        </p:nvCxnSpPr>
        <p:spPr>
          <a:xfrm>
            <a:off x="6814296" y="2415372"/>
            <a:ext cx="0" cy="1842138"/>
          </a:xfrm>
          <a:prstGeom prst="line">
            <a:avLst/>
          </a:prstGeom>
          <a:noFill/>
          <a:ln w="12700" cap="flat" cmpd="sng" algn="ctr">
            <a:solidFill>
              <a:srgbClr val="C00000"/>
            </a:solidFill>
            <a:prstDash val="solid"/>
            <a:miter lim="800000"/>
            <a:headEnd type="oval"/>
            <a:tailEnd type="none"/>
          </a:ln>
          <a:effectLst/>
        </p:spPr>
      </p:cxnSp>
      <p:cxnSp>
        <p:nvCxnSpPr>
          <p:cNvPr id="88" name="Straight Connector 135"/>
          <p:cNvCxnSpPr/>
          <p:nvPr/>
        </p:nvCxnSpPr>
        <p:spPr>
          <a:xfrm>
            <a:off x="8250891" y="2415373"/>
            <a:ext cx="0" cy="327603"/>
          </a:xfrm>
          <a:prstGeom prst="line">
            <a:avLst/>
          </a:prstGeom>
          <a:noFill/>
          <a:ln w="12700" cap="flat" cmpd="sng" algn="ctr">
            <a:solidFill>
              <a:srgbClr val="17406D"/>
            </a:solidFill>
            <a:prstDash val="solid"/>
            <a:miter lim="800000"/>
            <a:headEnd type="oval"/>
            <a:tailEnd type="none"/>
          </a:ln>
          <a:effectLst/>
        </p:spPr>
      </p:cxnSp>
      <p:cxnSp>
        <p:nvCxnSpPr>
          <p:cNvPr id="89" name="Straight Connector 136"/>
          <p:cNvCxnSpPr/>
          <p:nvPr/>
        </p:nvCxnSpPr>
        <p:spPr>
          <a:xfrm flipH="1">
            <a:off x="9686526" y="2415372"/>
            <a:ext cx="1914" cy="1127764"/>
          </a:xfrm>
          <a:prstGeom prst="line">
            <a:avLst/>
          </a:prstGeom>
          <a:noFill/>
          <a:ln w="12700" cap="flat" cmpd="sng" algn="ctr">
            <a:solidFill>
              <a:srgbClr val="C00000"/>
            </a:solidFill>
            <a:prstDash val="solid"/>
            <a:miter lim="800000"/>
            <a:headEnd type="oval"/>
            <a:tailEnd type="none"/>
          </a:ln>
          <a:effectLst/>
        </p:spPr>
      </p:cxnSp>
      <p:sp>
        <p:nvSpPr>
          <p:cNvPr id="90" name="文本框 89"/>
          <p:cNvSpPr txBox="1">
            <a:spLocks/>
          </p:cNvSpPr>
          <p:nvPr/>
        </p:nvSpPr>
        <p:spPr>
          <a:xfrm>
            <a:off x="1874516" y="5711471"/>
            <a:ext cx="1260000"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在这里输入或复制文字内容</a:t>
            </a:r>
            <a:endParaRPr kumimoji="0" lang="zh-CN" altLang="en-US" sz="1200" b="0" i="0" u="none" strike="noStrike" kern="0" cap="none" spc="0" normalizeH="0" baseline="0" noProof="0" dirty="0">
              <a:ln>
                <a:noFill/>
              </a:ln>
              <a:solidFill>
                <a:srgbClr val="000000"/>
              </a:solidFill>
              <a:effectLst/>
              <a:uLnTx/>
              <a:uFillTx/>
            </a:endParaRPr>
          </a:p>
        </p:txBody>
      </p:sp>
      <p:sp>
        <p:nvSpPr>
          <p:cNvPr id="91" name="Rectangle 35"/>
          <p:cNvSpPr>
            <a:spLocks noChangeArrowheads="1"/>
          </p:cNvSpPr>
          <p:nvPr/>
        </p:nvSpPr>
        <p:spPr bwMode="auto">
          <a:xfrm>
            <a:off x="1964516" y="5474830"/>
            <a:ext cx="1080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600" b="1" dirty="0">
                <a:solidFill>
                  <a:srgbClr val="000000"/>
                </a:solidFill>
                <a:latin typeface="微软雅黑" panose="020B0503020204020204" pitchFamily="34" charset="-122"/>
                <a:ea typeface="微软雅黑" panose="020B0503020204020204" pitchFamily="34" charset="-122"/>
              </a:rPr>
              <a:t>项目类别</a:t>
            </a:r>
          </a:p>
        </p:txBody>
      </p:sp>
      <p:sp>
        <p:nvSpPr>
          <p:cNvPr id="92" name="文本框 91"/>
          <p:cNvSpPr txBox="1">
            <a:spLocks/>
          </p:cNvSpPr>
          <p:nvPr/>
        </p:nvSpPr>
        <p:spPr>
          <a:xfrm>
            <a:off x="3311110" y="5711471"/>
            <a:ext cx="1260000"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在这里输入或复制文字内容</a:t>
            </a:r>
            <a:endParaRPr kumimoji="0" lang="zh-CN" altLang="en-US" sz="1200" b="0" i="0" u="none" strike="noStrike" kern="0" cap="none" spc="0" normalizeH="0" baseline="0" noProof="0" dirty="0">
              <a:ln>
                <a:noFill/>
              </a:ln>
              <a:solidFill>
                <a:srgbClr val="000000"/>
              </a:solidFill>
              <a:effectLst/>
              <a:uLnTx/>
              <a:uFillTx/>
            </a:endParaRPr>
          </a:p>
        </p:txBody>
      </p:sp>
      <p:sp>
        <p:nvSpPr>
          <p:cNvPr id="93" name="Rectangle 35"/>
          <p:cNvSpPr>
            <a:spLocks noChangeArrowheads="1"/>
          </p:cNvSpPr>
          <p:nvPr/>
        </p:nvSpPr>
        <p:spPr bwMode="auto">
          <a:xfrm>
            <a:off x="3401110" y="5474830"/>
            <a:ext cx="1080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600" b="1" dirty="0">
                <a:solidFill>
                  <a:srgbClr val="000000"/>
                </a:solidFill>
                <a:latin typeface="微软雅黑" panose="020B0503020204020204" pitchFamily="34" charset="-122"/>
                <a:ea typeface="微软雅黑" panose="020B0503020204020204" pitchFamily="34" charset="-122"/>
              </a:rPr>
              <a:t>项目类别</a:t>
            </a:r>
          </a:p>
        </p:txBody>
      </p:sp>
      <p:sp>
        <p:nvSpPr>
          <p:cNvPr id="94" name="文本框 93"/>
          <p:cNvSpPr txBox="1">
            <a:spLocks/>
          </p:cNvSpPr>
          <p:nvPr/>
        </p:nvSpPr>
        <p:spPr>
          <a:xfrm>
            <a:off x="4747704" y="5711471"/>
            <a:ext cx="1260000"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在这里输入或复制文字内容</a:t>
            </a:r>
            <a:endParaRPr kumimoji="0" lang="zh-CN" altLang="en-US" sz="1200" b="0" i="0" u="none" strike="noStrike" kern="0" cap="none" spc="0" normalizeH="0" baseline="0" noProof="0" dirty="0">
              <a:ln>
                <a:noFill/>
              </a:ln>
              <a:solidFill>
                <a:srgbClr val="000000"/>
              </a:solidFill>
              <a:effectLst/>
              <a:uLnTx/>
              <a:uFillTx/>
            </a:endParaRPr>
          </a:p>
        </p:txBody>
      </p:sp>
      <p:sp>
        <p:nvSpPr>
          <p:cNvPr id="95" name="Rectangle 35"/>
          <p:cNvSpPr>
            <a:spLocks noChangeArrowheads="1"/>
          </p:cNvSpPr>
          <p:nvPr/>
        </p:nvSpPr>
        <p:spPr bwMode="auto">
          <a:xfrm>
            <a:off x="4837704" y="5474830"/>
            <a:ext cx="1080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600" b="1" dirty="0">
                <a:solidFill>
                  <a:srgbClr val="000000"/>
                </a:solidFill>
                <a:latin typeface="微软雅黑" panose="020B0503020204020204" pitchFamily="34" charset="-122"/>
                <a:ea typeface="微软雅黑" panose="020B0503020204020204" pitchFamily="34" charset="-122"/>
              </a:rPr>
              <a:t>项目类别</a:t>
            </a:r>
          </a:p>
        </p:txBody>
      </p:sp>
      <p:sp>
        <p:nvSpPr>
          <p:cNvPr id="96" name="文本框 95"/>
          <p:cNvSpPr txBox="1">
            <a:spLocks/>
          </p:cNvSpPr>
          <p:nvPr/>
        </p:nvSpPr>
        <p:spPr>
          <a:xfrm>
            <a:off x="6184296" y="5711471"/>
            <a:ext cx="1260000"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在这里输入或复制文字内容</a:t>
            </a:r>
            <a:endParaRPr kumimoji="0" lang="zh-CN" altLang="en-US" sz="1200" b="0" i="0" u="none" strike="noStrike" kern="0" cap="none" spc="0" normalizeH="0" baseline="0" noProof="0" dirty="0">
              <a:ln>
                <a:noFill/>
              </a:ln>
              <a:solidFill>
                <a:srgbClr val="000000"/>
              </a:solidFill>
              <a:effectLst/>
              <a:uLnTx/>
              <a:uFillTx/>
            </a:endParaRPr>
          </a:p>
        </p:txBody>
      </p:sp>
      <p:sp>
        <p:nvSpPr>
          <p:cNvPr id="97" name="Rectangle 35"/>
          <p:cNvSpPr>
            <a:spLocks noChangeArrowheads="1"/>
          </p:cNvSpPr>
          <p:nvPr/>
        </p:nvSpPr>
        <p:spPr bwMode="auto">
          <a:xfrm>
            <a:off x="6274296" y="5474830"/>
            <a:ext cx="1080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600" b="1" dirty="0">
                <a:solidFill>
                  <a:srgbClr val="000000"/>
                </a:solidFill>
                <a:latin typeface="微软雅黑" panose="020B0503020204020204" pitchFamily="34" charset="-122"/>
                <a:ea typeface="微软雅黑" panose="020B0503020204020204" pitchFamily="34" charset="-122"/>
              </a:rPr>
              <a:t>项目类别</a:t>
            </a:r>
          </a:p>
        </p:txBody>
      </p:sp>
      <p:sp>
        <p:nvSpPr>
          <p:cNvPr id="98" name="文本框 97"/>
          <p:cNvSpPr txBox="1">
            <a:spLocks/>
          </p:cNvSpPr>
          <p:nvPr/>
        </p:nvSpPr>
        <p:spPr>
          <a:xfrm>
            <a:off x="7620891" y="5711471"/>
            <a:ext cx="1260000"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在这里输入或复制文字内容</a:t>
            </a:r>
            <a:endParaRPr kumimoji="0" lang="zh-CN" altLang="en-US" sz="1200" b="0" i="0" u="none" strike="noStrike" kern="0" cap="none" spc="0" normalizeH="0" baseline="0" noProof="0" dirty="0">
              <a:ln>
                <a:noFill/>
              </a:ln>
              <a:solidFill>
                <a:srgbClr val="000000"/>
              </a:solidFill>
              <a:effectLst/>
              <a:uLnTx/>
              <a:uFillTx/>
            </a:endParaRPr>
          </a:p>
        </p:txBody>
      </p:sp>
      <p:sp>
        <p:nvSpPr>
          <p:cNvPr id="99" name="Rectangle 35"/>
          <p:cNvSpPr>
            <a:spLocks noChangeArrowheads="1"/>
          </p:cNvSpPr>
          <p:nvPr/>
        </p:nvSpPr>
        <p:spPr bwMode="auto">
          <a:xfrm>
            <a:off x="7710891" y="5474830"/>
            <a:ext cx="1080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600" b="1" dirty="0">
                <a:solidFill>
                  <a:srgbClr val="000000"/>
                </a:solidFill>
                <a:latin typeface="微软雅黑" panose="020B0503020204020204" pitchFamily="34" charset="-122"/>
                <a:ea typeface="微软雅黑" panose="020B0503020204020204" pitchFamily="34" charset="-122"/>
              </a:rPr>
              <a:t>项目类别</a:t>
            </a:r>
          </a:p>
        </p:txBody>
      </p:sp>
      <p:sp>
        <p:nvSpPr>
          <p:cNvPr id="100" name="文本框 99"/>
          <p:cNvSpPr txBox="1">
            <a:spLocks/>
          </p:cNvSpPr>
          <p:nvPr/>
        </p:nvSpPr>
        <p:spPr>
          <a:xfrm>
            <a:off x="9057483" y="5711471"/>
            <a:ext cx="1260000"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在这里输入或复制文字内容</a:t>
            </a:r>
            <a:endParaRPr kumimoji="0" lang="zh-CN" altLang="en-US" sz="1200" b="0" i="0" u="none" strike="noStrike" kern="0" cap="none" spc="0" normalizeH="0" baseline="0" noProof="0" dirty="0">
              <a:ln>
                <a:noFill/>
              </a:ln>
              <a:solidFill>
                <a:srgbClr val="000000"/>
              </a:solidFill>
              <a:effectLst/>
              <a:uLnTx/>
              <a:uFillTx/>
            </a:endParaRPr>
          </a:p>
        </p:txBody>
      </p:sp>
      <p:sp>
        <p:nvSpPr>
          <p:cNvPr id="101" name="Rectangle 35"/>
          <p:cNvSpPr>
            <a:spLocks noChangeArrowheads="1"/>
          </p:cNvSpPr>
          <p:nvPr/>
        </p:nvSpPr>
        <p:spPr bwMode="auto">
          <a:xfrm>
            <a:off x="9147483" y="5474830"/>
            <a:ext cx="1080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600" b="1" dirty="0">
                <a:solidFill>
                  <a:srgbClr val="000000"/>
                </a:solidFill>
                <a:latin typeface="微软雅黑" panose="020B0503020204020204" pitchFamily="34" charset="-122"/>
                <a:ea typeface="微软雅黑" panose="020B0503020204020204" pitchFamily="34" charset="-122"/>
              </a:rPr>
              <a:t>项目类别</a:t>
            </a:r>
          </a:p>
        </p:txBody>
      </p:sp>
      <p:grpSp>
        <p:nvGrpSpPr>
          <p:cNvPr id="102" name="组合 101"/>
          <p:cNvGrpSpPr>
            <a:grpSpLocks noChangeAspect="1"/>
          </p:cNvGrpSpPr>
          <p:nvPr/>
        </p:nvGrpSpPr>
        <p:grpSpPr>
          <a:xfrm>
            <a:off x="3608972" y="1542090"/>
            <a:ext cx="662361" cy="731520"/>
            <a:chOff x="3608972" y="1585632"/>
            <a:chExt cx="662361" cy="731520"/>
          </a:xfrm>
          <a:effectLst>
            <a:outerShdw blurRad="152400" dist="76200" dir="2700000" algn="tl" rotWithShape="0">
              <a:prstClr val="black">
                <a:alpha val="60000"/>
              </a:prstClr>
            </a:outerShdw>
          </a:effectLst>
        </p:grpSpPr>
        <p:sp>
          <p:nvSpPr>
            <p:cNvPr id="103" name="任意多边形 102"/>
            <p:cNvSpPr>
              <a:spLocks noChangeAspect="1" noChangeArrowheads="1"/>
            </p:cNvSpPr>
            <p:nvPr/>
          </p:nvSpPr>
          <p:spPr bwMode="auto">
            <a:xfrm>
              <a:off x="3638027" y="1585632"/>
              <a:ext cx="606166" cy="731520"/>
            </a:xfrm>
            <a:custGeom>
              <a:avLst/>
              <a:gdLst>
                <a:gd name="connsiteX0" fmla="*/ 303083 w 606166"/>
                <a:gd name="connsiteY0" fmla="*/ 0 h 731520"/>
                <a:gd name="connsiteX1" fmla="*/ 606166 w 606166"/>
                <a:gd name="connsiteY1" fmla="*/ 302645 h 731520"/>
                <a:gd name="connsiteX2" fmla="*/ 517395 w 606166"/>
                <a:gd name="connsiteY2" fmla="*/ 516647 h 731520"/>
                <a:gd name="connsiteX3" fmla="*/ 516553 w 606166"/>
                <a:gd name="connsiteY3" fmla="*/ 517341 h 731520"/>
                <a:gd name="connsiteX4" fmla="*/ 517205 w 606166"/>
                <a:gd name="connsiteY4" fmla="*/ 517341 h 731520"/>
                <a:gd name="connsiteX5" fmla="*/ 304117 w 606166"/>
                <a:gd name="connsiteY5" fmla="*/ 731520 h 731520"/>
                <a:gd name="connsiteX6" fmla="*/ 88959 w 606166"/>
                <a:gd name="connsiteY6" fmla="*/ 517341 h 731520"/>
                <a:gd name="connsiteX7" fmla="*/ 89613 w 606166"/>
                <a:gd name="connsiteY7" fmla="*/ 517341 h 731520"/>
                <a:gd name="connsiteX8" fmla="*/ 88771 w 606166"/>
                <a:gd name="connsiteY8" fmla="*/ 516647 h 731520"/>
                <a:gd name="connsiteX9" fmla="*/ 0 w 606166"/>
                <a:gd name="connsiteY9" fmla="*/ 302645 h 731520"/>
                <a:gd name="connsiteX10" fmla="*/ 303083 w 606166"/>
                <a:gd name="connsiteY10" fmla="*/ 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6166" h="731520">
                  <a:moveTo>
                    <a:pt x="303083" y="0"/>
                  </a:moveTo>
                  <a:cubicBezTo>
                    <a:pt x="470471" y="0"/>
                    <a:pt x="606166" y="135499"/>
                    <a:pt x="606166" y="302645"/>
                  </a:cubicBezTo>
                  <a:cubicBezTo>
                    <a:pt x="606166" y="386218"/>
                    <a:pt x="572242" y="461879"/>
                    <a:pt x="517395" y="516647"/>
                  </a:cubicBezTo>
                  <a:lnTo>
                    <a:pt x="516553" y="517341"/>
                  </a:lnTo>
                  <a:lnTo>
                    <a:pt x="517205" y="517341"/>
                  </a:lnTo>
                  <a:lnTo>
                    <a:pt x="304117" y="731520"/>
                  </a:lnTo>
                  <a:lnTo>
                    <a:pt x="88959" y="517341"/>
                  </a:lnTo>
                  <a:lnTo>
                    <a:pt x="89613" y="517341"/>
                  </a:lnTo>
                  <a:lnTo>
                    <a:pt x="88771" y="516647"/>
                  </a:lnTo>
                  <a:cubicBezTo>
                    <a:pt x="33924" y="461879"/>
                    <a:pt x="0" y="386218"/>
                    <a:pt x="0" y="302645"/>
                  </a:cubicBezTo>
                  <a:cubicBezTo>
                    <a:pt x="0" y="135499"/>
                    <a:pt x="135695" y="0"/>
                    <a:pt x="303083" y="0"/>
                  </a:cubicBezTo>
                  <a:close/>
                </a:path>
              </a:pathLst>
            </a:cu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sp>
          <p:nvSpPr>
            <p:cNvPr id="104" name="文本框 103"/>
            <p:cNvSpPr txBox="1"/>
            <p:nvPr/>
          </p:nvSpPr>
          <p:spPr>
            <a:xfrm>
              <a:off x="3608972" y="1736860"/>
              <a:ext cx="662361" cy="307777"/>
            </a:xfrm>
            <a:prstGeom prst="rect">
              <a:avLst/>
            </a:prstGeom>
            <a:noFill/>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100%</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105" name="组合 104"/>
          <p:cNvGrpSpPr>
            <a:grpSpLocks noChangeAspect="1"/>
          </p:cNvGrpSpPr>
          <p:nvPr/>
        </p:nvGrpSpPr>
        <p:grpSpPr>
          <a:xfrm>
            <a:off x="2201434" y="1542091"/>
            <a:ext cx="606166" cy="731520"/>
            <a:chOff x="2201434" y="1585633"/>
            <a:chExt cx="606166" cy="731520"/>
          </a:xfrm>
          <a:effectLst>
            <a:outerShdw blurRad="152400" dist="76200" dir="2700000" algn="tl" rotWithShape="0">
              <a:prstClr val="black">
                <a:alpha val="60000"/>
              </a:prstClr>
            </a:outerShdw>
          </a:effectLst>
        </p:grpSpPr>
        <p:sp>
          <p:nvSpPr>
            <p:cNvPr id="106" name="任意多边形 105"/>
            <p:cNvSpPr>
              <a:spLocks noChangeAspect="1"/>
            </p:cNvSpPr>
            <p:nvPr/>
          </p:nvSpPr>
          <p:spPr bwMode="auto">
            <a:xfrm rot="10800000">
              <a:off x="2201434" y="1585633"/>
              <a:ext cx="606166" cy="731520"/>
            </a:xfrm>
            <a:custGeom>
              <a:avLst/>
              <a:gdLst>
                <a:gd name="connsiteX0" fmla="*/ 303083 w 606166"/>
                <a:gd name="connsiteY0" fmla="*/ 731520 h 731520"/>
                <a:gd name="connsiteX1" fmla="*/ 0 w 606166"/>
                <a:gd name="connsiteY1" fmla="*/ 428875 h 731520"/>
                <a:gd name="connsiteX2" fmla="*/ 88771 w 606166"/>
                <a:gd name="connsiteY2" fmla="*/ 214873 h 731520"/>
                <a:gd name="connsiteX3" fmla="*/ 89613 w 606166"/>
                <a:gd name="connsiteY3" fmla="*/ 214179 h 731520"/>
                <a:gd name="connsiteX4" fmla="*/ 88961 w 606166"/>
                <a:gd name="connsiteY4" fmla="*/ 214179 h 731520"/>
                <a:gd name="connsiteX5" fmla="*/ 302050 w 606166"/>
                <a:gd name="connsiteY5" fmla="*/ 0 h 731520"/>
                <a:gd name="connsiteX6" fmla="*/ 517207 w 606166"/>
                <a:gd name="connsiteY6" fmla="*/ 214179 h 731520"/>
                <a:gd name="connsiteX7" fmla="*/ 516553 w 606166"/>
                <a:gd name="connsiteY7" fmla="*/ 214179 h 731520"/>
                <a:gd name="connsiteX8" fmla="*/ 517395 w 606166"/>
                <a:gd name="connsiteY8" fmla="*/ 214873 h 731520"/>
                <a:gd name="connsiteX9" fmla="*/ 606166 w 606166"/>
                <a:gd name="connsiteY9" fmla="*/ 428875 h 731520"/>
                <a:gd name="connsiteX10" fmla="*/ 303083 w 606166"/>
                <a:gd name="connsiteY10"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6166" h="731520">
                  <a:moveTo>
                    <a:pt x="303083" y="731520"/>
                  </a:moveTo>
                  <a:cubicBezTo>
                    <a:pt x="135695" y="731520"/>
                    <a:pt x="0" y="596021"/>
                    <a:pt x="0" y="428875"/>
                  </a:cubicBezTo>
                  <a:cubicBezTo>
                    <a:pt x="0" y="345302"/>
                    <a:pt x="33924" y="269641"/>
                    <a:pt x="88771" y="214873"/>
                  </a:cubicBezTo>
                  <a:lnTo>
                    <a:pt x="89613" y="214179"/>
                  </a:lnTo>
                  <a:lnTo>
                    <a:pt x="88961" y="214179"/>
                  </a:lnTo>
                  <a:lnTo>
                    <a:pt x="302050" y="0"/>
                  </a:lnTo>
                  <a:lnTo>
                    <a:pt x="517207" y="214179"/>
                  </a:lnTo>
                  <a:lnTo>
                    <a:pt x="516553" y="214179"/>
                  </a:lnTo>
                  <a:lnTo>
                    <a:pt x="517395" y="214873"/>
                  </a:lnTo>
                  <a:cubicBezTo>
                    <a:pt x="572242" y="269641"/>
                    <a:pt x="606166" y="345302"/>
                    <a:pt x="606166" y="428875"/>
                  </a:cubicBezTo>
                  <a:cubicBezTo>
                    <a:pt x="606166" y="596021"/>
                    <a:pt x="470471" y="731520"/>
                    <a:pt x="303083" y="731520"/>
                  </a:cubicBezTo>
                  <a:close/>
                </a:path>
              </a:pathLst>
            </a:custGeom>
            <a:solidFill>
              <a:srgbClr val="17406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107" name="文本框 106"/>
            <p:cNvSpPr txBox="1"/>
            <p:nvPr/>
          </p:nvSpPr>
          <p:spPr>
            <a:xfrm>
              <a:off x="2226235" y="1736860"/>
              <a:ext cx="556563" cy="307777"/>
            </a:xfrm>
            <a:prstGeom prst="rect">
              <a:avLst/>
            </a:prstGeom>
            <a:noFill/>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88%</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108" name="组合 107"/>
          <p:cNvGrpSpPr>
            <a:grpSpLocks noChangeAspect="1"/>
          </p:cNvGrpSpPr>
          <p:nvPr/>
        </p:nvGrpSpPr>
        <p:grpSpPr>
          <a:xfrm>
            <a:off x="5046522" y="1553134"/>
            <a:ext cx="662362" cy="731520"/>
            <a:chOff x="5046522" y="1596676"/>
            <a:chExt cx="662362" cy="731520"/>
          </a:xfrm>
          <a:effectLst>
            <a:outerShdw blurRad="152400" dist="76200" dir="2700000" algn="tl" rotWithShape="0">
              <a:prstClr val="black">
                <a:alpha val="60000"/>
              </a:prstClr>
            </a:outerShdw>
          </a:effectLst>
        </p:grpSpPr>
        <p:sp>
          <p:nvSpPr>
            <p:cNvPr id="109" name="任意多边形 108"/>
            <p:cNvSpPr>
              <a:spLocks noChangeAspect="1"/>
            </p:cNvSpPr>
            <p:nvPr/>
          </p:nvSpPr>
          <p:spPr bwMode="auto">
            <a:xfrm rot="10800000">
              <a:off x="5074622" y="1596676"/>
              <a:ext cx="606166" cy="731520"/>
            </a:xfrm>
            <a:custGeom>
              <a:avLst/>
              <a:gdLst>
                <a:gd name="connsiteX0" fmla="*/ 303083 w 606166"/>
                <a:gd name="connsiteY0" fmla="*/ 731520 h 731520"/>
                <a:gd name="connsiteX1" fmla="*/ 0 w 606166"/>
                <a:gd name="connsiteY1" fmla="*/ 428875 h 731520"/>
                <a:gd name="connsiteX2" fmla="*/ 88771 w 606166"/>
                <a:gd name="connsiteY2" fmla="*/ 214873 h 731520"/>
                <a:gd name="connsiteX3" fmla="*/ 89613 w 606166"/>
                <a:gd name="connsiteY3" fmla="*/ 214179 h 731520"/>
                <a:gd name="connsiteX4" fmla="*/ 88961 w 606166"/>
                <a:gd name="connsiteY4" fmla="*/ 214179 h 731520"/>
                <a:gd name="connsiteX5" fmla="*/ 302050 w 606166"/>
                <a:gd name="connsiteY5" fmla="*/ 0 h 731520"/>
                <a:gd name="connsiteX6" fmla="*/ 517207 w 606166"/>
                <a:gd name="connsiteY6" fmla="*/ 214179 h 731520"/>
                <a:gd name="connsiteX7" fmla="*/ 516553 w 606166"/>
                <a:gd name="connsiteY7" fmla="*/ 214179 h 731520"/>
                <a:gd name="connsiteX8" fmla="*/ 517395 w 606166"/>
                <a:gd name="connsiteY8" fmla="*/ 214873 h 731520"/>
                <a:gd name="connsiteX9" fmla="*/ 606166 w 606166"/>
                <a:gd name="connsiteY9" fmla="*/ 428875 h 731520"/>
                <a:gd name="connsiteX10" fmla="*/ 303083 w 606166"/>
                <a:gd name="connsiteY10"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6166" h="731520">
                  <a:moveTo>
                    <a:pt x="303083" y="731520"/>
                  </a:moveTo>
                  <a:cubicBezTo>
                    <a:pt x="135695" y="731520"/>
                    <a:pt x="0" y="596021"/>
                    <a:pt x="0" y="428875"/>
                  </a:cubicBezTo>
                  <a:cubicBezTo>
                    <a:pt x="0" y="345302"/>
                    <a:pt x="33923" y="269641"/>
                    <a:pt x="88771" y="214873"/>
                  </a:cubicBezTo>
                  <a:lnTo>
                    <a:pt x="89613" y="214179"/>
                  </a:lnTo>
                  <a:lnTo>
                    <a:pt x="88961" y="214179"/>
                  </a:lnTo>
                  <a:lnTo>
                    <a:pt x="302050" y="0"/>
                  </a:lnTo>
                  <a:lnTo>
                    <a:pt x="517207" y="214179"/>
                  </a:lnTo>
                  <a:lnTo>
                    <a:pt x="516553" y="214179"/>
                  </a:lnTo>
                  <a:lnTo>
                    <a:pt x="517395" y="214873"/>
                  </a:lnTo>
                  <a:cubicBezTo>
                    <a:pt x="572242" y="269641"/>
                    <a:pt x="606166" y="345302"/>
                    <a:pt x="606166" y="428875"/>
                  </a:cubicBezTo>
                  <a:cubicBezTo>
                    <a:pt x="606166" y="596021"/>
                    <a:pt x="470471" y="731520"/>
                    <a:pt x="303083" y="731520"/>
                  </a:cubicBezTo>
                  <a:close/>
                </a:path>
              </a:pathLst>
            </a:custGeom>
            <a:solidFill>
              <a:srgbClr val="17406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110" name="文本框 109"/>
            <p:cNvSpPr txBox="1"/>
            <p:nvPr/>
          </p:nvSpPr>
          <p:spPr>
            <a:xfrm>
              <a:off x="5046522" y="1736860"/>
              <a:ext cx="662362" cy="307777"/>
            </a:xfrm>
            <a:prstGeom prst="rect">
              <a:avLst/>
            </a:prstGeom>
            <a:noFill/>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123%</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111" name="组合 110"/>
          <p:cNvGrpSpPr>
            <a:grpSpLocks noChangeAspect="1"/>
          </p:cNvGrpSpPr>
          <p:nvPr/>
        </p:nvGrpSpPr>
        <p:grpSpPr>
          <a:xfrm>
            <a:off x="6511214" y="1542289"/>
            <a:ext cx="606166" cy="731520"/>
            <a:chOff x="6511214" y="1585831"/>
            <a:chExt cx="606166" cy="731520"/>
          </a:xfrm>
          <a:effectLst>
            <a:outerShdw blurRad="152400" dist="76200" dir="2700000" algn="tl" rotWithShape="0">
              <a:prstClr val="black">
                <a:alpha val="60000"/>
              </a:prstClr>
            </a:outerShdw>
          </a:effectLst>
        </p:grpSpPr>
        <p:sp>
          <p:nvSpPr>
            <p:cNvPr id="112" name="任意多边形 111"/>
            <p:cNvSpPr>
              <a:spLocks noChangeAspect="1"/>
            </p:cNvSpPr>
            <p:nvPr/>
          </p:nvSpPr>
          <p:spPr bwMode="auto">
            <a:xfrm rot="10800000">
              <a:off x="6511214" y="1585831"/>
              <a:ext cx="606166" cy="731520"/>
            </a:xfrm>
            <a:custGeom>
              <a:avLst/>
              <a:gdLst>
                <a:gd name="connsiteX0" fmla="*/ 303083 w 606166"/>
                <a:gd name="connsiteY0" fmla="*/ 731520 h 731520"/>
                <a:gd name="connsiteX1" fmla="*/ 0 w 606166"/>
                <a:gd name="connsiteY1" fmla="*/ 428875 h 731520"/>
                <a:gd name="connsiteX2" fmla="*/ 88771 w 606166"/>
                <a:gd name="connsiteY2" fmla="*/ 214873 h 731520"/>
                <a:gd name="connsiteX3" fmla="*/ 89613 w 606166"/>
                <a:gd name="connsiteY3" fmla="*/ 214179 h 731520"/>
                <a:gd name="connsiteX4" fmla="*/ 88961 w 606166"/>
                <a:gd name="connsiteY4" fmla="*/ 214179 h 731520"/>
                <a:gd name="connsiteX5" fmla="*/ 302050 w 606166"/>
                <a:gd name="connsiteY5" fmla="*/ 0 h 731520"/>
                <a:gd name="connsiteX6" fmla="*/ 517207 w 606166"/>
                <a:gd name="connsiteY6" fmla="*/ 214179 h 731520"/>
                <a:gd name="connsiteX7" fmla="*/ 516553 w 606166"/>
                <a:gd name="connsiteY7" fmla="*/ 214179 h 731520"/>
                <a:gd name="connsiteX8" fmla="*/ 517395 w 606166"/>
                <a:gd name="connsiteY8" fmla="*/ 214873 h 731520"/>
                <a:gd name="connsiteX9" fmla="*/ 606166 w 606166"/>
                <a:gd name="connsiteY9" fmla="*/ 428875 h 731520"/>
                <a:gd name="connsiteX10" fmla="*/ 303083 w 606166"/>
                <a:gd name="connsiteY10"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6166" h="731520">
                  <a:moveTo>
                    <a:pt x="303083" y="731520"/>
                  </a:moveTo>
                  <a:cubicBezTo>
                    <a:pt x="135695" y="731520"/>
                    <a:pt x="0" y="596021"/>
                    <a:pt x="0" y="428875"/>
                  </a:cubicBezTo>
                  <a:cubicBezTo>
                    <a:pt x="0" y="345302"/>
                    <a:pt x="33924" y="269641"/>
                    <a:pt x="88771" y="214873"/>
                  </a:cubicBezTo>
                  <a:lnTo>
                    <a:pt x="89613" y="214179"/>
                  </a:lnTo>
                  <a:lnTo>
                    <a:pt x="88961" y="214179"/>
                  </a:lnTo>
                  <a:lnTo>
                    <a:pt x="302050" y="0"/>
                  </a:lnTo>
                  <a:lnTo>
                    <a:pt x="517207" y="214179"/>
                  </a:lnTo>
                  <a:lnTo>
                    <a:pt x="516553" y="214179"/>
                  </a:lnTo>
                  <a:lnTo>
                    <a:pt x="517395" y="214873"/>
                  </a:lnTo>
                  <a:cubicBezTo>
                    <a:pt x="572242" y="269641"/>
                    <a:pt x="606166" y="345302"/>
                    <a:pt x="606166" y="428875"/>
                  </a:cubicBezTo>
                  <a:cubicBezTo>
                    <a:pt x="606166" y="596021"/>
                    <a:pt x="470471" y="731520"/>
                    <a:pt x="303083" y="731520"/>
                  </a:cubicBezTo>
                  <a:close/>
                </a:path>
              </a:pathLst>
            </a:cu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113" name="文本框 112"/>
            <p:cNvSpPr txBox="1"/>
            <p:nvPr/>
          </p:nvSpPr>
          <p:spPr>
            <a:xfrm>
              <a:off x="6536015" y="1736860"/>
              <a:ext cx="556563" cy="307777"/>
            </a:xfrm>
            <a:prstGeom prst="rect">
              <a:avLst/>
            </a:prstGeom>
            <a:noFill/>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77%</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114" name="组合 113"/>
          <p:cNvGrpSpPr>
            <a:grpSpLocks noChangeAspect="1"/>
          </p:cNvGrpSpPr>
          <p:nvPr/>
        </p:nvGrpSpPr>
        <p:grpSpPr>
          <a:xfrm>
            <a:off x="7919710" y="1542091"/>
            <a:ext cx="662362" cy="731520"/>
            <a:chOff x="7919710" y="1585633"/>
            <a:chExt cx="662362" cy="731520"/>
          </a:xfrm>
          <a:effectLst>
            <a:outerShdw blurRad="152400" dist="76200" dir="2700000" algn="tl" rotWithShape="0">
              <a:prstClr val="black">
                <a:alpha val="60000"/>
              </a:prstClr>
            </a:outerShdw>
          </a:effectLst>
        </p:grpSpPr>
        <p:sp>
          <p:nvSpPr>
            <p:cNvPr id="115" name="任意多边形 114"/>
            <p:cNvSpPr>
              <a:spLocks noChangeAspect="1"/>
            </p:cNvSpPr>
            <p:nvPr/>
          </p:nvSpPr>
          <p:spPr bwMode="auto">
            <a:xfrm rot="10800000">
              <a:off x="7947809" y="1585633"/>
              <a:ext cx="606166" cy="731520"/>
            </a:xfrm>
            <a:custGeom>
              <a:avLst/>
              <a:gdLst>
                <a:gd name="connsiteX0" fmla="*/ 303083 w 606166"/>
                <a:gd name="connsiteY0" fmla="*/ 731520 h 731520"/>
                <a:gd name="connsiteX1" fmla="*/ 0 w 606166"/>
                <a:gd name="connsiteY1" fmla="*/ 428875 h 731520"/>
                <a:gd name="connsiteX2" fmla="*/ 88771 w 606166"/>
                <a:gd name="connsiteY2" fmla="*/ 214873 h 731520"/>
                <a:gd name="connsiteX3" fmla="*/ 89613 w 606166"/>
                <a:gd name="connsiteY3" fmla="*/ 214179 h 731520"/>
                <a:gd name="connsiteX4" fmla="*/ 88961 w 606166"/>
                <a:gd name="connsiteY4" fmla="*/ 214179 h 731520"/>
                <a:gd name="connsiteX5" fmla="*/ 302050 w 606166"/>
                <a:gd name="connsiteY5" fmla="*/ 0 h 731520"/>
                <a:gd name="connsiteX6" fmla="*/ 517207 w 606166"/>
                <a:gd name="connsiteY6" fmla="*/ 214179 h 731520"/>
                <a:gd name="connsiteX7" fmla="*/ 516553 w 606166"/>
                <a:gd name="connsiteY7" fmla="*/ 214179 h 731520"/>
                <a:gd name="connsiteX8" fmla="*/ 517395 w 606166"/>
                <a:gd name="connsiteY8" fmla="*/ 214873 h 731520"/>
                <a:gd name="connsiteX9" fmla="*/ 606166 w 606166"/>
                <a:gd name="connsiteY9" fmla="*/ 428875 h 731520"/>
                <a:gd name="connsiteX10" fmla="*/ 303083 w 606166"/>
                <a:gd name="connsiteY10"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6166" h="731520">
                  <a:moveTo>
                    <a:pt x="303083" y="731520"/>
                  </a:moveTo>
                  <a:cubicBezTo>
                    <a:pt x="135695" y="731520"/>
                    <a:pt x="0" y="596021"/>
                    <a:pt x="0" y="428875"/>
                  </a:cubicBezTo>
                  <a:cubicBezTo>
                    <a:pt x="0" y="345302"/>
                    <a:pt x="33924" y="269641"/>
                    <a:pt x="88771" y="214873"/>
                  </a:cubicBezTo>
                  <a:lnTo>
                    <a:pt x="89613" y="214179"/>
                  </a:lnTo>
                  <a:lnTo>
                    <a:pt x="88961" y="214179"/>
                  </a:lnTo>
                  <a:lnTo>
                    <a:pt x="302050" y="0"/>
                  </a:lnTo>
                  <a:lnTo>
                    <a:pt x="517207" y="214179"/>
                  </a:lnTo>
                  <a:lnTo>
                    <a:pt x="516553" y="214179"/>
                  </a:lnTo>
                  <a:lnTo>
                    <a:pt x="517395" y="214873"/>
                  </a:lnTo>
                  <a:cubicBezTo>
                    <a:pt x="572242" y="269641"/>
                    <a:pt x="606166" y="345302"/>
                    <a:pt x="606166" y="428875"/>
                  </a:cubicBezTo>
                  <a:cubicBezTo>
                    <a:pt x="606166" y="596021"/>
                    <a:pt x="470471" y="731520"/>
                    <a:pt x="303083" y="731520"/>
                  </a:cubicBezTo>
                  <a:close/>
                </a:path>
              </a:pathLst>
            </a:custGeom>
            <a:solidFill>
              <a:srgbClr val="17406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116" name="文本框 115"/>
            <p:cNvSpPr txBox="1"/>
            <p:nvPr/>
          </p:nvSpPr>
          <p:spPr>
            <a:xfrm>
              <a:off x="7919710" y="1736860"/>
              <a:ext cx="662362" cy="307777"/>
            </a:xfrm>
            <a:prstGeom prst="rect">
              <a:avLst/>
            </a:prstGeom>
            <a:noFill/>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136%</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117" name="组合 116"/>
          <p:cNvGrpSpPr>
            <a:grpSpLocks noChangeAspect="1"/>
          </p:cNvGrpSpPr>
          <p:nvPr/>
        </p:nvGrpSpPr>
        <p:grpSpPr>
          <a:xfrm>
            <a:off x="9356304" y="1545731"/>
            <a:ext cx="662362" cy="731520"/>
            <a:chOff x="9356304" y="1589273"/>
            <a:chExt cx="662362" cy="731520"/>
          </a:xfrm>
          <a:effectLst>
            <a:outerShdw blurRad="152400" dist="76200" dir="2700000" algn="tl" rotWithShape="0">
              <a:prstClr val="black">
                <a:alpha val="60000"/>
              </a:prstClr>
            </a:outerShdw>
          </a:effectLst>
        </p:grpSpPr>
        <p:sp>
          <p:nvSpPr>
            <p:cNvPr id="118" name="任意多边形 117"/>
            <p:cNvSpPr>
              <a:spLocks noChangeAspect="1"/>
            </p:cNvSpPr>
            <p:nvPr/>
          </p:nvSpPr>
          <p:spPr bwMode="auto">
            <a:xfrm rot="10800000">
              <a:off x="9384401" y="1589273"/>
              <a:ext cx="606166" cy="731520"/>
            </a:xfrm>
            <a:custGeom>
              <a:avLst/>
              <a:gdLst>
                <a:gd name="connsiteX0" fmla="*/ 303083 w 606166"/>
                <a:gd name="connsiteY0" fmla="*/ 731520 h 731520"/>
                <a:gd name="connsiteX1" fmla="*/ 0 w 606166"/>
                <a:gd name="connsiteY1" fmla="*/ 428875 h 731520"/>
                <a:gd name="connsiteX2" fmla="*/ 88771 w 606166"/>
                <a:gd name="connsiteY2" fmla="*/ 214873 h 731520"/>
                <a:gd name="connsiteX3" fmla="*/ 89613 w 606166"/>
                <a:gd name="connsiteY3" fmla="*/ 214179 h 731520"/>
                <a:gd name="connsiteX4" fmla="*/ 88961 w 606166"/>
                <a:gd name="connsiteY4" fmla="*/ 214179 h 731520"/>
                <a:gd name="connsiteX5" fmla="*/ 302050 w 606166"/>
                <a:gd name="connsiteY5" fmla="*/ 0 h 731520"/>
                <a:gd name="connsiteX6" fmla="*/ 517207 w 606166"/>
                <a:gd name="connsiteY6" fmla="*/ 214179 h 731520"/>
                <a:gd name="connsiteX7" fmla="*/ 516553 w 606166"/>
                <a:gd name="connsiteY7" fmla="*/ 214179 h 731520"/>
                <a:gd name="connsiteX8" fmla="*/ 517395 w 606166"/>
                <a:gd name="connsiteY8" fmla="*/ 214873 h 731520"/>
                <a:gd name="connsiteX9" fmla="*/ 606166 w 606166"/>
                <a:gd name="connsiteY9" fmla="*/ 428875 h 731520"/>
                <a:gd name="connsiteX10" fmla="*/ 303083 w 606166"/>
                <a:gd name="connsiteY10"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6166" h="731520">
                  <a:moveTo>
                    <a:pt x="303083" y="731520"/>
                  </a:moveTo>
                  <a:cubicBezTo>
                    <a:pt x="135695" y="731520"/>
                    <a:pt x="0" y="596021"/>
                    <a:pt x="0" y="428875"/>
                  </a:cubicBezTo>
                  <a:cubicBezTo>
                    <a:pt x="0" y="345302"/>
                    <a:pt x="33924" y="269641"/>
                    <a:pt x="88771" y="214873"/>
                  </a:cubicBezTo>
                  <a:lnTo>
                    <a:pt x="89613" y="214179"/>
                  </a:lnTo>
                  <a:lnTo>
                    <a:pt x="88961" y="214179"/>
                  </a:lnTo>
                  <a:lnTo>
                    <a:pt x="302050" y="0"/>
                  </a:lnTo>
                  <a:lnTo>
                    <a:pt x="517207" y="214179"/>
                  </a:lnTo>
                  <a:lnTo>
                    <a:pt x="516553" y="214179"/>
                  </a:lnTo>
                  <a:lnTo>
                    <a:pt x="517395" y="214873"/>
                  </a:lnTo>
                  <a:cubicBezTo>
                    <a:pt x="572242" y="269641"/>
                    <a:pt x="606166" y="345302"/>
                    <a:pt x="606166" y="428875"/>
                  </a:cubicBezTo>
                  <a:cubicBezTo>
                    <a:pt x="606166" y="596021"/>
                    <a:pt x="470471" y="731520"/>
                    <a:pt x="303083" y="731520"/>
                  </a:cubicBezTo>
                  <a:close/>
                </a:path>
              </a:pathLst>
            </a:cu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微软雅黑" pitchFamily="34" charset="-122"/>
                <a:ea typeface="微软雅黑" pitchFamily="34" charset="-122"/>
              </a:endParaRPr>
            </a:p>
          </p:txBody>
        </p:sp>
        <p:sp>
          <p:nvSpPr>
            <p:cNvPr id="119" name="文本框 118"/>
            <p:cNvSpPr txBox="1"/>
            <p:nvPr/>
          </p:nvSpPr>
          <p:spPr>
            <a:xfrm>
              <a:off x="9356304" y="1736860"/>
              <a:ext cx="662362" cy="307777"/>
            </a:xfrm>
            <a:prstGeom prst="rect">
              <a:avLst/>
            </a:prstGeom>
            <a:noFill/>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108%</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534715555"/>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500" fill="hold"/>
                                        <p:tgtEl>
                                          <p:spTgt spid="61"/>
                                        </p:tgtEl>
                                        <p:attrNameLst>
                                          <p:attrName>ppt_w</p:attrName>
                                        </p:attrNameLst>
                                      </p:cBhvr>
                                      <p:tavLst>
                                        <p:tav tm="0">
                                          <p:val>
                                            <p:fltVal val="0"/>
                                          </p:val>
                                        </p:tav>
                                        <p:tav tm="100000">
                                          <p:val>
                                            <p:strVal val="#ppt_w"/>
                                          </p:val>
                                        </p:tav>
                                      </p:tavLst>
                                    </p:anim>
                                    <p:anim calcmode="lin" valueType="num">
                                      <p:cBhvr>
                                        <p:cTn id="8" dur="500" fill="hold"/>
                                        <p:tgtEl>
                                          <p:spTgt spid="61"/>
                                        </p:tgtEl>
                                        <p:attrNameLst>
                                          <p:attrName>ppt_h</p:attrName>
                                        </p:attrNameLst>
                                      </p:cBhvr>
                                      <p:tavLst>
                                        <p:tav tm="0">
                                          <p:val>
                                            <p:fltVal val="0"/>
                                          </p:val>
                                        </p:tav>
                                        <p:tav tm="100000">
                                          <p:val>
                                            <p:strVal val="#ppt_h"/>
                                          </p:val>
                                        </p:tav>
                                      </p:tavLst>
                                    </p:anim>
                                    <p:animEffect transition="in" filter="fade">
                                      <p:cBhvr>
                                        <p:cTn id="9" dur="500"/>
                                        <p:tgtEl>
                                          <p:spTgt spid="61"/>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61"/>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64"/>
                                        </p:tgtEl>
                                        <p:attrNameLst>
                                          <p:attrName>style.visibility</p:attrName>
                                        </p:attrNameLst>
                                      </p:cBhvr>
                                      <p:to>
                                        <p:strVal val="visible"/>
                                      </p:to>
                                    </p:set>
                                    <p:anim calcmode="lin" valueType="num">
                                      <p:cBhvr>
                                        <p:cTn id="14" dur="500" fill="hold"/>
                                        <p:tgtEl>
                                          <p:spTgt spid="64"/>
                                        </p:tgtEl>
                                        <p:attrNameLst>
                                          <p:attrName>ppt_w</p:attrName>
                                        </p:attrNameLst>
                                      </p:cBhvr>
                                      <p:tavLst>
                                        <p:tav tm="0">
                                          <p:val>
                                            <p:fltVal val="0"/>
                                          </p:val>
                                        </p:tav>
                                        <p:tav tm="100000">
                                          <p:val>
                                            <p:strVal val="#ppt_w"/>
                                          </p:val>
                                        </p:tav>
                                      </p:tavLst>
                                    </p:anim>
                                    <p:anim calcmode="lin" valueType="num">
                                      <p:cBhvr>
                                        <p:cTn id="15" dur="500" fill="hold"/>
                                        <p:tgtEl>
                                          <p:spTgt spid="64"/>
                                        </p:tgtEl>
                                        <p:attrNameLst>
                                          <p:attrName>ppt_h</p:attrName>
                                        </p:attrNameLst>
                                      </p:cBhvr>
                                      <p:tavLst>
                                        <p:tav tm="0">
                                          <p:val>
                                            <p:fltVal val="0"/>
                                          </p:val>
                                        </p:tav>
                                        <p:tav tm="100000">
                                          <p:val>
                                            <p:strVal val="#ppt_h"/>
                                          </p:val>
                                        </p:tav>
                                      </p:tavLst>
                                    </p:anim>
                                    <p:animEffect transition="in" filter="fade">
                                      <p:cBhvr>
                                        <p:cTn id="16" dur="500"/>
                                        <p:tgtEl>
                                          <p:spTgt spid="64"/>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64"/>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65"/>
                                        </p:tgtEl>
                                        <p:attrNameLst>
                                          <p:attrName>style.visibility</p:attrName>
                                        </p:attrNameLst>
                                      </p:cBhvr>
                                      <p:to>
                                        <p:strVal val="visible"/>
                                      </p:to>
                                    </p:set>
                                    <p:anim calcmode="lin" valueType="num">
                                      <p:cBhvr>
                                        <p:cTn id="21" dur="500" fill="hold"/>
                                        <p:tgtEl>
                                          <p:spTgt spid="65"/>
                                        </p:tgtEl>
                                        <p:attrNameLst>
                                          <p:attrName>ppt_w</p:attrName>
                                        </p:attrNameLst>
                                      </p:cBhvr>
                                      <p:tavLst>
                                        <p:tav tm="0">
                                          <p:val>
                                            <p:fltVal val="0"/>
                                          </p:val>
                                        </p:tav>
                                        <p:tav tm="100000">
                                          <p:val>
                                            <p:strVal val="#ppt_w"/>
                                          </p:val>
                                        </p:tav>
                                      </p:tavLst>
                                    </p:anim>
                                    <p:anim calcmode="lin" valueType="num">
                                      <p:cBhvr>
                                        <p:cTn id="22" dur="500" fill="hold"/>
                                        <p:tgtEl>
                                          <p:spTgt spid="65"/>
                                        </p:tgtEl>
                                        <p:attrNameLst>
                                          <p:attrName>ppt_h</p:attrName>
                                        </p:attrNameLst>
                                      </p:cBhvr>
                                      <p:tavLst>
                                        <p:tav tm="0">
                                          <p:val>
                                            <p:fltVal val="0"/>
                                          </p:val>
                                        </p:tav>
                                        <p:tav tm="100000">
                                          <p:val>
                                            <p:strVal val="#ppt_h"/>
                                          </p:val>
                                        </p:tav>
                                      </p:tavLst>
                                    </p:anim>
                                    <p:animEffect transition="in" filter="fade">
                                      <p:cBhvr>
                                        <p:cTn id="23" dur="500"/>
                                        <p:tgtEl>
                                          <p:spTgt spid="65"/>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65"/>
                                        </p:tgtEl>
                                        <p:attrNameLst>
                                          <p:attrName>ppt_x</p:attrName>
                                          <p:attrName>ppt_y</p:attrName>
                                        </p:attrNameLst>
                                      </p:cBhvr>
                                      <p:rCtr x="12500" y="0"/>
                                    </p:animMotion>
                                  </p:childTnLst>
                                </p:cTn>
                              </p:par>
                            </p:childTnLst>
                          </p:cTn>
                        </p:par>
                        <p:par>
                          <p:cTn id="26" fill="hold">
                            <p:stCondLst>
                              <p:cond delay="1500"/>
                            </p:stCondLst>
                            <p:childTnLst>
                              <p:par>
                                <p:cTn id="27" presetID="17" presetClass="entr" presetSubtype="4" fill="hold" nodeType="afterEffect">
                                  <p:stCondLst>
                                    <p:cond delay="0"/>
                                  </p:stCondLst>
                                  <p:childTnLst>
                                    <p:set>
                                      <p:cBhvr>
                                        <p:cTn id="28" dur="1" fill="hold">
                                          <p:stCondLst>
                                            <p:cond delay="0"/>
                                          </p:stCondLst>
                                        </p:cTn>
                                        <p:tgtEl>
                                          <p:spTgt spid="66"/>
                                        </p:tgtEl>
                                        <p:attrNameLst>
                                          <p:attrName>style.visibility</p:attrName>
                                        </p:attrNameLst>
                                      </p:cBhvr>
                                      <p:to>
                                        <p:strVal val="visible"/>
                                      </p:to>
                                    </p:set>
                                    <p:anim calcmode="lin" valueType="num">
                                      <p:cBhvr>
                                        <p:cTn id="29" dur="500" fill="hold"/>
                                        <p:tgtEl>
                                          <p:spTgt spid="66"/>
                                        </p:tgtEl>
                                        <p:attrNameLst>
                                          <p:attrName>ppt_x</p:attrName>
                                        </p:attrNameLst>
                                      </p:cBhvr>
                                      <p:tavLst>
                                        <p:tav tm="0">
                                          <p:val>
                                            <p:strVal val="#ppt_x"/>
                                          </p:val>
                                        </p:tav>
                                        <p:tav tm="100000">
                                          <p:val>
                                            <p:strVal val="#ppt_x"/>
                                          </p:val>
                                        </p:tav>
                                      </p:tavLst>
                                    </p:anim>
                                    <p:anim calcmode="lin" valueType="num">
                                      <p:cBhvr>
                                        <p:cTn id="30" dur="500" fill="hold"/>
                                        <p:tgtEl>
                                          <p:spTgt spid="66"/>
                                        </p:tgtEl>
                                        <p:attrNameLst>
                                          <p:attrName>ppt_y</p:attrName>
                                        </p:attrNameLst>
                                      </p:cBhvr>
                                      <p:tavLst>
                                        <p:tav tm="0">
                                          <p:val>
                                            <p:strVal val="#ppt_y+#ppt_h/2"/>
                                          </p:val>
                                        </p:tav>
                                        <p:tav tm="100000">
                                          <p:val>
                                            <p:strVal val="#ppt_y"/>
                                          </p:val>
                                        </p:tav>
                                      </p:tavLst>
                                    </p:anim>
                                    <p:anim calcmode="lin" valueType="num">
                                      <p:cBhvr>
                                        <p:cTn id="31" dur="500" fill="hold"/>
                                        <p:tgtEl>
                                          <p:spTgt spid="66"/>
                                        </p:tgtEl>
                                        <p:attrNameLst>
                                          <p:attrName>ppt_w</p:attrName>
                                        </p:attrNameLst>
                                      </p:cBhvr>
                                      <p:tavLst>
                                        <p:tav tm="0">
                                          <p:val>
                                            <p:strVal val="#ppt_w"/>
                                          </p:val>
                                        </p:tav>
                                        <p:tav tm="100000">
                                          <p:val>
                                            <p:strVal val="#ppt_w"/>
                                          </p:val>
                                        </p:tav>
                                      </p:tavLst>
                                    </p:anim>
                                    <p:anim calcmode="lin" valueType="num">
                                      <p:cBhvr>
                                        <p:cTn id="32" dur="500" fill="hold"/>
                                        <p:tgtEl>
                                          <p:spTgt spid="66"/>
                                        </p:tgtEl>
                                        <p:attrNameLst>
                                          <p:attrName>ppt_h</p:attrName>
                                        </p:attrNameLst>
                                      </p:cBhvr>
                                      <p:tavLst>
                                        <p:tav tm="0">
                                          <p:val>
                                            <p:fltVal val="0"/>
                                          </p:val>
                                        </p:tav>
                                        <p:tav tm="100000">
                                          <p:val>
                                            <p:strVal val="#ppt_h"/>
                                          </p:val>
                                        </p:tav>
                                      </p:tavLst>
                                    </p:anim>
                                  </p:childTnLst>
                                </p:cTn>
                              </p:par>
                              <p:par>
                                <p:cTn id="33" presetID="42" presetClass="path" presetSubtype="0" accel="50000" decel="50000" fill="hold" nodeType="withEffect">
                                  <p:stCondLst>
                                    <p:cond delay="0"/>
                                  </p:stCondLst>
                                  <p:childTnLst>
                                    <p:animMotion origin="layout" path="M 1.45833E-6 -2.22222E-6 L 1.45833E-6 0.25 " pathEditMode="relative" rAng="0" ptsTypes="AA">
                                      <p:cBhvr>
                                        <p:cTn id="34" dur="1000" spd="-100000" fill="hold"/>
                                        <p:tgtEl>
                                          <p:spTgt spid="66"/>
                                        </p:tgtEl>
                                        <p:attrNameLst>
                                          <p:attrName>ppt_x</p:attrName>
                                          <p:attrName>ppt_y</p:attrName>
                                        </p:attrNameLst>
                                      </p:cBhvr>
                                      <p:rCtr x="0" y="12500"/>
                                    </p:animMotion>
                                  </p:childTnLst>
                                </p:cTn>
                              </p:par>
                              <p:par>
                                <p:cTn id="35" presetID="17" presetClass="entr" presetSubtype="4" fill="hold" nodeType="withEffect">
                                  <p:stCondLst>
                                    <p:cond delay="250"/>
                                  </p:stCondLst>
                                  <p:childTnLst>
                                    <p:set>
                                      <p:cBhvr>
                                        <p:cTn id="36" dur="1" fill="hold">
                                          <p:stCondLst>
                                            <p:cond delay="0"/>
                                          </p:stCondLst>
                                        </p:cTn>
                                        <p:tgtEl>
                                          <p:spTgt spid="69"/>
                                        </p:tgtEl>
                                        <p:attrNameLst>
                                          <p:attrName>style.visibility</p:attrName>
                                        </p:attrNameLst>
                                      </p:cBhvr>
                                      <p:to>
                                        <p:strVal val="visible"/>
                                      </p:to>
                                    </p:set>
                                    <p:anim calcmode="lin" valueType="num">
                                      <p:cBhvr>
                                        <p:cTn id="37" dur="500" fill="hold"/>
                                        <p:tgtEl>
                                          <p:spTgt spid="69"/>
                                        </p:tgtEl>
                                        <p:attrNameLst>
                                          <p:attrName>ppt_x</p:attrName>
                                        </p:attrNameLst>
                                      </p:cBhvr>
                                      <p:tavLst>
                                        <p:tav tm="0">
                                          <p:val>
                                            <p:strVal val="#ppt_x"/>
                                          </p:val>
                                        </p:tav>
                                        <p:tav tm="100000">
                                          <p:val>
                                            <p:strVal val="#ppt_x"/>
                                          </p:val>
                                        </p:tav>
                                      </p:tavLst>
                                    </p:anim>
                                    <p:anim calcmode="lin" valueType="num">
                                      <p:cBhvr>
                                        <p:cTn id="38" dur="500" fill="hold"/>
                                        <p:tgtEl>
                                          <p:spTgt spid="69"/>
                                        </p:tgtEl>
                                        <p:attrNameLst>
                                          <p:attrName>ppt_y</p:attrName>
                                        </p:attrNameLst>
                                      </p:cBhvr>
                                      <p:tavLst>
                                        <p:tav tm="0">
                                          <p:val>
                                            <p:strVal val="#ppt_y+#ppt_h/2"/>
                                          </p:val>
                                        </p:tav>
                                        <p:tav tm="100000">
                                          <p:val>
                                            <p:strVal val="#ppt_y"/>
                                          </p:val>
                                        </p:tav>
                                      </p:tavLst>
                                    </p:anim>
                                    <p:anim calcmode="lin" valueType="num">
                                      <p:cBhvr>
                                        <p:cTn id="39" dur="500" fill="hold"/>
                                        <p:tgtEl>
                                          <p:spTgt spid="69"/>
                                        </p:tgtEl>
                                        <p:attrNameLst>
                                          <p:attrName>ppt_w</p:attrName>
                                        </p:attrNameLst>
                                      </p:cBhvr>
                                      <p:tavLst>
                                        <p:tav tm="0">
                                          <p:val>
                                            <p:strVal val="#ppt_w"/>
                                          </p:val>
                                        </p:tav>
                                        <p:tav tm="100000">
                                          <p:val>
                                            <p:strVal val="#ppt_w"/>
                                          </p:val>
                                        </p:tav>
                                      </p:tavLst>
                                    </p:anim>
                                    <p:anim calcmode="lin" valueType="num">
                                      <p:cBhvr>
                                        <p:cTn id="40" dur="500" fill="hold"/>
                                        <p:tgtEl>
                                          <p:spTgt spid="69"/>
                                        </p:tgtEl>
                                        <p:attrNameLst>
                                          <p:attrName>ppt_h</p:attrName>
                                        </p:attrNameLst>
                                      </p:cBhvr>
                                      <p:tavLst>
                                        <p:tav tm="0">
                                          <p:val>
                                            <p:fltVal val="0"/>
                                          </p:val>
                                        </p:tav>
                                        <p:tav tm="100000">
                                          <p:val>
                                            <p:strVal val="#ppt_h"/>
                                          </p:val>
                                        </p:tav>
                                      </p:tavLst>
                                    </p:anim>
                                  </p:childTnLst>
                                </p:cTn>
                              </p:par>
                              <p:par>
                                <p:cTn id="41" presetID="42" presetClass="path" presetSubtype="0" accel="50000" decel="50000" fill="hold" nodeType="withEffect">
                                  <p:stCondLst>
                                    <p:cond delay="250"/>
                                  </p:stCondLst>
                                  <p:childTnLst>
                                    <p:animMotion origin="layout" path="M 2.91667E-6 -1.85185E-6 L 2.91667E-6 0.25 " pathEditMode="relative" rAng="0" ptsTypes="AA">
                                      <p:cBhvr>
                                        <p:cTn id="42" dur="1000" spd="-100000" fill="hold"/>
                                        <p:tgtEl>
                                          <p:spTgt spid="69"/>
                                        </p:tgtEl>
                                        <p:attrNameLst>
                                          <p:attrName>ppt_x</p:attrName>
                                          <p:attrName>ppt_y</p:attrName>
                                        </p:attrNameLst>
                                      </p:cBhvr>
                                      <p:rCtr x="0" y="12500"/>
                                    </p:animMotion>
                                  </p:childTnLst>
                                </p:cTn>
                              </p:par>
                              <p:par>
                                <p:cTn id="43" presetID="17" presetClass="entr" presetSubtype="4" fill="hold" nodeType="withEffect">
                                  <p:stCondLst>
                                    <p:cond delay="500"/>
                                  </p:stCondLst>
                                  <p:childTnLst>
                                    <p:set>
                                      <p:cBhvr>
                                        <p:cTn id="44" dur="1" fill="hold">
                                          <p:stCondLst>
                                            <p:cond delay="0"/>
                                          </p:stCondLst>
                                        </p:cTn>
                                        <p:tgtEl>
                                          <p:spTgt spid="72"/>
                                        </p:tgtEl>
                                        <p:attrNameLst>
                                          <p:attrName>style.visibility</p:attrName>
                                        </p:attrNameLst>
                                      </p:cBhvr>
                                      <p:to>
                                        <p:strVal val="visible"/>
                                      </p:to>
                                    </p:set>
                                    <p:anim calcmode="lin" valueType="num">
                                      <p:cBhvr>
                                        <p:cTn id="45" dur="500" fill="hold"/>
                                        <p:tgtEl>
                                          <p:spTgt spid="72"/>
                                        </p:tgtEl>
                                        <p:attrNameLst>
                                          <p:attrName>ppt_x</p:attrName>
                                        </p:attrNameLst>
                                      </p:cBhvr>
                                      <p:tavLst>
                                        <p:tav tm="0">
                                          <p:val>
                                            <p:strVal val="#ppt_x"/>
                                          </p:val>
                                        </p:tav>
                                        <p:tav tm="100000">
                                          <p:val>
                                            <p:strVal val="#ppt_x"/>
                                          </p:val>
                                        </p:tav>
                                      </p:tavLst>
                                    </p:anim>
                                    <p:anim calcmode="lin" valueType="num">
                                      <p:cBhvr>
                                        <p:cTn id="46" dur="500" fill="hold"/>
                                        <p:tgtEl>
                                          <p:spTgt spid="72"/>
                                        </p:tgtEl>
                                        <p:attrNameLst>
                                          <p:attrName>ppt_y</p:attrName>
                                        </p:attrNameLst>
                                      </p:cBhvr>
                                      <p:tavLst>
                                        <p:tav tm="0">
                                          <p:val>
                                            <p:strVal val="#ppt_y+#ppt_h/2"/>
                                          </p:val>
                                        </p:tav>
                                        <p:tav tm="100000">
                                          <p:val>
                                            <p:strVal val="#ppt_y"/>
                                          </p:val>
                                        </p:tav>
                                      </p:tavLst>
                                    </p:anim>
                                    <p:anim calcmode="lin" valueType="num">
                                      <p:cBhvr>
                                        <p:cTn id="47" dur="500" fill="hold"/>
                                        <p:tgtEl>
                                          <p:spTgt spid="72"/>
                                        </p:tgtEl>
                                        <p:attrNameLst>
                                          <p:attrName>ppt_w</p:attrName>
                                        </p:attrNameLst>
                                      </p:cBhvr>
                                      <p:tavLst>
                                        <p:tav tm="0">
                                          <p:val>
                                            <p:strVal val="#ppt_w"/>
                                          </p:val>
                                        </p:tav>
                                        <p:tav tm="100000">
                                          <p:val>
                                            <p:strVal val="#ppt_w"/>
                                          </p:val>
                                        </p:tav>
                                      </p:tavLst>
                                    </p:anim>
                                    <p:anim calcmode="lin" valueType="num">
                                      <p:cBhvr>
                                        <p:cTn id="48" dur="500" fill="hold"/>
                                        <p:tgtEl>
                                          <p:spTgt spid="72"/>
                                        </p:tgtEl>
                                        <p:attrNameLst>
                                          <p:attrName>ppt_h</p:attrName>
                                        </p:attrNameLst>
                                      </p:cBhvr>
                                      <p:tavLst>
                                        <p:tav tm="0">
                                          <p:val>
                                            <p:fltVal val="0"/>
                                          </p:val>
                                        </p:tav>
                                        <p:tav tm="100000">
                                          <p:val>
                                            <p:strVal val="#ppt_h"/>
                                          </p:val>
                                        </p:tav>
                                      </p:tavLst>
                                    </p:anim>
                                  </p:childTnLst>
                                </p:cTn>
                              </p:par>
                              <p:par>
                                <p:cTn id="49" presetID="42" presetClass="path" presetSubtype="0" accel="50000" decel="50000" fill="hold" nodeType="withEffect">
                                  <p:stCondLst>
                                    <p:cond delay="500"/>
                                  </p:stCondLst>
                                  <p:childTnLst>
                                    <p:animMotion origin="layout" path="M 4.375E-6 -4.44444E-6 L 4.375E-6 0.25 " pathEditMode="relative" rAng="0" ptsTypes="AA">
                                      <p:cBhvr>
                                        <p:cTn id="50" dur="1000" spd="-100000" fill="hold"/>
                                        <p:tgtEl>
                                          <p:spTgt spid="72"/>
                                        </p:tgtEl>
                                        <p:attrNameLst>
                                          <p:attrName>ppt_x</p:attrName>
                                          <p:attrName>ppt_y</p:attrName>
                                        </p:attrNameLst>
                                      </p:cBhvr>
                                      <p:rCtr x="0" y="12500"/>
                                    </p:animMotion>
                                  </p:childTnLst>
                                </p:cTn>
                              </p:par>
                              <p:par>
                                <p:cTn id="51" presetID="17" presetClass="entr" presetSubtype="4" fill="hold" nodeType="withEffect">
                                  <p:stCondLst>
                                    <p:cond delay="750"/>
                                  </p:stCondLst>
                                  <p:childTnLst>
                                    <p:set>
                                      <p:cBhvr>
                                        <p:cTn id="52" dur="1" fill="hold">
                                          <p:stCondLst>
                                            <p:cond delay="0"/>
                                          </p:stCondLst>
                                        </p:cTn>
                                        <p:tgtEl>
                                          <p:spTgt spid="75"/>
                                        </p:tgtEl>
                                        <p:attrNameLst>
                                          <p:attrName>style.visibility</p:attrName>
                                        </p:attrNameLst>
                                      </p:cBhvr>
                                      <p:to>
                                        <p:strVal val="visible"/>
                                      </p:to>
                                    </p:set>
                                    <p:anim calcmode="lin" valueType="num">
                                      <p:cBhvr>
                                        <p:cTn id="53" dur="500" fill="hold"/>
                                        <p:tgtEl>
                                          <p:spTgt spid="75"/>
                                        </p:tgtEl>
                                        <p:attrNameLst>
                                          <p:attrName>ppt_x</p:attrName>
                                        </p:attrNameLst>
                                      </p:cBhvr>
                                      <p:tavLst>
                                        <p:tav tm="0">
                                          <p:val>
                                            <p:strVal val="#ppt_x"/>
                                          </p:val>
                                        </p:tav>
                                        <p:tav tm="100000">
                                          <p:val>
                                            <p:strVal val="#ppt_x"/>
                                          </p:val>
                                        </p:tav>
                                      </p:tavLst>
                                    </p:anim>
                                    <p:anim calcmode="lin" valueType="num">
                                      <p:cBhvr>
                                        <p:cTn id="54" dur="500" fill="hold"/>
                                        <p:tgtEl>
                                          <p:spTgt spid="75"/>
                                        </p:tgtEl>
                                        <p:attrNameLst>
                                          <p:attrName>ppt_y</p:attrName>
                                        </p:attrNameLst>
                                      </p:cBhvr>
                                      <p:tavLst>
                                        <p:tav tm="0">
                                          <p:val>
                                            <p:strVal val="#ppt_y+#ppt_h/2"/>
                                          </p:val>
                                        </p:tav>
                                        <p:tav tm="100000">
                                          <p:val>
                                            <p:strVal val="#ppt_y"/>
                                          </p:val>
                                        </p:tav>
                                      </p:tavLst>
                                    </p:anim>
                                    <p:anim calcmode="lin" valueType="num">
                                      <p:cBhvr>
                                        <p:cTn id="55" dur="500" fill="hold"/>
                                        <p:tgtEl>
                                          <p:spTgt spid="75"/>
                                        </p:tgtEl>
                                        <p:attrNameLst>
                                          <p:attrName>ppt_w</p:attrName>
                                        </p:attrNameLst>
                                      </p:cBhvr>
                                      <p:tavLst>
                                        <p:tav tm="0">
                                          <p:val>
                                            <p:strVal val="#ppt_w"/>
                                          </p:val>
                                        </p:tav>
                                        <p:tav tm="100000">
                                          <p:val>
                                            <p:strVal val="#ppt_w"/>
                                          </p:val>
                                        </p:tav>
                                      </p:tavLst>
                                    </p:anim>
                                    <p:anim calcmode="lin" valueType="num">
                                      <p:cBhvr>
                                        <p:cTn id="56" dur="500" fill="hold"/>
                                        <p:tgtEl>
                                          <p:spTgt spid="75"/>
                                        </p:tgtEl>
                                        <p:attrNameLst>
                                          <p:attrName>ppt_h</p:attrName>
                                        </p:attrNameLst>
                                      </p:cBhvr>
                                      <p:tavLst>
                                        <p:tav tm="0">
                                          <p:val>
                                            <p:fltVal val="0"/>
                                          </p:val>
                                        </p:tav>
                                        <p:tav tm="100000">
                                          <p:val>
                                            <p:strVal val="#ppt_h"/>
                                          </p:val>
                                        </p:tav>
                                      </p:tavLst>
                                    </p:anim>
                                  </p:childTnLst>
                                </p:cTn>
                              </p:par>
                              <p:par>
                                <p:cTn id="57" presetID="42" presetClass="path" presetSubtype="0" accel="50000" decel="50000" fill="hold" nodeType="withEffect">
                                  <p:stCondLst>
                                    <p:cond delay="750"/>
                                  </p:stCondLst>
                                  <p:childTnLst>
                                    <p:animMotion origin="layout" path="M -4.16667E-6 1.48148E-6 L -4.16667E-6 0.25 " pathEditMode="relative" rAng="0" ptsTypes="AA">
                                      <p:cBhvr>
                                        <p:cTn id="58" dur="1000" spd="-100000" fill="hold"/>
                                        <p:tgtEl>
                                          <p:spTgt spid="75"/>
                                        </p:tgtEl>
                                        <p:attrNameLst>
                                          <p:attrName>ppt_x</p:attrName>
                                          <p:attrName>ppt_y</p:attrName>
                                        </p:attrNameLst>
                                      </p:cBhvr>
                                      <p:rCtr x="0" y="12500"/>
                                    </p:animMotion>
                                  </p:childTnLst>
                                </p:cTn>
                              </p:par>
                              <p:par>
                                <p:cTn id="59" presetID="17" presetClass="entr" presetSubtype="4" fill="hold" nodeType="withEffect">
                                  <p:stCondLst>
                                    <p:cond delay="1000"/>
                                  </p:stCondLst>
                                  <p:childTnLst>
                                    <p:set>
                                      <p:cBhvr>
                                        <p:cTn id="60" dur="1" fill="hold">
                                          <p:stCondLst>
                                            <p:cond delay="0"/>
                                          </p:stCondLst>
                                        </p:cTn>
                                        <p:tgtEl>
                                          <p:spTgt spid="78"/>
                                        </p:tgtEl>
                                        <p:attrNameLst>
                                          <p:attrName>style.visibility</p:attrName>
                                        </p:attrNameLst>
                                      </p:cBhvr>
                                      <p:to>
                                        <p:strVal val="visible"/>
                                      </p:to>
                                    </p:set>
                                    <p:anim calcmode="lin" valueType="num">
                                      <p:cBhvr>
                                        <p:cTn id="61" dur="500" fill="hold"/>
                                        <p:tgtEl>
                                          <p:spTgt spid="78"/>
                                        </p:tgtEl>
                                        <p:attrNameLst>
                                          <p:attrName>ppt_x</p:attrName>
                                        </p:attrNameLst>
                                      </p:cBhvr>
                                      <p:tavLst>
                                        <p:tav tm="0">
                                          <p:val>
                                            <p:strVal val="#ppt_x"/>
                                          </p:val>
                                        </p:tav>
                                        <p:tav tm="100000">
                                          <p:val>
                                            <p:strVal val="#ppt_x"/>
                                          </p:val>
                                        </p:tav>
                                      </p:tavLst>
                                    </p:anim>
                                    <p:anim calcmode="lin" valueType="num">
                                      <p:cBhvr>
                                        <p:cTn id="62" dur="500" fill="hold"/>
                                        <p:tgtEl>
                                          <p:spTgt spid="78"/>
                                        </p:tgtEl>
                                        <p:attrNameLst>
                                          <p:attrName>ppt_y</p:attrName>
                                        </p:attrNameLst>
                                      </p:cBhvr>
                                      <p:tavLst>
                                        <p:tav tm="0">
                                          <p:val>
                                            <p:strVal val="#ppt_y+#ppt_h/2"/>
                                          </p:val>
                                        </p:tav>
                                        <p:tav tm="100000">
                                          <p:val>
                                            <p:strVal val="#ppt_y"/>
                                          </p:val>
                                        </p:tav>
                                      </p:tavLst>
                                    </p:anim>
                                    <p:anim calcmode="lin" valueType="num">
                                      <p:cBhvr>
                                        <p:cTn id="63" dur="500" fill="hold"/>
                                        <p:tgtEl>
                                          <p:spTgt spid="78"/>
                                        </p:tgtEl>
                                        <p:attrNameLst>
                                          <p:attrName>ppt_w</p:attrName>
                                        </p:attrNameLst>
                                      </p:cBhvr>
                                      <p:tavLst>
                                        <p:tav tm="0">
                                          <p:val>
                                            <p:strVal val="#ppt_w"/>
                                          </p:val>
                                        </p:tav>
                                        <p:tav tm="100000">
                                          <p:val>
                                            <p:strVal val="#ppt_w"/>
                                          </p:val>
                                        </p:tav>
                                      </p:tavLst>
                                    </p:anim>
                                    <p:anim calcmode="lin" valueType="num">
                                      <p:cBhvr>
                                        <p:cTn id="64" dur="500" fill="hold"/>
                                        <p:tgtEl>
                                          <p:spTgt spid="78"/>
                                        </p:tgtEl>
                                        <p:attrNameLst>
                                          <p:attrName>ppt_h</p:attrName>
                                        </p:attrNameLst>
                                      </p:cBhvr>
                                      <p:tavLst>
                                        <p:tav tm="0">
                                          <p:val>
                                            <p:fltVal val="0"/>
                                          </p:val>
                                        </p:tav>
                                        <p:tav tm="100000">
                                          <p:val>
                                            <p:strVal val="#ppt_h"/>
                                          </p:val>
                                        </p:tav>
                                      </p:tavLst>
                                    </p:anim>
                                  </p:childTnLst>
                                </p:cTn>
                              </p:par>
                              <p:par>
                                <p:cTn id="65" presetID="42" presetClass="path" presetSubtype="0" accel="50000" decel="50000" fill="hold" nodeType="withEffect">
                                  <p:stCondLst>
                                    <p:cond delay="1000"/>
                                  </p:stCondLst>
                                  <p:childTnLst>
                                    <p:animMotion origin="layout" path="M -2.70833E-6 1.48148E-6 L -2.70833E-6 0.25 " pathEditMode="relative" rAng="0" ptsTypes="AA">
                                      <p:cBhvr>
                                        <p:cTn id="66" dur="1000" spd="-100000" fill="hold"/>
                                        <p:tgtEl>
                                          <p:spTgt spid="78"/>
                                        </p:tgtEl>
                                        <p:attrNameLst>
                                          <p:attrName>ppt_x</p:attrName>
                                          <p:attrName>ppt_y</p:attrName>
                                        </p:attrNameLst>
                                      </p:cBhvr>
                                      <p:rCtr x="0" y="12500"/>
                                    </p:animMotion>
                                  </p:childTnLst>
                                </p:cTn>
                              </p:par>
                              <p:par>
                                <p:cTn id="67" presetID="17" presetClass="entr" presetSubtype="4" fill="hold" nodeType="withEffect">
                                  <p:stCondLst>
                                    <p:cond delay="1250"/>
                                  </p:stCondLst>
                                  <p:childTnLst>
                                    <p:set>
                                      <p:cBhvr>
                                        <p:cTn id="68" dur="1" fill="hold">
                                          <p:stCondLst>
                                            <p:cond delay="0"/>
                                          </p:stCondLst>
                                        </p:cTn>
                                        <p:tgtEl>
                                          <p:spTgt spid="81"/>
                                        </p:tgtEl>
                                        <p:attrNameLst>
                                          <p:attrName>style.visibility</p:attrName>
                                        </p:attrNameLst>
                                      </p:cBhvr>
                                      <p:to>
                                        <p:strVal val="visible"/>
                                      </p:to>
                                    </p:set>
                                    <p:anim calcmode="lin" valueType="num">
                                      <p:cBhvr>
                                        <p:cTn id="69" dur="500" fill="hold"/>
                                        <p:tgtEl>
                                          <p:spTgt spid="81"/>
                                        </p:tgtEl>
                                        <p:attrNameLst>
                                          <p:attrName>ppt_x</p:attrName>
                                        </p:attrNameLst>
                                      </p:cBhvr>
                                      <p:tavLst>
                                        <p:tav tm="0">
                                          <p:val>
                                            <p:strVal val="#ppt_x"/>
                                          </p:val>
                                        </p:tav>
                                        <p:tav tm="100000">
                                          <p:val>
                                            <p:strVal val="#ppt_x"/>
                                          </p:val>
                                        </p:tav>
                                      </p:tavLst>
                                    </p:anim>
                                    <p:anim calcmode="lin" valueType="num">
                                      <p:cBhvr>
                                        <p:cTn id="70" dur="500" fill="hold"/>
                                        <p:tgtEl>
                                          <p:spTgt spid="81"/>
                                        </p:tgtEl>
                                        <p:attrNameLst>
                                          <p:attrName>ppt_y</p:attrName>
                                        </p:attrNameLst>
                                      </p:cBhvr>
                                      <p:tavLst>
                                        <p:tav tm="0">
                                          <p:val>
                                            <p:strVal val="#ppt_y+#ppt_h/2"/>
                                          </p:val>
                                        </p:tav>
                                        <p:tav tm="100000">
                                          <p:val>
                                            <p:strVal val="#ppt_y"/>
                                          </p:val>
                                        </p:tav>
                                      </p:tavLst>
                                    </p:anim>
                                    <p:anim calcmode="lin" valueType="num">
                                      <p:cBhvr>
                                        <p:cTn id="71" dur="500" fill="hold"/>
                                        <p:tgtEl>
                                          <p:spTgt spid="81"/>
                                        </p:tgtEl>
                                        <p:attrNameLst>
                                          <p:attrName>ppt_w</p:attrName>
                                        </p:attrNameLst>
                                      </p:cBhvr>
                                      <p:tavLst>
                                        <p:tav tm="0">
                                          <p:val>
                                            <p:strVal val="#ppt_w"/>
                                          </p:val>
                                        </p:tav>
                                        <p:tav tm="100000">
                                          <p:val>
                                            <p:strVal val="#ppt_w"/>
                                          </p:val>
                                        </p:tav>
                                      </p:tavLst>
                                    </p:anim>
                                    <p:anim calcmode="lin" valueType="num">
                                      <p:cBhvr>
                                        <p:cTn id="72" dur="500" fill="hold"/>
                                        <p:tgtEl>
                                          <p:spTgt spid="81"/>
                                        </p:tgtEl>
                                        <p:attrNameLst>
                                          <p:attrName>ppt_h</p:attrName>
                                        </p:attrNameLst>
                                      </p:cBhvr>
                                      <p:tavLst>
                                        <p:tav tm="0">
                                          <p:val>
                                            <p:fltVal val="0"/>
                                          </p:val>
                                        </p:tav>
                                        <p:tav tm="100000">
                                          <p:val>
                                            <p:strVal val="#ppt_h"/>
                                          </p:val>
                                        </p:tav>
                                      </p:tavLst>
                                    </p:anim>
                                  </p:childTnLst>
                                </p:cTn>
                              </p:par>
                              <p:par>
                                <p:cTn id="73" presetID="42" presetClass="path" presetSubtype="0" accel="50000" decel="50000" fill="hold" nodeType="withEffect">
                                  <p:stCondLst>
                                    <p:cond delay="1250"/>
                                  </p:stCondLst>
                                  <p:childTnLst>
                                    <p:animMotion origin="layout" path="M -1.25E-6 4.81481E-6 L -1.25E-6 0.25 " pathEditMode="relative" rAng="0" ptsTypes="AA">
                                      <p:cBhvr>
                                        <p:cTn id="74" dur="1000" spd="-100000" fill="hold"/>
                                        <p:tgtEl>
                                          <p:spTgt spid="81"/>
                                        </p:tgtEl>
                                        <p:attrNameLst>
                                          <p:attrName>ppt_x</p:attrName>
                                          <p:attrName>ppt_y</p:attrName>
                                        </p:attrNameLst>
                                      </p:cBhvr>
                                      <p:rCtr x="0" y="12500"/>
                                    </p:animMotion>
                                  </p:childTnLst>
                                </p:cTn>
                              </p:par>
                            </p:childTnLst>
                          </p:cTn>
                        </p:par>
                        <p:par>
                          <p:cTn id="75" fill="hold">
                            <p:stCondLst>
                              <p:cond delay="3750"/>
                            </p:stCondLst>
                            <p:childTnLst>
                              <p:par>
                                <p:cTn id="76" presetID="22" presetClass="entr" presetSubtype="4" fill="hold" nodeType="afterEffect">
                                  <p:stCondLst>
                                    <p:cond delay="0"/>
                                  </p:stCondLst>
                                  <p:childTnLst>
                                    <p:set>
                                      <p:cBhvr>
                                        <p:cTn id="77" dur="1" fill="hold">
                                          <p:stCondLst>
                                            <p:cond delay="0"/>
                                          </p:stCondLst>
                                        </p:cTn>
                                        <p:tgtEl>
                                          <p:spTgt spid="84"/>
                                        </p:tgtEl>
                                        <p:attrNameLst>
                                          <p:attrName>style.visibility</p:attrName>
                                        </p:attrNameLst>
                                      </p:cBhvr>
                                      <p:to>
                                        <p:strVal val="visible"/>
                                      </p:to>
                                    </p:set>
                                    <p:animEffect transition="in" filter="wipe(down)">
                                      <p:cBhvr>
                                        <p:cTn id="78" dur="750"/>
                                        <p:tgtEl>
                                          <p:spTgt spid="84"/>
                                        </p:tgtEl>
                                      </p:cBhvr>
                                    </p:animEffect>
                                  </p:childTnLst>
                                </p:cTn>
                              </p:par>
                              <p:par>
                                <p:cTn id="79" presetID="17" presetClass="entr" presetSubtype="4" fill="hold" nodeType="withEffect">
                                  <p:stCondLst>
                                    <p:cond delay="0"/>
                                  </p:stCondLst>
                                  <p:childTnLst>
                                    <p:set>
                                      <p:cBhvr>
                                        <p:cTn id="80" dur="1" fill="hold">
                                          <p:stCondLst>
                                            <p:cond delay="0"/>
                                          </p:stCondLst>
                                        </p:cTn>
                                        <p:tgtEl>
                                          <p:spTgt spid="105"/>
                                        </p:tgtEl>
                                        <p:attrNameLst>
                                          <p:attrName>style.visibility</p:attrName>
                                        </p:attrNameLst>
                                      </p:cBhvr>
                                      <p:to>
                                        <p:strVal val="visible"/>
                                      </p:to>
                                    </p:set>
                                    <p:anim calcmode="lin" valueType="num">
                                      <p:cBhvr>
                                        <p:cTn id="81" dur="500" fill="hold"/>
                                        <p:tgtEl>
                                          <p:spTgt spid="105"/>
                                        </p:tgtEl>
                                        <p:attrNameLst>
                                          <p:attrName>ppt_x</p:attrName>
                                        </p:attrNameLst>
                                      </p:cBhvr>
                                      <p:tavLst>
                                        <p:tav tm="0">
                                          <p:val>
                                            <p:strVal val="#ppt_x"/>
                                          </p:val>
                                        </p:tav>
                                        <p:tav tm="100000">
                                          <p:val>
                                            <p:strVal val="#ppt_x"/>
                                          </p:val>
                                        </p:tav>
                                      </p:tavLst>
                                    </p:anim>
                                    <p:anim calcmode="lin" valueType="num">
                                      <p:cBhvr>
                                        <p:cTn id="82" dur="500" fill="hold"/>
                                        <p:tgtEl>
                                          <p:spTgt spid="105"/>
                                        </p:tgtEl>
                                        <p:attrNameLst>
                                          <p:attrName>ppt_y</p:attrName>
                                        </p:attrNameLst>
                                      </p:cBhvr>
                                      <p:tavLst>
                                        <p:tav tm="0">
                                          <p:val>
                                            <p:strVal val="#ppt_y+#ppt_h/2"/>
                                          </p:val>
                                        </p:tav>
                                        <p:tav tm="100000">
                                          <p:val>
                                            <p:strVal val="#ppt_y"/>
                                          </p:val>
                                        </p:tav>
                                      </p:tavLst>
                                    </p:anim>
                                    <p:anim calcmode="lin" valueType="num">
                                      <p:cBhvr>
                                        <p:cTn id="83" dur="500" fill="hold"/>
                                        <p:tgtEl>
                                          <p:spTgt spid="105"/>
                                        </p:tgtEl>
                                        <p:attrNameLst>
                                          <p:attrName>ppt_w</p:attrName>
                                        </p:attrNameLst>
                                      </p:cBhvr>
                                      <p:tavLst>
                                        <p:tav tm="0">
                                          <p:val>
                                            <p:strVal val="#ppt_w"/>
                                          </p:val>
                                        </p:tav>
                                        <p:tav tm="100000">
                                          <p:val>
                                            <p:strVal val="#ppt_w"/>
                                          </p:val>
                                        </p:tav>
                                      </p:tavLst>
                                    </p:anim>
                                    <p:anim calcmode="lin" valueType="num">
                                      <p:cBhvr>
                                        <p:cTn id="84" dur="500" fill="hold"/>
                                        <p:tgtEl>
                                          <p:spTgt spid="105"/>
                                        </p:tgtEl>
                                        <p:attrNameLst>
                                          <p:attrName>ppt_h</p:attrName>
                                        </p:attrNameLst>
                                      </p:cBhvr>
                                      <p:tavLst>
                                        <p:tav tm="0">
                                          <p:val>
                                            <p:fltVal val="0"/>
                                          </p:val>
                                        </p:tav>
                                        <p:tav tm="100000">
                                          <p:val>
                                            <p:strVal val="#ppt_h"/>
                                          </p:val>
                                        </p:tav>
                                      </p:tavLst>
                                    </p:anim>
                                  </p:childTnLst>
                                </p:cTn>
                              </p:par>
                              <p:par>
                                <p:cTn id="85" presetID="42" presetClass="path" presetSubtype="0" accel="50000" decel="50000" fill="hold" nodeType="withEffect">
                                  <p:stCondLst>
                                    <p:cond delay="0"/>
                                  </p:stCondLst>
                                  <p:childTnLst>
                                    <p:animMotion origin="layout" path="M 1.25E-6 7.40741E-7 L 1.25E-6 0.25 " pathEditMode="relative" rAng="0" ptsTypes="AA">
                                      <p:cBhvr>
                                        <p:cTn id="86" dur="1000" spd="-100000" fill="hold"/>
                                        <p:tgtEl>
                                          <p:spTgt spid="105"/>
                                        </p:tgtEl>
                                        <p:attrNameLst>
                                          <p:attrName>ppt_x</p:attrName>
                                          <p:attrName>ppt_y</p:attrName>
                                        </p:attrNameLst>
                                      </p:cBhvr>
                                      <p:rCtr x="0" y="12500"/>
                                    </p:animMotion>
                                  </p:childTnLst>
                                </p:cTn>
                              </p:par>
                            </p:childTnLst>
                          </p:cTn>
                        </p:par>
                        <p:par>
                          <p:cTn id="87" fill="hold">
                            <p:stCondLst>
                              <p:cond delay="4750"/>
                            </p:stCondLst>
                            <p:childTnLst>
                              <p:par>
                                <p:cTn id="88" presetID="53" presetClass="entr" presetSubtype="16" fill="hold" grpId="0" nodeType="afterEffect">
                                  <p:stCondLst>
                                    <p:cond delay="0"/>
                                  </p:stCondLst>
                                  <p:childTnLst>
                                    <p:set>
                                      <p:cBhvr>
                                        <p:cTn id="89" dur="1" fill="hold">
                                          <p:stCondLst>
                                            <p:cond delay="0"/>
                                          </p:stCondLst>
                                        </p:cTn>
                                        <p:tgtEl>
                                          <p:spTgt spid="91"/>
                                        </p:tgtEl>
                                        <p:attrNameLst>
                                          <p:attrName>style.visibility</p:attrName>
                                        </p:attrNameLst>
                                      </p:cBhvr>
                                      <p:to>
                                        <p:strVal val="visible"/>
                                      </p:to>
                                    </p:set>
                                    <p:anim calcmode="lin" valueType="num">
                                      <p:cBhvr>
                                        <p:cTn id="90" dur="500" fill="hold"/>
                                        <p:tgtEl>
                                          <p:spTgt spid="91"/>
                                        </p:tgtEl>
                                        <p:attrNameLst>
                                          <p:attrName>ppt_w</p:attrName>
                                        </p:attrNameLst>
                                      </p:cBhvr>
                                      <p:tavLst>
                                        <p:tav tm="0">
                                          <p:val>
                                            <p:fltVal val="0"/>
                                          </p:val>
                                        </p:tav>
                                        <p:tav tm="100000">
                                          <p:val>
                                            <p:strVal val="#ppt_w"/>
                                          </p:val>
                                        </p:tav>
                                      </p:tavLst>
                                    </p:anim>
                                    <p:anim calcmode="lin" valueType="num">
                                      <p:cBhvr>
                                        <p:cTn id="91" dur="500" fill="hold"/>
                                        <p:tgtEl>
                                          <p:spTgt spid="91"/>
                                        </p:tgtEl>
                                        <p:attrNameLst>
                                          <p:attrName>ppt_h</p:attrName>
                                        </p:attrNameLst>
                                      </p:cBhvr>
                                      <p:tavLst>
                                        <p:tav tm="0">
                                          <p:val>
                                            <p:fltVal val="0"/>
                                          </p:val>
                                        </p:tav>
                                        <p:tav tm="100000">
                                          <p:val>
                                            <p:strVal val="#ppt_h"/>
                                          </p:val>
                                        </p:tav>
                                      </p:tavLst>
                                    </p:anim>
                                    <p:animEffect transition="in" filter="fade">
                                      <p:cBhvr>
                                        <p:cTn id="92" dur="500"/>
                                        <p:tgtEl>
                                          <p:spTgt spid="91"/>
                                        </p:tgtEl>
                                      </p:cBhvr>
                                    </p:animEffect>
                                  </p:childTnLst>
                                </p:cTn>
                              </p:par>
                              <p:par>
                                <p:cTn id="93" presetID="35" presetClass="path" presetSubtype="0" accel="50000" decel="50000" fill="hold" grpId="1" nodeType="withEffect">
                                  <p:stCondLst>
                                    <p:cond delay="0"/>
                                  </p:stCondLst>
                                  <p:childTnLst>
                                    <p:animMotion origin="layout" path="M 1.45833E-6 -3.7037E-6 L -0.06237 -3.7037E-6 " pathEditMode="relative" rAng="0" ptsTypes="AA">
                                      <p:cBhvr>
                                        <p:cTn id="94" dur="1000" spd="-100000" fill="hold"/>
                                        <p:tgtEl>
                                          <p:spTgt spid="91"/>
                                        </p:tgtEl>
                                        <p:attrNameLst>
                                          <p:attrName>ppt_x</p:attrName>
                                          <p:attrName>ppt_y</p:attrName>
                                        </p:attrNameLst>
                                      </p:cBhvr>
                                      <p:rCtr x="-3125" y="0"/>
                                    </p:animMotion>
                                  </p:childTnLst>
                                </p:cTn>
                              </p:par>
                              <p:par>
                                <p:cTn id="95" presetID="53" presetClass="entr" presetSubtype="16" fill="hold" grpId="0" nodeType="withEffect">
                                  <p:stCondLst>
                                    <p:cond delay="250"/>
                                  </p:stCondLst>
                                  <p:childTnLst>
                                    <p:set>
                                      <p:cBhvr>
                                        <p:cTn id="96" dur="1" fill="hold">
                                          <p:stCondLst>
                                            <p:cond delay="0"/>
                                          </p:stCondLst>
                                        </p:cTn>
                                        <p:tgtEl>
                                          <p:spTgt spid="90"/>
                                        </p:tgtEl>
                                        <p:attrNameLst>
                                          <p:attrName>style.visibility</p:attrName>
                                        </p:attrNameLst>
                                      </p:cBhvr>
                                      <p:to>
                                        <p:strVal val="visible"/>
                                      </p:to>
                                    </p:set>
                                    <p:anim calcmode="lin" valueType="num">
                                      <p:cBhvr>
                                        <p:cTn id="97" dur="500" fill="hold"/>
                                        <p:tgtEl>
                                          <p:spTgt spid="90"/>
                                        </p:tgtEl>
                                        <p:attrNameLst>
                                          <p:attrName>ppt_w</p:attrName>
                                        </p:attrNameLst>
                                      </p:cBhvr>
                                      <p:tavLst>
                                        <p:tav tm="0">
                                          <p:val>
                                            <p:fltVal val="0"/>
                                          </p:val>
                                        </p:tav>
                                        <p:tav tm="100000">
                                          <p:val>
                                            <p:strVal val="#ppt_w"/>
                                          </p:val>
                                        </p:tav>
                                      </p:tavLst>
                                    </p:anim>
                                    <p:anim calcmode="lin" valueType="num">
                                      <p:cBhvr>
                                        <p:cTn id="98" dur="500" fill="hold"/>
                                        <p:tgtEl>
                                          <p:spTgt spid="90"/>
                                        </p:tgtEl>
                                        <p:attrNameLst>
                                          <p:attrName>ppt_h</p:attrName>
                                        </p:attrNameLst>
                                      </p:cBhvr>
                                      <p:tavLst>
                                        <p:tav tm="0">
                                          <p:val>
                                            <p:fltVal val="0"/>
                                          </p:val>
                                        </p:tav>
                                        <p:tav tm="100000">
                                          <p:val>
                                            <p:strVal val="#ppt_h"/>
                                          </p:val>
                                        </p:tav>
                                      </p:tavLst>
                                    </p:anim>
                                    <p:animEffect transition="in" filter="fade">
                                      <p:cBhvr>
                                        <p:cTn id="99" dur="500"/>
                                        <p:tgtEl>
                                          <p:spTgt spid="90"/>
                                        </p:tgtEl>
                                      </p:cBhvr>
                                    </p:animEffect>
                                  </p:childTnLst>
                                </p:cTn>
                              </p:par>
                              <p:par>
                                <p:cTn id="100" presetID="35" presetClass="path" presetSubtype="0" accel="50000" decel="50000" fill="hold" grpId="1" nodeType="withEffect">
                                  <p:stCondLst>
                                    <p:cond delay="250"/>
                                  </p:stCondLst>
                                  <p:childTnLst>
                                    <p:animMotion origin="layout" path="M 1.45833E-6 4.81481E-6 L -0.06237 4.81481E-6 " pathEditMode="relative" rAng="0" ptsTypes="AA">
                                      <p:cBhvr>
                                        <p:cTn id="101" dur="1000" spd="-100000" fill="hold"/>
                                        <p:tgtEl>
                                          <p:spTgt spid="90"/>
                                        </p:tgtEl>
                                        <p:attrNameLst>
                                          <p:attrName>ppt_x</p:attrName>
                                          <p:attrName>ppt_y</p:attrName>
                                        </p:attrNameLst>
                                      </p:cBhvr>
                                      <p:rCtr x="-3125" y="0"/>
                                    </p:animMotion>
                                  </p:childTnLst>
                                </p:cTn>
                              </p:par>
                            </p:childTnLst>
                          </p:cTn>
                        </p:par>
                        <p:par>
                          <p:cTn id="102" fill="hold">
                            <p:stCondLst>
                              <p:cond delay="6000"/>
                            </p:stCondLst>
                            <p:childTnLst>
                              <p:par>
                                <p:cTn id="103" presetID="22" presetClass="entr" presetSubtype="4" fill="hold" nodeType="afterEffect">
                                  <p:stCondLst>
                                    <p:cond delay="0"/>
                                  </p:stCondLst>
                                  <p:childTnLst>
                                    <p:set>
                                      <p:cBhvr>
                                        <p:cTn id="104" dur="1" fill="hold">
                                          <p:stCondLst>
                                            <p:cond delay="0"/>
                                          </p:stCondLst>
                                        </p:cTn>
                                        <p:tgtEl>
                                          <p:spTgt spid="85"/>
                                        </p:tgtEl>
                                        <p:attrNameLst>
                                          <p:attrName>style.visibility</p:attrName>
                                        </p:attrNameLst>
                                      </p:cBhvr>
                                      <p:to>
                                        <p:strVal val="visible"/>
                                      </p:to>
                                    </p:set>
                                    <p:animEffect transition="in" filter="wipe(down)">
                                      <p:cBhvr>
                                        <p:cTn id="105" dur="750"/>
                                        <p:tgtEl>
                                          <p:spTgt spid="85"/>
                                        </p:tgtEl>
                                      </p:cBhvr>
                                    </p:animEffect>
                                  </p:childTnLst>
                                </p:cTn>
                              </p:par>
                              <p:par>
                                <p:cTn id="106" presetID="17" presetClass="entr" presetSubtype="4" fill="hold" nodeType="withEffect">
                                  <p:stCondLst>
                                    <p:cond delay="0"/>
                                  </p:stCondLst>
                                  <p:childTnLst>
                                    <p:set>
                                      <p:cBhvr>
                                        <p:cTn id="107" dur="1" fill="hold">
                                          <p:stCondLst>
                                            <p:cond delay="0"/>
                                          </p:stCondLst>
                                        </p:cTn>
                                        <p:tgtEl>
                                          <p:spTgt spid="102"/>
                                        </p:tgtEl>
                                        <p:attrNameLst>
                                          <p:attrName>style.visibility</p:attrName>
                                        </p:attrNameLst>
                                      </p:cBhvr>
                                      <p:to>
                                        <p:strVal val="visible"/>
                                      </p:to>
                                    </p:set>
                                    <p:anim calcmode="lin" valueType="num">
                                      <p:cBhvr>
                                        <p:cTn id="108" dur="500" fill="hold"/>
                                        <p:tgtEl>
                                          <p:spTgt spid="102"/>
                                        </p:tgtEl>
                                        <p:attrNameLst>
                                          <p:attrName>ppt_x</p:attrName>
                                        </p:attrNameLst>
                                      </p:cBhvr>
                                      <p:tavLst>
                                        <p:tav tm="0">
                                          <p:val>
                                            <p:strVal val="#ppt_x"/>
                                          </p:val>
                                        </p:tav>
                                        <p:tav tm="100000">
                                          <p:val>
                                            <p:strVal val="#ppt_x"/>
                                          </p:val>
                                        </p:tav>
                                      </p:tavLst>
                                    </p:anim>
                                    <p:anim calcmode="lin" valueType="num">
                                      <p:cBhvr>
                                        <p:cTn id="109" dur="500" fill="hold"/>
                                        <p:tgtEl>
                                          <p:spTgt spid="102"/>
                                        </p:tgtEl>
                                        <p:attrNameLst>
                                          <p:attrName>ppt_y</p:attrName>
                                        </p:attrNameLst>
                                      </p:cBhvr>
                                      <p:tavLst>
                                        <p:tav tm="0">
                                          <p:val>
                                            <p:strVal val="#ppt_y+#ppt_h/2"/>
                                          </p:val>
                                        </p:tav>
                                        <p:tav tm="100000">
                                          <p:val>
                                            <p:strVal val="#ppt_y"/>
                                          </p:val>
                                        </p:tav>
                                      </p:tavLst>
                                    </p:anim>
                                    <p:anim calcmode="lin" valueType="num">
                                      <p:cBhvr>
                                        <p:cTn id="110" dur="500" fill="hold"/>
                                        <p:tgtEl>
                                          <p:spTgt spid="102"/>
                                        </p:tgtEl>
                                        <p:attrNameLst>
                                          <p:attrName>ppt_w</p:attrName>
                                        </p:attrNameLst>
                                      </p:cBhvr>
                                      <p:tavLst>
                                        <p:tav tm="0">
                                          <p:val>
                                            <p:strVal val="#ppt_w"/>
                                          </p:val>
                                        </p:tav>
                                        <p:tav tm="100000">
                                          <p:val>
                                            <p:strVal val="#ppt_w"/>
                                          </p:val>
                                        </p:tav>
                                      </p:tavLst>
                                    </p:anim>
                                    <p:anim calcmode="lin" valueType="num">
                                      <p:cBhvr>
                                        <p:cTn id="111" dur="500" fill="hold"/>
                                        <p:tgtEl>
                                          <p:spTgt spid="102"/>
                                        </p:tgtEl>
                                        <p:attrNameLst>
                                          <p:attrName>ppt_h</p:attrName>
                                        </p:attrNameLst>
                                      </p:cBhvr>
                                      <p:tavLst>
                                        <p:tav tm="0">
                                          <p:val>
                                            <p:fltVal val="0"/>
                                          </p:val>
                                        </p:tav>
                                        <p:tav tm="100000">
                                          <p:val>
                                            <p:strVal val="#ppt_h"/>
                                          </p:val>
                                        </p:tav>
                                      </p:tavLst>
                                    </p:anim>
                                  </p:childTnLst>
                                </p:cTn>
                              </p:par>
                              <p:par>
                                <p:cTn id="112" presetID="42" presetClass="path" presetSubtype="0" accel="50000" decel="50000" fill="hold" nodeType="withEffect">
                                  <p:stCondLst>
                                    <p:cond delay="0"/>
                                  </p:stCondLst>
                                  <p:childTnLst>
                                    <p:animMotion origin="layout" path="M 2.91667E-6 7.40741E-7 L 2.91667E-6 0.25 " pathEditMode="relative" rAng="0" ptsTypes="AA">
                                      <p:cBhvr>
                                        <p:cTn id="113" dur="1000" spd="-100000" fill="hold"/>
                                        <p:tgtEl>
                                          <p:spTgt spid="102"/>
                                        </p:tgtEl>
                                        <p:attrNameLst>
                                          <p:attrName>ppt_x</p:attrName>
                                          <p:attrName>ppt_y</p:attrName>
                                        </p:attrNameLst>
                                      </p:cBhvr>
                                      <p:rCtr x="0" y="12500"/>
                                    </p:animMotion>
                                  </p:childTnLst>
                                </p:cTn>
                              </p:par>
                            </p:childTnLst>
                          </p:cTn>
                        </p:par>
                        <p:par>
                          <p:cTn id="114" fill="hold">
                            <p:stCondLst>
                              <p:cond delay="7000"/>
                            </p:stCondLst>
                            <p:childTnLst>
                              <p:par>
                                <p:cTn id="115" presetID="53" presetClass="entr" presetSubtype="16" fill="hold" grpId="0" nodeType="afterEffect">
                                  <p:stCondLst>
                                    <p:cond delay="0"/>
                                  </p:stCondLst>
                                  <p:childTnLst>
                                    <p:set>
                                      <p:cBhvr>
                                        <p:cTn id="116" dur="1" fill="hold">
                                          <p:stCondLst>
                                            <p:cond delay="0"/>
                                          </p:stCondLst>
                                        </p:cTn>
                                        <p:tgtEl>
                                          <p:spTgt spid="93"/>
                                        </p:tgtEl>
                                        <p:attrNameLst>
                                          <p:attrName>style.visibility</p:attrName>
                                        </p:attrNameLst>
                                      </p:cBhvr>
                                      <p:to>
                                        <p:strVal val="visible"/>
                                      </p:to>
                                    </p:set>
                                    <p:anim calcmode="lin" valueType="num">
                                      <p:cBhvr>
                                        <p:cTn id="117" dur="500" fill="hold"/>
                                        <p:tgtEl>
                                          <p:spTgt spid="93"/>
                                        </p:tgtEl>
                                        <p:attrNameLst>
                                          <p:attrName>ppt_w</p:attrName>
                                        </p:attrNameLst>
                                      </p:cBhvr>
                                      <p:tavLst>
                                        <p:tav tm="0">
                                          <p:val>
                                            <p:fltVal val="0"/>
                                          </p:val>
                                        </p:tav>
                                        <p:tav tm="100000">
                                          <p:val>
                                            <p:strVal val="#ppt_w"/>
                                          </p:val>
                                        </p:tav>
                                      </p:tavLst>
                                    </p:anim>
                                    <p:anim calcmode="lin" valueType="num">
                                      <p:cBhvr>
                                        <p:cTn id="118" dur="500" fill="hold"/>
                                        <p:tgtEl>
                                          <p:spTgt spid="93"/>
                                        </p:tgtEl>
                                        <p:attrNameLst>
                                          <p:attrName>ppt_h</p:attrName>
                                        </p:attrNameLst>
                                      </p:cBhvr>
                                      <p:tavLst>
                                        <p:tav tm="0">
                                          <p:val>
                                            <p:fltVal val="0"/>
                                          </p:val>
                                        </p:tav>
                                        <p:tav tm="100000">
                                          <p:val>
                                            <p:strVal val="#ppt_h"/>
                                          </p:val>
                                        </p:tav>
                                      </p:tavLst>
                                    </p:anim>
                                    <p:animEffect transition="in" filter="fade">
                                      <p:cBhvr>
                                        <p:cTn id="119" dur="500"/>
                                        <p:tgtEl>
                                          <p:spTgt spid="93"/>
                                        </p:tgtEl>
                                      </p:cBhvr>
                                    </p:animEffect>
                                  </p:childTnLst>
                                </p:cTn>
                              </p:par>
                              <p:par>
                                <p:cTn id="120" presetID="35" presetClass="path" presetSubtype="0" accel="50000" decel="50000" fill="hold" grpId="1" nodeType="withEffect">
                                  <p:stCondLst>
                                    <p:cond delay="0"/>
                                  </p:stCondLst>
                                  <p:childTnLst>
                                    <p:animMotion origin="layout" path="M 2.91667E-6 -3.7037E-6 L -0.06237 -3.7037E-6 " pathEditMode="relative" rAng="0" ptsTypes="AA">
                                      <p:cBhvr>
                                        <p:cTn id="121" dur="1000" spd="-100000" fill="hold"/>
                                        <p:tgtEl>
                                          <p:spTgt spid="93"/>
                                        </p:tgtEl>
                                        <p:attrNameLst>
                                          <p:attrName>ppt_x</p:attrName>
                                          <p:attrName>ppt_y</p:attrName>
                                        </p:attrNameLst>
                                      </p:cBhvr>
                                      <p:rCtr x="-3125" y="0"/>
                                    </p:animMotion>
                                  </p:childTnLst>
                                </p:cTn>
                              </p:par>
                              <p:par>
                                <p:cTn id="122" presetID="53" presetClass="entr" presetSubtype="16" fill="hold" grpId="0" nodeType="withEffect">
                                  <p:stCondLst>
                                    <p:cond delay="250"/>
                                  </p:stCondLst>
                                  <p:childTnLst>
                                    <p:set>
                                      <p:cBhvr>
                                        <p:cTn id="123" dur="1" fill="hold">
                                          <p:stCondLst>
                                            <p:cond delay="0"/>
                                          </p:stCondLst>
                                        </p:cTn>
                                        <p:tgtEl>
                                          <p:spTgt spid="92"/>
                                        </p:tgtEl>
                                        <p:attrNameLst>
                                          <p:attrName>style.visibility</p:attrName>
                                        </p:attrNameLst>
                                      </p:cBhvr>
                                      <p:to>
                                        <p:strVal val="visible"/>
                                      </p:to>
                                    </p:set>
                                    <p:anim calcmode="lin" valueType="num">
                                      <p:cBhvr>
                                        <p:cTn id="124" dur="500" fill="hold"/>
                                        <p:tgtEl>
                                          <p:spTgt spid="92"/>
                                        </p:tgtEl>
                                        <p:attrNameLst>
                                          <p:attrName>ppt_w</p:attrName>
                                        </p:attrNameLst>
                                      </p:cBhvr>
                                      <p:tavLst>
                                        <p:tav tm="0">
                                          <p:val>
                                            <p:fltVal val="0"/>
                                          </p:val>
                                        </p:tav>
                                        <p:tav tm="100000">
                                          <p:val>
                                            <p:strVal val="#ppt_w"/>
                                          </p:val>
                                        </p:tav>
                                      </p:tavLst>
                                    </p:anim>
                                    <p:anim calcmode="lin" valueType="num">
                                      <p:cBhvr>
                                        <p:cTn id="125" dur="500" fill="hold"/>
                                        <p:tgtEl>
                                          <p:spTgt spid="92"/>
                                        </p:tgtEl>
                                        <p:attrNameLst>
                                          <p:attrName>ppt_h</p:attrName>
                                        </p:attrNameLst>
                                      </p:cBhvr>
                                      <p:tavLst>
                                        <p:tav tm="0">
                                          <p:val>
                                            <p:fltVal val="0"/>
                                          </p:val>
                                        </p:tav>
                                        <p:tav tm="100000">
                                          <p:val>
                                            <p:strVal val="#ppt_h"/>
                                          </p:val>
                                        </p:tav>
                                      </p:tavLst>
                                    </p:anim>
                                    <p:animEffect transition="in" filter="fade">
                                      <p:cBhvr>
                                        <p:cTn id="126" dur="500"/>
                                        <p:tgtEl>
                                          <p:spTgt spid="92"/>
                                        </p:tgtEl>
                                      </p:cBhvr>
                                    </p:animEffect>
                                  </p:childTnLst>
                                </p:cTn>
                              </p:par>
                              <p:par>
                                <p:cTn id="127" presetID="35" presetClass="path" presetSubtype="0" accel="50000" decel="50000" fill="hold" grpId="1" nodeType="withEffect">
                                  <p:stCondLst>
                                    <p:cond delay="250"/>
                                  </p:stCondLst>
                                  <p:childTnLst>
                                    <p:animMotion origin="layout" path="M 2.91667E-6 4.81481E-6 L -0.06237 4.81481E-6 " pathEditMode="relative" rAng="0" ptsTypes="AA">
                                      <p:cBhvr>
                                        <p:cTn id="128" dur="1000" spd="-100000" fill="hold"/>
                                        <p:tgtEl>
                                          <p:spTgt spid="92"/>
                                        </p:tgtEl>
                                        <p:attrNameLst>
                                          <p:attrName>ppt_x</p:attrName>
                                          <p:attrName>ppt_y</p:attrName>
                                        </p:attrNameLst>
                                      </p:cBhvr>
                                      <p:rCtr x="-3125" y="0"/>
                                    </p:animMotion>
                                  </p:childTnLst>
                                </p:cTn>
                              </p:par>
                            </p:childTnLst>
                          </p:cTn>
                        </p:par>
                        <p:par>
                          <p:cTn id="129" fill="hold">
                            <p:stCondLst>
                              <p:cond delay="8250"/>
                            </p:stCondLst>
                            <p:childTnLst>
                              <p:par>
                                <p:cTn id="130" presetID="22" presetClass="entr" presetSubtype="4" fill="hold" nodeType="afterEffect">
                                  <p:stCondLst>
                                    <p:cond delay="0"/>
                                  </p:stCondLst>
                                  <p:childTnLst>
                                    <p:set>
                                      <p:cBhvr>
                                        <p:cTn id="131" dur="1" fill="hold">
                                          <p:stCondLst>
                                            <p:cond delay="0"/>
                                          </p:stCondLst>
                                        </p:cTn>
                                        <p:tgtEl>
                                          <p:spTgt spid="86"/>
                                        </p:tgtEl>
                                        <p:attrNameLst>
                                          <p:attrName>style.visibility</p:attrName>
                                        </p:attrNameLst>
                                      </p:cBhvr>
                                      <p:to>
                                        <p:strVal val="visible"/>
                                      </p:to>
                                    </p:set>
                                    <p:animEffect transition="in" filter="wipe(down)">
                                      <p:cBhvr>
                                        <p:cTn id="132" dur="750"/>
                                        <p:tgtEl>
                                          <p:spTgt spid="86"/>
                                        </p:tgtEl>
                                      </p:cBhvr>
                                    </p:animEffect>
                                  </p:childTnLst>
                                </p:cTn>
                              </p:par>
                              <p:par>
                                <p:cTn id="133" presetID="17" presetClass="entr" presetSubtype="4" fill="hold" nodeType="withEffect">
                                  <p:stCondLst>
                                    <p:cond delay="0"/>
                                  </p:stCondLst>
                                  <p:childTnLst>
                                    <p:set>
                                      <p:cBhvr>
                                        <p:cTn id="134" dur="1" fill="hold">
                                          <p:stCondLst>
                                            <p:cond delay="0"/>
                                          </p:stCondLst>
                                        </p:cTn>
                                        <p:tgtEl>
                                          <p:spTgt spid="108"/>
                                        </p:tgtEl>
                                        <p:attrNameLst>
                                          <p:attrName>style.visibility</p:attrName>
                                        </p:attrNameLst>
                                      </p:cBhvr>
                                      <p:to>
                                        <p:strVal val="visible"/>
                                      </p:to>
                                    </p:set>
                                    <p:anim calcmode="lin" valueType="num">
                                      <p:cBhvr>
                                        <p:cTn id="135" dur="500" fill="hold"/>
                                        <p:tgtEl>
                                          <p:spTgt spid="108"/>
                                        </p:tgtEl>
                                        <p:attrNameLst>
                                          <p:attrName>ppt_x</p:attrName>
                                        </p:attrNameLst>
                                      </p:cBhvr>
                                      <p:tavLst>
                                        <p:tav tm="0">
                                          <p:val>
                                            <p:strVal val="#ppt_x"/>
                                          </p:val>
                                        </p:tav>
                                        <p:tav tm="100000">
                                          <p:val>
                                            <p:strVal val="#ppt_x"/>
                                          </p:val>
                                        </p:tav>
                                      </p:tavLst>
                                    </p:anim>
                                    <p:anim calcmode="lin" valueType="num">
                                      <p:cBhvr>
                                        <p:cTn id="136" dur="500" fill="hold"/>
                                        <p:tgtEl>
                                          <p:spTgt spid="108"/>
                                        </p:tgtEl>
                                        <p:attrNameLst>
                                          <p:attrName>ppt_y</p:attrName>
                                        </p:attrNameLst>
                                      </p:cBhvr>
                                      <p:tavLst>
                                        <p:tav tm="0">
                                          <p:val>
                                            <p:strVal val="#ppt_y+#ppt_h/2"/>
                                          </p:val>
                                        </p:tav>
                                        <p:tav tm="100000">
                                          <p:val>
                                            <p:strVal val="#ppt_y"/>
                                          </p:val>
                                        </p:tav>
                                      </p:tavLst>
                                    </p:anim>
                                    <p:anim calcmode="lin" valueType="num">
                                      <p:cBhvr>
                                        <p:cTn id="137" dur="500" fill="hold"/>
                                        <p:tgtEl>
                                          <p:spTgt spid="108"/>
                                        </p:tgtEl>
                                        <p:attrNameLst>
                                          <p:attrName>ppt_w</p:attrName>
                                        </p:attrNameLst>
                                      </p:cBhvr>
                                      <p:tavLst>
                                        <p:tav tm="0">
                                          <p:val>
                                            <p:strVal val="#ppt_w"/>
                                          </p:val>
                                        </p:tav>
                                        <p:tav tm="100000">
                                          <p:val>
                                            <p:strVal val="#ppt_w"/>
                                          </p:val>
                                        </p:tav>
                                      </p:tavLst>
                                    </p:anim>
                                    <p:anim calcmode="lin" valueType="num">
                                      <p:cBhvr>
                                        <p:cTn id="138" dur="500" fill="hold"/>
                                        <p:tgtEl>
                                          <p:spTgt spid="108"/>
                                        </p:tgtEl>
                                        <p:attrNameLst>
                                          <p:attrName>ppt_h</p:attrName>
                                        </p:attrNameLst>
                                      </p:cBhvr>
                                      <p:tavLst>
                                        <p:tav tm="0">
                                          <p:val>
                                            <p:fltVal val="0"/>
                                          </p:val>
                                        </p:tav>
                                        <p:tav tm="100000">
                                          <p:val>
                                            <p:strVal val="#ppt_h"/>
                                          </p:val>
                                        </p:tav>
                                      </p:tavLst>
                                    </p:anim>
                                  </p:childTnLst>
                                </p:cTn>
                              </p:par>
                              <p:par>
                                <p:cTn id="139" presetID="42" presetClass="path" presetSubtype="0" accel="50000" decel="50000" fill="hold" nodeType="withEffect">
                                  <p:stCondLst>
                                    <p:cond delay="0"/>
                                  </p:stCondLst>
                                  <p:childTnLst>
                                    <p:animMotion origin="layout" path="M 4.375E-6 3.7037E-7 L 4.375E-6 0.25 " pathEditMode="relative" rAng="0" ptsTypes="AA">
                                      <p:cBhvr>
                                        <p:cTn id="140" dur="1000" spd="-100000" fill="hold"/>
                                        <p:tgtEl>
                                          <p:spTgt spid="108"/>
                                        </p:tgtEl>
                                        <p:attrNameLst>
                                          <p:attrName>ppt_x</p:attrName>
                                          <p:attrName>ppt_y</p:attrName>
                                        </p:attrNameLst>
                                      </p:cBhvr>
                                      <p:rCtr x="0" y="12500"/>
                                    </p:animMotion>
                                  </p:childTnLst>
                                </p:cTn>
                              </p:par>
                            </p:childTnLst>
                          </p:cTn>
                        </p:par>
                        <p:par>
                          <p:cTn id="141" fill="hold">
                            <p:stCondLst>
                              <p:cond delay="9250"/>
                            </p:stCondLst>
                            <p:childTnLst>
                              <p:par>
                                <p:cTn id="142" presetID="53" presetClass="entr" presetSubtype="16" fill="hold" grpId="0" nodeType="afterEffect">
                                  <p:stCondLst>
                                    <p:cond delay="0"/>
                                  </p:stCondLst>
                                  <p:childTnLst>
                                    <p:set>
                                      <p:cBhvr>
                                        <p:cTn id="143" dur="1" fill="hold">
                                          <p:stCondLst>
                                            <p:cond delay="0"/>
                                          </p:stCondLst>
                                        </p:cTn>
                                        <p:tgtEl>
                                          <p:spTgt spid="95"/>
                                        </p:tgtEl>
                                        <p:attrNameLst>
                                          <p:attrName>style.visibility</p:attrName>
                                        </p:attrNameLst>
                                      </p:cBhvr>
                                      <p:to>
                                        <p:strVal val="visible"/>
                                      </p:to>
                                    </p:set>
                                    <p:anim calcmode="lin" valueType="num">
                                      <p:cBhvr>
                                        <p:cTn id="144" dur="500" fill="hold"/>
                                        <p:tgtEl>
                                          <p:spTgt spid="95"/>
                                        </p:tgtEl>
                                        <p:attrNameLst>
                                          <p:attrName>ppt_w</p:attrName>
                                        </p:attrNameLst>
                                      </p:cBhvr>
                                      <p:tavLst>
                                        <p:tav tm="0">
                                          <p:val>
                                            <p:fltVal val="0"/>
                                          </p:val>
                                        </p:tav>
                                        <p:tav tm="100000">
                                          <p:val>
                                            <p:strVal val="#ppt_w"/>
                                          </p:val>
                                        </p:tav>
                                      </p:tavLst>
                                    </p:anim>
                                    <p:anim calcmode="lin" valueType="num">
                                      <p:cBhvr>
                                        <p:cTn id="145" dur="500" fill="hold"/>
                                        <p:tgtEl>
                                          <p:spTgt spid="95"/>
                                        </p:tgtEl>
                                        <p:attrNameLst>
                                          <p:attrName>ppt_h</p:attrName>
                                        </p:attrNameLst>
                                      </p:cBhvr>
                                      <p:tavLst>
                                        <p:tav tm="0">
                                          <p:val>
                                            <p:fltVal val="0"/>
                                          </p:val>
                                        </p:tav>
                                        <p:tav tm="100000">
                                          <p:val>
                                            <p:strVal val="#ppt_h"/>
                                          </p:val>
                                        </p:tav>
                                      </p:tavLst>
                                    </p:anim>
                                    <p:animEffect transition="in" filter="fade">
                                      <p:cBhvr>
                                        <p:cTn id="146" dur="500"/>
                                        <p:tgtEl>
                                          <p:spTgt spid="95"/>
                                        </p:tgtEl>
                                      </p:cBhvr>
                                    </p:animEffect>
                                  </p:childTnLst>
                                </p:cTn>
                              </p:par>
                              <p:par>
                                <p:cTn id="147" presetID="35" presetClass="path" presetSubtype="0" accel="50000" decel="50000" fill="hold" grpId="1" nodeType="withEffect">
                                  <p:stCondLst>
                                    <p:cond delay="0"/>
                                  </p:stCondLst>
                                  <p:childTnLst>
                                    <p:animMotion origin="layout" path="M 4.375E-6 -3.7037E-6 L -0.06237 -3.7037E-6 " pathEditMode="relative" rAng="0" ptsTypes="AA">
                                      <p:cBhvr>
                                        <p:cTn id="148" dur="1000" spd="-100000" fill="hold"/>
                                        <p:tgtEl>
                                          <p:spTgt spid="95"/>
                                        </p:tgtEl>
                                        <p:attrNameLst>
                                          <p:attrName>ppt_x</p:attrName>
                                          <p:attrName>ppt_y</p:attrName>
                                        </p:attrNameLst>
                                      </p:cBhvr>
                                      <p:rCtr x="-3125" y="0"/>
                                    </p:animMotion>
                                  </p:childTnLst>
                                </p:cTn>
                              </p:par>
                              <p:par>
                                <p:cTn id="149" presetID="53" presetClass="entr" presetSubtype="16" fill="hold" grpId="0" nodeType="withEffect">
                                  <p:stCondLst>
                                    <p:cond delay="250"/>
                                  </p:stCondLst>
                                  <p:childTnLst>
                                    <p:set>
                                      <p:cBhvr>
                                        <p:cTn id="150" dur="1" fill="hold">
                                          <p:stCondLst>
                                            <p:cond delay="0"/>
                                          </p:stCondLst>
                                        </p:cTn>
                                        <p:tgtEl>
                                          <p:spTgt spid="94"/>
                                        </p:tgtEl>
                                        <p:attrNameLst>
                                          <p:attrName>style.visibility</p:attrName>
                                        </p:attrNameLst>
                                      </p:cBhvr>
                                      <p:to>
                                        <p:strVal val="visible"/>
                                      </p:to>
                                    </p:set>
                                    <p:anim calcmode="lin" valueType="num">
                                      <p:cBhvr>
                                        <p:cTn id="151" dur="500" fill="hold"/>
                                        <p:tgtEl>
                                          <p:spTgt spid="94"/>
                                        </p:tgtEl>
                                        <p:attrNameLst>
                                          <p:attrName>ppt_w</p:attrName>
                                        </p:attrNameLst>
                                      </p:cBhvr>
                                      <p:tavLst>
                                        <p:tav tm="0">
                                          <p:val>
                                            <p:fltVal val="0"/>
                                          </p:val>
                                        </p:tav>
                                        <p:tav tm="100000">
                                          <p:val>
                                            <p:strVal val="#ppt_w"/>
                                          </p:val>
                                        </p:tav>
                                      </p:tavLst>
                                    </p:anim>
                                    <p:anim calcmode="lin" valueType="num">
                                      <p:cBhvr>
                                        <p:cTn id="152" dur="500" fill="hold"/>
                                        <p:tgtEl>
                                          <p:spTgt spid="94"/>
                                        </p:tgtEl>
                                        <p:attrNameLst>
                                          <p:attrName>ppt_h</p:attrName>
                                        </p:attrNameLst>
                                      </p:cBhvr>
                                      <p:tavLst>
                                        <p:tav tm="0">
                                          <p:val>
                                            <p:fltVal val="0"/>
                                          </p:val>
                                        </p:tav>
                                        <p:tav tm="100000">
                                          <p:val>
                                            <p:strVal val="#ppt_h"/>
                                          </p:val>
                                        </p:tav>
                                      </p:tavLst>
                                    </p:anim>
                                    <p:animEffect transition="in" filter="fade">
                                      <p:cBhvr>
                                        <p:cTn id="153" dur="500"/>
                                        <p:tgtEl>
                                          <p:spTgt spid="94"/>
                                        </p:tgtEl>
                                      </p:cBhvr>
                                    </p:animEffect>
                                  </p:childTnLst>
                                </p:cTn>
                              </p:par>
                              <p:par>
                                <p:cTn id="154" presetID="35" presetClass="path" presetSubtype="0" accel="50000" decel="50000" fill="hold" grpId="1" nodeType="withEffect">
                                  <p:stCondLst>
                                    <p:cond delay="250"/>
                                  </p:stCondLst>
                                  <p:childTnLst>
                                    <p:animMotion origin="layout" path="M 4.375E-6 4.81481E-6 L -0.06237 4.81481E-6 " pathEditMode="relative" rAng="0" ptsTypes="AA">
                                      <p:cBhvr>
                                        <p:cTn id="155" dur="1000" spd="-100000" fill="hold"/>
                                        <p:tgtEl>
                                          <p:spTgt spid="94"/>
                                        </p:tgtEl>
                                        <p:attrNameLst>
                                          <p:attrName>ppt_x</p:attrName>
                                          <p:attrName>ppt_y</p:attrName>
                                        </p:attrNameLst>
                                      </p:cBhvr>
                                      <p:rCtr x="-3125" y="0"/>
                                    </p:animMotion>
                                  </p:childTnLst>
                                </p:cTn>
                              </p:par>
                            </p:childTnLst>
                          </p:cTn>
                        </p:par>
                        <p:par>
                          <p:cTn id="156" fill="hold">
                            <p:stCondLst>
                              <p:cond delay="10500"/>
                            </p:stCondLst>
                            <p:childTnLst>
                              <p:par>
                                <p:cTn id="157" presetID="22" presetClass="entr" presetSubtype="4" fill="hold" nodeType="afterEffect">
                                  <p:stCondLst>
                                    <p:cond delay="0"/>
                                  </p:stCondLst>
                                  <p:childTnLst>
                                    <p:set>
                                      <p:cBhvr>
                                        <p:cTn id="158" dur="1" fill="hold">
                                          <p:stCondLst>
                                            <p:cond delay="0"/>
                                          </p:stCondLst>
                                        </p:cTn>
                                        <p:tgtEl>
                                          <p:spTgt spid="87"/>
                                        </p:tgtEl>
                                        <p:attrNameLst>
                                          <p:attrName>style.visibility</p:attrName>
                                        </p:attrNameLst>
                                      </p:cBhvr>
                                      <p:to>
                                        <p:strVal val="visible"/>
                                      </p:to>
                                    </p:set>
                                    <p:animEffect transition="in" filter="wipe(down)">
                                      <p:cBhvr>
                                        <p:cTn id="159" dur="750"/>
                                        <p:tgtEl>
                                          <p:spTgt spid="87"/>
                                        </p:tgtEl>
                                      </p:cBhvr>
                                    </p:animEffect>
                                  </p:childTnLst>
                                </p:cTn>
                              </p:par>
                              <p:par>
                                <p:cTn id="160" presetID="17" presetClass="entr" presetSubtype="4" fill="hold" nodeType="withEffect">
                                  <p:stCondLst>
                                    <p:cond delay="0"/>
                                  </p:stCondLst>
                                  <p:childTnLst>
                                    <p:set>
                                      <p:cBhvr>
                                        <p:cTn id="161" dur="1" fill="hold">
                                          <p:stCondLst>
                                            <p:cond delay="0"/>
                                          </p:stCondLst>
                                        </p:cTn>
                                        <p:tgtEl>
                                          <p:spTgt spid="111"/>
                                        </p:tgtEl>
                                        <p:attrNameLst>
                                          <p:attrName>style.visibility</p:attrName>
                                        </p:attrNameLst>
                                      </p:cBhvr>
                                      <p:to>
                                        <p:strVal val="visible"/>
                                      </p:to>
                                    </p:set>
                                    <p:anim calcmode="lin" valueType="num">
                                      <p:cBhvr>
                                        <p:cTn id="162" dur="500" fill="hold"/>
                                        <p:tgtEl>
                                          <p:spTgt spid="111"/>
                                        </p:tgtEl>
                                        <p:attrNameLst>
                                          <p:attrName>ppt_x</p:attrName>
                                        </p:attrNameLst>
                                      </p:cBhvr>
                                      <p:tavLst>
                                        <p:tav tm="0">
                                          <p:val>
                                            <p:strVal val="#ppt_x"/>
                                          </p:val>
                                        </p:tav>
                                        <p:tav tm="100000">
                                          <p:val>
                                            <p:strVal val="#ppt_x"/>
                                          </p:val>
                                        </p:tav>
                                      </p:tavLst>
                                    </p:anim>
                                    <p:anim calcmode="lin" valueType="num">
                                      <p:cBhvr>
                                        <p:cTn id="163" dur="500" fill="hold"/>
                                        <p:tgtEl>
                                          <p:spTgt spid="111"/>
                                        </p:tgtEl>
                                        <p:attrNameLst>
                                          <p:attrName>ppt_y</p:attrName>
                                        </p:attrNameLst>
                                      </p:cBhvr>
                                      <p:tavLst>
                                        <p:tav tm="0">
                                          <p:val>
                                            <p:strVal val="#ppt_y+#ppt_h/2"/>
                                          </p:val>
                                        </p:tav>
                                        <p:tav tm="100000">
                                          <p:val>
                                            <p:strVal val="#ppt_y"/>
                                          </p:val>
                                        </p:tav>
                                      </p:tavLst>
                                    </p:anim>
                                    <p:anim calcmode="lin" valueType="num">
                                      <p:cBhvr>
                                        <p:cTn id="164" dur="500" fill="hold"/>
                                        <p:tgtEl>
                                          <p:spTgt spid="111"/>
                                        </p:tgtEl>
                                        <p:attrNameLst>
                                          <p:attrName>ppt_w</p:attrName>
                                        </p:attrNameLst>
                                      </p:cBhvr>
                                      <p:tavLst>
                                        <p:tav tm="0">
                                          <p:val>
                                            <p:strVal val="#ppt_w"/>
                                          </p:val>
                                        </p:tav>
                                        <p:tav tm="100000">
                                          <p:val>
                                            <p:strVal val="#ppt_w"/>
                                          </p:val>
                                        </p:tav>
                                      </p:tavLst>
                                    </p:anim>
                                    <p:anim calcmode="lin" valueType="num">
                                      <p:cBhvr>
                                        <p:cTn id="165" dur="500" fill="hold"/>
                                        <p:tgtEl>
                                          <p:spTgt spid="111"/>
                                        </p:tgtEl>
                                        <p:attrNameLst>
                                          <p:attrName>ppt_h</p:attrName>
                                        </p:attrNameLst>
                                      </p:cBhvr>
                                      <p:tavLst>
                                        <p:tav tm="0">
                                          <p:val>
                                            <p:fltVal val="0"/>
                                          </p:val>
                                        </p:tav>
                                        <p:tav tm="100000">
                                          <p:val>
                                            <p:strVal val="#ppt_h"/>
                                          </p:val>
                                        </p:tav>
                                      </p:tavLst>
                                    </p:anim>
                                  </p:childTnLst>
                                </p:cTn>
                              </p:par>
                              <p:par>
                                <p:cTn id="166" presetID="42" presetClass="path" presetSubtype="0" accel="50000" decel="50000" fill="hold" nodeType="withEffect">
                                  <p:stCondLst>
                                    <p:cond delay="0"/>
                                  </p:stCondLst>
                                  <p:childTnLst>
                                    <p:animMotion origin="layout" path="M -4.16667E-6 -7.40741E-7 L -4.16667E-6 0.25 " pathEditMode="relative" rAng="0" ptsTypes="AA">
                                      <p:cBhvr>
                                        <p:cTn id="167" dur="1000" spd="-100000" fill="hold"/>
                                        <p:tgtEl>
                                          <p:spTgt spid="111"/>
                                        </p:tgtEl>
                                        <p:attrNameLst>
                                          <p:attrName>ppt_x</p:attrName>
                                          <p:attrName>ppt_y</p:attrName>
                                        </p:attrNameLst>
                                      </p:cBhvr>
                                      <p:rCtr x="0" y="12500"/>
                                    </p:animMotion>
                                  </p:childTnLst>
                                </p:cTn>
                              </p:par>
                            </p:childTnLst>
                          </p:cTn>
                        </p:par>
                        <p:par>
                          <p:cTn id="168" fill="hold">
                            <p:stCondLst>
                              <p:cond delay="11500"/>
                            </p:stCondLst>
                            <p:childTnLst>
                              <p:par>
                                <p:cTn id="169" presetID="53" presetClass="entr" presetSubtype="16" fill="hold" grpId="0" nodeType="afterEffect">
                                  <p:stCondLst>
                                    <p:cond delay="0"/>
                                  </p:stCondLst>
                                  <p:childTnLst>
                                    <p:set>
                                      <p:cBhvr>
                                        <p:cTn id="170" dur="1" fill="hold">
                                          <p:stCondLst>
                                            <p:cond delay="0"/>
                                          </p:stCondLst>
                                        </p:cTn>
                                        <p:tgtEl>
                                          <p:spTgt spid="97"/>
                                        </p:tgtEl>
                                        <p:attrNameLst>
                                          <p:attrName>style.visibility</p:attrName>
                                        </p:attrNameLst>
                                      </p:cBhvr>
                                      <p:to>
                                        <p:strVal val="visible"/>
                                      </p:to>
                                    </p:set>
                                    <p:anim calcmode="lin" valueType="num">
                                      <p:cBhvr>
                                        <p:cTn id="171" dur="500" fill="hold"/>
                                        <p:tgtEl>
                                          <p:spTgt spid="97"/>
                                        </p:tgtEl>
                                        <p:attrNameLst>
                                          <p:attrName>ppt_w</p:attrName>
                                        </p:attrNameLst>
                                      </p:cBhvr>
                                      <p:tavLst>
                                        <p:tav tm="0">
                                          <p:val>
                                            <p:fltVal val="0"/>
                                          </p:val>
                                        </p:tav>
                                        <p:tav tm="100000">
                                          <p:val>
                                            <p:strVal val="#ppt_w"/>
                                          </p:val>
                                        </p:tav>
                                      </p:tavLst>
                                    </p:anim>
                                    <p:anim calcmode="lin" valueType="num">
                                      <p:cBhvr>
                                        <p:cTn id="172" dur="500" fill="hold"/>
                                        <p:tgtEl>
                                          <p:spTgt spid="97"/>
                                        </p:tgtEl>
                                        <p:attrNameLst>
                                          <p:attrName>ppt_h</p:attrName>
                                        </p:attrNameLst>
                                      </p:cBhvr>
                                      <p:tavLst>
                                        <p:tav tm="0">
                                          <p:val>
                                            <p:fltVal val="0"/>
                                          </p:val>
                                        </p:tav>
                                        <p:tav tm="100000">
                                          <p:val>
                                            <p:strVal val="#ppt_h"/>
                                          </p:val>
                                        </p:tav>
                                      </p:tavLst>
                                    </p:anim>
                                    <p:animEffect transition="in" filter="fade">
                                      <p:cBhvr>
                                        <p:cTn id="173" dur="500"/>
                                        <p:tgtEl>
                                          <p:spTgt spid="97"/>
                                        </p:tgtEl>
                                      </p:cBhvr>
                                    </p:animEffect>
                                  </p:childTnLst>
                                </p:cTn>
                              </p:par>
                              <p:par>
                                <p:cTn id="174" presetID="35" presetClass="path" presetSubtype="0" accel="50000" decel="50000" fill="hold" grpId="1" nodeType="withEffect">
                                  <p:stCondLst>
                                    <p:cond delay="0"/>
                                  </p:stCondLst>
                                  <p:childTnLst>
                                    <p:animMotion origin="layout" path="M -4.16667E-6 -3.7037E-6 L -0.06237 -3.7037E-6 " pathEditMode="relative" rAng="0" ptsTypes="AA">
                                      <p:cBhvr>
                                        <p:cTn id="175" dur="1000" spd="-100000" fill="hold"/>
                                        <p:tgtEl>
                                          <p:spTgt spid="97"/>
                                        </p:tgtEl>
                                        <p:attrNameLst>
                                          <p:attrName>ppt_x</p:attrName>
                                          <p:attrName>ppt_y</p:attrName>
                                        </p:attrNameLst>
                                      </p:cBhvr>
                                      <p:rCtr x="-3125" y="0"/>
                                    </p:animMotion>
                                  </p:childTnLst>
                                </p:cTn>
                              </p:par>
                              <p:par>
                                <p:cTn id="176" presetID="53" presetClass="entr" presetSubtype="16" fill="hold" grpId="0" nodeType="withEffect">
                                  <p:stCondLst>
                                    <p:cond delay="250"/>
                                  </p:stCondLst>
                                  <p:childTnLst>
                                    <p:set>
                                      <p:cBhvr>
                                        <p:cTn id="177" dur="1" fill="hold">
                                          <p:stCondLst>
                                            <p:cond delay="0"/>
                                          </p:stCondLst>
                                        </p:cTn>
                                        <p:tgtEl>
                                          <p:spTgt spid="96"/>
                                        </p:tgtEl>
                                        <p:attrNameLst>
                                          <p:attrName>style.visibility</p:attrName>
                                        </p:attrNameLst>
                                      </p:cBhvr>
                                      <p:to>
                                        <p:strVal val="visible"/>
                                      </p:to>
                                    </p:set>
                                    <p:anim calcmode="lin" valueType="num">
                                      <p:cBhvr>
                                        <p:cTn id="178" dur="500" fill="hold"/>
                                        <p:tgtEl>
                                          <p:spTgt spid="96"/>
                                        </p:tgtEl>
                                        <p:attrNameLst>
                                          <p:attrName>ppt_w</p:attrName>
                                        </p:attrNameLst>
                                      </p:cBhvr>
                                      <p:tavLst>
                                        <p:tav tm="0">
                                          <p:val>
                                            <p:fltVal val="0"/>
                                          </p:val>
                                        </p:tav>
                                        <p:tav tm="100000">
                                          <p:val>
                                            <p:strVal val="#ppt_w"/>
                                          </p:val>
                                        </p:tav>
                                      </p:tavLst>
                                    </p:anim>
                                    <p:anim calcmode="lin" valueType="num">
                                      <p:cBhvr>
                                        <p:cTn id="179" dur="500" fill="hold"/>
                                        <p:tgtEl>
                                          <p:spTgt spid="96"/>
                                        </p:tgtEl>
                                        <p:attrNameLst>
                                          <p:attrName>ppt_h</p:attrName>
                                        </p:attrNameLst>
                                      </p:cBhvr>
                                      <p:tavLst>
                                        <p:tav tm="0">
                                          <p:val>
                                            <p:fltVal val="0"/>
                                          </p:val>
                                        </p:tav>
                                        <p:tav tm="100000">
                                          <p:val>
                                            <p:strVal val="#ppt_h"/>
                                          </p:val>
                                        </p:tav>
                                      </p:tavLst>
                                    </p:anim>
                                    <p:animEffect transition="in" filter="fade">
                                      <p:cBhvr>
                                        <p:cTn id="180" dur="500"/>
                                        <p:tgtEl>
                                          <p:spTgt spid="96"/>
                                        </p:tgtEl>
                                      </p:cBhvr>
                                    </p:animEffect>
                                  </p:childTnLst>
                                </p:cTn>
                              </p:par>
                              <p:par>
                                <p:cTn id="181" presetID="35" presetClass="path" presetSubtype="0" accel="50000" decel="50000" fill="hold" grpId="1" nodeType="withEffect">
                                  <p:stCondLst>
                                    <p:cond delay="250"/>
                                  </p:stCondLst>
                                  <p:childTnLst>
                                    <p:animMotion origin="layout" path="M -4.16667E-6 4.81481E-6 L -0.06237 4.81481E-6 " pathEditMode="relative" rAng="0" ptsTypes="AA">
                                      <p:cBhvr>
                                        <p:cTn id="182" dur="1000" spd="-100000" fill="hold"/>
                                        <p:tgtEl>
                                          <p:spTgt spid="96"/>
                                        </p:tgtEl>
                                        <p:attrNameLst>
                                          <p:attrName>ppt_x</p:attrName>
                                          <p:attrName>ppt_y</p:attrName>
                                        </p:attrNameLst>
                                      </p:cBhvr>
                                      <p:rCtr x="-3125" y="0"/>
                                    </p:animMotion>
                                  </p:childTnLst>
                                </p:cTn>
                              </p:par>
                            </p:childTnLst>
                          </p:cTn>
                        </p:par>
                        <p:par>
                          <p:cTn id="183" fill="hold">
                            <p:stCondLst>
                              <p:cond delay="12750"/>
                            </p:stCondLst>
                            <p:childTnLst>
                              <p:par>
                                <p:cTn id="184" presetID="22" presetClass="entr" presetSubtype="4" fill="hold" nodeType="afterEffect">
                                  <p:stCondLst>
                                    <p:cond delay="0"/>
                                  </p:stCondLst>
                                  <p:childTnLst>
                                    <p:set>
                                      <p:cBhvr>
                                        <p:cTn id="185" dur="1" fill="hold">
                                          <p:stCondLst>
                                            <p:cond delay="0"/>
                                          </p:stCondLst>
                                        </p:cTn>
                                        <p:tgtEl>
                                          <p:spTgt spid="88"/>
                                        </p:tgtEl>
                                        <p:attrNameLst>
                                          <p:attrName>style.visibility</p:attrName>
                                        </p:attrNameLst>
                                      </p:cBhvr>
                                      <p:to>
                                        <p:strVal val="visible"/>
                                      </p:to>
                                    </p:set>
                                    <p:animEffect transition="in" filter="wipe(down)">
                                      <p:cBhvr>
                                        <p:cTn id="186" dur="750"/>
                                        <p:tgtEl>
                                          <p:spTgt spid="88"/>
                                        </p:tgtEl>
                                      </p:cBhvr>
                                    </p:animEffect>
                                  </p:childTnLst>
                                </p:cTn>
                              </p:par>
                              <p:par>
                                <p:cTn id="187" presetID="17" presetClass="entr" presetSubtype="4" fill="hold" nodeType="withEffect">
                                  <p:stCondLst>
                                    <p:cond delay="0"/>
                                  </p:stCondLst>
                                  <p:childTnLst>
                                    <p:set>
                                      <p:cBhvr>
                                        <p:cTn id="188" dur="1" fill="hold">
                                          <p:stCondLst>
                                            <p:cond delay="0"/>
                                          </p:stCondLst>
                                        </p:cTn>
                                        <p:tgtEl>
                                          <p:spTgt spid="114"/>
                                        </p:tgtEl>
                                        <p:attrNameLst>
                                          <p:attrName>style.visibility</p:attrName>
                                        </p:attrNameLst>
                                      </p:cBhvr>
                                      <p:to>
                                        <p:strVal val="visible"/>
                                      </p:to>
                                    </p:set>
                                    <p:anim calcmode="lin" valueType="num">
                                      <p:cBhvr>
                                        <p:cTn id="189" dur="500" fill="hold"/>
                                        <p:tgtEl>
                                          <p:spTgt spid="114"/>
                                        </p:tgtEl>
                                        <p:attrNameLst>
                                          <p:attrName>ppt_x</p:attrName>
                                        </p:attrNameLst>
                                      </p:cBhvr>
                                      <p:tavLst>
                                        <p:tav tm="0">
                                          <p:val>
                                            <p:strVal val="#ppt_x"/>
                                          </p:val>
                                        </p:tav>
                                        <p:tav tm="100000">
                                          <p:val>
                                            <p:strVal val="#ppt_x"/>
                                          </p:val>
                                        </p:tav>
                                      </p:tavLst>
                                    </p:anim>
                                    <p:anim calcmode="lin" valueType="num">
                                      <p:cBhvr>
                                        <p:cTn id="190" dur="500" fill="hold"/>
                                        <p:tgtEl>
                                          <p:spTgt spid="114"/>
                                        </p:tgtEl>
                                        <p:attrNameLst>
                                          <p:attrName>ppt_y</p:attrName>
                                        </p:attrNameLst>
                                      </p:cBhvr>
                                      <p:tavLst>
                                        <p:tav tm="0">
                                          <p:val>
                                            <p:strVal val="#ppt_y+#ppt_h/2"/>
                                          </p:val>
                                        </p:tav>
                                        <p:tav tm="100000">
                                          <p:val>
                                            <p:strVal val="#ppt_y"/>
                                          </p:val>
                                        </p:tav>
                                      </p:tavLst>
                                    </p:anim>
                                    <p:anim calcmode="lin" valueType="num">
                                      <p:cBhvr>
                                        <p:cTn id="191" dur="500" fill="hold"/>
                                        <p:tgtEl>
                                          <p:spTgt spid="114"/>
                                        </p:tgtEl>
                                        <p:attrNameLst>
                                          <p:attrName>ppt_w</p:attrName>
                                        </p:attrNameLst>
                                      </p:cBhvr>
                                      <p:tavLst>
                                        <p:tav tm="0">
                                          <p:val>
                                            <p:strVal val="#ppt_w"/>
                                          </p:val>
                                        </p:tav>
                                        <p:tav tm="100000">
                                          <p:val>
                                            <p:strVal val="#ppt_w"/>
                                          </p:val>
                                        </p:tav>
                                      </p:tavLst>
                                    </p:anim>
                                    <p:anim calcmode="lin" valueType="num">
                                      <p:cBhvr>
                                        <p:cTn id="192" dur="500" fill="hold"/>
                                        <p:tgtEl>
                                          <p:spTgt spid="114"/>
                                        </p:tgtEl>
                                        <p:attrNameLst>
                                          <p:attrName>ppt_h</p:attrName>
                                        </p:attrNameLst>
                                      </p:cBhvr>
                                      <p:tavLst>
                                        <p:tav tm="0">
                                          <p:val>
                                            <p:fltVal val="0"/>
                                          </p:val>
                                        </p:tav>
                                        <p:tav tm="100000">
                                          <p:val>
                                            <p:strVal val="#ppt_h"/>
                                          </p:val>
                                        </p:tav>
                                      </p:tavLst>
                                    </p:anim>
                                  </p:childTnLst>
                                </p:cTn>
                              </p:par>
                              <p:par>
                                <p:cTn id="193" presetID="42" presetClass="path" presetSubtype="0" accel="50000" decel="50000" fill="hold" nodeType="withEffect">
                                  <p:stCondLst>
                                    <p:cond delay="0"/>
                                  </p:stCondLst>
                                  <p:childTnLst>
                                    <p:animMotion origin="layout" path="M -2.70833E-6 7.40741E-7 L -2.70833E-6 0.25 " pathEditMode="relative" rAng="0" ptsTypes="AA">
                                      <p:cBhvr>
                                        <p:cTn id="194" dur="1000" spd="-100000" fill="hold"/>
                                        <p:tgtEl>
                                          <p:spTgt spid="114"/>
                                        </p:tgtEl>
                                        <p:attrNameLst>
                                          <p:attrName>ppt_x</p:attrName>
                                          <p:attrName>ppt_y</p:attrName>
                                        </p:attrNameLst>
                                      </p:cBhvr>
                                      <p:rCtr x="0" y="12500"/>
                                    </p:animMotion>
                                  </p:childTnLst>
                                </p:cTn>
                              </p:par>
                            </p:childTnLst>
                          </p:cTn>
                        </p:par>
                        <p:par>
                          <p:cTn id="195" fill="hold">
                            <p:stCondLst>
                              <p:cond delay="13750"/>
                            </p:stCondLst>
                            <p:childTnLst>
                              <p:par>
                                <p:cTn id="196" presetID="53" presetClass="entr" presetSubtype="16" fill="hold" grpId="0" nodeType="afterEffect">
                                  <p:stCondLst>
                                    <p:cond delay="0"/>
                                  </p:stCondLst>
                                  <p:childTnLst>
                                    <p:set>
                                      <p:cBhvr>
                                        <p:cTn id="197" dur="1" fill="hold">
                                          <p:stCondLst>
                                            <p:cond delay="0"/>
                                          </p:stCondLst>
                                        </p:cTn>
                                        <p:tgtEl>
                                          <p:spTgt spid="99"/>
                                        </p:tgtEl>
                                        <p:attrNameLst>
                                          <p:attrName>style.visibility</p:attrName>
                                        </p:attrNameLst>
                                      </p:cBhvr>
                                      <p:to>
                                        <p:strVal val="visible"/>
                                      </p:to>
                                    </p:set>
                                    <p:anim calcmode="lin" valueType="num">
                                      <p:cBhvr>
                                        <p:cTn id="198" dur="500" fill="hold"/>
                                        <p:tgtEl>
                                          <p:spTgt spid="99"/>
                                        </p:tgtEl>
                                        <p:attrNameLst>
                                          <p:attrName>ppt_w</p:attrName>
                                        </p:attrNameLst>
                                      </p:cBhvr>
                                      <p:tavLst>
                                        <p:tav tm="0">
                                          <p:val>
                                            <p:fltVal val="0"/>
                                          </p:val>
                                        </p:tav>
                                        <p:tav tm="100000">
                                          <p:val>
                                            <p:strVal val="#ppt_w"/>
                                          </p:val>
                                        </p:tav>
                                      </p:tavLst>
                                    </p:anim>
                                    <p:anim calcmode="lin" valueType="num">
                                      <p:cBhvr>
                                        <p:cTn id="199" dur="500" fill="hold"/>
                                        <p:tgtEl>
                                          <p:spTgt spid="99"/>
                                        </p:tgtEl>
                                        <p:attrNameLst>
                                          <p:attrName>ppt_h</p:attrName>
                                        </p:attrNameLst>
                                      </p:cBhvr>
                                      <p:tavLst>
                                        <p:tav tm="0">
                                          <p:val>
                                            <p:fltVal val="0"/>
                                          </p:val>
                                        </p:tav>
                                        <p:tav tm="100000">
                                          <p:val>
                                            <p:strVal val="#ppt_h"/>
                                          </p:val>
                                        </p:tav>
                                      </p:tavLst>
                                    </p:anim>
                                    <p:animEffect transition="in" filter="fade">
                                      <p:cBhvr>
                                        <p:cTn id="200" dur="500"/>
                                        <p:tgtEl>
                                          <p:spTgt spid="99"/>
                                        </p:tgtEl>
                                      </p:cBhvr>
                                    </p:animEffect>
                                  </p:childTnLst>
                                </p:cTn>
                              </p:par>
                              <p:par>
                                <p:cTn id="201" presetID="35" presetClass="path" presetSubtype="0" accel="50000" decel="50000" fill="hold" grpId="1" nodeType="withEffect">
                                  <p:stCondLst>
                                    <p:cond delay="0"/>
                                  </p:stCondLst>
                                  <p:childTnLst>
                                    <p:animMotion origin="layout" path="M -2.70833E-6 -3.7037E-6 L -0.06237 -3.7037E-6 " pathEditMode="relative" rAng="0" ptsTypes="AA">
                                      <p:cBhvr>
                                        <p:cTn id="202" dur="1000" spd="-100000" fill="hold"/>
                                        <p:tgtEl>
                                          <p:spTgt spid="99"/>
                                        </p:tgtEl>
                                        <p:attrNameLst>
                                          <p:attrName>ppt_x</p:attrName>
                                          <p:attrName>ppt_y</p:attrName>
                                        </p:attrNameLst>
                                      </p:cBhvr>
                                      <p:rCtr x="-3125" y="0"/>
                                    </p:animMotion>
                                  </p:childTnLst>
                                </p:cTn>
                              </p:par>
                              <p:par>
                                <p:cTn id="203" presetID="53" presetClass="entr" presetSubtype="16" fill="hold" grpId="0" nodeType="withEffect">
                                  <p:stCondLst>
                                    <p:cond delay="250"/>
                                  </p:stCondLst>
                                  <p:childTnLst>
                                    <p:set>
                                      <p:cBhvr>
                                        <p:cTn id="204" dur="1" fill="hold">
                                          <p:stCondLst>
                                            <p:cond delay="0"/>
                                          </p:stCondLst>
                                        </p:cTn>
                                        <p:tgtEl>
                                          <p:spTgt spid="98"/>
                                        </p:tgtEl>
                                        <p:attrNameLst>
                                          <p:attrName>style.visibility</p:attrName>
                                        </p:attrNameLst>
                                      </p:cBhvr>
                                      <p:to>
                                        <p:strVal val="visible"/>
                                      </p:to>
                                    </p:set>
                                    <p:anim calcmode="lin" valueType="num">
                                      <p:cBhvr>
                                        <p:cTn id="205" dur="500" fill="hold"/>
                                        <p:tgtEl>
                                          <p:spTgt spid="98"/>
                                        </p:tgtEl>
                                        <p:attrNameLst>
                                          <p:attrName>ppt_w</p:attrName>
                                        </p:attrNameLst>
                                      </p:cBhvr>
                                      <p:tavLst>
                                        <p:tav tm="0">
                                          <p:val>
                                            <p:fltVal val="0"/>
                                          </p:val>
                                        </p:tav>
                                        <p:tav tm="100000">
                                          <p:val>
                                            <p:strVal val="#ppt_w"/>
                                          </p:val>
                                        </p:tav>
                                      </p:tavLst>
                                    </p:anim>
                                    <p:anim calcmode="lin" valueType="num">
                                      <p:cBhvr>
                                        <p:cTn id="206" dur="500" fill="hold"/>
                                        <p:tgtEl>
                                          <p:spTgt spid="98"/>
                                        </p:tgtEl>
                                        <p:attrNameLst>
                                          <p:attrName>ppt_h</p:attrName>
                                        </p:attrNameLst>
                                      </p:cBhvr>
                                      <p:tavLst>
                                        <p:tav tm="0">
                                          <p:val>
                                            <p:fltVal val="0"/>
                                          </p:val>
                                        </p:tav>
                                        <p:tav tm="100000">
                                          <p:val>
                                            <p:strVal val="#ppt_h"/>
                                          </p:val>
                                        </p:tav>
                                      </p:tavLst>
                                    </p:anim>
                                    <p:animEffect transition="in" filter="fade">
                                      <p:cBhvr>
                                        <p:cTn id="207" dur="500"/>
                                        <p:tgtEl>
                                          <p:spTgt spid="98"/>
                                        </p:tgtEl>
                                      </p:cBhvr>
                                    </p:animEffect>
                                  </p:childTnLst>
                                </p:cTn>
                              </p:par>
                              <p:par>
                                <p:cTn id="208" presetID="35" presetClass="path" presetSubtype="0" accel="50000" decel="50000" fill="hold" grpId="1" nodeType="withEffect">
                                  <p:stCondLst>
                                    <p:cond delay="250"/>
                                  </p:stCondLst>
                                  <p:childTnLst>
                                    <p:animMotion origin="layout" path="M -2.70833E-6 4.81481E-6 L -0.06237 4.81481E-6 " pathEditMode="relative" rAng="0" ptsTypes="AA">
                                      <p:cBhvr>
                                        <p:cTn id="209" dur="1000" spd="-100000" fill="hold"/>
                                        <p:tgtEl>
                                          <p:spTgt spid="98"/>
                                        </p:tgtEl>
                                        <p:attrNameLst>
                                          <p:attrName>ppt_x</p:attrName>
                                          <p:attrName>ppt_y</p:attrName>
                                        </p:attrNameLst>
                                      </p:cBhvr>
                                      <p:rCtr x="-3125" y="0"/>
                                    </p:animMotion>
                                  </p:childTnLst>
                                </p:cTn>
                              </p:par>
                            </p:childTnLst>
                          </p:cTn>
                        </p:par>
                        <p:par>
                          <p:cTn id="210" fill="hold">
                            <p:stCondLst>
                              <p:cond delay="15000"/>
                            </p:stCondLst>
                            <p:childTnLst>
                              <p:par>
                                <p:cTn id="211" presetID="22" presetClass="entr" presetSubtype="4" fill="hold" nodeType="afterEffect">
                                  <p:stCondLst>
                                    <p:cond delay="0"/>
                                  </p:stCondLst>
                                  <p:childTnLst>
                                    <p:set>
                                      <p:cBhvr>
                                        <p:cTn id="212" dur="1" fill="hold">
                                          <p:stCondLst>
                                            <p:cond delay="0"/>
                                          </p:stCondLst>
                                        </p:cTn>
                                        <p:tgtEl>
                                          <p:spTgt spid="89"/>
                                        </p:tgtEl>
                                        <p:attrNameLst>
                                          <p:attrName>style.visibility</p:attrName>
                                        </p:attrNameLst>
                                      </p:cBhvr>
                                      <p:to>
                                        <p:strVal val="visible"/>
                                      </p:to>
                                    </p:set>
                                    <p:animEffect transition="in" filter="wipe(down)">
                                      <p:cBhvr>
                                        <p:cTn id="213" dur="750"/>
                                        <p:tgtEl>
                                          <p:spTgt spid="89"/>
                                        </p:tgtEl>
                                      </p:cBhvr>
                                    </p:animEffect>
                                  </p:childTnLst>
                                </p:cTn>
                              </p:par>
                              <p:par>
                                <p:cTn id="214" presetID="17" presetClass="entr" presetSubtype="4" fill="hold" nodeType="withEffect">
                                  <p:stCondLst>
                                    <p:cond delay="0"/>
                                  </p:stCondLst>
                                  <p:childTnLst>
                                    <p:set>
                                      <p:cBhvr>
                                        <p:cTn id="215" dur="1" fill="hold">
                                          <p:stCondLst>
                                            <p:cond delay="0"/>
                                          </p:stCondLst>
                                        </p:cTn>
                                        <p:tgtEl>
                                          <p:spTgt spid="117"/>
                                        </p:tgtEl>
                                        <p:attrNameLst>
                                          <p:attrName>style.visibility</p:attrName>
                                        </p:attrNameLst>
                                      </p:cBhvr>
                                      <p:to>
                                        <p:strVal val="visible"/>
                                      </p:to>
                                    </p:set>
                                    <p:anim calcmode="lin" valueType="num">
                                      <p:cBhvr>
                                        <p:cTn id="216" dur="500" fill="hold"/>
                                        <p:tgtEl>
                                          <p:spTgt spid="117"/>
                                        </p:tgtEl>
                                        <p:attrNameLst>
                                          <p:attrName>ppt_x</p:attrName>
                                        </p:attrNameLst>
                                      </p:cBhvr>
                                      <p:tavLst>
                                        <p:tav tm="0">
                                          <p:val>
                                            <p:strVal val="#ppt_x"/>
                                          </p:val>
                                        </p:tav>
                                        <p:tav tm="100000">
                                          <p:val>
                                            <p:strVal val="#ppt_x"/>
                                          </p:val>
                                        </p:tav>
                                      </p:tavLst>
                                    </p:anim>
                                    <p:anim calcmode="lin" valueType="num">
                                      <p:cBhvr>
                                        <p:cTn id="217" dur="500" fill="hold"/>
                                        <p:tgtEl>
                                          <p:spTgt spid="117"/>
                                        </p:tgtEl>
                                        <p:attrNameLst>
                                          <p:attrName>ppt_y</p:attrName>
                                        </p:attrNameLst>
                                      </p:cBhvr>
                                      <p:tavLst>
                                        <p:tav tm="0">
                                          <p:val>
                                            <p:strVal val="#ppt_y+#ppt_h/2"/>
                                          </p:val>
                                        </p:tav>
                                        <p:tav tm="100000">
                                          <p:val>
                                            <p:strVal val="#ppt_y"/>
                                          </p:val>
                                        </p:tav>
                                      </p:tavLst>
                                    </p:anim>
                                    <p:anim calcmode="lin" valueType="num">
                                      <p:cBhvr>
                                        <p:cTn id="218" dur="500" fill="hold"/>
                                        <p:tgtEl>
                                          <p:spTgt spid="117"/>
                                        </p:tgtEl>
                                        <p:attrNameLst>
                                          <p:attrName>ppt_w</p:attrName>
                                        </p:attrNameLst>
                                      </p:cBhvr>
                                      <p:tavLst>
                                        <p:tav tm="0">
                                          <p:val>
                                            <p:strVal val="#ppt_w"/>
                                          </p:val>
                                        </p:tav>
                                        <p:tav tm="100000">
                                          <p:val>
                                            <p:strVal val="#ppt_w"/>
                                          </p:val>
                                        </p:tav>
                                      </p:tavLst>
                                    </p:anim>
                                    <p:anim calcmode="lin" valueType="num">
                                      <p:cBhvr>
                                        <p:cTn id="219" dur="500" fill="hold"/>
                                        <p:tgtEl>
                                          <p:spTgt spid="117"/>
                                        </p:tgtEl>
                                        <p:attrNameLst>
                                          <p:attrName>ppt_h</p:attrName>
                                        </p:attrNameLst>
                                      </p:cBhvr>
                                      <p:tavLst>
                                        <p:tav tm="0">
                                          <p:val>
                                            <p:fltVal val="0"/>
                                          </p:val>
                                        </p:tav>
                                        <p:tav tm="100000">
                                          <p:val>
                                            <p:strVal val="#ppt_h"/>
                                          </p:val>
                                        </p:tav>
                                      </p:tavLst>
                                    </p:anim>
                                  </p:childTnLst>
                                </p:cTn>
                              </p:par>
                              <p:par>
                                <p:cTn id="220" presetID="42" presetClass="path" presetSubtype="0" accel="50000" decel="50000" fill="hold" nodeType="withEffect">
                                  <p:stCondLst>
                                    <p:cond delay="0"/>
                                  </p:stCondLst>
                                  <p:childTnLst>
                                    <p:animMotion origin="layout" path="M -1.25E-6 -3.7037E-6 L -1.25E-6 0.25 " pathEditMode="relative" rAng="0" ptsTypes="AA">
                                      <p:cBhvr>
                                        <p:cTn id="221" dur="1000" spd="-100000" fill="hold"/>
                                        <p:tgtEl>
                                          <p:spTgt spid="117"/>
                                        </p:tgtEl>
                                        <p:attrNameLst>
                                          <p:attrName>ppt_x</p:attrName>
                                          <p:attrName>ppt_y</p:attrName>
                                        </p:attrNameLst>
                                      </p:cBhvr>
                                      <p:rCtr x="0" y="12500"/>
                                    </p:animMotion>
                                  </p:childTnLst>
                                </p:cTn>
                              </p:par>
                            </p:childTnLst>
                          </p:cTn>
                        </p:par>
                        <p:par>
                          <p:cTn id="222" fill="hold">
                            <p:stCondLst>
                              <p:cond delay="16000"/>
                            </p:stCondLst>
                            <p:childTnLst>
                              <p:par>
                                <p:cTn id="223" presetID="53" presetClass="entr" presetSubtype="16" fill="hold" grpId="0" nodeType="afterEffect">
                                  <p:stCondLst>
                                    <p:cond delay="0"/>
                                  </p:stCondLst>
                                  <p:childTnLst>
                                    <p:set>
                                      <p:cBhvr>
                                        <p:cTn id="224" dur="1" fill="hold">
                                          <p:stCondLst>
                                            <p:cond delay="0"/>
                                          </p:stCondLst>
                                        </p:cTn>
                                        <p:tgtEl>
                                          <p:spTgt spid="101"/>
                                        </p:tgtEl>
                                        <p:attrNameLst>
                                          <p:attrName>style.visibility</p:attrName>
                                        </p:attrNameLst>
                                      </p:cBhvr>
                                      <p:to>
                                        <p:strVal val="visible"/>
                                      </p:to>
                                    </p:set>
                                    <p:anim calcmode="lin" valueType="num">
                                      <p:cBhvr>
                                        <p:cTn id="225" dur="500" fill="hold"/>
                                        <p:tgtEl>
                                          <p:spTgt spid="101"/>
                                        </p:tgtEl>
                                        <p:attrNameLst>
                                          <p:attrName>ppt_w</p:attrName>
                                        </p:attrNameLst>
                                      </p:cBhvr>
                                      <p:tavLst>
                                        <p:tav tm="0">
                                          <p:val>
                                            <p:fltVal val="0"/>
                                          </p:val>
                                        </p:tav>
                                        <p:tav tm="100000">
                                          <p:val>
                                            <p:strVal val="#ppt_w"/>
                                          </p:val>
                                        </p:tav>
                                      </p:tavLst>
                                    </p:anim>
                                    <p:anim calcmode="lin" valueType="num">
                                      <p:cBhvr>
                                        <p:cTn id="226" dur="500" fill="hold"/>
                                        <p:tgtEl>
                                          <p:spTgt spid="101"/>
                                        </p:tgtEl>
                                        <p:attrNameLst>
                                          <p:attrName>ppt_h</p:attrName>
                                        </p:attrNameLst>
                                      </p:cBhvr>
                                      <p:tavLst>
                                        <p:tav tm="0">
                                          <p:val>
                                            <p:fltVal val="0"/>
                                          </p:val>
                                        </p:tav>
                                        <p:tav tm="100000">
                                          <p:val>
                                            <p:strVal val="#ppt_h"/>
                                          </p:val>
                                        </p:tav>
                                      </p:tavLst>
                                    </p:anim>
                                    <p:animEffect transition="in" filter="fade">
                                      <p:cBhvr>
                                        <p:cTn id="227" dur="500"/>
                                        <p:tgtEl>
                                          <p:spTgt spid="101"/>
                                        </p:tgtEl>
                                      </p:cBhvr>
                                    </p:animEffect>
                                  </p:childTnLst>
                                </p:cTn>
                              </p:par>
                              <p:par>
                                <p:cTn id="228" presetID="35" presetClass="path" presetSubtype="0" accel="50000" decel="50000" fill="hold" grpId="1" nodeType="withEffect">
                                  <p:stCondLst>
                                    <p:cond delay="0"/>
                                  </p:stCondLst>
                                  <p:childTnLst>
                                    <p:animMotion origin="layout" path="M -1.25E-6 -3.7037E-6 L -0.06237 -3.7037E-6 " pathEditMode="relative" rAng="0" ptsTypes="AA">
                                      <p:cBhvr>
                                        <p:cTn id="229" dur="1000" spd="-100000" fill="hold"/>
                                        <p:tgtEl>
                                          <p:spTgt spid="101"/>
                                        </p:tgtEl>
                                        <p:attrNameLst>
                                          <p:attrName>ppt_x</p:attrName>
                                          <p:attrName>ppt_y</p:attrName>
                                        </p:attrNameLst>
                                      </p:cBhvr>
                                      <p:rCtr x="-3125" y="0"/>
                                    </p:animMotion>
                                  </p:childTnLst>
                                </p:cTn>
                              </p:par>
                              <p:par>
                                <p:cTn id="230" presetID="53" presetClass="entr" presetSubtype="16" fill="hold" grpId="0" nodeType="withEffect">
                                  <p:stCondLst>
                                    <p:cond delay="250"/>
                                  </p:stCondLst>
                                  <p:childTnLst>
                                    <p:set>
                                      <p:cBhvr>
                                        <p:cTn id="231" dur="1" fill="hold">
                                          <p:stCondLst>
                                            <p:cond delay="0"/>
                                          </p:stCondLst>
                                        </p:cTn>
                                        <p:tgtEl>
                                          <p:spTgt spid="100"/>
                                        </p:tgtEl>
                                        <p:attrNameLst>
                                          <p:attrName>style.visibility</p:attrName>
                                        </p:attrNameLst>
                                      </p:cBhvr>
                                      <p:to>
                                        <p:strVal val="visible"/>
                                      </p:to>
                                    </p:set>
                                    <p:anim calcmode="lin" valueType="num">
                                      <p:cBhvr>
                                        <p:cTn id="232" dur="500" fill="hold"/>
                                        <p:tgtEl>
                                          <p:spTgt spid="100"/>
                                        </p:tgtEl>
                                        <p:attrNameLst>
                                          <p:attrName>ppt_w</p:attrName>
                                        </p:attrNameLst>
                                      </p:cBhvr>
                                      <p:tavLst>
                                        <p:tav tm="0">
                                          <p:val>
                                            <p:fltVal val="0"/>
                                          </p:val>
                                        </p:tav>
                                        <p:tav tm="100000">
                                          <p:val>
                                            <p:strVal val="#ppt_w"/>
                                          </p:val>
                                        </p:tav>
                                      </p:tavLst>
                                    </p:anim>
                                    <p:anim calcmode="lin" valueType="num">
                                      <p:cBhvr>
                                        <p:cTn id="233" dur="500" fill="hold"/>
                                        <p:tgtEl>
                                          <p:spTgt spid="100"/>
                                        </p:tgtEl>
                                        <p:attrNameLst>
                                          <p:attrName>ppt_h</p:attrName>
                                        </p:attrNameLst>
                                      </p:cBhvr>
                                      <p:tavLst>
                                        <p:tav tm="0">
                                          <p:val>
                                            <p:fltVal val="0"/>
                                          </p:val>
                                        </p:tav>
                                        <p:tav tm="100000">
                                          <p:val>
                                            <p:strVal val="#ppt_h"/>
                                          </p:val>
                                        </p:tav>
                                      </p:tavLst>
                                    </p:anim>
                                    <p:animEffect transition="in" filter="fade">
                                      <p:cBhvr>
                                        <p:cTn id="234" dur="500"/>
                                        <p:tgtEl>
                                          <p:spTgt spid="100"/>
                                        </p:tgtEl>
                                      </p:cBhvr>
                                    </p:animEffect>
                                  </p:childTnLst>
                                </p:cTn>
                              </p:par>
                              <p:par>
                                <p:cTn id="235" presetID="35" presetClass="path" presetSubtype="0" accel="50000" decel="50000" fill="hold" grpId="1" nodeType="withEffect">
                                  <p:stCondLst>
                                    <p:cond delay="250"/>
                                  </p:stCondLst>
                                  <p:childTnLst>
                                    <p:animMotion origin="layout" path="M -1.25E-6 4.81481E-6 L -0.06237 4.81481E-6 " pathEditMode="relative" rAng="0" ptsTypes="AA">
                                      <p:cBhvr>
                                        <p:cTn id="236" dur="1000" spd="-100000" fill="hold"/>
                                        <p:tgtEl>
                                          <p:spTgt spid="100"/>
                                        </p:tgtEl>
                                        <p:attrNameLst>
                                          <p:attrName>ppt_x</p:attrName>
                                          <p:attrName>ppt_y</p:attrName>
                                        </p:attrNameLst>
                                      </p:cBhvr>
                                      <p:rCtr x="-312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4" grpId="1"/>
      <p:bldP spid="90" grpId="0"/>
      <p:bldP spid="90" grpId="1"/>
      <p:bldP spid="91" grpId="0"/>
      <p:bldP spid="91" grpId="1"/>
      <p:bldP spid="92" grpId="0"/>
      <p:bldP spid="92" grpId="1"/>
      <p:bldP spid="93" grpId="0"/>
      <p:bldP spid="93" grpId="1"/>
      <p:bldP spid="94" grpId="0"/>
      <p:bldP spid="94" grpId="1"/>
      <p:bldP spid="95" grpId="0"/>
      <p:bldP spid="95" grpId="1"/>
      <p:bldP spid="96" grpId="0"/>
      <p:bldP spid="96" grpId="1"/>
      <p:bldP spid="97" grpId="0"/>
      <p:bldP spid="97" grpId="1"/>
      <p:bldP spid="98" grpId="0"/>
      <p:bldP spid="98" grpId="1"/>
      <p:bldP spid="99" grpId="0"/>
      <p:bldP spid="99" grpId="1"/>
      <p:bldP spid="100" grpId="0"/>
      <p:bldP spid="100" grpId="1"/>
      <p:bldP spid="101" grpId="0"/>
      <p:bldP spid="101"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450633" y="228814"/>
            <a:ext cx="720000" cy="720000"/>
            <a:chOff x="450633" y="228814"/>
            <a:chExt cx="720000" cy="720000"/>
          </a:xfrm>
        </p:grpSpPr>
        <p:sp>
          <p:nvSpPr>
            <p:cNvPr id="45" name="椭圆 44"/>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6"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47" name="文本框 46"/>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数据对比</a:t>
            </a:r>
          </a:p>
        </p:txBody>
      </p:sp>
      <p:cxnSp>
        <p:nvCxnSpPr>
          <p:cNvPr id="48" name="直接连接符 47"/>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49" name="圆角矩形 48"/>
          <p:cNvSpPr/>
          <p:nvPr/>
        </p:nvSpPr>
        <p:spPr>
          <a:xfrm>
            <a:off x="6765880" y="3179358"/>
            <a:ext cx="3600000" cy="217537"/>
          </a:xfrm>
          <a:prstGeom prst="roundRect">
            <a:avLst>
              <a:gd name="adj" fmla="val 50000"/>
            </a:avLst>
          </a:prstGeom>
          <a:solidFill>
            <a:srgbClr val="FFFFFF">
              <a:lumMod val="85000"/>
            </a:srgbClr>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50" name="圆角矩形 49"/>
          <p:cNvSpPr/>
          <p:nvPr/>
        </p:nvSpPr>
        <p:spPr>
          <a:xfrm>
            <a:off x="6765879" y="3179358"/>
            <a:ext cx="2160000" cy="217537"/>
          </a:xfrm>
          <a:prstGeom prst="roundRect">
            <a:avLst>
              <a:gd name="adj" fmla="val 50000"/>
            </a:avLst>
          </a:prstGeom>
          <a:solidFill>
            <a:srgbClr val="C00000"/>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51" name="圆角矩形 50"/>
          <p:cNvSpPr/>
          <p:nvPr/>
        </p:nvSpPr>
        <p:spPr>
          <a:xfrm>
            <a:off x="6765881" y="3717115"/>
            <a:ext cx="3599999" cy="215950"/>
          </a:xfrm>
          <a:prstGeom prst="roundRect">
            <a:avLst>
              <a:gd name="adj" fmla="val 50000"/>
            </a:avLst>
          </a:prstGeom>
          <a:solidFill>
            <a:srgbClr val="FFFFFF">
              <a:lumMod val="85000"/>
            </a:srgbClr>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52" name="圆角矩形 51"/>
          <p:cNvSpPr/>
          <p:nvPr/>
        </p:nvSpPr>
        <p:spPr>
          <a:xfrm>
            <a:off x="6765879" y="3717115"/>
            <a:ext cx="3240000" cy="215950"/>
          </a:xfrm>
          <a:prstGeom prst="roundRect">
            <a:avLst>
              <a:gd name="adj" fmla="val 50000"/>
            </a:avLst>
          </a:prstGeom>
          <a:solidFill>
            <a:srgbClr val="C00000"/>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53" name="圆角矩形 52"/>
          <p:cNvSpPr/>
          <p:nvPr/>
        </p:nvSpPr>
        <p:spPr>
          <a:xfrm>
            <a:off x="6765880" y="4253286"/>
            <a:ext cx="3600000" cy="215950"/>
          </a:xfrm>
          <a:prstGeom prst="roundRect">
            <a:avLst>
              <a:gd name="adj" fmla="val 50000"/>
            </a:avLst>
          </a:prstGeom>
          <a:solidFill>
            <a:srgbClr val="FFFFFF">
              <a:lumMod val="85000"/>
            </a:srgbClr>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54" name="圆角矩形 53"/>
          <p:cNvSpPr/>
          <p:nvPr/>
        </p:nvSpPr>
        <p:spPr>
          <a:xfrm>
            <a:off x="6765880" y="4253286"/>
            <a:ext cx="1800000" cy="215950"/>
          </a:xfrm>
          <a:prstGeom prst="roundRect">
            <a:avLst>
              <a:gd name="adj" fmla="val 50000"/>
            </a:avLst>
          </a:prstGeom>
          <a:solidFill>
            <a:srgbClr val="C00000"/>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55" name="圆角矩形 54"/>
          <p:cNvSpPr/>
          <p:nvPr/>
        </p:nvSpPr>
        <p:spPr>
          <a:xfrm>
            <a:off x="6765881" y="2643188"/>
            <a:ext cx="3599999" cy="215950"/>
          </a:xfrm>
          <a:prstGeom prst="roundRect">
            <a:avLst>
              <a:gd name="adj" fmla="val 50000"/>
            </a:avLst>
          </a:prstGeom>
          <a:solidFill>
            <a:srgbClr val="FFFFFF">
              <a:lumMod val="85000"/>
            </a:srgbClr>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56" name="圆角矩形 55"/>
          <p:cNvSpPr/>
          <p:nvPr/>
        </p:nvSpPr>
        <p:spPr>
          <a:xfrm>
            <a:off x="6765880" y="2643188"/>
            <a:ext cx="1440000" cy="215950"/>
          </a:xfrm>
          <a:prstGeom prst="roundRect">
            <a:avLst>
              <a:gd name="adj" fmla="val 50000"/>
            </a:avLst>
          </a:prstGeom>
          <a:solidFill>
            <a:srgbClr val="C00000"/>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57" name="圆角矩形 56"/>
          <p:cNvSpPr/>
          <p:nvPr/>
        </p:nvSpPr>
        <p:spPr>
          <a:xfrm>
            <a:off x="1831818" y="3179358"/>
            <a:ext cx="3600000" cy="217537"/>
          </a:xfrm>
          <a:prstGeom prst="roundRect">
            <a:avLst>
              <a:gd name="adj" fmla="val 50000"/>
            </a:avLst>
          </a:prstGeom>
          <a:solidFill>
            <a:srgbClr val="FFFFFF">
              <a:lumMod val="85000"/>
            </a:srgbClr>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58" name="圆角矩形 57"/>
          <p:cNvSpPr/>
          <p:nvPr/>
        </p:nvSpPr>
        <p:spPr>
          <a:xfrm>
            <a:off x="1831819" y="3717115"/>
            <a:ext cx="3599999" cy="215950"/>
          </a:xfrm>
          <a:prstGeom prst="roundRect">
            <a:avLst>
              <a:gd name="adj" fmla="val 50000"/>
            </a:avLst>
          </a:prstGeom>
          <a:solidFill>
            <a:srgbClr val="FFFFFF">
              <a:lumMod val="85000"/>
            </a:srgbClr>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59" name="圆角矩形 58"/>
          <p:cNvSpPr/>
          <p:nvPr/>
        </p:nvSpPr>
        <p:spPr>
          <a:xfrm>
            <a:off x="1831818" y="4253286"/>
            <a:ext cx="3600000" cy="215950"/>
          </a:xfrm>
          <a:prstGeom prst="roundRect">
            <a:avLst>
              <a:gd name="adj" fmla="val 50000"/>
            </a:avLst>
          </a:prstGeom>
          <a:solidFill>
            <a:srgbClr val="FFFFFF">
              <a:lumMod val="85000"/>
            </a:srgbClr>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60" name="圆角矩形 59"/>
          <p:cNvSpPr/>
          <p:nvPr/>
        </p:nvSpPr>
        <p:spPr>
          <a:xfrm>
            <a:off x="1831819" y="2643188"/>
            <a:ext cx="3599999" cy="215950"/>
          </a:xfrm>
          <a:prstGeom prst="roundRect">
            <a:avLst>
              <a:gd name="adj" fmla="val 50000"/>
            </a:avLst>
          </a:prstGeom>
          <a:solidFill>
            <a:srgbClr val="FFFFFF">
              <a:lumMod val="85000"/>
            </a:srgbClr>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61" name="圆角矩形 60"/>
          <p:cNvSpPr/>
          <p:nvPr/>
        </p:nvSpPr>
        <p:spPr>
          <a:xfrm>
            <a:off x="3271818" y="3179358"/>
            <a:ext cx="2160000" cy="217537"/>
          </a:xfrm>
          <a:prstGeom prst="roundRect">
            <a:avLst>
              <a:gd name="adj" fmla="val 50000"/>
            </a:avLst>
          </a:prstGeom>
          <a:solidFill>
            <a:srgbClr val="17406D"/>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62" name="圆角矩形 61"/>
          <p:cNvSpPr/>
          <p:nvPr/>
        </p:nvSpPr>
        <p:spPr>
          <a:xfrm>
            <a:off x="2191818" y="3717115"/>
            <a:ext cx="3240000" cy="215950"/>
          </a:xfrm>
          <a:prstGeom prst="roundRect">
            <a:avLst>
              <a:gd name="adj" fmla="val 50000"/>
            </a:avLst>
          </a:prstGeom>
          <a:solidFill>
            <a:srgbClr val="17406D"/>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63" name="圆角矩形 62"/>
          <p:cNvSpPr/>
          <p:nvPr/>
        </p:nvSpPr>
        <p:spPr>
          <a:xfrm>
            <a:off x="3631818" y="4253286"/>
            <a:ext cx="1800000" cy="215950"/>
          </a:xfrm>
          <a:prstGeom prst="roundRect">
            <a:avLst>
              <a:gd name="adj" fmla="val 50000"/>
            </a:avLst>
          </a:prstGeom>
          <a:solidFill>
            <a:srgbClr val="17406D"/>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64" name="圆角矩形 63"/>
          <p:cNvSpPr/>
          <p:nvPr/>
        </p:nvSpPr>
        <p:spPr>
          <a:xfrm>
            <a:off x="3991818" y="2643188"/>
            <a:ext cx="1440000" cy="215950"/>
          </a:xfrm>
          <a:prstGeom prst="roundRect">
            <a:avLst>
              <a:gd name="adj" fmla="val 50000"/>
            </a:avLst>
          </a:prstGeom>
          <a:solidFill>
            <a:srgbClr val="17406D"/>
          </a:solidFill>
          <a:ln w="12700" cap="flat" cmpd="sng" algn="ctr">
            <a:noFill/>
            <a:prstDash val="solid"/>
            <a:miter lim="800000"/>
          </a:ln>
          <a:effectLst/>
        </p:spPr>
        <p:txBody>
          <a:bodyPr lIns="108896" tIns="54448" rIns="108896" bIns="54448"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微软雅黑" panose="020B0503020204020204" pitchFamily="34" charset="-122"/>
            </a:endParaRPr>
          </a:p>
        </p:txBody>
      </p:sp>
      <p:sp>
        <p:nvSpPr>
          <p:cNvPr id="65" name="文本框 64"/>
          <p:cNvSpPr txBox="1"/>
          <p:nvPr/>
        </p:nvSpPr>
        <p:spPr>
          <a:xfrm>
            <a:off x="5597560" y="2581886"/>
            <a:ext cx="1005403" cy="338554"/>
          </a:xfrm>
          <a:prstGeom prst="rect">
            <a:avLst/>
          </a:prstGeom>
          <a:noFill/>
        </p:spPr>
        <p:txBody>
          <a:bodyPr wrap="none" rtlCol="0">
            <a:spAutoFit/>
          </a:bodyPr>
          <a:lstStyle/>
          <a:p>
            <a:pPr algn="ctr"/>
            <a:r>
              <a:rPr lang="zh-CN" altLang="en-US" sz="1600" dirty="0">
                <a:solidFill>
                  <a:srgbClr val="000000"/>
                </a:solidFill>
                <a:latin typeface="微软雅黑" panose="020B0503020204020204" pitchFamily="34" charset="-122"/>
                <a:ea typeface="微软雅黑" panose="020B0503020204020204" pitchFamily="34" charset="-122"/>
              </a:rPr>
              <a:t>项目类别</a:t>
            </a:r>
          </a:p>
        </p:txBody>
      </p:sp>
      <p:sp>
        <p:nvSpPr>
          <p:cNvPr id="66" name="文本框 65"/>
          <p:cNvSpPr txBox="1"/>
          <p:nvPr/>
        </p:nvSpPr>
        <p:spPr>
          <a:xfrm>
            <a:off x="5597560" y="3122020"/>
            <a:ext cx="1005403" cy="338554"/>
          </a:xfrm>
          <a:prstGeom prst="rect">
            <a:avLst/>
          </a:prstGeom>
          <a:noFill/>
        </p:spPr>
        <p:txBody>
          <a:bodyPr wrap="none" rtlCol="0">
            <a:spAutoFit/>
          </a:bodyPr>
          <a:lstStyle/>
          <a:p>
            <a:pPr algn="ctr"/>
            <a:r>
              <a:rPr lang="zh-CN" altLang="en-US" sz="1600" dirty="0">
                <a:solidFill>
                  <a:srgbClr val="000000"/>
                </a:solidFill>
                <a:latin typeface="微软雅黑" panose="020B0503020204020204" pitchFamily="34" charset="-122"/>
                <a:ea typeface="微软雅黑" panose="020B0503020204020204" pitchFamily="34" charset="-122"/>
              </a:rPr>
              <a:t>项目类别</a:t>
            </a:r>
          </a:p>
        </p:txBody>
      </p:sp>
      <p:sp>
        <p:nvSpPr>
          <p:cNvPr id="67" name="文本框 66"/>
          <p:cNvSpPr txBox="1"/>
          <p:nvPr/>
        </p:nvSpPr>
        <p:spPr>
          <a:xfrm>
            <a:off x="5597560" y="3659235"/>
            <a:ext cx="1005403" cy="338554"/>
          </a:xfrm>
          <a:prstGeom prst="rect">
            <a:avLst/>
          </a:prstGeom>
          <a:noFill/>
        </p:spPr>
        <p:txBody>
          <a:bodyPr wrap="none" rtlCol="0">
            <a:spAutoFit/>
          </a:bodyPr>
          <a:lstStyle/>
          <a:p>
            <a:pPr algn="ctr"/>
            <a:r>
              <a:rPr lang="zh-CN" altLang="en-US" sz="1600" dirty="0">
                <a:solidFill>
                  <a:srgbClr val="000000"/>
                </a:solidFill>
                <a:latin typeface="微软雅黑" panose="020B0503020204020204" pitchFamily="34" charset="-122"/>
                <a:ea typeface="微软雅黑" panose="020B0503020204020204" pitchFamily="34" charset="-122"/>
              </a:rPr>
              <a:t>项目类别</a:t>
            </a:r>
          </a:p>
        </p:txBody>
      </p:sp>
      <p:sp>
        <p:nvSpPr>
          <p:cNvPr id="68" name="文本框 67"/>
          <p:cNvSpPr txBox="1"/>
          <p:nvPr/>
        </p:nvSpPr>
        <p:spPr>
          <a:xfrm>
            <a:off x="5597560" y="4196450"/>
            <a:ext cx="1005403" cy="338554"/>
          </a:xfrm>
          <a:prstGeom prst="rect">
            <a:avLst/>
          </a:prstGeom>
          <a:noFill/>
        </p:spPr>
        <p:txBody>
          <a:bodyPr wrap="none" rtlCol="0">
            <a:spAutoFit/>
          </a:bodyPr>
          <a:lstStyle/>
          <a:p>
            <a:pPr algn="ctr"/>
            <a:r>
              <a:rPr lang="zh-CN" altLang="en-US" sz="1600" dirty="0">
                <a:solidFill>
                  <a:srgbClr val="000000"/>
                </a:solidFill>
                <a:latin typeface="微软雅黑" panose="020B0503020204020204" pitchFamily="34" charset="-122"/>
                <a:ea typeface="微软雅黑" panose="020B0503020204020204" pitchFamily="34" charset="-122"/>
              </a:rPr>
              <a:t>项目类别</a:t>
            </a:r>
          </a:p>
        </p:txBody>
      </p:sp>
      <p:sp>
        <p:nvSpPr>
          <p:cNvPr id="69" name="文本框 68"/>
          <p:cNvSpPr txBox="1">
            <a:spLocks noChangeArrowheads="1"/>
          </p:cNvSpPr>
          <p:nvPr/>
        </p:nvSpPr>
        <p:spPr bwMode="auto">
          <a:xfrm>
            <a:off x="10314898" y="2576497"/>
            <a:ext cx="959349" cy="34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900" dirty="0">
                <a:solidFill>
                  <a:srgbClr val="000000"/>
                </a:solidFill>
                <a:ea typeface="微软雅黑" pitchFamily="34" charset="-122"/>
              </a:rPr>
              <a:t>40</a:t>
            </a:r>
            <a:r>
              <a:rPr lang="en-US" altLang="zh-CN" sz="1900" dirty="0">
                <a:solidFill>
                  <a:srgbClr val="000000"/>
                </a:solidFill>
                <a:ea typeface="微软雅黑" pitchFamily="34" charset="-122"/>
              </a:rPr>
              <a:t>%</a:t>
            </a:r>
            <a:endParaRPr lang="zh-CN" altLang="en-US" sz="1900" dirty="0">
              <a:solidFill>
                <a:srgbClr val="000000"/>
              </a:solidFill>
              <a:ea typeface="微软雅黑" pitchFamily="34" charset="-122"/>
            </a:endParaRPr>
          </a:p>
        </p:txBody>
      </p:sp>
      <p:sp>
        <p:nvSpPr>
          <p:cNvPr id="70" name="文本框 24"/>
          <p:cNvSpPr txBox="1">
            <a:spLocks noChangeArrowheads="1"/>
          </p:cNvSpPr>
          <p:nvPr/>
        </p:nvSpPr>
        <p:spPr bwMode="auto">
          <a:xfrm>
            <a:off x="10314898" y="3113651"/>
            <a:ext cx="959349" cy="35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900" dirty="0">
                <a:solidFill>
                  <a:srgbClr val="000000"/>
                </a:solidFill>
                <a:ea typeface="微软雅黑" pitchFamily="34" charset="-122"/>
              </a:rPr>
              <a:t>60</a:t>
            </a:r>
            <a:r>
              <a:rPr lang="en-US" altLang="zh-CN" sz="1900" dirty="0">
                <a:solidFill>
                  <a:srgbClr val="000000"/>
                </a:solidFill>
                <a:ea typeface="微软雅黑" pitchFamily="34" charset="-122"/>
              </a:rPr>
              <a:t>%</a:t>
            </a:r>
            <a:endParaRPr lang="zh-CN" altLang="en-US" sz="1900" dirty="0">
              <a:solidFill>
                <a:srgbClr val="000000"/>
              </a:solidFill>
              <a:ea typeface="微软雅黑" pitchFamily="34" charset="-122"/>
            </a:endParaRPr>
          </a:p>
        </p:txBody>
      </p:sp>
      <p:sp>
        <p:nvSpPr>
          <p:cNvPr id="71" name="文本框 28"/>
          <p:cNvSpPr txBox="1">
            <a:spLocks noChangeArrowheads="1"/>
          </p:cNvSpPr>
          <p:nvPr/>
        </p:nvSpPr>
        <p:spPr bwMode="auto">
          <a:xfrm>
            <a:off x="10314898" y="3651643"/>
            <a:ext cx="959349" cy="34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900" dirty="0">
                <a:solidFill>
                  <a:srgbClr val="000000"/>
                </a:solidFill>
                <a:ea typeface="微软雅黑" pitchFamily="34" charset="-122"/>
              </a:rPr>
              <a:t>90</a:t>
            </a:r>
            <a:r>
              <a:rPr lang="en-US" altLang="zh-CN" sz="1900" dirty="0">
                <a:solidFill>
                  <a:srgbClr val="000000"/>
                </a:solidFill>
                <a:ea typeface="微软雅黑" pitchFamily="34" charset="-122"/>
              </a:rPr>
              <a:t>%</a:t>
            </a:r>
            <a:endParaRPr lang="zh-CN" altLang="en-US" sz="1900" dirty="0">
              <a:solidFill>
                <a:srgbClr val="000000"/>
              </a:solidFill>
              <a:ea typeface="微软雅黑" pitchFamily="34" charset="-122"/>
            </a:endParaRPr>
          </a:p>
        </p:txBody>
      </p:sp>
      <p:sp>
        <p:nvSpPr>
          <p:cNvPr id="72" name="文本框 71"/>
          <p:cNvSpPr txBox="1">
            <a:spLocks noChangeArrowheads="1"/>
          </p:cNvSpPr>
          <p:nvPr/>
        </p:nvSpPr>
        <p:spPr bwMode="auto">
          <a:xfrm>
            <a:off x="10314898" y="4185801"/>
            <a:ext cx="959349" cy="350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900" dirty="0">
                <a:solidFill>
                  <a:srgbClr val="000000"/>
                </a:solidFill>
                <a:ea typeface="微软雅黑" pitchFamily="34" charset="-122"/>
              </a:rPr>
              <a:t>50</a:t>
            </a:r>
            <a:r>
              <a:rPr lang="en-US" altLang="zh-CN" sz="1900" dirty="0">
                <a:solidFill>
                  <a:srgbClr val="000000"/>
                </a:solidFill>
                <a:ea typeface="微软雅黑" pitchFamily="34" charset="-122"/>
              </a:rPr>
              <a:t>%</a:t>
            </a:r>
            <a:endParaRPr lang="zh-CN" altLang="en-US" sz="1900" dirty="0">
              <a:solidFill>
                <a:srgbClr val="000000"/>
              </a:solidFill>
              <a:ea typeface="微软雅黑" pitchFamily="34" charset="-122"/>
            </a:endParaRPr>
          </a:p>
        </p:txBody>
      </p:sp>
      <p:sp>
        <p:nvSpPr>
          <p:cNvPr id="73" name="文本框 72"/>
          <p:cNvSpPr txBox="1">
            <a:spLocks noChangeArrowheads="1"/>
          </p:cNvSpPr>
          <p:nvPr/>
        </p:nvSpPr>
        <p:spPr bwMode="auto">
          <a:xfrm>
            <a:off x="917753" y="2576497"/>
            <a:ext cx="959349" cy="34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900" dirty="0">
                <a:solidFill>
                  <a:srgbClr val="000000"/>
                </a:solidFill>
                <a:ea typeface="微软雅黑" pitchFamily="34" charset="-122"/>
              </a:rPr>
              <a:t>40</a:t>
            </a:r>
            <a:r>
              <a:rPr lang="en-US" altLang="zh-CN" sz="1900" dirty="0">
                <a:solidFill>
                  <a:srgbClr val="000000"/>
                </a:solidFill>
                <a:ea typeface="微软雅黑" pitchFamily="34" charset="-122"/>
              </a:rPr>
              <a:t>%</a:t>
            </a:r>
            <a:endParaRPr lang="zh-CN" altLang="en-US" sz="1900" dirty="0">
              <a:solidFill>
                <a:srgbClr val="000000"/>
              </a:solidFill>
              <a:ea typeface="微软雅黑" pitchFamily="34" charset="-122"/>
            </a:endParaRPr>
          </a:p>
        </p:txBody>
      </p:sp>
      <p:sp>
        <p:nvSpPr>
          <p:cNvPr id="74" name="文本框 24"/>
          <p:cNvSpPr txBox="1">
            <a:spLocks noChangeArrowheads="1"/>
          </p:cNvSpPr>
          <p:nvPr/>
        </p:nvSpPr>
        <p:spPr bwMode="auto">
          <a:xfrm>
            <a:off x="917753" y="3113651"/>
            <a:ext cx="959349" cy="350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900" dirty="0">
                <a:solidFill>
                  <a:srgbClr val="000000"/>
                </a:solidFill>
                <a:ea typeface="微软雅黑" pitchFamily="34" charset="-122"/>
              </a:rPr>
              <a:t>60</a:t>
            </a:r>
            <a:r>
              <a:rPr lang="en-US" altLang="zh-CN" sz="1900" dirty="0">
                <a:solidFill>
                  <a:srgbClr val="000000"/>
                </a:solidFill>
                <a:ea typeface="微软雅黑" pitchFamily="34" charset="-122"/>
              </a:rPr>
              <a:t>%</a:t>
            </a:r>
            <a:endParaRPr lang="zh-CN" altLang="en-US" sz="1900" dirty="0">
              <a:solidFill>
                <a:srgbClr val="000000"/>
              </a:solidFill>
              <a:ea typeface="微软雅黑" pitchFamily="34" charset="-122"/>
            </a:endParaRPr>
          </a:p>
        </p:txBody>
      </p:sp>
      <p:sp>
        <p:nvSpPr>
          <p:cNvPr id="75" name="文本框 28"/>
          <p:cNvSpPr txBox="1">
            <a:spLocks noChangeArrowheads="1"/>
          </p:cNvSpPr>
          <p:nvPr/>
        </p:nvSpPr>
        <p:spPr bwMode="auto">
          <a:xfrm>
            <a:off x="917753" y="3651643"/>
            <a:ext cx="959349" cy="34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900" dirty="0">
                <a:solidFill>
                  <a:srgbClr val="000000"/>
                </a:solidFill>
                <a:ea typeface="微软雅黑" pitchFamily="34" charset="-122"/>
              </a:rPr>
              <a:t>90</a:t>
            </a:r>
            <a:r>
              <a:rPr lang="en-US" altLang="zh-CN" sz="1900" dirty="0">
                <a:solidFill>
                  <a:srgbClr val="000000"/>
                </a:solidFill>
                <a:ea typeface="微软雅黑" pitchFamily="34" charset="-122"/>
              </a:rPr>
              <a:t>%</a:t>
            </a:r>
            <a:endParaRPr lang="zh-CN" altLang="en-US" sz="1900" dirty="0">
              <a:solidFill>
                <a:srgbClr val="000000"/>
              </a:solidFill>
              <a:ea typeface="微软雅黑" pitchFamily="34" charset="-122"/>
            </a:endParaRPr>
          </a:p>
        </p:txBody>
      </p:sp>
      <p:sp>
        <p:nvSpPr>
          <p:cNvPr id="76" name="文本框 32"/>
          <p:cNvSpPr txBox="1">
            <a:spLocks noChangeArrowheads="1"/>
          </p:cNvSpPr>
          <p:nvPr/>
        </p:nvSpPr>
        <p:spPr bwMode="auto">
          <a:xfrm>
            <a:off x="917753" y="4185801"/>
            <a:ext cx="959349" cy="350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r>
              <a:rPr lang="en-US" altLang="zh-CN" sz="2900" dirty="0">
                <a:solidFill>
                  <a:srgbClr val="000000"/>
                </a:solidFill>
                <a:ea typeface="微软雅黑" pitchFamily="34" charset="-122"/>
              </a:rPr>
              <a:t>50</a:t>
            </a:r>
            <a:r>
              <a:rPr lang="en-US" altLang="zh-CN" sz="1900" dirty="0">
                <a:solidFill>
                  <a:srgbClr val="000000"/>
                </a:solidFill>
                <a:ea typeface="微软雅黑" pitchFamily="34" charset="-122"/>
              </a:rPr>
              <a:t>%</a:t>
            </a:r>
            <a:endParaRPr lang="zh-CN" altLang="en-US" sz="1900" dirty="0">
              <a:solidFill>
                <a:srgbClr val="000000"/>
              </a:solidFill>
              <a:ea typeface="微软雅黑" pitchFamily="34" charset="-122"/>
            </a:endParaRPr>
          </a:p>
        </p:txBody>
      </p:sp>
      <p:sp>
        <p:nvSpPr>
          <p:cNvPr id="77" name="文本框 76"/>
          <p:cNvSpPr txBox="1">
            <a:spLocks/>
          </p:cNvSpPr>
          <p:nvPr/>
        </p:nvSpPr>
        <p:spPr>
          <a:xfrm>
            <a:off x="2609261" y="5034374"/>
            <a:ext cx="2880207" cy="954107"/>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78" name="Rectangle 35"/>
          <p:cNvSpPr>
            <a:spLocks noChangeArrowheads="1"/>
          </p:cNvSpPr>
          <p:nvPr/>
        </p:nvSpPr>
        <p:spPr bwMode="auto">
          <a:xfrm>
            <a:off x="3536599" y="4721548"/>
            <a:ext cx="18466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r" eaLnBrk="1" hangingPunct="1"/>
            <a:r>
              <a:rPr lang="zh-CN" altLang="en-US" sz="1800" b="1" dirty="0">
                <a:solidFill>
                  <a:srgbClr val="000000"/>
                </a:solidFill>
                <a:latin typeface="微软雅黑" panose="020B0503020204020204" pitchFamily="34" charset="-122"/>
                <a:ea typeface="微软雅黑" panose="020B0503020204020204" pitchFamily="34" charset="-122"/>
              </a:rPr>
              <a:t>单击此处添加标题</a:t>
            </a:r>
            <a:endParaRPr lang="zh-CN" altLang="en-US" sz="1800" b="1" dirty="0">
              <a:solidFill>
                <a:srgbClr val="000000"/>
              </a:solidFill>
              <a:ea typeface="宋体" panose="02010600030101010101" pitchFamily="2" charset="-122"/>
            </a:endParaRPr>
          </a:p>
        </p:txBody>
      </p:sp>
      <p:sp>
        <p:nvSpPr>
          <p:cNvPr id="79" name="椭圆 78"/>
          <p:cNvSpPr>
            <a:spLocks noChangeAspect="1"/>
          </p:cNvSpPr>
          <p:nvPr/>
        </p:nvSpPr>
        <p:spPr>
          <a:xfrm>
            <a:off x="4711818" y="1672494"/>
            <a:ext cx="720000" cy="720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80" name="Rectangle 35"/>
          <p:cNvSpPr>
            <a:spLocks noChangeArrowheads="1"/>
          </p:cNvSpPr>
          <p:nvPr/>
        </p:nvSpPr>
        <p:spPr bwMode="auto">
          <a:xfrm>
            <a:off x="5799185" y="1755495"/>
            <a:ext cx="60215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en-US" altLang="zh-CN" sz="3600" b="1" dirty="0">
                <a:solidFill>
                  <a:srgbClr val="FFFFFF">
                    <a:lumMod val="50000"/>
                  </a:srgbClr>
                </a:solidFill>
                <a:latin typeface="微软雅黑" panose="020B0503020204020204" pitchFamily="34" charset="-122"/>
                <a:ea typeface="微软雅黑" panose="020B0503020204020204" pitchFamily="34" charset="-122"/>
              </a:rPr>
              <a:t>VS</a:t>
            </a:r>
            <a:endParaRPr lang="zh-CN" altLang="en-US" sz="3600" b="1" dirty="0">
              <a:solidFill>
                <a:srgbClr val="FFFFFF">
                  <a:lumMod val="50000"/>
                </a:srgbClr>
              </a:solidFill>
              <a:ea typeface="宋体" panose="02010600030101010101" pitchFamily="2" charset="-122"/>
            </a:endParaRPr>
          </a:p>
        </p:txBody>
      </p:sp>
      <p:sp>
        <p:nvSpPr>
          <p:cNvPr id="81" name="文本框 80"/>
          <p:cNvSpPr txBox="1">
            <a:spLocks/>
          </p:cNvSpPr>
          <p:nvPr/>
        </p:nvSpPr>
        <p:spPr>
          <a:xfrm>
            <a:off x="6689680" y="5034374"/>
            <a:ext cx="2880207" cy="95410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82" name="Rectangle 35"/>
          <p:cNvSpPr>
            <a:spLocks noChangeArrowheads="1"/>
          </p:cNvSpPr>
          <p:nvPr/>
        </p:nvSpPr>
        <p:spPr bwMode="auto">
          <a:xfrm>
            <a:off x="6778580" y="4721548"/>
            <a:ext cx="18466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eaLnBrk="1" hangingPunct="1"/>
            <a:r>
              <a:rPr lang="zh-CN" altLang="en-US" sz="1800" b="1" dirty="0">
                <a:solidFill>
                  <a:srgbClr val="000000"/>
                </a:solidFill>
                <a:latin typeface="微软雅黑" panose="020B0503020204020204" pitchFamily="34" charset="-122"/>
                <a:ea typeface="微软雅黑" panose="020B0503020204020204" pitchFamily="34" charset="-122"/>
              </a:rPr>
              <a:t>单击此处添加标题</a:t>
            </a:r>
            <a:endParaRPr lang="zh-CN" altLang="en-US" sz="1800" b="1" dirty="0">
              <a:solidFill>
                <a:srgbClr val="000000"/>
              </a:solidFill>
              <a:ea typeface="宋体" panose="02010600030101010101" pitchFamily="2" charset="-122"/>
            </a:endParaRPr>
          </a:p>
        </p:txBody>
      </p:sp>
      <p:sp>
        <p:nvSpPr>
          <p:cNvPr id="83" name="椭圆 82"/>
          <p:cNvSpPr>
            <a:spLocks noChangeAspect="1"/>
          </p:cNvSpPr>
          <p:nvPr/>
        </p:nvSpPr>
        <p:spPr>
          <a:xfrm>
            <a:off x="6765880" y="1672494"/>
            <a:ext cx="720000" cy="720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84" name="Rectangle 35"/>
          <p:cNvSpPr>
            <a:spLocks noChangeArrowheads="1"/>
          </p:cNvSpPr>
          <p:nvPr/>
        </p:nvSpPr>
        <p:spPr bwMode="auto">
          <a:xfrm>
            <a:off x="4800910" y="1878606"/>
            <a:ext cx="54181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en-US" altLang="zh-CN" sz="2000" b="1" dirty="0">
                <a:solidFill>
                  <a:srgbClr val="FFFFFF"/>
                </a:solidFill>
                <a:latin typeface="Calibri" panose="020F0502020204030204"/>
                <a:ea typeface="微软雅黑" panose="020B0503020204020204" pitchFamily="34" charset="-122"/>
              </a:rPr>
              <a:t>202X</a:t>
            </a:r>
            <a:endParaRPr lang="zh-CN" altLang="en-US" sz="2000" b="1" dirty="0">
              <a:solidFill>
                <a:srgbClr val="FFFFFF"/>
              </a:solidFill>
              <a:latin typeface="Calibri" panose="020F0502020204030204"/>
              <a:ea typeface="微软雅黑" panose="020B0503020204020204" pitchFamily="34" charset="-122"/>
            </a:endParaRPr>
          </a:p>
        </p:txBody>
      </p:sp>
      <p:sp>
        <p:nvSpPr>
          <p:cNvPr id="85" name="Rectangle 35"/>
          <p:cNvSpPr>
            <a:spLocks noChangeArrowheads="1"/>
          </p:cNvSpPr>
          <p:nvPr/>
        </p:nvSpPr>
        <p:spPr bwMode="auto">
          <a:xfrm>
            <a:off x="6854972" y="1878606"/>
            <a:ext cx="54181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en-US" altLang="zh-CN" sz="2000" b="1" dirty="0">
                <a:solidFill>
                  <a:srgbClr val="FFFFFF"/>
                </a:solidFill>
                <a:latin typeface="Calibri" panose="020F0502020204030204"/>
                <a:ea typeface="微软雅黑" panose="020B0503020204020204" pitchFamily="34" charset="-122"/>
              </a:rPr>
              <a:t>202X</a:t>
            </a:r>
            <a:endParaRPr lang="zh-CN" altLang="en-US" sz="2000" b="1" dirty="0">
              <a:solidFill>
                <a:srgbClr val="FFFFFF"/>
              </a:solidFill>
              <a:latin typeface="Calibri" panose="020F0502020204030204"/>
              <a:ea typeface="微软雅黑" panose="020B0503020204020204" pitchFamily="34" charset="-122"/>
            </a:endParaRPr>
          </a:p>
        </p:txBody>
      </p:sp>
    </p:spTree>
    <p:extLst>
      <p:ext uri="{BB962C8B-B14F-4D97-AF65-F5344CB8AC3E}">
        <p14:creationId xmlns:p14="http://schemas.microsoft.com/office/powerpoint/2010/main" val="110211321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fltVal val="0"/>
                                          </p:val>
                                        </p:tav>
                                        <p:tav tm="100000">
                                          <p:val>
                                            <p:strVal val="#ppt_w"/>
                                          </p:val>
                                        </p:tav>
                                      </p:tavLst>
                                    </p:anim>
                                    <p:anim calcmode="lin" valueType="num">
                                      <p:cBhvr>
                                        <p:cTn id="8" dur="500" fill="hold"/>
                                        <p:tgtEl>
                                          <p:spTgt spid="44"/>
                                        </p:tgtEl>
                                        <p:attrNameLst>
                                          <p:attrName>ppt_h</p:attrName>
                                        </p:attrNameLst>
                                      </p:cBhvr>
                                      <p:tavLst>
                                        <p:tav tm="0">
                                          <p:val>
                                            <p:fltVal val="0"/>
                                          </p:val>
                                        </p:tav>
                                        <p:tav tm="100000">
                                          <p:val>
                                            <p:strVal val="#ppt_h"/>
                                          </p:val>
                                        </p:tav>
                                      </p:tavLst>
                                    </p:anim>
                                    <p:animEffect transition="in" filter="fade">
                                      <p:cBhvr>
                                        <p:cTn id="9" dur="500"/>
                                        <p:tgtEl>
                                          <p:spTgt spid="44"/>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44"/>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47"/>
                                        </p:tgtEl>
                                        <p:attrNameLst>
                                          <p:attrName>style.visibility</p:attrName>
                                        </p:attrNameLst>
                                      </p:cBhvr>
                                      <p:to>
                                        <p:strVal val="visible"/>
                                      </p:to>
                                    </p:set>
                                    <p:anim calcmode="lin" valueType="num">
                                      <p:cBhvr>
                                        <p:cTn id="14" dur="500" fill="hold"/>
                                        <p:tgtEl>
                                          <p:spTgt spid="47"/>
                                        </p:tgtEl>
                                        <p:attrNameLst>
                                          <p:attrName>ppt_w</p:attrName>
                                        </p:attrNameLst>
                                      </p:cBhvr>
                                      <p:tavLst>
                                        <p:tav tm="0">
                                          <p:val>
                                            <p:fltVal val="0"/>
                                          </p:val>
                                        </p:tav>
                                        <p:tav tm="100000">
                                          <p:val>
                                            <p:strVal val="#ppt_w"/>
                                          </p:val>
                                        </p:tav>
                                      </p:tavLst>
                                    </p:anim>
                                    <p:anim calcmode="lin" valueType="num">
                                      <p:cBhvr>
                                        <p:cTn id="15" dur="500" fill="hold"/>
                                        <p:tgtEl>
                                          <p:spTgt spid="47"/>
                                        </p:tgtEl>
                                        <p:attrNameLst>
                                          <p:attrName>ppt_h</p:attrName>
                                        </p:attrNameLst>
                                      </p:cBhvr>
                                      <p:tavLst>
                                        <p:tav tm="0">
                                          <p:val>
                                            <p:fltVal val="0"/>
                                          </p:val>
                                        </p:tav>
                                        <p:tav tm="100000">
                                          <p:val>
                                            <p:strVal val="#ppt_h"/>
                                          </p:val>
                                        </p:tav>
                                      </p:tavLst>
                                    </p:anim>
                                    <p:animEffect transition="in" filter="fade">
                                      <p:cBhvr>
                                        <p:cTn id="16" dur="500"/>
                                        <p:tgtEl>
                                          <p:spTgt spid="47"/>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47"/>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48"/>
                                        </p:tgtEl>
                                        <p:attrNameLst>
                                          <p:attrName>style.visibility</p:attrName>
                                        </p:attrNameLst>
                                      </p:cBhvr>
                                      <p:to>
                                        <p:strVal val="visible"/>
                                      </p:to>
                                    </p:set>
                                    <p:anim calcmode="lin" valueType="num">
                                      <p:cBhvr>
                                        <p:cTn id="21" dur="500" fill="hold"/>
                                        <p:tgtEl>
                                          <p:spTgt spid="48"/>
                                        </p:tgtEl>
                                        <p:attrNameLst>
                                          <p:attrName>ppt_w</p:attrName>
                                        </p:attrNameLst>
                                      </p:cBhvr>
                                      <p:tavLst>
                                        <p:tav tm="0">
                                          <p:val>
                                            <p:fltVal val="0"/>
                                          </p:val>
                                        </p:tav>
                                        <p:tav tm="100000">
                                          <p:val>
                                            <p:strVal val="#ppt_w"/>
                                          </p:val>
                                        </p:tav>
                                      </p:tavLst>
                                    </p:anim>
                                    <p:anim calcmode="lin" valueType="num">
                                      <p:cBhvr>
                                        <p:cTn id="22" dur="500" fill="hold"/>
                                        <p:tgtEl>
                                          <p:spTgt spid="48"/>
                                        </p:tgtEl>
                                        <p:attrNameLst>
                                          <p:attrName>ppt_h</p:attrName>
                                        </p:attrNameLst>
                                      </p:cBhvr>
                                      <p:tavLst>
                                        <p:tav tm="0">
                                          <p:val>
                                            <p:fltVal val="0"/>
                                          </p:val>
                                        </p:tav>
                                        <p:tav tm="100000">
                                          <p:val>
                                            <p:strVal val="#ppt_h"/>
                                          </p:val>
                                        </p:tav>
                                      </p:tavLst>
                                    </p:anim>
                                    <p:animEffect transition="in" filter="fade">
                                      <p:cBhvr>
                                        <p:cTn id="23" dur="500"/>
                                        <p:tgtEl>
                                          <p:spTgt spid="48"/>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48"/>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79"/>
                                        </p:tgtEl>
                                        <p:attrNameLst>
                                          <p:attrName>style.visibility</p:attrName>
                                        </p:attrNameLst>
                                      </p:cBhvr>
                                      <p:to>
                                        <p:strVal val="visible"/>
                                      </p:to>
                                    </p:set>
                                    <p:anim calcmode="lin" valueType="num">
                                      <p:cBhvr>
                                        <p:cTn id="29" dur="500" fill="hold"/>
                                        <p:tgtEl>
                                          <p:spTgt spid="79"/>
                                        </p:tgtEl>
                                        <p:attrNameLst>
                                          <p:attrName>ppt_w</p:attrName>
                                        </p:attrNameLst>
                                      </p:cBhvr>
                                      <p:tavLst>
                                        <p:tav tm="0">
                                          <p:val>
                                            <p:fltVal val="0"/>
                                          </p:val>
                                        </p:tav>
                                        <p:tav tm="100000">
                                          <p:val>
                                            <p:strVal val="#ppt_w"/>
                                          </p:val>
                                        </p:tav>
                                      </p:tavLst>
                                    </p:anim>
                                    <p:anim calcmode="lin" valueType="num">
                                      <p:cBhvr>
                                        <p:cTn id="30" dur="500" fill="hold"/>
                                        <p:tgtEl>
                                          <p:spTgt spid="79"/>
                                        </p:tgtEl>
                                        <p:attrNameLst>
                                          <p:attrName>ppt_h</p:attrName>
                                        </p:attrNameLst>
                                      </p:cBhvr>
                                      <p:tavLst>
                                        <p:tav tm="0">
                                          <p:val>
                                            <p:fltVal val="0"/>
                                          </p:val>
                                        </p:tav>
                                        <p:tav tm="100000">
                                          <p:val>
                                            <p:strVal val="#ppt_h"/>
                                          </p:val>
                                        </p:tav>
                                      </p:tavLst>
                                    </p:anim>
                                    <p:animEffect transition="in" filter="fade">
                                      <p:cBhvr>
                                        <p:cTn id="31" dur="500"/>
                                        <p:tgtEl>
                                          <p:spTgt spid="79"/>
                                        </p:tgtEl>
                                      </p:cBhvr>
                                    </p:animEffect>
                                  </p:childTnLst>
                                </p:cTn>
                              </p:par>
                              <p:par>
                                <p:cTn id="32" presetID="35" presetClass="path" presetSubtype="0" accel="50000" decel="50000" fill="hold" grpId="1" nodeType="withEffect">
                                  <p:stCondLst>
                                    <p:cond delay="0"/>
                                  </p:stCondLst>
                                  <p:childTnLst>
                                    <p:animMotion origin="layout" path="M 4.375E-6 3.7037E-6 L -0.25 3.7037E-6 " pathEditMode="relative" rAng="0" ptsTypes="AA">
                                      <p:cBhvr>
                                        <p:cTn id="33" dur="1000" spd="-100000" fill="hold"/>
                                        <p:tgtEl>
                                          <p:spTgt spid="79"/>
                                        </p:tgtEl>
                                        <p:attrNameLst>
                                          <p:attrName>ppt_x</p:attrName>
                                          <p:attrName>ppt_y</p:attrName>
                                        </p:attrNameLst>
                                      </p:cBhvr>
                                      <p:rCtr x="-12500" y="0"/>
                                    </p:animMotion>
                                  </p:childTnLst>
                                </p:cTn>
                              </p:par>
                              <p:par>
                                <p:cTn id="34" presetID="53" presetClass="entr" presetSubtype="16" fill="hold" grpId="0" nodeType="withEffect">
                                  <p:stCondLst>
                                    <p:cond delay="0"/>
                                  </p:stCondLst>
                                  <p:childTnLst>
                                    <p:set>
                                      <p:cBhvr>
                                        <p:cTn id="35" dur="1" fill="hold">
                                          <p:stCondLst>
                                            <p:cond delay="0"/>
                                          </p:stCondLst>
                                        </p:cTn>
                                        <p:tgtEl>
                                          <p:spTgt spid="83"/>
                                        </p:tgtEl>
                                        <p:attrNameLst>
                                          <p:attrName>style.visibility</p:attrName>
                                        </p:attrNameLst>
                                      </p:cBhvr>
                                      <p:to>
                                        <p:strVal val="visible"/>
                                      </p:to>
                                    </p:set>
                                    <p:anim calcmode="lin" valueType="num">
                                      <p:cBhvr>
                                        <p:cTn id="36" dur="500" fill="hold"/>
                                        <p:tgtEl>
                                          <p:spTgt spid="83"/>
                                        </p:tgtEl>
                                        <p:attrNameLst>
                                          <p:attrName>ppt_w</p:attrName>
                                        </p:attrNameLst>
                                      </p:cBhvr>
                                      <p:tavLst>
                                        <p:tav tm="0">
                                          <p:val>
                                            <p:fltVal val="0"/>
                                          </p:val>
                                        </p:tav>
                                        <p:tav tm="100000">
                                          <p:val>
                                            <p:strVal val="#ppt_w"/>
                                          </p:val>
                                        </p:tav>
                                      </p:tavLst>
                                    </p:anim>
                                    <p:anim calcmode="lin" valueType="num">
                                      <p:cBhvr>
                                        <p:cTn id="37" dur="500" fill="hold"/>
                                        <p:tgtEl>
                                          <p:spTgt spid="83"/>
                                        </p:tgtEl>
                                        <p:attrNameLst>
                                          <p:attrName>ppt_h</p:attrName>
                                        </p:attrNameLst>
                                      </p:cBhvr>
                                      <p:tavLst>
                                        <p:tav tm="0">
                                          <p:val>
                                            <p:fltVal val="0"/>
                                          </p:val>
                                        </p:tav>
                                        <p:tav tm="100000">
                                          <p:val>
                                            <p:strVal val="#ppt_h"/>
                                          </p:val>
                                        </p:tav>
                                      </p:tavLst>
                                    </p:anim>
                                    <p:animEffect transition="in" filter="fade">
                                      <p:cBhvr>
                                        <p:cTn id="38" dur="500"/>
                                        <p:tgtEl>
                                          <p:spTgt spid="83"/>
                                        </p:tgtEl>
                                      </p:cBhvr>
                                    </p:animEffect>
                                  </p:childTnLst>
                                </p:cTn>
                              </p:par>
                              <p:par>
                                <p:cTn id="39" presetID="63" presetClass="path" presetSubtype="0" accel="50000" decel="50000" fill="hold" grpId="1" nodeType="withEffect">
                                  <p:stCondLst>
                                    <p:cond delay="0"/>
                                  </p:stCondLst>
                                  <p:childTnLst>
                                    <p:animMotion origin="layout" path="M 4.79167E-6 3.7037E-6 L 0.25 3.7037E-6 " pathEditMode="relative" rAng="0" ptsTypes="AA">
                                      <p:cBhvr>
                                        <p:cTn id="40" dur="1000" spd="-100000" fill="hold"/>
                                        <p:tgtEl>
                                          <p:spTgt spid="83"/>
                                        </p:tgtEl>
                                        <p:attrNameLst>
                                          <p:attrName>ppt_x</p:attrName>
                                          <p:attrName>ppt_y</p:attrName>
                                        </p:attrNameLst>
                                      </p:cBhvr>
                                      <p:rCtr x="12500" y="0"/>
                                    </p:animMotion>
                                  </p:childTnLst>
                                </p:cTn>
                              </p:par>
                            </p:childTnLst>
                          </p:cTn>
                        </p:par>
                        <p:par>
                          <p:cTn id="41" fill="hold">
                            <p:stCondLst>
                              <p:cond delay="2500"/>
                            </p:stCondLst>
                            <p:childTnLst>
                              <p:par>
                                <p:cTn id="42" presetID="53" presetClass="entr" presetSubtype="16" fill="hold" grpId="0" nodeType="afterEffect">
                                  <p:stCondLst>
                                    <p:cond delay="0"/>
                                  </p:stCondLst>
                                  <p:childTnLst>
                                    <p:set>
                                      <p:cBhvr>
                                        <p:cTn id="43" dur="1" fill="hold">
                                          <p:stCondLst>
                                            <p:cond delay="0"/>
                                          </p:stCondLst>
                                        </p:cTn>
                                        <p:tgtEl>
                                          <p:spTgt spid="80"/>
                                        </p:tgtEl>
                                        <p:attrNameLst>
                                          <p:attrName>style.visibility</p:attrName>
                                        </p:attrNameLst>
                                      </p:cBhvr>
                                      <p:to>
                                        <p:strVal val="visible"/>
                                      </p:to>
                                    </p:set>
                                    <p:anim calcmode="lin" valueType="num">
                                      <p:cBhvr>
                                        <p:cTn id="44" dur="250" fill="hold"/>
                                        <p:tgtEl>
                                          <p:spTgt spid="80"/>
                                        </p:tgtEl>
                                        <p:attrNameLst>
                                          <p:attrName>ppt_w</p:attrName>
                                        </p:attrNameLst>
                                      </p:cBhvr>
                                      <p:tavLst>
                                        <p:tav tm="0">
                                          <p:val>
                                            <p:fltVal val="0"/>
                                          </p:val>
                                        </p:tav>
                                        <p:tav tm="100000">
                                          <p:val>
                                            <p:strVal val="#ppt_w"/>
                                          </p:val>
                                        </p:tav>
                                      </p:tavLst>
                                    </p:anim>
                                    <p:anim calcmode="lin" valueType="num">
                                      <p:cBhvr>
                                        <p:cTn id="45" dur="250" fill="hold"/>
                                        <p:tgtEl>
                                          <p:spTgt spid="80"/>
                                        </p:tgtEl>
                                        <p:attrNameLst>
                                          <p:attrName>ppt_h</p:attrName>
                                        </p:attrNameLst>
                                      </p:cBhvr>
                                      <p:tavLst>
                                        <p:tav tm="0">
                                          <p:val>
                                            <p:fltVal val="0"/>
                                          </p:val>
                                        </p:tav>
                                        <p:tav tm="100000">
                                          <p:val>
                                            <p:strVal val="#ppt_h"/>
                                          </p:val>
                                        </p:tav>
                                      </p:tavLst>
                                    </p:anim>
                                    <p:animEffect transition="in" filter="fade">
                                      <p:cBhvr>
                                        <p:cTn id="46" dur="250"/>
                                        <p:tgtEl>
                                          <p:spTgt spid="80"/>
                                        </p:tgtEl>
                                      </p:cBhvr>
                                    </p:animEffect>
                                  </p:childTnLst>
                                </p:cTn>
                              </p:par>
                              <p:par>
                                <p:cTn id="47" presetID="6" presetClass="emph" presetSubtype="0" decel="100000" fill="hold" grpId="1" nodeType="withEffect">
                                  <p:stCondLst>
                                    <p:cond delay="200"/>
                                  </p:stCondLst>
                                  <p:childTnLst>
                                    <p:animScale>
                                      <p:cBhvr>
                                        <p:cTn id="48" dur="250" fill="hold"/>
                                        <p:tgtEl>
                                          <p:spTgt spid="80"/>
                                        </p:tgtEl>
                                      </p:cBhvr>
                                      <p:by x="120000" y="120000"/>
                                    </p:animScale>
                                  </p:childTnLst>
                                </p:cTn>
                              </p:par>
                              <p:par>
                                <p:cTn id="49" presetID="6" presetClass="emph" presetSubtype="0" decel="100000" fill="hold" grpId="2" nodeType="withEffect">
                                  <p:stCondLst>
                                    <p:cond delay="400"/>
                                  </p:stCondLst>
                                  <p:childTnLst>
                                    <p:animScale>
                                      <p:cBhvr>
                                        <p:cTn id="50" dur="250" fill="hold"/>
                                        <p:tgtEl>
                                          <p:spTgt spid="80"/>
                                        </p:tgtEl>
                                      </p:cBhvr>
                                      <p:by x="83000" y="83000"/>
                                    </p:animScale>
                                  </p:childTnLst>
                                </p:cTn>
                              </p:par>
                              <p:par>
                                <p:cTn id="51" presetID="53" presetClass="entr" presetSubtype="16" fill="hold" grpId="0" nodeType="withEffect">
                                  <p:stCondLst>
                                    <p:cond delay="250"/>
                                  </p:stCondLst>
                                  <p:childTnLst>
                                    <p:set>
                                      <p:cBhvr>
                                        <p:cTn id="52" dur="1" fill="hold">
                                          <p:stCondLst>
                                            <p:cond delay="0"/>
                                          </p:stCondLst>
                                        </p:cTn>
                                        <p:tgtEl>
                                          <p:spTgt spid="84"/>
                                        </p:tgtEl>
                                        <p:attrNameLst>
                                          <p:attrName>style.visibility</p:attrName>
                                        </p:attrNameLst>
                                      </p:cBhvr>
                                      <p:to>
                                        <p:strVal val="visible"/>
                                      </p:to>
                                    </p:set>
                                    <p:anim calcmode="lin" valueType="num">
                                      <p:cBhvr>
                                        <p:cTn id="53" dur="500" fill="hold"/>
                                        <p:tgtEl>
                                          <p:spTgt spid="84"/>
                                        </p:tgtEl>
                                        <p:attrNameLst>
                                          <p:attrName>ppt_w</p:attrName>
                                        </p:attrNameLst>
                                      </p:cBhvr>
                                      <p:tavLst>
                                        <p:tav tm="0">
                                          <p:val>
                                            <p:fltVal val="0"/>
                                          </p:val>
                                        </p:tav>
                                        <p:tav tm="100000">
                                          <p:val>
                                            <p:strVal val="#ppt_w"/>
                                          </p:val>
                                        </p:tav>
                                      </p:tavLst>
                                    </p:anim>
                                    <p:anim calcmode="lin" valueType="num">
                                      <p:cBhvr>
                                        <p:cTn id="54" dur="500" fill="hold"/>
                                        <p:tgtEl>
                                          <p:spTgt spid="84"/>
                                        </p:tgtEl>
                                        <p:attrNameLst>
                                          <p:attrName>ppt_h</p:attrName>
                                        </p:attrNameLst>
                                      </p:cBhvr>
                                      <p:tavLst>
                                        <p:tav tm="0">
                                          <p:val>
                                            <p:fltVal val="0"/>
                                          </p:val>
                                        </p:tav>
                                        <p:tav tm="100000">
                                          <p:val>
                                            <p:strVal val="#ppt_h"/>
                                          </p:val>
                                        </p:tav>
                                      </p:tavLst>
                                    </p:anim>
                                    <p:animEffect transition="in" filter="fade">
                                      <p:cBhvr>
                                        <p:cTn id="55" dur="500"/>
                                        <p:tgtEl>
                                          <p:spTgt spid="84"/>
                                        </p:tgtEl>
                                      </p:cBhvr>
                                    </p:animEffect>
                                  </p:childTnLst>
                                </p:cTn>
                              </p:par>
                              <p:par>
                                <p:cTn id="56" presetID="63" presetClass="path" presetSubtype="0" accel="50000" decel="50000" fill="hold" grpId="1" nodeType="withEffect">
                                  <p:stCondLst>
                                    <p:cond delay="250"/>
                                  </p:stCondLst>
                                  <p:childTnLst>
                                    <p:animMotion origin="layout" path="M 4.58333E-6 3.7037E-6 L 0.05247 3.7037E-6 " pathEditMode="relative" rAng="0" ptsTypes="AA">
                                      <p:cBhvr>
                                        <p:cTn id="57" dur="1000" spd="-100000" fill="hold"/>
                                        <p:tgtEl>
                                          <p:spTgt spid="84"/>
                                        </p:tgtEl>
                                        <p:attrNameLst>
                                          <p:attrName>ppt_x</p:attrName>
                                          <p:attrName>ppt_y</p:attrName>
                                        </p:attrNameLst>
                                      </p:cBhvr>
                                      <p:rCtr x="2617" y="0"/>
                                    </p:animMotion>
                                  </p:childTnLst>
                                </p:cTn>
                              </p:par>
                              <p:par>
                                <p:cTn id="58" presetID="53" presetClass="entr" presetSubtype="16" fill="hold" grpId="0" nodeType="withEffect">
                                  <p:stCondLst>
                                    <p:cond delay="250"/>
                                  </p:stCondLst>
                                  <p:childTnLst>
                                    <p:set>
                                      <p:cBhvr>
                                        <p:cTn id="59" dur="1" fill="hold">
                                          <p:stCondLst>
                                            <p:cond delay="0"/>
                                          </p:stCondLst>
                                        </p:cTn>
                                        <p:tgtEl>
                                          <p:spTgt spid="85"/>
                                        </p:tgtEl>
                                        <p:attrNameLst>
                                          <p:attrName>style.visibility</p:attrName>
                                        </p:attrNameLst>
                                      </p:cBhvr>
                                      <p:to>
                                        <p:strVal val="visible"/>
                                      </p:to>
                                    </p:set>
                                    <p:anim calcmode="lin" valueType="num">
                                      <p:cBhvr>
                                        <p:cTn id="60" dur="500" fill="hold"/>
                                        <p:tgtEl>
                                          <p:spTgt spid="85"/>
                                        </p:tgtEl>
                                        <p:attrNameLst>
                                          <p:attrName>ppt_w</p:attrName>
                                        </p:attrNameLst>
                                      </p:cBhvr>
                                      <p:tavLst>
                                        <p:tav tm="0">
                                          <p:val>
                                            <p:fltVal val="0"/>
                                          </p:val>
                                        </p:tav>
                                        <p:tav tm="100000">
                                          <p:val>
                                            <p:strVal val="#ppt_w"/>
                                          </p:val>
                                        </p:tav>
                                      </p:tavLst>
                                    </p:anim>
                                    <p:anim calcmode="lin" valueType="num">
                                      <p:cBhvr>
                                        <p:cTn id="61" dur="500" fill="hold"/>
                                        <p:tgtEl>
                                          <p:spTgt spid="85"/>
                                        </p:tgtEl>
                                        <p:attrNameLst>
                                          <p:attrName>ppt_h</p:attrName>
                                        </p:attrNameLst>
                                      </p:cBhvr>
                                      <p:tavLst>
                                        <p:tav tm="0">
                                          <p:val>
                                            <p:fltVal val="0"/>
                                          </p:val>
                                        </p:tav>
                                        <p:tav tm="100000">
                                          <p:val>
                                            <p:strVal val="#ppt_h"/>
                                          </p:val>
                                        </p:tav>
                                      </p:tavLst>
                                    </p:anim>
                                    <p:animEffect transition="in" filter="fade">
                                      <p:cBhvr>
                                        <p:cTn id="62" dur="500"/>
                                        <p:tgtEl>
                                          <p:spTgt spid="85"/>
                                        </p:tgtEl>
                                      </p:cBhvr>
                                    </p:animEffect>
                                  </p:childTnLst>
                                </p:cTn>
                              </p:par>
                              <p:par>
                                <p:cTn id="63" presetID="35" presetClass="path" presetSubtype="0" accel="50000" decel="50000" fill="hold" grpId="1" nodeType="withEffect">
                                  <p:stCondLst>
                                    <p:cond delay="250"/>
                                  </p:stCondLst>
                                  <p:childTnLst>
                                    <p:animMotion origin="layout" path="M 5E-6 3.7037E-6 L -0.05183 3.7037E-6 " pathEditMode="relative" rAng="0" ptsTypes="AA">
                                      <p:cBhvr>
                                        <p:cTn id="64" dur="1000" spd="-100000" fill="hold"/>
                                        <p:tgtEl>
                                          <p:spTgt spid="85"/>
                                        </p:tgtEl>
                                        <p:attrNameLst>
                                          <p:attrName>ppt_x</p:attrName>
                                          <p:attrName>ppt_y</p:attrName>
                                        </p:attrNameLst>
                                      </p:cBhvr>
                                      <p:rCtr x="-2591" y="0"/>
                                    </p:animMotion>
                                  </p:childTnLst>
                                </p:cTn>
                              </p:par>
                            </p:childTnLst>
                          </p:cTn>
                        </p:par>
                        <p:par>
                          <p:cTn id="65" fill="hold">
                            <p:stCondLst>
                              <p:cond delay="3750"/>
                            </p:stCondLst>
                            <p:childTnLst>
                              <p:par>
                                <p:cTn id="66" presetID="53" presetClass="entr" presetSubtype="16" fill="hold" grpId="0" nodeType="afterEffect">
                                  <p:stCondLst>
                                    <p:cond delay="0"/>
                                  </p:stCondLst>
                                  <p:childTnLst>
                                    <p:set>
                                      <p:cBhvr>
                                        <p:cTn id="67" dur="1" fill="hold">
                                          <p:stCondLst>
                                            <p:cond delay="0"/>
                                          </p:stCondLst>
                                        </p:cTn>
                                        <p:tgtEl>
                                          <p:spTgt spid="65"/>
                                        </p:tgtEl>
                                        <p:attrNameLst>
                                          <p:attrName>style.visibility</p:attrName>
                                        </p:attrNameLst>
                                      </p:cBhvr>
                                      <p:to>
                                        <p:strVal val="visible"/>
                                      </p:to>
                                    </p:set>
                                    <p:anim calcmode="lin" valueType="num">
                                      <p:cBhvr>
                                        <p:cTn id="68" dur="500" fill="hold"/>
                                        <p:tgtEl>
                                          <p:spTgt spid="65"/>
                                        </p:tgtEl>
                                        <p:attrNameLst>
                                          <p:attrName>ppt_w</p:attrName>
                                        </p:attrNameLst>
                                      </p:cBhvr>
                                      <p:tavLst>
                                        <p:tav tm="0">
                                          <p:val>
                                            <p:fltVal val="0"/>
                                          </p:val>
                                        </p:tav>
                                        <p:tav tm="100000">
                                          <p:val>
                                            <p:strVal val="#ppt_w"/>
                                          </p:val>
                                        </p:tav>
                                      </p:tavLst>
                                    </p:anim>
                                    <p:anim calcmode="lin" valueType="num">
                                      <p:cBhvr>
                                        <p:cTn id="69" dur="500" fill="hold"/>
                                        <p:tgtEl>
                                          <p:spTgt spid="65"/>
                                        </p:tgtEl>
                                        <p:attrNameLst>
                                          <p:attrName>ppt_h</p:attrName>
                                        </p:attrNameLst>
                                      </p:cBhvr>
                                      <p:tavLst>
                                        <p:tav tm="0">
                                          <p:val>
                                            <p:fltVal val="0"/>
                                          </p:val>
                                        </p:tav>
                                        <p:tav tm="100000">
                                          <p:val>
                                            <p:strVal val="#ppt_h"/>
                                          </p:val>
                                        </p:tav>
                                      </p:tavLst>
                                    </p:anim>
                                    <p:animEffect transition="in" filter="fade">
                                      <p:cBhvr>
                                        <p:cTn id="70" dur="500"/>
                                        <p:tgtEl>
                                          <p:spTgt spid="65"/>
                                        </p:tgtEl>
                                      </p:cBhvr>
                                    </p:animEffect>
                                  </p:childTnLst>
                                </p:cTn>
                              </p:par>
                              <p:par>
                                <p:cTn id="71" presetID="53" presetClass="entr" presetSubtype="16" fill="hold" grpId="0" nodeType="withEffect">
                                  <p:stCondLst>
                                    <p:cond delay="250"/>
                                  </p:stCondLst>
                                  <p:childTnLst>
                                    <p:set>
                                      <p:cBhvr>
                                        <p:cTn id="72" dur="1" fill="hold">
                                          <p:stCondLst>
                                            <p:cond delay="0"/>
                                          </p:stCondLst>
                                        </p:cTn>
                                        <p:tgtEl>
                                          <p:spTgt spid="66"/>
                                        </p:tgtEl>
                                        <p:attrNameLst>
                                          <p:attrName>style.visibility</p:attrName>
                                        </p:attrNameLst>
                                      </p:cBhvr>
                                      <p:to>
                                        <p:strVal val="visible"/>
                                      </p:to>
                                    </p:set>
                                    <p:anim calcmode="lin" valueType="num">
                                      <p:cBhvr>
                                        <p:cTn id="73" dur="500" fill="hold"/>
                                        <p:tgtEl>
                                          <p:spTgt spid="66"/>
                                        </p:tgtEl>
                                        <p:attrNameLst>
                                          <p:attrName>ppt_w</p:attrName>
                                        </p:attrNameLst>
                                      </p:cBhvr>
                                      <p:tavLst>
                                        <p:tav tm="0">
                                          <p:val>
                                            <p:fltVal val="0"/>
                                          </p:val>
                                        </p:tav>
                                        <p:tav tm="100000">
                                          <p:val>
                                            <p:strVal val="#ppt_w"/>
                                          </p:val>
                                        </p:tav>
                                      </p:tavLst>
                                    </p:anim>
                                    <p:anim calcmode="lin" valueType="num">
                                      <p:cBhvr>
                                        <p:cTn id="74" dur="500" fill="hold"/>
                                        <p:tgtEl>
                                          <p:spTgt spid="66"/>
                                        </p:tgtEl>
                                        <p:attrNameLst>
                                          <p:attrName>ppt_h</p:attrName>
                                        </p:attrNameLst>
                                      </p:cBhvr>
                                      <p:tavLst>
                                        <p:tav tm="0">
                                          <p:val>
                                            <p:fltVal val="0"/>
                                          </p:val>
                                        </p:tav>
                                        <p:tav tm="100000">
                                          <p:val>
                                            <p:strVal val="#ppt_h"/>
                                          </p:val>
                                        </p:tav>
                                      </p:tavLst>
                                    </p:anim>
                                    <p:animEffect transition="in" filter="fade">
                                      <p:cBhvr>
                                        <p:cTn id="75" dur="500"/>
                                        <p:tgtEl>
                                          <p:spTgt spid="66"/>
                                        </p:tgtEl>
                                      </p:cBhvr>
                                    </p:animEffect>
                                  </p:childTnLst>
                                </p:cTn>
                              </p:par>
                              <p:par>
                                <p:cTn id="76" presetID="53" presetClass="entr" presetSubtype="16" fill="hold" grpId="0" nodeType="withEffect">
                                  <p:stCondLst>
                                    <p:cond delay="500"/>
                                  </p:stCondLst>
                                  <p:childTnLst>
                                    <p:set>
                                      <p:cBhvr>
                                        <p:cTn id="77" dur="1" fill="hold">
                                          <p:stCondLst>
                                            <p:cond delay="0"/>
                                          </p:stCondLst>
                                        </p:cTn>
                                        <p:tgtEl>
                                          <p:spTgt spid="67"/>
                                        </p:tgtEl>
                                        <p:attrNameLst>
                                          <p:attrName>style.visibility</p:attrName>
                                        </p:attrNameLst>
                                      </p:cBhvr>
                                      <p:to>
                                        <p:strVal val="visible"/>
                                      </p:to>
                                    </p:set>
                                    <p:anim calcmode="lin" valueType="num">
                                      <p:cBhvr>
                                        <p:cTn id="78" dur="500" fill="hold"/>
                                        <p:tgtEl>
                                          <p:spTgt spid="67"/>
                                        </p:tgtEl>
                                        <p:attrNameLst>
                                          <p:attrName>ppt_w</p:attrName>
                                        </p:attrNameLst>
                                      </p:cBhvr>
                                      <p:tavLst>
                                        <p:tav tm="0">
                                          <p:val>
                                            <p:fltVal val="0"/>
                                          </p:val>
                                        </p:tav>
                                        <p:tav tm="100000">
                                          <p:val>
                                            <p:strVal val="#ppt_w"/>
                                          </p:val>
                                        </p:tav>
                                      </p:tavLst>
                                    </p:anim>
                                    <p:anim calcmode="lin" valueType="num">
                                      <p:cBhvr>
                                        <p:cTn id="79" dur="500" fill="hold"/>
                                        <p:tgtEl>
                                          <p:spTgt spid="67"/>
                                        </p:tgtEl>
                                        <p:attrNameLst>
                                          <p:attrName>ppt_h</p:attrName>
                                        </p:attrNameLst>
                                      </p:cBhvr>
                                      <p:tavLst>
                                        <p:tav tm="0">
                                          <p:val>
                                            <p:fltVal val="0"/>
                                          </p:val>
                                        </p:tav>
                                        <p:tav tm="100000">
                                          <p:val>
                                            <p:strVal val="#ppt_h"/>
                                          </p:val>
                                        </p:tav>
                                      </p:tavLst>
                                    </p:anim>
                                    <p:animEffect transition="in" filter="fade">
                                      <p:cBhvr>
                                        <p:cTn id="80" dur="500"/>
                                        <p:tgtEl>
                                          <p:spTgt spid="67"/>
                                        </p:tgtEl>
                                      </p:cBhvr>
                                    </p:animEffect>
                                  </p:childTnLst>
                                </p:cTn>
                              </p:par>
                              <p:par>
                                <p:cTn id="81" presetID="53" presetClass="entr" presetSubtype="16" fill="hold" grpId="0" nodeType="withEffect">
                                  <p:stCondLst>
                                    <p:cond delay="750"/>
                                  </p:stCondLst>
                                  <p:childTnLst>
                                    <p:set>
                                      <p:cBhvr>
                                        <p:cTn id="82" dur="1" fill="hold">
                                          <p:stCondLst>
                                            <p:cond delay="0"/>
                                          </p:stCondLst>
                                        </p:cTn>
                                        <p:tgtEl>
                                          <p:spTgt spid="68"/>
                                        </p:tgtEl>
                                        <p:attrNameLst>
                                          <p:attrName>style.visibility</p:attrName>
                                        </p:attrNameLst>
                                      </p:cBhvr>
                                      <p:to>
                                        <p:strVal val="visible"/>
                                      </p:to>
                                    </p:set>
                                    <p:anim calcmode="lin" valueType="num">
                                      <p:cBhvr>
                                        <p:cTn id="83" dur="500" fill="hold"/>
                                        <p:tgtEl>
                                          <p:spTgt spid="68"/>
                                        </p:tgtEl>
                                        <p:attrNameLst>
                                          <p:attrName>ppt_w</p:attrName>
                                        </p:attrNameLst>
                                      </p:cBhvr>
                                      <p:tavLst>
                                        <p:tav tm="0">
                                          <p:val>
                                            <p:fltVal val="0"/>
                                          </p:val>
                                        </p:tav>
                                        <p:tav tm="100000">
                                          <p:val>
                                            <p:strVal val="#ppt_w"/>
                                          </p:val>
                                        </p:tav>
                                      </p:tavLst>
                                    </p:anim>
                                    <p:anim calcmode="lin" valueType="num">
                                      <p:cBhvr>
                                        <p:cTn id="84" dur="500" fill="hold"/>
                                        <p:tgtEl>
                                          <p:spTgt spid="68"/>
                                        </p:tgtEl>
                                        <p:attrNameLst>
                                          <p:attrName>ppt_h</p:attrName>
                                        </p:attrNameLst>
                                      </p:cBhvr>
                                      <p:tavLst>
                                        <p:tav tm="0">
                                          <p:val>
                                            <p:fltVal val="0"/>
                                          </p:val>
                                        </p:tav>
                                        <p:tav tm="100000">
                                          <p:val>
                                            <p:strVal val="#ppt_h"/>
                                          </p:val>
                                        </p:tav>
                                      </p:tavLst>
                                    </p:anim>
                                    <p:animEffect transition="in" filter="fade">
                                      <p:cBhvr>
                                        <p:cTn id="85" dur="500"/>
                                        <p:tgtEl>
                                          <p:spTgt spid="68"/>
                                        </p:tgtEl>
                                      </p:cBhvr>
                                    </p:animEffect>
                                  </p:childTnLst>
                                </p:cTn>
                              </p:par>
                            </p:childTnLst>
                          </p:cTn>
                        </p:par>
                        <p:par>
                          <p:cTn id="86" fill="hold">
                            <p:stCondLst>
                              <p:cond delay="5000"/>
                            </p:stCondLst>
                            <p:childTnLst>
                              <p:par>
                                <p:cTn id="87" presetID="22" presetClass="entr" presetSubtype="2" fill="hold" grpId="0" nodeType="afterEffect">
                                  <p:stCondLst>
                                    <p:cond delay="0"/>
                                  </p:stCondLst>
                                  <p:childTnLst>
                                    <p:set>
                                      <p:cBhvr>
                                        <p:cTn id="88" dur="1" fill="hold">
                                          <p:stCondLst>
                                            <p:cond delay="0"/>
                                          </p:stCondLst>
                                        </p:cTn>
                                        <p:tgtEl>
                                          <p:spTgt spid="60"/>
                                        </p:tgtEl>
                                        <p:attrNameLst>
                                          <p:attrName>style.visibility</p:attrName>
                                        </p:attrNameLst>
                                      </p:cBhvr>
                                      <p:to>
                                        <p:strVal val="visible"/>
                                      </p:to>
                                    </p:set>
                                    <p:animEffect transition="in" filter="wipe(right)">
                                      <p:cBhvr>
                                        <p:cTn id="89" dur="750"/>
                                        <p:tgtEl>
                                          <p:spTgt spid="60"/>
                                        </p:tgtEl>
                                      </p:cBhvr>
                                    </p:animEffect>
                                  </p:childTnLst>
                                </p:cTn>
                              </p:par>
                              <p:par>
                                <p:cTn id="90" presetID="22" presetClass="entr" presetSubtype="2" fill="hold" grpId="0" nodeType="withEffect">
                                  <p:stCondLst>
                                    <p:cond delay="0"/>
                                  </p:stCondLst>
                                  <p:childTnLst>
                                    <p:set>
                                      <p:cBhvr>
                                        <p:cTn id="91" dur="1" fill="hold">
                                          <p:stCondLst>
                                            <p:cond delay="0"/>
                                          </p:stCondLst>
                                        </p:cTn>
                                        <p:tgtEl>
                                          <p:spTgt spid="57"/>
                                        </p:tgtEl>
                                        <p:attrNameLst>
                                          <p:attrName>style.visibility</p:attrName>
                                        </p:attrNameLst>
                                      </p:cBhvr>
                                      <p:to>
                                        <p:strVal val="visible"/>
                                      </p:to>
                                    </p:set>
                                    <p:animEffect transition="in" filter="wipe(right)">
                                      <p:cBhvr>
                                        <p:cTn id="92" dur="750"/>
                                        <p:tgtEl>
                                          <p:spTgt spid="57"/>
                                        </p:tgtEl>
                                      </p:cBhvr>
                                    </p:animEffect>
                                  </p:childTnLst>
                                </p:cTn>
                              </p:par>
                              <p:par>
                                <p:cTn id="93" presetID="22" presetClass="entr" presetSubtype="2" fill="hold" grpId="0" nodeType="withEffect">
                                  <p:stCondLst>
                                    <p:cond delay="0"/>
                                  </p:stCondLst>
                                  <p:childTnLst>
                                    <p:set>
                                      <p:cBhvr>
                                        <p:cTn id="94" dur="1" fill="hold">
                                          <p:stCondLst>
                                            <p:cond delay="0"/>
                                          </p:stCondLst>
                                        </p:cTn>
                                        <p:tgtEl>
                                          <p:spTgt spid="58"/>
                                        </p:tgtEl>
                                        <p:attrNameLst>
                                          <p:attrName>style.visibility</p:attrName>
                                        </p:attrNameLst>
                                      </p:cBhvr>
                                      <p:to>
                                        <p:strVal val="visible"/>
                                      </p:to>
                                    </p:set>
                                    <p:animEffect transition="in" filter="wipe(right)">
                                      <p:cBhvr>
                                        <p:cTn id="95" dur="750"/>
                                        <p:tgtEl>
                                          <p:spTgt spid="58"/>
                                        </p:tgtEl>
                                      </p:cBhvr>
                                    </p:animEffect>
                                  </p:childTnLst>
                                </p:cTn>
                              </p:par>
                              <p:par>
                                <p:cTn id="96" presetID="22" presetClass="entr" presetSubtype="2" fill="hold" grpId="0" nodeType="withEffect">
                                  <p:stCondLst>
                                    <p:cond delay="0"/>
                                  </p:stCondLst>
                                  <p:childTnLst>
                                    <p:set>
                                      <p:cBhvr>
                                        <p:cTn id="97" dur="1" fill="hold">
                                          <p:stCondLst>
                                            <p:cond delay="0"/>
                                          </p:stCondLst>
                                        </p:cTn>
                                        <p:tgtEl>
                                          <p:spTgt spid="59"/>
                                        </p:tgtEl>
                                        <p:attrNameLst>
                                          <p:attrName>style.visibility</p:attrName>
                                        </p:attrNameLst>
                                      </p:cBhvr>
                                      <p:to>
                                        <p:strVal val="visible"/>
                                      </p:to>
                                    </p:set>
                                    <p:animEffect transition="in" filter="wipe(right)">
                                      <p:cBhvr>
                                        <p:cTn id="98" dur="750"/>
                                        <p:tgtEl>
                                          <p:spTgt spid="59"/>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55"/>
                                        </p:tgtEl>
                                        <p:attrNameLst>
                                          <p:attrName>style.visibility</p:attrName>
                                        </p:attrNameLst>
                                      </p:cBhvr>
                                      <p:to>
                                        <p:strVal val="visible"/>
                                      </p:to>
                                    </p:set>
                                    <p:animEffect transition="in" filter="wipe(left)">
                                      <p:cBhvr>
                                        <p:cTn id="101" dur="750"/>
                                        <p:tgtEl>
                                          <p:spTgt spid="55"/>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wipe(left)">
                                      <p:cBhvr>
                                        <p:cTn id="104" dur="750"/>
                                        <p:tgtEl>
                                          <p:spTgt spid="49"/>
                                        </p:tgtEl>
                                      </p:cBhvr>
                                    </p:animEffect>
                                  </p:childTnLst>
                                </p:cTn>
                              </p:par>
                              <p:par>
                                <p:cTn id="105" presetID="22" presetClass="entr" presetSubtype="8"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wipe(left)">
                                      <p:cBhvr>
                                        <p:cTn id="107" dur="750"/>
                                        <p:tgtEl>
                                          <p:spTgt spid="51"/>
                                        </p:tgtEl>
                                      </p:cBhvr>
                                    </p:animEffect>
                                  </p:childTnLst>
                                </p:cTn>
                              </p:par>
                              <p:par>
                                <p:cTn id="108" presetID="22" presetClass="entr" presetSubtype="8" fill="hold" grpId="0" nodeType="withEffect">
                                  <p:stCondLst>
                                    <p:cond delay="0"/>
                                  </p:stCondLst>
                                  <p:childTnLst>
                                    <p:set>
                                      <p:cBhvr>
                                        <p:cTn id="109" dur="1" fill="hold">
                                          <p:stCondLst>
                                            <p:cond delay="0"/>
                                          </p:stCondLst>
                                        </p:cTn>
                                        <p:tgtEl>
                                          <p:spTgt spid="53"/>
                                        </p:tgtEl>
                                        <p:attrNameLst>
                                          <p:attrName>style.visibility</p:attrName>
                                        </p:attrNameLst>
                                      </p:cBhvr>
                                      <p:to>
                                        <p:strVal val="visible"/>
                                      </p:to>
                                    </p:set>
                                    <p:animEffect transition="in" filter="wipe(left)">
                                      <p:cBhvr>
                                        <p:cTn id="110" dur="750"/>
                                        <p:tgtEl>
                                          <p:spTgt spid="53"/>
                                        </p:tgtEl>
                                      </p:cBhvr>
                                    </p:animEffect>
                                  </p:childTnLst>
                                </p:cTn>
                              </p:par>
                            </p:childTnLst>
                          </p:cTn>
                        </p:par>
                        <p:par>
                          <p:cTn id="111" fill="hold">
                            <p:stCondLst>
                              <p:cond delay="5750"/>
                            </p:stCondLst>
                            <p:childTnLst>
                              <p:par>
                                <p:cTn id="112" presetID="22" presetClass="entr" presetSubtype="2" fill="hold" grpId="0" nodeType="afterEffect">
                                  <p:stCondLst>
                                    <p:cond delay="0"/>
                                  </p:stCondLst>
                                  <p:childTnLst>
                                    <p:set>
                                      <p:cBhvr>
                                        <p:cTn id="113" dur="1" fill="hold">
                                          <p:stCondLst>
                                            <p:cond delay="0"/>
                                          </p:stCondLst>
                                        </p:cTn>
                                        <p:tgtEl>
                                          <p:spTgt spid="64"/>
                                        </p:tgtEl>
                                        <p:attrNameLst>
                                          <p:attrName>style.visibility</p:attrName>
                                        </p:attrNameLst>
                                      </p:cBhvr>
                                      <p:to>
                                        <p:strVal val="visible"/>
                                      </p:to>
                                    </p:set>
                                    <p:animEffect transition="in" filter="wipe(right)">
                                      <p:cBhvr>
                                        <p:cTn id="114" dur="500"/>
                                        <p:tgtEl>
                                          <p:spTgt spid="64"/>
                                        </p:tgtEl>
                                      </p:cBhvr>
                                    </p:animEffect>
                                  </p:childTnLst>
                                </p:cTn>
                              </p:par>
                              <p:par>
                                <p:cTn id="115" presetID="22" presetClass="entr" presetSubtype="8" fill="hold" grpId="0" nodeType="withEffect">
                                  <p:stCondLst>
                                    <p:cond delay="0"/>
                                  </p:stCondLst>
                                  <p:childTnLst>
                                    <p:set>
                                      <p:cBhvr>
                                        <p:cTn id="116" dur="1" fill="hold">
                                          <p:stCondLst>
                                            <p:cond delay="0"/>
                                          </p:stCondLst>
                                        </p:cTn>
                                        <p:tgtEl>
                                          <p:spTgt spid="56"/>
                                        </p:tgtEl>
                                        <p:attrNameLst>
                                          <p:attrName>style.visibility</p:attrName>
                                        </p:attrNameLst>
                                      </p:cBhvr>
                                      <p:to>
                                        <p:strVal val="visible"/>
                                      </p:to>
                                    </p:set>
                                    <p:animEffect transition="in" filter="wipe(left)">
                                      <p:cBhvr>
                                        <p:cTn id="117" dur="500"/>
                                        <p:tgtEl>
                                          <p:spTgt spid="56"/>
                                        </p:tgtEl>
                                      </p:cBhvr>
                                    </p:animEffect>
                                  </p:childTnLst>
                                </p:cTn>
                              </p:par>
                              <p:par>
                                <p:cTn id="118" presetID="22" presetClass="entr" presetSubtype="2" fill="hold" grpId="0" nodeType="withEffect">
                                  <p:stCondLst>
                                    <p:cond delay="250"/>
                                  </p:stCondLst>
                                  <p:childTnLst>
                                    <p:set>
                                      <p:cBhvr>
                                        <p:cTn id="119" dur="1" fill="hold">
                                          <p:stCondLst>
                                            <p:cond delay="0"/>
                                          </p:stCondLst>
                                        </p:cTn>
                                        <p:tgtEl>
                                          <p:spTgt spid="61"/>
                                        </p:tgtEl>
                                        <p:attrNameLst>
                                          <p:attrName>style.visibility</p:attrName>
                                        </p:attrNameLst>
                                      </p:cBhvr>
                                      <p:to>
                                        <p:strVal val="visible"/>
                                      </p:to>
                                    </p:set>
                                    <p:animEffect transition="in" filter="wipe(right)">
                                      <p:cBhvr>
                                        <p:cTn id="120" dur="500"/>
                                        <p:tgtEl>
                                          <p:spTgt spid="61"/>
                                        </p:tgtEl>
                                      </p:cBhvr>
                                    </p:animEffect>
                                  </p:childTnLst>
                                </p:cTn>
                              </p:par>
                              <p:par>
                                <p:cTn id="121" presetID="22" presetClass="entr" presetSubtype="8" fill="hold" grpId="0" nodeType="withEffect">
                                  <p:stCondLst>
                                    <p:cond delay="250"/>
                                  </p:stCondLst>
                                  <p:childTnLst>
                                    <p:set>
                                      <p:cBhvr>
                                        <p:cTn id="122" dur="1" fill="hold">
                                          <p:stCondLst>
                                            <p:cond delay="0"/>
                                          </p:stCondLst>
                                        </p:cTn>
                                        <p:tgtEl>
                                          <p:spTgt spid="50"/>
                                        </p:tgtEl>
                                        <p:attrNameLst>
                                          <p:attrName>style.visibility</p:attrName>
                                        </p:attrNameLst>
                                      </p:cBhvr>
                                      <p:to>
                                        <p:strVal val="visible"/>
                                      </p:to>
                                    </p:set>
                                    <p:animEffect transition="in" filter="wipe(left)">
                                      <p:cBhvr>
                                        <p:cTn id="123" dur="500"/>
                                        <p:tgtEl>
                                          <p:spTgt spid="50"/>
                                        </p:tgtEl>
                                      </p:cBhvr>
                                    </p:animEffect>
                                  </p:childTnLst>
                                </p:cTn>
                              </p:par>
                              <p:par>
                                <p:cTn id="124" presetID="22" presetClass="entr" presetSubtype="2" fill="hold" grpId="0" nodeType="withEffect">
                                  <p:stCondLst>
                                    <p:cond delay="500"/>
                                  </p:stCondLst>
                                  <p:childTnLst>
                                    <p:set>
                                      <p:cBhvr>
                                        <p:cTn id="125" dur="1" fill="hold">
                                          <p:stCondLst>
                                            <p:cond delay="0"/>
                                          </p:stCondLst>
                                        </p:cTn>
                                        <p:tgtEl>
                                          <p:spTgt spid="62"/>
                                        </p:tgtEl>
                                        <p:attrNameLst>
                                          <p:attrName>style.visibility</p:attrName>
                                        </p:attrNameLst>
                                      </p:cBhvr>
                                      <p:to>
                                        <p:strVal val="visible"/>
                                      </p:to>
                                    </p:set>
                                    <p:animEffect transition="in" filter="wipe(right)">
                                      <p:cBhvr>
                                        <p:cTn id="126" dur="500"/>
                                        <p:tgtEl>
                                          <p:spTgt spid="62"/>
                                        </p:tgtEl>
                                      </p:cBhvr>
                                    </p:animEffect>
                                  </p:childTnLst>
                                </p:cTn>
                              </p:par>
                              <p:par>
                                <p:cTn id="127" presetID="22" presetClass="entr" presetSubtype="8" fill="hold" grpId="0" nodeType="withEffect">
                                  <p:stCondLst>
                                    <p:cond delay="500"/>
                                  </p:stCondLst>
                                  <p:childTnLst>
                                    <p:set>
                                      <p:cBhvr>
                                        <p:cTn id="128" dur="1" fill="hold">
                                          <p:stCondLst>
                                            <p:cond delay="0"/>
                                          </p:stCondLst>
                                        </p:cTn>
                                        <p:tgtEl>
                                          <p:spTgt spid="52"/>
                                        </p:tgtEl>
                                        <p:attrNameLst>
                                          <p:attrName>style.visibility</p:attrName>
                                        </p:attrNameLst>
                                      </p:cBhvr>
                                      <p:to>
                                        <p:strVal val="visible"/>
                                      </p:to>
                                    </p:set>
                                    <p:animEffect transition="in" filter="wipe(left)">
                                      <p:cBhvr>
                                        <p:cTn id="129" dur="500"/>
                                        <p:tgtEl>
                                          <p:spTgt spid="52"/>
                                        </p:tgtEl>
                                      </p:cBhvr>
                                    </p:animEffect>
                                  </p:childTnLst>
                                </p:cTn>
                              </p:par>
                              <p:par>
                                <p:cTn id="130" presetID="22" presetClass="entr" presetSubtype="2" fill="hold" grpId="0" nodeType="withEffect">
                                  <p:stCondLst>
                                    <p:cond delay="750"/>
                                  </p:stCondLst>
                                  <p:childTnLst>
                                    <p:set>
                                      <p:cBhvr>
                                        <p:cTn id="131" dur="1" fill="hold">
                                          <p:stCondLst>
                                            <p:cond delay="0"/>
                                          </p:stCondLst>
                                        </p:cTn>
                                        <p:tgtEl>
                                          <p:spTgt spid="63"/>
                                        </p:tgtEl>
                                        <p:attrNameLst>
                                          <p:attrName>style.visibility</p:attrName>
                                        </p:attrNameLst>
                                      </p:cBhvr>
                                      <p:to>
                                        <p:strVal val="visible"/>
                                      </p:to>
                                    </p:set>
                                    <p:animEffect transition="in" filter="wipe(right)">
                                      <p:cBhvr>
                                        <p:cTn id="132" dur="500"/>
                                        <p:tgtEl>
                                          <p:spTgt spid="63"/>
                                        </p:tgtEl>
                                      </p:cBhvr>
                                    </p:animEffect>
                                  </p:childTnLst>
                                </p:cTn>
                              </p:par>
                              <p:par>
                                <p:cTn id="133" presetID="22" presetClass="entr" presetSubtype="8" fill="hold" grpId="0" nodeType="withEffect">
                                  <p:stCondLst>
                                    <p:cond delay="750"/>
                                  </p:stCondLst>
                                  <p:childTnLst>
                                    <p:set>
                                      <p:cBhvr>
                                        <p:cTn id="134" dur="1" fill="hold">
                                          <p:stCondLst>
                                            <p:cond delay="0"/>
                                          </p:stCondLst>
                                        </p:cTn>
                                        <p:tgtEl>
                                          <p:spTgt spid="54"/>
                                        </p:tgtEl>
                                        <p:attrNameLst>
                                          <p:attrName>style.visibility</p:attrName>
                                        </p:attrNameLst>
                                      </p:cBhvr>
                                      <p:to>
                                        <p:strVal val="visible"/>
                                      </p:to>
                                    </p:set>
                                    <p:animEffect transition="in" filter="wipe(left)">
                                      <p:cBhvr>
                                        <p:cTn id="135" dur="500"/>
                                        <p:tgtEl>
                                          <p:spTgt spid="54"/>
                                        </p:tgtEl>
                                      </p:cBhvr>
                                    </p:animEffect>
                                  </p:childTnLst>
                                </p:cTn>
                              </p:par>
                            </p:childTnLst>
                          </p:cTn>
                        </p:par>
                        <p:par>
                          <p:cTn id="136" fill="hold">
                            <p:stCondLst>
                              <p:cond delay="7000"/>
                            </p:stCondLst>
                            <p:childTnLst>
                              <p:par>
                                <p:cTn id="137" presetID="53" presetClass="entr" presetSubtype="16" fill="hold" grpId="0" nodeType="afterEffect">
                                  <p:stCondLst>
                                    <p:cond delay="0"/>
                                  </p:stCondLst>
                                  <p:childTnLst>
                                    <p:set>
                                      <p:cBhvr>
                                        <p:cTn id="138" dur="1" fill="hold">
                                          <p:stCondLst>
                                            <p:cond delay="0"/>
                                          </p:stCondLst>
                                        </p:cTn>
                                        <p:tgtEl>
                                          <p:spTgt spid="73"/>
                                        </p:tgtEl>
                                        <p:attrNameLst>
                                          <p:attrName>style.visibility</p:attrName>
                                        </p:attrNameLst>
                                      </p:cBhvr>
                                      <p:to>
                                        <p:strVal val="visible"/>
                                      </p:to>
                                    </p:set>
                                    <p:anim calcmode="lin" valueType="num">
                                      <p:cBhvr>
                                        <p:cTn id="139" dur="500" fill="hold"/>
                                        <p:tgtEl>
                                          <p:spTgt spid="73"/>
                                        </p:tgtEl>
                                        <p:attrNameLst>
                                          <p:attrName>ppt_w</p:attrName>
                                        </p:attrNameLst>
                                      </p:cBhvr>
                                      <p:tavLst>
                                        <p:tav tm="0">
                                          <p:val>
                                            <p:fltVal val="0"/>
                                          </p:val>
                                        </p:tav>
                                        <p:tav tm="100000">
                                          <p:val>
                                            <p:strVal val="#ppt_w"/>
                                          </p:val>
                                        </p:tav>
                                      </p:tavLst>
                                    </p:anim>
                                    <p:anim calcmode="lin" valueType="num">
                                      <p:cBhvr>
                                        <p:cTn id="140" dur="500" fill="hold"/>
                                        <p:tgtEl>
                                          <p:spTgt spid="73"/>
                                        </p:tgtEl>
                                        <p:attrNameLst>
                                          <p:attrName>ppt_h</p:attrName>
                                        </p:attrNameLst>
                                      </p:cBhvr>
                                      <p:tavLst>
                                        <p:tav tm="0">
                                          <p:val>
                                            <p:fltVal val="0"/>
                                          </p:val>
                                        </p:tav>
                                        <p:tav tm="100000">
                                          <p:val>
                                            <p:strVal val="#ppt_h"/>
                                          </p:val>
                                        </p:tav>
                                      </p:tavLst>
                                    </p:anim>
                                    <p:animEffect transition="in" filter="fade">
                                      <p:cBhvr>
                                        <p:cTn id="141" dur="500"/>
                                        <p:tgtEl>
                                          <p:spTgt spid="73"/>
                                        </p:tgtEl>
                                      </p:cBhvr>
                                    </p:animEffect>
                                  </p:childTnLst>
                                </p:cTn>
                              </p:par>
                              <p:par>
                                <p:cTn id="142" presetID="53" presetClass="entr" presetSubtype="16" fill="hold" grpId="0" nodeType="withEffect">
                                  <p:stCondLst>
                                    <p:cond delay="0"/>
                                  </p:stCondLst>
                                  <p:childTnLst>
                                    <p:set>
                                      <p:cBhvr>
                                        <p:cTn id="143" dur="1" fill="hold">
                                          <p:stCondLst>
                                            <p:cond delay="0"/>
                                          </p:stCondLst>
                                        </p:cTn>
                                        <p:tgtEl>
                                          <p:spTgt spid="69"/>
                                        </p:tgtEl>
                                        <p:attrNameLst>
                                          <p:attrName>style.visibility</p:attrName>
                                        </p:attrNameLst>
                                      </p:cBhvr>
                                      <p:to>
                                        <p:strVal val="visible"/>
                                      </p:to>
                                    </p:set>
                                    <p:anim calcmode="lin" valueType="num">
                                      <p:cBhvr>
                                        <p:cTn id="144" dur="500" fill="hold"/>
                                        <p:tgtEl>
                                          <p:spTgt spid="69"/>
                                        </p:tgtEl>
                                        <p:attrNameLst>
                                          <p:attrName>ppt_w</p:attrName>
                                        </p:attrNameLst>
                                      </p:cBhvr>
                                      <p:tavLst>
                                        <p:tav tm="0">
                                          <p:val>
                                            <p:fltVal val="0"/>
                                          </p:val>
                                        </p:tav>
                                        <p:tav tm="100000">
                                          <p:val>
                                            <p:strVal val="#ppt_w"/>
                                          </p:val>
                                        </p:tav>
                                      </p:tavLst>
                                    </p:anim>
                                    <p:anim calcmode="lin" valueType="num">
                                      <p:cBhvr>
                                        <p:cTn id="145" dur="500" fill="hold"/>
                                        <p:tgtEl>
                                          <p:spTgt spid="69"/>
                                        </p:tgtEl>
                                        <p:attrNameLst>
                                          <p:attrName>ppt_h</p:attrName>
                                        </p:attrNameLst>
                                      </p:cBhvr>
                                      <p:tavLst>
                                        <p:tav tm="0">
                                          <p:val>
                                            <p:fltVal val="0"/>
                                          </p:val>
                                        </p:tav>
                                        <p:tav tm="100000">
                                          <p:val>
                                            <p:strVal val="#ppt_h"/>
                                          </p:val>
                                        </p:tav>
                                      </p:tavLst>
                                    </p:anim>
                                    <p:animEffect transition="in" filter="fade">
                                      <p:cBhvr>
                                        <p:cTn id="146" dur="500"/>
                                        <p:tgtEl>
                                          <p:spTgt spid="69"/>
                                        </p:tgtEl>
                                      </p:cBhvr>
                                    </p:animEffect>
                                  </p:childTnLst>
                                </p:cTn>
                              </p:par>
                              <p:par>
                                <p:cTn id="147" presetID="53" presetClass="entr" presetSubtype="16" fill="hold" grpId="0" nodeType="withEffect">
                                  <p:stCondLst>
                                    <p:cond delay="250"/>
                                  </p:stCondLst>
                                  <p:childTnLst>
                                    <p:set>
                                      <p:cBhvr>
                                        <p:cTn id="148" dur="1" fill="hold">
                                          <p:stCondLst>
                                            <p:cond delay="0"/>
                                          </p:stCondLst>
                                        </p:cTn>
                                        <p:tgtEl>
                                          <p:spTgt spid="74"/>
                                        </p:tgtEl>
                                        <p:attrNameLst>
                                          <p:attrName>style.visibility</p:attrName>
                                        </p:attrNameLst>
                                      </p:cBhvr>
                                      <p:to>
                                        <p:strVal val="visible"/>
                                      </p:to>
                                    </p:set>
                                    <p:anim calcmode="lin" valueType="num">
                                      <p:cBhvr>
                                        <p:cTn id="149" dur="500" fill="hold"/>
                                        <p:tgtEl>
                                          <p:spTgt spid="74"/>
                                        </p:tgtEl>
                                        <p:attrNameLst>
                                          <p:attrName>ppt_w</p:attrName>
                                        </p:attrNameLst>
                                      </p:cBhvr>
                                      <p:tavLst>
                                        <p:tav tm="0">
                                          <p:val>
                                            <p:fltVal val="0"/>
                                          </p:val>
                                        </p:tav>
                                        <p:tav tm="100000">
                                          <p:val>
                                            <p:strVal val="#ppt_w"/>
                                          </p:val>
                                        </p:tav>
                                      </p:tavLst>
                                    </p:anim>
                                    <p:anim calcmode="lin" valueType="num">
                                      <p:cBhvr>
                                        <p:cTn id="150" dur="500" fill="hold"/>
                                        <p:tgtEl>
                                          <p:spTgt spid="74"/>
                                        </p:tgtEl>
                                        <p:attrNameLst>
                                          <p:attrName>ppt_h</p:attrName>
                                        </p:attrNameLst>
                                      </p:cBhvr>
                                      <p:tavLst>
                                        <p:tav tm="0">
                                          <p:val>
                                            <p:fltVal val="0"/>
                                          </p:val>
                                        </p:tav>
                                        <p:tav tm="100000">
                                          <p:val>
                                            <p:strVal val="#ppt_h"/>
                                          </p:val>
                                        </p:tav>
                                      </p:tavLst>
                                    </p:anim>
                                    <p:animEffect transition="in" filter="fade">
                                      <p:cBhvr>
                                        <p:cTn id="151" dur="500"/>
                                        <p:tgtEl>
                                          <p:spTgt spid="74"/>
                                        </p:tgtEl>
                                      </p:cBhvr>
                                    </p:animEffect>
                                  </p:childTnLst>
                                </p:cTn>
                              </p:par>
                              <p:par>
                                <p:cTn id="152" presetID="53" presetClass="entr" presetSubtype="16" fill="hold" nodeType="withEffect">
                                  <p:stCondLst>
                                    <p:cond delay="250"/>
                                  </p:stCondLst>
                                  <p:childTnLst>
                                    <p:set>
                                      <p:cBhvr>
                                        <p:cTn id="153" dur="1" fill="hold">
                                          <p:stCondLst>
                                            <p:cond delay="0"/>
                                          </p:stCondLst>
                                        </p:cTn>
                                        <p:tgtEl>
                                          <p:spTgt spid="70">
                                            <p:txEl>
                                              <p:pRg st="0" end="0"/>
                                            </p:txEl>
                                          </p:spTgt>
                                        </p:tgtEl>
                                        <p:attrNameLst>
                                          <p:attrName>style.visibility</p:attrName>
                                        </p:attrNameLst>
                                      </p:cBhvr>
                                      <p:to>
                                        <p:strVal val="visible"/>
                                      </p:to>
                                    </p:set>
                                    <p:anim calcmode="lin" valueType="num">
                                      <p:cBhvr>
                                        <p:cTn id="154" dur="500" fill="hold"/>
                                        <p:tgtEl>
                                          <p:spTgt spid="70">
                                            <p:txEl>
                                              <p:pRg st="0" end="0"/>
                                            </p:txEl>
                                          </p:spTgt>
                                        </p:tgtEl>
                                        <p:attrNameLst>
                                          <p:attrName>ppt_w</p:attrName>
                                        </p:attrNameLst>
                                      </p:cBhvr>
                                      <p:tavLst>
                                        <p:tav tm="0">
                                          <p:val>
                                            <p:fltVal val="0"/>
                                          </p:val>
                                        </p:tav>
                                        <p:tav tm="100000">
                                          <p:val>
                                            <p:strVal val="#ppt_w"/>
                                          </p:val>
                                        </p:tav>
                                      </p:tavLst>
                                    </p:anim>
                                    <p:anim calcmode="lin" valueType="num">
                                      <p:cBhvr>
                                        <p:cTn id="155" dur="500" fill="hold"/>
                                        <p:tgtEl>
                                          <p:spTgt spid="70">
                                            <p:txEl>
                                              <p:pRg st="0" end="0"/>
                                            </p:txEl>
                                          </p:spTgt>
                                        </p:tgtEl>
                                        <p:attrNameLst>
                                          <p:attrName>ppt_h</p:attrName>
                                        </p:attrNameLst>
                                      </p:cBhvr>
                                      <p:tavLst>
                                        <p:tav tm="0">
                                          <p:val>
                                            <p:fltVal val="0"/>
                                          </p:val>
                                        </p:tav>
                                        <p:tav tm="100000">
                                          <p:val>
                                            <p:strVal val="#ppt_h"/>
                                          </p:val>
                                        </p:tav>
                                      </p:tavLst>
                                    </p:anim>
                                    <p:animEffect transition="in" filter="fade">
                                      <p:cBhvr>
                                        <p:cTn id="156" dur="500"/>
                                        <p:tgtEl>
                                          <p:spTgt spid="70">
                                            <p:txEl>
                                              <p:pRg st="0" end="0"/>
                                            </p:txEl>
                                          </p:spTgt>
                                        </p:tgtEl>
                                      </p:cBhvr>
                                    </p:animEffect>
                                  </p:childTnLst>
                                </p:cTn>
                              </p:par>
                              <p:par>
                                <p:cTn id="157" presetID="53" presetClass="entr" presetSubtype="16" fill="hold" nodeType="withEffect">
                                  <p:stCondLst>
                                    <p:cond delay="500"/>
                                  </p:stCondLst>
                                  <p:childTnLst>
                                    <p:set>
                                      <p:cBhvr>
                                        <p:cTn id="158" dur="1" fill="hold">
                                          <p:stCondLst>
                                            <p:cond delay="0"/>
                                          </p:stCondLst>
                                        </p:cTn>
                                        <p:tgtEl>
                                          <p:spTgt spid="75">
                                            <p:txEl>
                                              <p:pRg st="0" end="0"/>
                                            </p:txEl>
                                          </p:spTgt>
                                        </p:tgtEl>
                                        <p:attrNameLst>
                                          <p:attrName>style.visibility</p:attrName>
                                        </p:attrNameLst>
                                      </p:cBhvr>
                                      <p:to>
                                        <p:strVal val="visible"/>
                                      </p:to>
                                    </p:set>
                                    <p:anim calcmode="lin" valueType="num">
                                      <p:cBhvr>
                                        <p:cTn id="159" dur="500" fill="hold"/>
                                        <p:tgtEl>
                                          <p:spTgt spid="75">
                                            <p:txEl>
                                              <p:pRg st="0" end="0"/>
                                            </p:txEl>
                                          </p:spTgt>
                                        </p:tgtEl>
                                        <p:attrNameLst>
                                          <p:attrName>ppt_w</p:attrName>
                                        </p:attrNameLst>
                                      </p:cBhvr>
                                      <p:tavLst>
                                        <p:tav tm="0">
                                          <p:val>
                                            <p:fltVal val="0"/>
                                          </p:val>
                                        </p:tav>
                                        <p:tav tm="100000">
                                          <p:val>
                                            <p:strVal val="#ppt_w"/>
                                          </p:val>
                                        </p:tav>
                                      </p:tavLst>
                                    </p:anim>
                                    <p:anim calcmode="lin" valueType="num">
                                      <p:cBhvr>
                                        <p:cTn id="160" dur="500" fill="hold"/>
                                        <p:tgtEl>
                                          <p:spTgt spid="75">
                                            <p:txEl>
                                              <p:pRg st="0" end="0"/>
                                            </p:txEl>
                                          </p:spTgt>
                                        </p:tgtEl>
                                        <p:attrNameLst>
                                          <p:attrName>ppt_h</p:attrName>
                                        </p:attrNameLst>
                                      </p:cBhvr>
                                      <p:tavLst>
                                        <p:tav tm="0">
                                          <p:val>
                                            <p:fltVal val="0"/>
                                          </p:val>
                                        </p:tav>
                                        <p:tav tm="100000">
                                          <p:val>
                                            <p:strVal val="#ppt_h"/>
                                          </p:val>
                                        </p:tav>
                                      </p:tavLst>
                                    </p:anim>
                                    <p:animEffect transition="in" filter="fade">
                                      <p:cBhvr>
                                        <p:cTn id="161" dur="500"/>
                                        <p:tgtEl>
                                          <p:spTgt spid="75">
                                            <p:txEl>
                                              <p:pRg st="0" end="0"/>
                                            </p:txEl>
                                          </p:spTgt>
                                        </p:tgtEl>
                                      </p:cBhvr>
                                    </p:animEffect>
                                  </p:childTnLst>
                                </p:cTn>
                              </p:par>
                              <p:par>
                                <p:cTn id="162" presetID="53" presetClass="entr" presetSubtype="16" fill="hold" nodeType="withEffect">
                                  <p:stCondLst>
                                    <p:cond delay="500"/>
                                  </p:stCondLst>
                                  <p:childTnLst>
                                    <p:set>
                                      <p:cBhvr>
                                        <p:cTn id="163" dur="1" fill="hold">
                                          <p:stCondLst>
                                            <p:cond delay="0"/>
                                          </p:stCondLst>
                                        </p:cTn>
                                        <p:tgtEl>
                                          <p:spTgt spid="71">
                                            <p:txEl>
                                              <p:pRg st="0" end="0"/>
                                            </p:txEl>
                                          </p:spTgt>
                                        </p:tgtEl>
                                        <p:attrNameLst>
                                          <p:attrName>style.visibility</p:attrName>
                                        </p:attrNameLst>
                                      </p:cBhvr>
                                      <p:to>
                                        <p:strVal val="visible"/>
                                      </p:to>
                                    </p:set>
                                    <p:anim calcmode="lin" valueType="num">
                                      <p:cBhvr>
                                        <p:cTn id="164" dur="500" fill="hold"/>
                                        <p:tgtEl>
                                          <p:spTgt spid="71">
                                            <p:txEl>
                                              <p:pRg st="0" end="0"/>
                                            </p:txEl>
                                          </p:spTgt>
                                        </p:tgtEl>
                                        <p:attrNameLst>
                                          <p:attrName>ppt_w</p:attrName>
                                        </p:attrNameLst>
                                      </p:cBhvr>
                                      <p:tavLst>
                                        <p:tav tm="0">
                                          <p:val>
                                            <p:fltVal val="0"/>
                                          </p:val>
                                        </p:tav>
                                        <p:tav tm="100000">
                                          <p:val>
                                            <p:strVal val="#ppt_w"/>
                                          </p:val>
                                        </p:tav>
                                      </p:tavLst>
                                    </p:anim>
                                    <p:anim calcmode="lin" valueType="num">
                                      <p:cBhvr>
                                        <p:cTn id="165" dur="500" fill="hold"/>
                                        <p:tgtEl>
                                          <p:spTgt spid="71">
                                            <p:txEl>
                                              <p:pRg st="0" end="0"/>
                                            </p:txEl>
                                          </p:spTgt>
                                        </p:tgtEl>
                                        <p:attrNameLst>
                                          <p:attrName>ppt_h</p:attrName>
                                        </p:attrNameLst>
                                      </p:cBhvr>
                                      <p:tavLst>
                                        <p:tav tm="0">
                                          <p:val>
                                            <p:fltVal val="0"/>
                                          </p:val>
                                        </p:tav>
                                        <p:tav tm="100000">
                                          <p:val>
                                            <p:strVal val="#ppt_h"/>
                                          </p:val>
                                        </p:tav>
                                      </p:tavLst>
                                    </p:anim>
                                    <p:animEffect transition="in" filter="fade">
                                      <p:cBhvr>
                                        <p:cTn id="166" dur="500"/>
                                        <p:tgtEl>
                                          <p:spTgt spid="71">
                                            <p:txEl>
                                              <p:pRg st="0" end="0"/>
                                            </p:txEl>
                                          </p:spTgt>
                                        </p:tgtEl>
                                      </p:cBhvr>
                                    </p:animEffect>
                                  </p:childTnLst>
                                </p:cTn>
                              </p:par>
                              <p:par>
                                <p:cTn id="167" presetID="53" presetClass="entr" presetSubtype="16" fill="hold" grpId="0" nodeType="withEffect">
                                  <p:stCondLst>
                                    <p:cond delay="750"/>
                                  </p:stCondLst>
                                  <p:childTnLst>
                                    <p:set>
                                      <p:cBhvr>
                                        <p:cTn id="168" dur="1" fill="hold">
                                          <p:stCondLst>
                                            <p:cond delay="0"/>
                                          </p:stCondLst>
                                        </p:cTn>
                                        <p:tgtEl>
                                          <p:spTgt spid="76"/>
                                        </p:tgtEl>
                                        <p:attrNameLst>
                                          <p:attrName>style.visibility</p:attrName>
                                        </p:attrNameLst>
                                      </p:cBhvr>
                                      <p:to>
                                        <p:strVal val="visible"/>
                                      </p:to>
                                    </p:set>
                                    <p:anim calcmode="lin" valueType="num">
                                      <p:cBhvr>
                                        <p:cTn id="169" dur="500" fill="hold"/>
                                        <p:tgtEl>
                                          <p:spTgt spid="76"/>
                                        </p:tgtEl>
                                        <p:attrNameLst>
                                          <p:attrName>ppt_w</p:attrName>
                                        </p:attrNameLst>
                                      </p:cBhvr>
                                      <p:tavLst>
                                        <p:tav tm="0">
                                          <p:val>
                                            <p:fltVal val="0"/>
                                          </p:val>
                                        </p:tav>
                                        <p:tav tm="100000">
                                          <p:val>
                                            <p:strVal val="#ppt_w"/>
                                          </p:val>
                                        </p:tav>
                                      </p:tavLst>
                                    </p:anim>
                                    <p:anim calcmode="lin" valueType="num">
                                      <p:cBhvr>
                                        <p:cTn id="170" dur="500" fill="hold"/>
                                        <p:tgtEl>
                                          <p:spTgt spid="76"/>
                                        </p:tgtEl>
                                        <p:attrNameLst>
                                          <p:attrName>ppt_h</p:attrName>
                                        </p:attrNameLst>
                                      </p:cBhvr>
                                      <p:tavLst>
                                        <p:tav tm="0">
                                          <p:val>
                                            <p:fltVal val="0"/>
                                          </p:val>
                                        </p:tav>
                                        <p:tav tm="100000">
                                          <p:val>
                                            <p:strVal val="#ppt_h"/>
                                          </p:val>
                                        </p:tav>
                                      </p:tavLst>
                                    </p:anim>
                                    <p:animEffect transition="in" filter="fade">
                                      <p:cBhvr>
                                        <p:cTn id="171" dur="500"/>
                                        <p:tgtEl>
                                          <p:spTgt spid="76"/>
                                        </p:tgtEl>
                                      </p:cBhvr>
                                    </p:animEffect>
                                  </p:childTnLst>
                                </p:cTn>
                              </p:par>
                              <p:par>
                                <p:cTn id="172" presetID="53" presetClass="entr" presetSubtype="16" fill="hold" grpId="0" nodeType="withEffect">
                                  <p:stCondLst>
                                    <p:cond delay="750"/>
                                  </p:stCondLst>
                                  <p:childTnLst>
                                    <p:set>
                                      <p:cBhvr>
                                        <p:cTn id="173" dur="1" fill="hold">
                                          <p:stCondLst>
                                            <p:cond delay="0"/>
                                          </p:stCondLst>
                                        </p:cTn>
                                        <p:tgtEl>
                                          <p:spTgt spid="72"/>
                                        </p:tgtEl>
                                        <p:attrNameLst>
                                          <p:attrName>style.visibility</p:attrName>
                                        </p:attrNameLst>
                                      </p:cBhvr>
                                      <p:to>
                                        <p:strVal val="visible"/>
                                      </p:to>
                                    </p:set>
                                    <p:anim calcmode="lin" valueType="num">
                                      <p:cBhvr>
                                        <p:cTn id="174" dur="500" fill="hold"/>
                                        <p:tgtEl>
                                          <p:spTgt spid="72"/>
                                        </p:tgtEl>
                                        <p:attrNameLst>
                                          <p:attrName>ppt_w</p:attrName>
                                        </p:attrNameLst>
                                      </p:cBhvr>
                                      <p:tavLst>
                                        <p:tav tm="0">
                                          <p:val>
                                            <p:fltVal val="0"/>
                                          </p:val>
                                        </p:tav>
                                        <p:tav tm="100000">
                                          <p:val>
                                            <p:strVal val="#ppt_w"/>
                                          </p:val>
                                        </p:tav>
                                      </p:tavLst>
                                    </p:anim>
                                    <p:anim calcmode="lin" valueType="num">
                                      <p:cBhvr>
                                        <p:cTn id="175" dur="500" fill="hold"/>
                                        <p:tgtEl>
                                          <p:spTgt spid="72"/>
                                        </p:tgtEl>
                                        <p:attrNameLst>
                                          <p:attrName>ppt_h</p:attrName>
                                        </p:attrNameLst>
                                      </p:cBhvr>
                                      <p:tavLst>
                                        <p:tav tm="0">
                                          <p:val>
                                            <p:fltVal val="0"/>
                                          </p:val>
                                        </p:tav>
                                        <p:tav tm="100000">
                                          <p:val>
                                            <p:strVal val="#ppt_h"/>
                                          </p:val>
                                        </p:tav>
                                      </p:tavLst>
                                    </p:anim>
                                    <p:animEffect transition="in" filter="fade">
                                      <p:cBhvr>
                                        <p:cTn id="176" dur="500"/>
                                        <p:tgtEl>
                                          <p:spTgt spid="72"/>
                                        </p:tgtEl>
                                      </p:cBhvr>
                                    </p:animEffect>
                                  </p:childTnLst>
                                </p:cTn>
                              </p:par>
                            </p:childTnLst>
                          </p:cTn>
                        </p:par>
                        <p:par>
                          <p:cTn id="177" fill="hold">
                            <p:stCondLst>
                              <p:cond delay="8250"/>
                            </p:stCondLst>
                            <p:childTnLst>
                              <p:par>
                                <p:cTn id="178" presetID="53" presetClass="entr" presetSubtype="16" fill="hold" grpId="0" nodeType="afterEffect">
                                  <p:stCondLst>
                                    <p:cond delay="0"/>
                                  </p:stCondLst>
                                  <p:childTnLst>
                                    <p:set>
                                      <p:cBhvr>
                                        <p:cTn id="179" dur="1" fill="hold">
                                          <p:stCondLst>
                                            <p:cond delay="0"/>
                                          </p:stCondLst>
                                        </p:cTn>
                                        <p:tgtEl>
                                          <p:spTgt spid="78"/>
                                        </p:tgtEl>
                                        <p:attrNameLst>
                                          <p:attrName>style.visibility</p:attrName>
                                        </p:attrNameLst>
                                      </p:cBhvr>
                                      <p:to>
                                        <p:strVal val="visible"/>
                                      </p:to>
                                    </p:set>
                                    <p:anim calcmode="lin" valueType="num">
                                      <p:cBhvr>
                                        <p:cTn id="180" dur="500" fill="hold"/>
                                        <p:tgtEl>
                                          <p:spTgt spid="78"/>
                                        </p:tgtEl>
                                        <p:attrNameLst>
                                          <p:attrName>ppt_w</p:attrName>
                                        </p:attrNameLst>
                                      </p:cBhvr>
                                      <p:tavLst>
                                        <p:tav tm="0">
                                          <p:val>
                                            <p:fltVal val="0"/>
                                          </p:val>
                                        </p:tav>
                                        <p:tav tm="100000">
                                          <p:val>
                                            <p:strVal val="#ppt_w"/>
                                          </p:val>
                                        </p:tav>
                                      </p:tavLst>
                                    </p:anim>
                                    <p:anim calcmode="lin" valueType="num">
                                      <p:cBhvr>
                                        <p:cTn id="181" dur="500" fill="hold"/>
                                        <p:tgtEl>
                                          <p:spTgt spid="78"/>
                                        </p:tgtEl>
                                        <p:attrNameLst>
                                          <p:attrName>ppt_h</p:attrName>
                                        </p:attrNameLst>
                                      </p:cBhvr>
                                      <p:tavLst>
                                        <p:tav tm="0">
                                          <p:val>
                                            <p:fltVal val="0"/>
                                          </p:val>
                                        </p:tav>
                                        <p:tav tm="100000">
                                          <p:val>
                                            <p:strVal val="#ppt_h"/>
                                          </p:val>
                                        </p:tav>
                                      </p:tavLst>
                                    </p:anim>
                                    <p:animEffect transition="in" filter="fade">
                                      <p:cBhvr>
                                        <p:cTn id="182" dur="500"/>
                                        <p:tgtEl>
                                          <p:spTgt spid="78"/>
                                        </p:tgtEl>
                                      </p:cBhvr>
                                    </p:animEffect>
                                  </p:childTnLst>
                                </p:cTn>
                              </p:par>
                              <p:par>
                                <p:cTn id="183" presetID="35" presetClass="path" presetSubtype="0" accel="50000" decel="50000" fill="hold" grpId="1" nodeType="withEffect">
                                  <p:stCondLst>
                                    <p:cond delay="0"/>
                                  </p:stCondLst>
                                  <p:childTnLst>
                                    <p:animMotion origin="layout" path="M 4.79167E-6 -4.81481E-6 L -0.25 -4.81481E-6 " pathEditMode="relative" rAng="0" ptsTypes="AA">
                                      <p:cBhvr>
                                        <p:cTn id="184" dur="1000" spd="-100000" fill="hold"/>
                                        <p:tgtEl>
                                          <p:spTgt spid="78"/>
                                        </p:tgtEl>
                                        <p:attrNameLst>
                                          <p:attrName>ppt_x</p:attrName>
                                          <p:attrName>ppt_y</p:attrName>
                                        </p:attrNameLst>
                                      </p:cBhvr>
                                      <p:rCtr x="-12500" y="0"/>
                                    </p:animMotion>
                                  </p:childTnLst>
                                </p:cTn>
                              </p:par>
                              <p:par>
                                <p:cTn id="185" presetID="53" presetClass="entr" presetSubtype="16" fill="hold" grpId="0" nodeType="withEffect">
                                  <p:stCondLst>
                                    <p:cond delay="500"/>
                                  </p:stCondLst>
                                  <p:iterate type="lt">
                                    <p:tmPct val="10000"/>
                                  </p:iterate>
                                  <p:childTnLst>
                                    <p:set>
                                      <p:cBhvr>
                                        <p:cTn id="186" dur="1" fill="hold">
                                          <p:stCondLst>
                                            <p:cond delay="0"/>
                                          </p:stCondLst>
                                        </p:cTn>
                                        <p:tgtEl>
                                          <p:spTgt spid="77"/>
                                        </p:tgtEl>
                                        <p:attrNameLst>
                                          <p:attrName>style.visibility</p:attrName>
                                        </p:attrNameLst>
                                      </p:cBhvr>
                                      <p:to>
                                        <p:strVal val="visible"/>
                                      </p:to>
                                    </p:set>
                                    <p:anim calcmode="lin" valueType="num">
                                      <p:cBhvr>
                                        <p:cTn id="187" dur="250" fill="hold"/>
                                        <p:tgtEl>
                                          <p:spTgt spid="77"/>
                                        </p:tgtEl>
                                        <p:attrNameLst>
                                          <p:attrName>ppt_w</p:attrName>
                                        </p:attrNameLst>
                                      </p:cBhvr>
                                      <p:tavLst>
                                        <p:tav tm="0">
                                          <p:val>
                                            <p:fltVal val="0"/>
                                          </p:val>
                                        </p:tav>
                                        <p:tav tm="100000">
                                          <p:val>
                                            <p:strVal val="#ppt_w"/>
                                          </p:val>
                                        </p:tav>
                                      </p:tavLst>
                                    </p:anim>
                                    <p:anim calcmode="lin" valueType="num">
                                      <p:cBhvr>
                                        <p:cTn id="188" dur="250" fill="hold"/>
                                        <p:tgtEl>
                                          <p:spTgt spid="77"/>
                                        </p:tgtEl>
                                        <p:attrNameLst>
                                          <p:attrName>ppt_h</p:attrName>
                                        </p:attrNameLst>
                                      </p:cBhvr>
                                      <p:tavLst>
                                        <p:tav tm="0">
                                          <p:val>
                                            <p:fltVal val="0"/>
                                          </p:val>
                                        </p:tav>
                                        <p:tav tm="100000">
                                          <p:val>
                                            <p:strVal val="#ppt_h"/>
                                          </p:val>
                                        </p:tav>
                                      </p:tavLst>
                                    </p:anim>
                                    <p:animEffect transition="in" filter="fade">
                                      <p:cBhvr>
                                        <p:cTn id="189" dur="250"/>
                                        <p:tgtEl>
                                          <p:spTgt spid="77"/>
                                        </p:tgtEl>
                                      </p:cBhvr>
                                    </p:animEffect>
                                  </p:childTnLst>
                                </p:cTn>
                              </p:par>
                            </p:childTnLst>
                          </p:cTn>
                        </p:par>
                        <p:par>
                          <p:cTn id="190" fill="hold">
                            <p:stCondLst>
                              <p:cond delay="10300"/>
                            </p:stCondLst>
                            <p:childTnLst>
                              <p:par>
                                <p:cTn id="191" presetID="53" presetClass="entr" presetSubtype="16" fill="hold" grpId="0" nodeType="afterEffect">
                                  <p:stCondLst>
                                    <p:cond delay="0"/>
                                  </p:stCondLst>
                                  <p:childTnLst>
                                    <p:set>
                                      <p:cBhvr>
                                        <p:cTn id="192" dur="1" fill="hold">
                                          <p:stCondLst>
                                            <p:cond delay="0"/>
                                          </p:stCondLst>
                                        </p:cTn>
                                        <p:tgtEl>
                                          <p:spTgt spid="82"/>
                                        </p:tgtEl>
                                        <p:attrNameLst>
                                          <p:attrName>style.visibility</p:attrName>
                                        </p:attrNameLst>
                                      </p:cBhvr>
                                      <p:to>
                                        <p:strVal val="visible"/>
                                      </p:to>
                                    </p:set>
                                    <p:anim calcmode="lin" valueType="num">
                                      <p:cBhvr>
                                        <p:cTn id="193" dur="500" fill="hold"/>
                                        <p:tgtEl>
                                          <p:spTgt spid="82"/>
                                        </p:tgtEl>
                                        <p:attrNameLst>
                                          <p:attrName>ppt_w</p:attrName>
                                        </p:attrNameLst>
                                      </p:cBhvr>
                                      <p:tavLst>
                                        <p:tav tm="0">
                                          <p:val>
                                            <p:fltVal val="0"/>
                                          </p:val>
                                        </p:tav>
                                        <p:tav tm="100000">
                                          <p:val>
                                            <p:strVal val="#ppt_w"/>
                                          </p:val>
                                        </p:tav>
                                      </p:tavLst>
                                    </p:anim>
                                    <p:anim calcmode="lin" valueType="num">
                                      <p:cBhvr>
                                        <p:cTn id="194" dur="500" fill="hold"/>
                                        <p:tgtEl>
                                          <p:spTgt spid="82"/>
                                        </p:tgtEl>
                                        <p:attrNameLst>
                                          <p:attrName>ppt_h</p:attrName>
                                        </p:attrNameLst>
                                      </p:cBhvr>
                                      <p:tavLst>
                                        <p:tav tm="0">
                                          <p:val>
                                            <p:fltVal val="0"/>
                                          </p:val>
                                        </p:tav>
                                        <p:tav tm="100000">
                                          <p:val>
                                            <p:strVal val="#ppt_h"/>
                                          </p:val>
                                        </p:tav>
                                      </p:tavLst>
                                    </p:anim>
                                    <p:animEffect transition="in" filter="fade">
                                      <p:cBhvr>
                                        <p:cTn id="195" dur="500"/>
                                        <p:tgtEl>
                                          <p:spTgt spid="82"/>
                                        </p:tgtEl>
                                      </p:cBhvr>
                                    </p:animEffect>
                                  </p:childTnLst>
                                </p:cTn>
                              </p:par>
                              <p:par>
                                <p:cTn id="196" presetID="63" presetClass="path" presetSubtype="0" accel="50000" decel="50000" fill="hold" grpId="1" nodeType="withEffect">
                                  <p:stCondLst>
                                    <p:cond delay="0"/>
                                  </p:stCondLst>
                                  <p:childTnLst>
                                    <p:animMotion origin="layout" path="M -6.25E-7 -4.81481E-6 L 0.25 -4.81481E-6 " pathEditMode="relative" rAng="0" ptsTypes="AA">
                                      <p:cBhvr>
                                        <p:cTn id="197" dur="1000" spd="-100000" fill="hold"/>
                                        <p:tgtEl>
                                          <p:spTgt spid="82"/>
                                        </p:tgtEl>
                                        <p:attrNameLst>
                                          <p:attrName>ppt_x</p:attrName>
                                          <p:attrName>ppt_y</p:attrName>
                                        </p:attrNameLst>
                                      </p:cBhvr>
                                      <p:rCtr x="12500" y="0"/>
                                    </p:animMotion>
                                  </p:childTnLst>
                                </p:cTn>
                              </p:par>
                              <p:par>
                                <p:cTn id="198" presetID="53" presetClass="entr" presetSubtype="16" fill="hold" grpId="0" nodeType="withEffect">
                                  <p:stCondLst>
                                    <p:cond delay="500"/>
                                  </p:stCondLst>
                                  <p:iterate type="lt">
                                    <p:tmPct val="10000"/>
                                  </p:iterate>
                                  <p:childTnLst>
                                    <p:set>
                                      <p:cBhvr>
                                        <p:cTn id="199" dur="1" fill="hold">
                                          <p:stCondLst>
                                            <p:cond delay="0"/>
                                          </p:stCondLst>
                                        </p:cTn>
                                        <p:tgtEl>
                                          <p:spTgt spid="81"/>
                                        </p:tgtEl>
                                        <p:attrNameLst>
                                          <p:attrName>style.visibility</p:attrName>
                                        </p:attrNameLst>
                                      </p:cBhvr>
                                      <p:to>
                                        <p:strVal val="visible"/>
                                      </p:to>
                                    </p:set>
                                    <p:anim calcmode="lin" valueType="num">
                                      <p:cBhvr>
                                        <p:cTn id="200" dur="250" fill="hold"/>
                                        <p:tgtEl>
                                          <p:spTgt spid="81"/>
                                        </p:tgtEl>
                                        <p:attrNameLst>
                                          <p:attrName>ppt_w</p:attrName>
                                        </p:attrNameLst>
                                      </p:cBhvr>
                                      <p:tavLst>
                                        <p:tav tm="0">
                                          <p:val>
                                            <p:fltVal val="0"/>
                                          </p:val>
                                        </p:tav>
                                        <p:tav tm="100000">
                                          <p:val>
                                            <p:strVal val="#ppt_w"/>
                                          </p:val>
                                        </p:tav>
                                      </p:tavLst>
                                    </p:anim>
                                    <p:anim calcmode="lin" valueType="num">
                                      <p:cBhvr>
                                        <p:cTn id="201" dur="250" fill="hold"/>
                                        <p:tgtEl>
                                          <p:spTgt spid="81"/>
                                        </p:tgtEl>
                                        <p:attrNameLst>
                                          <p:attrName>ppt_h</p:attrName>
                                        </p:attrNameLst>
                                      </p:cBhvr>
                                      <p:tavLst>
                                        <p:tav tm="0">
                                          <p:val>
                                            <p:fltVal val="0"/>
                                          </p:val>
                                        </p:tav>
                                        <p:tav tm="100000">
                                          <p:val>
                                            <p:strVal val="#ppt_h"/>
                                          </p:val>
                                        </p:tav>
                                      </p:tavLst>
                                    </p:anim>
                                    <p:animEffect transition="in" filter="fade">
                                      <p:cBhvr>
                                        <p:cTn id="202" dur="25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7" grpId="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p:bldP spid="66" grpId="0"/>
      <p:bldP spid="67" grpId="0"/>
      <p:bldP spid="68" grpId="0"/>
      <p:bldP spid="69" grpId="0"/>
      <p:bldP spid="72" grpId="0"/>
      <p:bldP spid="73" grpId="0"/>
      <p:bldP spid="74" grpId="0"/>
      <p:bldP spid="76" grpId="0"/>
      <p:bldP spid="77" grpId="0"/>
      <p:bldP spid="78" grpId="0"/>
      <p:bldP spid="78" grpId="1"/>
      <p:bldP spid="79" grpId="0" animBg="1"/>
      <p:bldP spid="79" grpId="1" animBg="1"/>
      <p:bldP spid="80" grpId="0"/>
      <p:bldP spid="80" grpId="1"/>
      <p:bldP spid="80" grpId="2"/>
      <p:bldP spid="81" grpId="0"/>
      <p:bldP spid="82" grpId="0"/>
      <p:bldP spid="82" grpId="1"/>
      <p:bldP spid="83" grpId="0" animBg="1"/>
      <p:bldP spid="83" grpId="1" animBg="1"/>
      <p:bldP spid="84" grpId="0"/>
      <p:bldP spid="84" grpId="1"/>
      <p:bldP spid="85" grpId="0"/>
      <p:bldP spid="85"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942612" y="1754708"/>
            <a:ext cx="2306777" cy="1938992"/>
          </a:xfrm>
          <a:prstGeom prst="rect">
            <a:avLst/>
          </a:prstGeom>
          <a:effectLst/>
        </p:spPr>
        <p:txBody>
          <a:bodyPr wrap="square" anchor="ctr">
            <a:spAutoFit/>
          </a:bodyPr>
          <a:lstStyle>
            <a:defPPr>
              <a:defRPr lang="zh-CN"/>
            </a:defPPr>
            <a:lvl1pPr algn="ctr">
              <a:defRPr sz="9600" b="1" spc="300">
                <a:solidFill>
                  <a:schemeClr val="accent2"/>
                </a:solidFill>
                <a:effectLst>
                  <a:innerShdw blurRad="76200" dist="76200" dir="13500000">
                    <a:prstClr val="black">
                      <a:alpha val="50000"/>
                    </a:prstClr>
                  </a:innerShdw>
                </a:effectLst>
                <a:ea typeface="微软雅黑" panose="020B0503020204020204" pitchFamily="34" charset="-122"/>
              </a:defRPr>
            </a:lvl1pPr>
          </a:lstStyle>
          <a:p>
            <a:pPr algn="ctr"/>
            <a:r>
              <a:rPr lang="en-US" altLang="zh-CN" sz="12000" dirty="0">
                <a:solidFill>
                  <a:srgbClr val="17406D"/>
                </a:solidFill>
                <a:effectLst/>
                <a:latin typeface="AgencyFB" panose="02000806040000020003" pitchFamily="2" charset="0"/>
              </a:rPr>
              <a:t>03</a:t>
            </a:r>
            <a:endParaRPr lang="zh-CN" altLang="en-US" sz="12000" dirty="0">
              <a:solidFill>
                <a:srgbClr val="17406D"/>
              </a:solidFill>
              <a:effectLst/>
              <a:latin typeface="AgencyFB" panose="02000806040000020003" pitchFamily="2" charset="0"/>
            </a:endParaRPr>
          </a:p>
        </p:txBody>
      </p:sp>
      <p:sp>
        <p:nvSpPr>
          <p:cNvPr id="8" name="文本框 7"/>
          <p:cNvSpPr txBox="1"/>
          <p:nvPr/>
        </p:nvSpPr>
        <p:spPr>
          <a:xfrm>
            <a:off x="2475943" y="3914196"/>
            <a:ext cx="7240115" cy="1200329"/>
          </a:xfrm>
          <a:prstGeom prst="rect">
            <a:avLst/>
          </a:prstGeom>
          <a:noFill/>
        </p:spPr>
        <p:txBody>
          <a:bodyPr wrap="square" rtlCol="0">
            <a:spAutoFit/>
          </a:bodyPr>
          <a:lstStyle/>
          <a:p>
            <a:pPr algn="ctr"/>
            <a:r>
              <a:rPr lang="zh-CN" altLang="en-US" sz="7200" b="1" dirty="0">
                <a:solidFill>
                  <a:srgbClr val="17406D"/>
                </a:solidFill>
                <a:latin typeface="微软雅黑" panose="020B0503020204020204" pitchFamily="34" charset="-122"/>
                <a:ea typeface="微软雅黑" panose="020B0503020204020204" pitchFamily="34" charset="-122"/>
                <a:cs typeface="Aharoni" panose="02010803020104030203" pitchFamily="2" charset="-79"/>
              </a:rPr>
              <a:t>项目成果展示</a:t>
            </a:r>
          </a:p>
        </p:txBody>
      </p:sp>
      <p:sp>
        <p:nvSpPr>
          <p:cNvPr id="9" name="文本框 8"/>
          <p:cNvSpPr txBox="1"/>
          <p:nvPr/>
        </p:nvSpPr>
        <p:spPr>
          <a:xfrm>
            <a:off x="3838808" y="5053565"/>
            <a:ext cx="4514385" cy="461665"/>
          </a:xfrm>
          <a:prstGeom prst="rect">
            <a:avLst/>
          </a:prstGeom>
          <a:noFill/>
        </p:spPr>
        <p:txBody>
          <a:bodyPr wrap="square" rtlCol="0">
            <a:spAutoFit/>
          </a:bodyPr>
          <a:lstStyle>
            <a:defPPr>
              <a:defRPr lang="zh-CN"/>
            </a:defPPr>
            <a:lvl1pPr>
              <a:defRPr sz="12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17406D"/>
                </a:solidFill>
                <a:effectLst/>
                <a:uLnTx/>
                <a:uFillTx/>
                <a:latin typeface="微软雅黑" panose="020B0503020204020204" pitchFamily="34" charset="-122"/>
                <a:ea typeface="微软雅黑" panose="020B0503020204020204" pitchFamily="34" charset="-122"/>
              </a:rPr>
              <a:t>PROJECT RESULTS</a:t>
            </a:r>
          </a:p>
        </p:txBody>
      </p:sp>
      <p:sp>
        <p:nvSpPr>
          <p:cNvPr id="10" name="Freeform 5"/>
          <p:cNvSpPr>
            <a:spLocks/>
          </p:cNvSpPr>
          <p:nvPr/>
        </p:nvSpPr>
        <p:spPr bwMode="auto">
          <a:xfrm>
            <a:off x="6289733" y="1127760"/>
            <a:ext cx="789927" cy="784927"/>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11" name="Freeform 6"/>
          <p:cNvSpPr>
            <a:spLocks/>
          </p:cNvSpPr>
          <p:nvPr/>
        </p:nvSpPr>
        <p:spPr bwMode="auto">
          <a:xfrm>
            <a:off x="5112343" y="1127760"/>
            <a:ext cx="1967317" cy="2494768"/>
          </a:xfrm>
          <a:custGeom>
            <a:avLst/>
            <a:gdLst>
              <a:gd name="T0" fmla="*/ 200 w 6832"/>
              <a:gd name="T1" fmla="*/ 0 h 8715"/>
              <a:gd name="T2" fmla="*/ 3879 w 6832"/>
              <a:gd name="T3" fmla="*/ 0 h 8715"/>
              <a:gd name="T4" fmla="*/ 3879 w 6832"/>
              <a:gd name="T5" fmla="*/ 400 h 8715"/>
              <a:gd name="T6" fmla="*/ 400 w 6832"/>
              <a:gd name="T7" fmla="*/ 400 h 8715"/>
              <a:gd name="T8" fmla="*/ 400 w 6832"/>
              <a:gd name="T9" fmla="*/ 8315 h 8715"/>
              <a:gd name="T10" fmla="*/ 6432 w 6832"/>
              <a:gd name="T11" fmla="*/ 8315 h 8715"/>
              <a:gd name="T12" fmla="*/ 6432 w 6832"/>
              <a:gd name="T13" fmla="*/ 2952 h 8715"/>
              <a:gd name="T14" fmla="*/ 6832 w 6832"/>
              <a:gd name="T15" fmla="*/ 2952 h 8715"/>
              <a:gd name="T16" fmla="*/ 6832 w 6832"/>
              <a:gd name="T17" fmla="*/ 8515 h 8715"/>
              <a:gd name="T18" fmla="*/ 6832 w 6832"/>
              <a:gd name="T19" fmla="*/ 8715 h 8715"/>
              <a:gd name="T20" fmla="*/ 6632 w 6832"/>
              <a:gd name="T21" fmla="*/ 8715 h 8715"/>
              <a:gd name="T22" fmla="*/ 200 w 6832"/>
              <a:gd name="T23" fmla="*/ 8715 h 8715"/>
              <a:gd name="T24" fmla="*/ 0 w 6832"/>
              <a:gd name="T25" fmla="*/ 8715 h 8715"/>
              <a:gd name="T26" fmla="*/ 0 w 6832"/>
              <a:gd name="T27" fmla="*/ 8515 h 8715"/>
              <a:gd name="T28" fmla="*/ 0 w 6832"/>
              <a:gd name="T29" fmla="*/ 200 h 8715"/>
              <a:gd name="T30" fmla="*/ 0 w 6832"/>
              <a:gd name="T31" fmla="*/ 0 h 8715"/>
              <a:gd name="T32" fmla="*/ 200 w 6832"/>
              <a:gd name="T33" fmla="*/ 0 h 8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832" h="8715">
                <a:moveTo>
                  <a:pt x="200" y="0"/>
                </a:moveTo>
                <a:lnTo>
                  <a:pt x="3879" y="0"/>
                </a:lnTo>
                <a:lnTo>
                  <a:pt x="3879" y="400"/>
                </a:lnTo>
                <a:lnTo>
                  <a:pt x="400" y="400"/>
                </a:lnTo>
                <a:lnTo>
                  <a:pt x="400" y="8315"/>
                </a:lnTo>
                <a:lnTo>
                  <a:pt x="6432" y="8315"/>
                </a:lnTo>
                <a:lnTo>
                  <a:pt x="6432" y="2952"/>
                </a:lnTo>
                <a:lnTo>
                  <a:pt x="6832" y="2952"/>
                </a:lnTo>
                <a:lnTo>
                  <a:pt x="6832" y="8515"/>
                </a:lnTo>
                <a:lnTo>
                  <a:pt x="6832" y="8715"/>
                </a:lnTo>
                <a:lnTo>
                  <a:pt x="6632" y="8715"/>
                </a:lnTo>
                <a:lnTo>
                  <a:pt x="200" y="8715"/>
                </a:lnTo>
                <a:lnTo>
                  <a:pt x="0" y="8715"/>
                </a:lnTo>
                <a:lnTo>
                  <a:pt x="0" y="8515"/>
                </a:lnTo>
                <a:lnTo>
                  <a:pt x="0" y="200"/>
                </a:lnTo>
                <a:lnTo>
                  <a:pt x="0" y="0"/>
                </a:lnTo>
                <a:lnTo>
                  <a:pt x="200" y="0"/>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cxnSp>
        <p:nvCxnSpPr>
          <p:cNvPr id="18" name="直接连接符 17"/>
          <p:cNvCxnSpPr/>
          <p:nvPr/>
        </p:nvCxnSpPr>
        <p:spPr>
          <a:xfrm flipV="1">
            <a:off x="588582" y="-226165"/>
            <a:ext cx="2743006" cy="2743005"/>
          </a:xfrm>
          <a:prstGeom prst="line">
            <a:avLst/>
          </a:prstGeom>
          <a:noFill/>
          <a:ln w="63500" cap="rnd" cmpd="sng" algn="ctr">
            <a:gradFill>
              <a:gsLst>
                <a:gs pos="0">
                  <a:srgbClr val="17406D">
                    <a:alpha val="0"/>
                  </a:srgbClr>
                </a:gs>
                <a:gs pos="75000">
                  <a:srgbClr val="17406D"/>
                </a:gs>
              </a:gsLst>
              <a:lin ang="5400000" scaled="1"/>
            </a:gradFill>
            <a:prstDash val="solid"/>
            <a:miter lim="800000"/>
          </a:ln>
          <a:effectLst/>
        </p:spPr>
      </p:cxnSp>
      <p:cxnSp>
        <p:nvCxnSpPr>
          <p:cNvPr id="19" name="直接连接符 18"/>
          <p:cNvCxnSpPr/>
          <p:nvPr/>
        </p:nvCxnSpPr>
        <p:spPr>
          <a:xfrm flipV="1">
            <a:off x="-712073" y="543360"/>
            <a:ext cx="2601310" cy="2601310"/>
          </a:xfrm>
          <a:prstGeom prst="line">
            <a:avLst/>
          </a:prstGeom>
          <a:noFill/>
          <a:ln w="50800" cap="rnd" cmpd="sng" algn="ctr">
            <a:gradFill>
              <a:gsLst>
                <a:gs pos="20000">
                  <a:srgbClr val="C00000">
                    <a:alpha val="0"/>
                  </a:srgbClr>
                </a:gs>
                <a:gs pos="100000">
                  <a:srgbClr val="C00000"/>
                </a:gs>
              </a:gsLst>
              <a:lin ang="5400000" scaled="1"/>
            </a:gradFill>
            <a:prstDash val="solid"/>
            <a:miter lim="800000"/>
          </a:ln>
          <a:effectLst/>
        </p:spPr>
      </p:cxnSp>
      <p:cxnSp>
        <p:nvCxnSpPr>
          <p:cNvPr id="20" name="直接连接符 19"/>
          <p:cNvCxnSpPr/>
          <p:nvPr/>
        </p:nvCxnSpPr>
        <p:spPr>
          <a:xfrm flipV="1">
            <a:off x="352289" y="-864305"/>
            <a:ext cx="2601310" cy="2601310"/>
          </a:xfrm>
          <a:prstGeom prst="line">
            <a:avLst/>
          </a:prstGeom>
          <a:noFill/>
          <a:ln w="38100" cap="rnd" cmpd="sng" algn="ctr">
            <a:gradFill>
              <a:gsLst>
                <a:gs pos="0">
                  <a:srgbClr val="17406D">
                    <a:alpha val="0"/>
                  </a:srgbClr>
                </a:gs>
                <a:gs pos="75000">
                  <a:srgbClr val="17406D"/>
                </a:gs>
              </a:gsLst>
              <a:lin ang="5400000" scaled="1"/>
            </a:gradFill>
            <a:prstDash val="solid"/>
            <a:miter lim="800000"/>
          </a:ln>
          <a:effectLst/>
        </p:spPr>
      </p:cxnSp>
      <p:cxnSp>
        <p:nvCxnSpPr>
          <p:cNvPr id="21" name="直接连接符 20"/>
          <p:cNvCxnSpPr/>
          <p:nvPr/>
        </p:nvCxnSpPr>
        <p:spPr>
          <a:xfrm flipV="1">
            <a:off x="9899473" y="4336237"/>
            <a:ext cx="2601310" cy="2601310"/>
          </a:xfrm>
          <a:prstGeom prst="line">
            <a:avLst/>
          </a:prstGeom>
          <a:noFill/>
          <a:ln w="63500" cap="rnd" cmpd="sng" algn="ctr">
            <a:gradFill>
              <a:gsLst>
                <a:gs pos="0">
                  <a:srgbClr val="17406D">
                    <a:alpha val="0"/>
                  </a:srgbClr>
                </a:gs>
                <a:gs pos="50000">
                  <a:srgbClr val="17406D"/>
                </a:gs>
              </a:gsLst>
              <a:lin ang="5400000" scaled="1"/>
            </a:gradFill>
            <a:prstDash val="solid"/>
            <a:miter lim="800000"/>
          </a:ln>
          <a:effectLst/>
        </p:spPr>
      </p:cxnSp>
      <p:cxnSp>
        <p:nvCxnSpPr>
          <p:cNvPr id="22" name="直接连接符 21"/>
          <p:cNvCxnSpPr/>
          <p:nvPr/>
        </p:nvCxnSpPr>
        <p:spPr>
          <a:xfrm flipV="1">
            <a:off x="8583250" y="4587764"/>
            <a:ext cx="2993181" cy="2993181"/>
          </a:xfrm>
          <a:prstGeom prst="line">
            <a:avLst/>
          </a:prstGeom>
          <a:noFill/>
          <a:ln w="50800" cap="rnd" cmpd="sng" algn="ctr">
            <a:gradFill>
              <a:gsLst>
                <a:gs pos="8000">
                  <a:srgbClr val="C00000">
                    <a:alpha val="0"/>
                  </a:srgbClr>
                </a:gs>
                <a:gs pos="100000">
                  <a:srgbClr val="C00000"/>
                </a:gs>
              </a:gsLst>
              <a:lin ang="5400000" scaled="1"/>
            </a:gradFill>
            <a:prstDash val="solid"/>
            <a:miter lim="800000"/>
          </a:ln>
          <a:effectLst/>
        </p:spPr>
      </p:cxnSp>
      <p:cxnSp>
        <p:nvCxnSpPr>
          <p:cNvPr id="23" name="直接连接符 22"/>
          <p:cNvCxnSpPr/>
          <p:nvPr/>
        </p:nvCxnSpPr>
        <p:spPr>
          <a:xfrm flipV="1">
            <a:off x="9899473" y="3524672"/>
            <a:ext cx="2365215" cy="2365215"/>
          </a:xfrm>
          <a:prstGeom prst="line">
            <a:avLst/>
          </a:prstGeom>
          <a:noFill/>
          <a:ln w="38100" cap="rnd" cmpd="sng" algn="ctr">
            <a:gradFill>
              <a:gsLst>
                <a:gs pos="0">
                  <a:srgbClr val="17406D">
                    <a:alpha val="0"/>
                  </a:srgbClr>
                </a:gs>
                <a:gs pos="50000">
                  <a:srgbClr val="17406D"/>
                </a:gs>
              </a:gsLst>
              <a:lin ang="5400000" scaled="1"/>
            </a:gradFill>
            <a:prstDash val="solid"/>
            <a:miter lim="800000"/>
          </a:ln>
          <a:effectLst/>
        </p:spPr>
      </p:cxnSp>
    </p:spTree>
    <p:extLst>
      <p:ext uri="{BB962C8B-B14F-4D97-AF65-F5344CB8AC3E}">
        <p14:creationId xmlns:p14="http://schemas.microsoft.com/office/powerpoint/2010/main" val="1877977744"/>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upRight)">
                                      <p:cBhvr>
                                        <p:cTn id="7" dur="750"/>
                                        <p:tgtEl>
                                          <p:spTgt spid="11"/>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ppt_w</p:attrName>
                                        </p:attrNameLst>
                                      </p:cBhvr>
                                      <p:tavLst>
                                        <p:tav tm="0">
                                          <p:val>
                                            <p:fltVal val="0"/>
                                          </p:val>
                                        </p:tav>
                                        <p:tav tm="100000">
                                          <p:val>
                                            <p:strVal val="#ppt_w"/>
                                          </p:val>
                                        </p:tav>
                                      </p:tavLst>
                                    </p:anim>
                                    <p:anim calcmode="lin" valueType="num">
                                      <p:cBhvr>
                                        <p:cTn id="11" dur="500" fill="hold"/>
                                        <p:tgtEl>
                                          <p:spTgt spid="10"/>
                                        </p:tgtEl>
                                        <p:attrNameLst>
                                          <p:attrName>ppt_h</p:attrName>
                                        </p:attrNameLst>
                                      </p:cBhvr>
                                      <p:tavLst>
                                        <p:tav tm="0">
                                          <p:val>
                                            <p:fltVal val="0"/>
                                          </p:val>
                                        </p:tav>
                                        <p:tav tm="100000">
                                          <p:val>
                                            <p:strVal val="#ppt_h"/>
                                          </p:val>
                                        </p:tav>
                                      </p:tavLst>
                                    </p:anim>
                                    <p:animEffect transition="in" filter="fade">
                                      <p:cBhvr>
                                        <p:cTn id="12" dur="500"/>
                                        <p:tgtEl>
                                          <p:spTgt spid="10"/>
                                        </p:tgtEl>
                                      </p:cBhvr>
                                    </p:animEffect>
                                  </p:childTnLst>
                                </p:cTn>
                              </p:par>
                              <p:par>
                                <p:cTn id="13" presetID="56" presetClass="path" presetSubtype="0" accel="50000" decel="50000" fill="hold" grpId="1" nodeType="withEffect">
                                  <p:stCondLst>
                                    <p:cond delay="250"/>
                                  </p:stCondLst>
                                  <p:childTnLst>
                                    <p:animMotion origin="layout" path="M -0.0556 0.09907 L 2.70833E-6 2.22222E-6 " pathEditMode="relative" rAng="0" ptsTypes="AA">
                                      <p:cBhvr>
                                        <p:cTn id="14" dur="1000" fill="hold"/>
                                        <p:tgtEl>
                                          <p:spTgt spid="10"/>
                                        </p:tgtEl>
                                        <p:attrNameLst>
                                          <p:attrName>ppt_x</p:attrName>
                                          <p:attrName>ppt_y</p:attrName>
                                        </p:attrNameLst>
                                      </p:cBhvr>
                                      <p:rCtr x="2773" y="-4954"/>
                                    </p:animMotion>
                                  </p:childTnLst>
                                </p:cTn>
                              </p:par>
                              <p:par>
                                <p:cTn id="15" presetID="10" presetClass="entr" presetSubtype="0" fill="hold" grpId="0" nodeType="withEffect">
                                  <p:stCondLst>
                                    <p:cond delay="7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50"/>
                                        <p:tgtEl>
                                          <p:spTgt spid="7"/>
                                        </p:tgtEl>
                                      </p:cBhvr>
                                    </p:animEffect>
                                  </p:childTnLst>
                                </p:cTn>
                              </p:par>
                              <p:par>
                                <p:cTn id="18" presetID="53" presetClass="entr" presetSubtype="16" fill="hold" grpId="0" nodeType="withEffect">
                                  <p:stCondLst>
                                    <p:cond delay="100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63" presetClass="path" presetSubtype="0" accel="50000" decel="50000" fill="hold" grpId="1" nodeType="withEffect">
                                  <p:stCondLst>
                                    <p:cond delay="1000"/>
                                  </p:stCondLst>
                                  <p:childTnLst>
                                    <p:animMotion origin="layout" path="M 0 0 L 0.25 0 E" pathEditMode="relative" ptsTypes="">
                                      <p:cBhvr>
                                        <p:cTn id="24" dur="1000" spd="-100000" fill="hold"/>
                                        <p:tgtEl>
                                          <p:spTgt spid="8"/>
                                        </p:tgtEl>
                                        <p:attrNameLst>
                                          <p:attrName>ppt_x</p:attrName>
                                          <p:attrName>ppt_y</p:attrName>
                                        </p:attrNameLst>
                                      </p:cBhvr>
                                    </p:animMotion>
                                  </p:childTnLst>
                                </p:cTn>
                              </p:par>
                              <p:par>
                                <p:cTn id="25" presetID="53" presetClass="entr" presetSubtype="16" fill="hold" grpId="0" nodeType="withEffect">
                                  <p:stCondLst>
                                    <p:cond delay="1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35" presetClass="path" presetSubtype="0" accel="50000" decel="50000" fill="hold" grpId="1" nodeType="withEffect">
                                  <p:stCondLst>
                                    <p:cond delay="1250"/>
                                  </p:stCondLst>
                                  <p:childTnLst>
                                    <p:animMotion origin="layout" path="M 0 -3.7037E-7 L -0.25 -3.7037E-7 " pathEditMode="relative" rAng="0" ptsTypes="AA">
                                      <p:cBhvr>
                                        <p:cTn id="31" dur="1000" spd="-100000" fill="hold"/>
                                        <p:tgtEl>
                                          <p:spTgt spid="9"/>
                                        </p:tgtEl>
                                        <p:attrNameLst>
                                          <p:attrName>ppt_x</p:attrName>
                                          <p:attrName>ppt_y</p:attrName>
                                        </p:attrNameLst>
                                      </p:cBhvr>
                                      <p:rCtr x="-12500" y="0"/>
                                    </p:animMotion>
                                  </p:childTnLst>
                                </p:cTn>
                              </p:par>
                              <p:par>
                                <p:cTn id="32" presetID="53" presetClass="entr" presetSubtype="16" fill="hold" nodeType="withEffect">
                                  <p:stCondLst>
                                    <p:cond delay="2000"/>
                                  </p:stCondLst>
                                  <p:childTnLst>
                                    <p:set>
                                      <p:cBhvr>
                                        <p:cTn id="33" dur="1" fill="hold">
                                          <p:stCondLst>
                                            <p:cond delay="0"/>
                                          </p:stCondLst>
                                        </p:cTn>
                                        <p:tgtEl>
                                          <p:spTgt spid="21"/>
                                        </p:tgtEl>
                                        <p:attrNameLst>
                                          <p:attrName>style.visibility</p:attrName>
                                        </p:attrNameLst>
                                      </p:cBhvr>
                                      <p:to>
                                        <p:strVal val="visible"/>
                                      </p:to>
                                    </p:set>
                                    <p:anim calcmode="lin" valueType="num">
                                      <p:cBhvr>
                                        <p:cTn id="34" dur="500" fill="hold"/>
                                        <p:tgtEl>
                                          <p:spTgt spid="21"/>
                                        </p:tgtEl>
                                        <p:attrNameLst>
                                          <p:attrName>ppt_w</p:attrName>
                                        </p:attrNameLst>
                                      </p:cBhvr>
                                      <p:tavLst>
                                        <p:tav tm="0">
                                          <p:val>
                                            <p:fltVal val="0"/>
                                          </p:val>
                                        </p:tav>
                                        <p:tav tm="100000">
                                          <p:val>
                                            <p:strVal val="#ppt_w"/>
                                          </p:val>
                                        </p:tav>
                                      </p:tavLst>
                                    </p:anim>
                                    <p:anim calcmode="lin" valueType="num">
                                      <p:cBhvr>
                                        <p:cTn id="35" dur="500" fill="hold"/>
                                        <p:tgtEl>
                                          <p:spTgt spid="21"/>
                                        </p:tgtEl>
                                        <p:attrNameLst>
                                          <p:attrName>ppt_h</p:attrName>
                                        </p:attrNameLst>
                                      </p:cBhvr>
                                      <p:tavLst>
                                        <p:tav tm="0">
                                          <p:val>
                                            <p:fltVal val="0"/>
                                          </p:val>
                                        </p:tav>
                                        <p:tav tm="100000">
                                          <p:val>
                                            <p:strVal val="#ppt_h"/>
                                          </p:val>
                                        </p:tav>
                                      </p:tavLst>
                                    </p:anim>
                                    <p:animEffect transition="in" filter="fade">
                                      <p:cBhvr>
                                        <p:cTn id="36" dur="500"/>
                                        <p:tgtEl>
                                          <p:spTgt spid="21"/>
                                        </p:tgtEl>
                                      </p:cBhvr>
                                    </p:animEffect>
                                  </p:childTnLst>
                                </p:cTn>
                              </p:par>
                              <p:par>
                                <p:cTn id="37" presetID="56" presetClass="path" presetSubtype="0" accel="50000" decel="50000" fill="hold" nodeType="withEffect">
                                  <p:stCondLst>
                                    <p:cond delay="2000"/>
                                  </p:stCondLst>
                                  <p:childTnLst>
                                    <p:animMotion origin="layout" path="M -0.09792 0.1743 L 2.08333E-7 7.40741E-7 " pathEditMode="relative" rAng="0" ptsTypes="AA">
                                      <p:cBhvr>
                                        <p:cTn id="38" dur="1000" fill="hold"/>
                                        <p:tgtEl>
                                          <p:spTgt spid="21"/>
                                        </p:tgtEl>
                                        <p:attrNameLst>
                                          <p:attrName>ppt_x</p:attrName>
                                          <p:attrName>ppt_y</p:attrName>
                                        </p:attrNameLst>
                                      </p:cBhvr>
                                      <p:rCtr x="4896" y="-8727"/>
                                    </p:animMotion>
                                  </p:childTnLst>
                                </p:cTn>
                              </p:par>
                              <p:par>
                                <p:cTn id="39" presetID="53" presetClass="entr" presetSubtype="16" fill="hold" nodeType="withEffect">
                                  <p:stCondLst>
                                    <p:cond delay="2250"/>
                                  </p:stCondLst>
                                  <p:childTnLst>
                                    <p:set>
                                      <p:cBhvr>
                                        <p:cTn id="40" dur="1" fill="hold">
                                          <p:stCondLst>
                                            <p:cond delay="0"/>
                                          </p:stCondLst>
                                        </p:cTn>
                                        <p:tgtEl>
                                          <p:spTgt spid="22"/>
                                        </p:tgtEl>
                                        <p:attrNameLst>
                                          <p:attrName>style.visibility</p:attrName>
                                        </p:attrNameLst>
                                      </p:cBhvr>
                                      <p:to>
                                        <p:strVal val="visible"/>
                                      </p:to>
                                    </p:set>
                                    <p:anim calcmode="lin" valueType="num">
                                      <p:cBhvr>
                                        <p:cTn id="41" dur="500" fill="hold"/>
                                        <p:tgtEl>
                                          <p:spTgt spid="22"/>
                                        </p:tgtEl>
                                        <p:attrNameLst>
                                          <p:attrName>ppt_w</p:attrName>
                                        </p:attrNameLst>
                                      </p:cBhvr>
                                      <p:tavLst>
                                        <p:tav tm="0">
                                          <p:val>
                                            <p:fltVal val="0"/>
                                          </p:val>
                                        </p:tav>
                                        <p:tav tm="100000">
                                          <p:val>
                                            <p:strVal val="#ppt_w"/>
                                          </p:val>
                                        </p:tav>
                                      </p:tavLst>
                                    </p:anim>
                                    <p:anim calcmode="lin" valueType="num">
                                      <p:cBhvr>
                                        <p:cTn id="42" dur="500" fill="hold"/>
                                        <p:tgtEl>
                                          <p:spTgt spid="22"/>
                                        </p:tgtEl>
                                        <p:attrNameLst>
                                          <p:attrName>ppt_h</p:attrName>
                                        </p:attrNameLst>
                                      </p:cBhvr>
                                      <p:tavLst>
                                        <p:tav tm="0">
                                          <p:val>
                                            <p:fltVal val="0"/>
                                          </p:val>
                                        </p:tav>
                                        <p:tav tm="100000">
                                          <p:val>
                                            <p:strVal val="#ppt_h"/>
                                          </p:val>
                                        </p:tav>
                                      </p:tavLst>
                                    </p:anim>
                                    <p:animEffect transition="in" filter="fade">
                                      <p:cBhvr>
                                        <p:cTn id="43" dur="500"/>
                                        <p:tgtEl>
                                          <p:spTgt spid="22"/>
                                        </p:tgtEl>
                                      </p:cBhvr>
                                    </p:animEffect>
                                  </p:childTnLst>
                                </p:cTn>
                              </p:par>
                              <p:par>
                                <p:cTn id="44" presetID="56" presetClass="path" presetSubtype="0" accel="50000" decel="50000" fill="hold" nodeType="withEffect">
                                  <p:stCondLst>
                                    <p:cond delay="2250"/>
                                  </p:stCondLst>
                                  <p:childTnLst>
                                    <p:animMotion origin="layout" path="M -0.09791 0.1743 L -2.70833E-6 2.96296E-6 " pathEditMode="relative" rAng="0" ptsTypes="AA">
                                      <p:cBhvr>
                                        <p:cTn id="45" dur="1000" fill="hold"/>
                                        <p:tgtEl>
                                          <p:spTgt spid="22"/>
                                        </p:tgtEl>
                                        <p:attrNameLst>
                                          <p:attrName>ppt_x</p:attrName>
                                          <p:attrName>ppt_y</p:attrName>
                                        </p:attrNameLst>
                                      </p:cBhvr>
                                      <p:rCtr x="4896" y="-8727"/>
                                    </p:animMotion>
                                  </p:childTnLst>
                                </p:cTn>
                              </p:par>
                              <p:par>
                                <p:cTn id="46" presetID="53" presetClass="entr" presetSubtype="16" fill="hold" nodeType="withEffect">
                                  <p:stCondLst>
                                    <p:cond delay="2500"/>
                                  </p:stCondLst>
                                  <p:childTnLst>
                                    <p:set>
                                      <p:cBhvr>
                                        <p:cTn id="47" dur="1" fill="hold">
                                          <p:stCondLst>
                                            <p:cond delay="0"/>
                                          </p:stCondLst>
                                        </p:cTn>
                                        <p:tgtEl>
                                          <p:spTgt spid="23"/>
                                        </p:tgtEl>
                                        <p:attrNameLst>
                                          <p:attrName>style.visibility</p:attrName>
                                        </p:attrNameLst>
                                      </p:cBhvr>
                                      <p:to>
                                        <p:strVal val="visible"/>
                                      </p:to>
                                    </p:set>
                                    <p:anim calcmode="lin" valueType="num">
                                      <p:cBhvr>
                                        <p:cTn id="48" dur="500" fill="hold"/>
                                        <p:tgtEl>
                                          <p:spTgt spid="23"/>
                                        </p:tgtEl>
                                        <p:attrNameLst>
                                          <p:attrName>ppt_w</p:attrName>
                                        </p:attrNameLst>
                                      </p:cBhvr>
                                      <p:tavLst>
                                        <p:tav tm="0">
                                          <p:val>
                                            <p:fltVal val="0"/>
                                          </p:val>
                                        </p:tav>
                                        <p:tav tm="100000">
                                          <p:val>
                                            <p:strVal val="#ppt_w"/>
                                          </p:val>
                                        </p:tav>
                                      </p:tavLst>
                                    </p:anim>
                                    <p:anim calcmode="lin" valueType="num">
                                      <p:cBhvr>
                                        <p:cTn id="49" dur="500" fill="hold"/>
                                        <p:tgtEl>
                                          <p:spTgt spid="23"/>
                                        </p:tgtEl>
                                        <p:attrNameLst>
                                          <p:attrName>ppt_h</p:attrName>
                                        </p:attrNameLst>
                                      </p:cBhvr>
                                      <p:tavLst>
                                        <p:tav tm="0">
                                          <p:val>
                                            <p:fltVal val="0"/>
                                          </p:val>
                                        </p:tav>
                                        <p:tav tm="100000">
                                          <p:val>
                                            <p:strVal val="#ppt_h"/>
                                          </p:val>
                                        </p:tav>
                                      </p:tavLst>
                                    </p:anim>
                                    <p:animEffect transition="in" filter="fade">
                                      <p:cBhvr>
                                        <p:cTn id="50" dur="500"/>
                                        <p:tgtEl>
                                          <p:spTgt spid="23"/>
                                        </p:tgtEl>
                                      </p:cBhvr>
                                    </p:animEffect>
                                  </p:childTnLst>
                                </p:cTn>
                              </p:par>
                              <p:par>
                                <p:cTn id="51" presetID="56" presetClass="path" presetSubtype="0" accel="50000" decel="50000" fill="hold" nodeType="withEffect">
                                  <p:stCondLst>
                                    <p:cond delay="2500"/>
                                  </p:stCondLst>
                                  <p:childTnLst>
                                    <p:animMotion origin="layout" path="M -0.09791 0.17431 L -4.375E-6 -2.59259E-6 " pathEditMode="relative" rAng="0" ptsTypes="AA">
                                      <p:cBhvr>
                                        <p:cTn id="52" dur="1000" fill="hold"/>
                                        <p:tgtEl>
                                          <p:spTgt spid="23"/>
                                        </p:tgtEl>
                                        <p:attrNameLst>
                                          <p:attrName>ppt_x</p:attrName>
                                          <p:attrName>ppt_y</p:attrName>
                                        </p:attrNameLst>
                                      </p:cBhvr>
                                      <p:rCtr x="4896" y="-8727"/>
                                    </p:animMotion>
                                  </p:childTnLst>
                                </p:cTn>
                              </p:par>
                              <p:par>
                                <p:cTn id="53" presetID="53" presetClass="entr" presetSubtype="16" fill="hold" nodeType="withEffect">
                                  <p:stCondLst>
                                    <p:cond delay="2500"/>
                                  </p:st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par>
                                <p:cTn id="58" presetID="56" presetClass="path" presetSubtype="0" accel="50000" decel="50000" fill="hold" nodeType="withEffect">
                                  <p:stCondLst>
                                    <p:cond delay="2500"/>
                                  </p:stCondLst>
                                  <p:childTnLst>
                                    <p:animMotion origin="layout" path="M -0.09792 0.1743 L 2.70833E-6 1.85185E-6 " pathEditMode="relative" rAng="0" ptsTypes="AA">
                                      <p:cBhvr>
                                        <p:cTn id="59" dur="1000" fill="hold"/>
                                        <p:tgtEl>
                                          <p:spTgt spid="18"/>
                                        </p:tgtEl>
                                        <p:attrNameLst>
                                          <p:attrName>ppt_x</p:attrName>
                                          <p:attrName>ppt_y</p:attrName>
                                        </p:attrNameLst>
                                      </p:cBhvr>
                                      <p:rCtr x="4896" y="-8727"/>
                                    </p:animMotion>
                                  </p:childTnLst>
                                </p:cTn>
                              </p:par>
                              <p:par>
                                <p:cTn id="60" presetID="53" presetClass="entr" presetSubtype="16" fill="hold" nodeType="withEffect">
                                  <p:stCondLst>
                                    <p:cond delay="2750"/>
                                  </p:stCondLst>
                                  <p:childTnLst>
                                    <p:set>
                                      <p:cBhvr>
                                        <p:cTn id="61" dur="1" fill="hold">
                                          <p:stCondLst>
                                            <p:cond delay="0"/>
                                          </p:stCondLst>
                                        </p:cTn>
                                        <p:tgtEl>
                                          <p:spTgt spid="19"/>
                                        </p:tgtEl>
                                        <p:attrNameLst>
                                          <p:attrName>style.visibility</p:attrName>
                                        </p:attrNameLst>
                                      </p:cBhvr>
                                      <p:to>
                                        <p:strVal val="visible"/>
                                      </p:to>
                                    </p:set>
                                    <p:anim calcmode="lin" valueType="num">
                                      <p:cBhvr>
                                        <p:cTn id="62" dur="500" fill="hold"/>
                                        <p:tgtEl>
                                          <p:spTgt spid="19"/>
                                        </p:tgtEl>
                                        <p:attrNameLst>
                                          <p:attrName>ppt_w</p:attrName>
                                        </p:attrNameLst>
                                      </p:cBhvr>
                                      <p:tavLst>
                                        <p:tav tm="0">
                                          <p:val>
                                            <p:fltVal val="0"/>
                                          </p:val>
                                        </p:tav>
                                        <p:tav tm="100000">
                                          <p:val>
                                            <p:strVal val="#ppt_w"/>
                                          </p:val>
                                        </p:tav>
                                      </p:tavLst>
                                    </p:anim>
                                    <p:anim calcmode="lin" valueType="num">
                                      <p:cBhvr>
                                        <p:cTn id="63" dur="500" fill="hold"/>
                                        <p:tgtEl>
                                          <p:spTgt spid="19"/>
                                        </p:tgtEl>
                                        <p:attrNameLst>
                                          <p:attrName>ppt_h</p:attrName>
                                        </p:attrNameLst>
                                      </p:cBhvr>
                                      <p:tavLst>
                                        <p:tav tm="0">
                                          <p:val>
                                            <p:fltVal val="0"/>
                                          </p:val>
                                        </p:tav>
                                        <p:tav tm="100000">
                                          <p:val>
                                            <p:strVal val="#ppt_h"/>
                                          </p:val>
                                        </p:tav>
                                      </p:tavLst>
                                    </p:anim>
                                    <p:animEffect transition="in" filter="fade">
                                      <p:cBhvr>
                                        <p:cTn id="64" dur="500"/>
                                        <p:tgtEl>
                                          <p:spTgt spid="19"/>
                                        </p:tgtEl>
                                      </p:cBhvr>
                                    </p:animEffect>
                                  </p:childTnLst>
                                </p:cTn>
                              </p:par>
                              <p:par>
                                <p:cTn id="65" presetID="56" presetClass="path" presetSubtype="0" accel="50000" decel="50000" fill="hold" nodeType="withEffect">
                                  <p:stCondLst>
                                    <p:cond delay="2750"/>
                                  </p:stCondLst>
                                  <p:childTnLst>
                                    <p:animMotion origin="layout" path="M -0.09792 0.17431 L 2.08333E-7 -2.22222E-6 " pathEditMode="relative" rAng="0" ptsTypes="AA">
                                      <p:cBhvr>
                                        <p:cTn id="66" dur="1000" fill="hold"/>
                                        <p:tgtEl>
                                          <p:spTgt spid="19"/>
                                        </p:tgtEl>
                                        <p:attrNameLst>
                                          <p:attrName>ppt_x</p:attrName>
                                          <p:attrName>ppt_y</p:attrName>
                                        </p:attrNameLst>
                                      </p:cBhvr>
                                      <p:rCtr x="4896" y="-8727"/>
                                    </p:animMotion>
                                  </p:childTnLst>
                                </p:cTn>
                              </p:par>
                              <p:par>
                                <p:cTn id="67" presetID="53" presetClass="entr" presetSubtype="16" fill="hold" nodeType="withEffect">
                                  <p:stCondLst>
                                    <p:cond delay="3000"/>
                                  </p:stCondLst>
                                  <p:childTnLst>
                                    <p:set>
                                      <p:cBhvr>
                                        <p:cTn id="68" dur="1" fill="hold">
                                          <p:stCondLst>
                                            <p:cond delay="0"/>
                                          </p:stCondLst>
                                        </p:cTn>
                                        <p:tgtEl>
                                          <p:spTgt spid="20"/>
                                        </p:tgtEl>
                                        <p:attrNameLst>
                                          <p:attrName>style.visibility</p:attrName>
                                        </p:attrNameLst>
                                      </p:cBhvr>
                                      <p:to>
                                        <p:strVal val="visible"/>
                                      </p:to>
                                    </p:set>
                                    <p:anim calcmode="lin" valueType="num">
                                      <p:cBhvr>
                                        <p:cTn id="69" dur="500" fill="hold"/>
                                        <p:tgtEl>
                                          <p:spTgt spid="20"/>
                                        </p:tgtEl>
                                        <p:attrNameLst>
                                          <p:attrName>ppt_w</p:attrName>
                                        </p:attrNameLst>
                                      </p:cBhvr>
                                      <p:tavLst>
                                        <p:tav tm="0">
                                          <p:val>
                                            <p:fltVal val="0"/>
                                          </p:val>
                                        </p:tav>
                                        <p:tav tm="100000">
                                          <p:val>
                                            <p:strVal val="#ppt_w"/>
                                          </p:val>
                                        </p:tav>
                                      </p:tavLst>
                                    </p:anim>
                                    <p:anim calcmode="lin" valueType="num">
                                      <p:cBhvr>
                                        <p:cTn id="70" dur="500" fill="hold"/>
                                        <p:tgtEl>
                                          <p:spTgt spid="20"/>
                                        </p:tgtEl>
                                        <p:attrNameLst>
                                          <p:attrName>ppt_h</p:attrName>
                                        </p:attrNameLst>
                                      </p:cBhvr>
                                      <p:tavLst>
                                        <p:tav tm="0">
                                          <p:val>
                                            <p:fltVal val="0"/>
                                          </p:val>
                                        </p:tav>
                                        <p:tav tm="100000">
                                          <p:val>
                                            <p:strVal val="#ppt_h"/>
                                          </p:val>
                                        </p:tav>
                                      </p:tavLst>
                                    </p:anim>
                                    <p:animEffect transition="in" filter="fade">
                                      <p:cBhvr>
                                        <p:cTn id="71" dur="500"/>
                                        <p:tgtEl>
                                          <p:spTgt spid="20"/>
                                        </p:tgtEl>
                                      </p:cBhvr>
                                    </p:animEffect>
                                  </p:childTnLst>
                                </p:cTn>
                              </p:par>
                              <p:par>
                                <p:cTn id="72" presetID="56" presetClass="path" presetSubtype="0" accel="50000" decel="50000" fill="hold" nodeType="withEffect">
                                  <p:stCondLst>
                                    <p:cond delay="3000"/>
                                  </p:stCondLst>
                                  <p:childTnLst>
                                    <p:animMotion origin="layout" path="M -0.09792 0.17431 L 2.08333E-7 -2.22222E-6 " pathEditMode="relative" rAng="0" ptsTypes="AA">
                                      <p:cBhvr>
                                        <p:cTn id="73" dur="1000" fill="hold"/>
                                        <p:tgtEl>
                                          <p:spTgt spid="20"/>
                                        </p:tgtEl>
                                        <p:attrNameLst>
                                          <p:attrName>ppt_x</p:attrName>
                                          <p:attrName>ppt_y</p:attrName>
                                        </p:attrNameLst>
                                      </p:cBhvr>
                                      <p:rCtr x="4896" y="-87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9" grpId="1"/>
      <p:bldP spid="10" grpId="0" animBg="1"/>
      <p:bldP spid="10" grpId="1"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450633" y="228814"/>
            <a:ext cx="720000" cy="720000"/>
            <a:chOff x="450633" y="228814"/>
            <a:chExt cx="720000" cy="720000"/>
          </a:xfrm>
        </p:grpSpPr>
        <p:sp>
          <p:nvSpPr>
            <p:cNvPr id="43" name="椭圆 42"/>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4"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45" name="文本框 44"/>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已完成项目汇总</a:t>
            </a:r>
          </a:p>
        </p:txBody>
      </p:sp>
      <p:cxnSp>
        <p:nvCxnSpPr>
          <p:cNvPr id="46" name="直接连接符 45"/>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47" name="Oval 27"/>
          <p:cNvSpPr>
            <a:spLocks noChangeAspect="1"/>
          </p:cNvSpPr>
          <p:nvPr/>
        </p:nvSpPr>
        <p:spPr bwMode="auto">
          <a:xfrm>
            <a:off x="6351839" y="2090483"/>
            <a:ext cx="567630" cy="567778"/>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ea typeface="宋体" panose="02010600030101010101" pitchFamily="2" charset="-122"/>
            </a:endParaRPr>
          </a:p>
        </p:txBody>
      </p:sp>
      <p:sp>
        <p:nvSpPr>
          <p:cNvPr id="48" name="矩形 47"/>
          <p:cNvSpPr/>
          <p:nvPr/>
        </p:nvSpPr>
        <p:spPr>
          <a:xfrm>
            <a:off x="6942879" y="1993942"/>
            <a:ext cx="2466572" cy="338554"/>
          </a:xfrm>
          <a:prstGeom prst="rect">
            <a:avLst/>
          </a:prstGeom>
        </p:spPr>
        <p:txBody>
          <a:bodyPr wrap="square">
            <a:spAutoFit/>
          </a:bodyPr>
          <a:lstStyle/>
          <a:p>
            <a:r>
              <a:rPr lang="zh-CN" altLang="en-US" sz="1600" b="1" dirty="0">
                <a:solidFill>
                  <a:srgbClr val="000000"/>
                </a:solidFill>
                <a:latin typeface="微软雅黑" panose="020B0503020204020204" pitchFamily="34" charset="-122"/>
                <a:ea typeface="微软雅黑" panose="020B0503020204020204" pitchFamily="34" charset="-122"/>
              </a:rPr>
              <a:t>单击添加您的标题</a:t>
            </a:r>
          </a:p>
        </p:txBody>
      </p:sp>
      <p:sp>
        <p:nvSpPr>
          <p:cNvPr id="49" name="矩形 48"/>
          <p:cNvSpPr/>
          <p:nvPr/>
        </p:nvSpPr>
        <p:spPr>
          <a:xfrm>
            <a:off x="6942879" y="2231582"/>
            <a:ext cx="4141922" cy="523220"/>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在这里输入您的文字内容，或者将您的文字内容复制在这里，在这里在这里输入您的文字内容</a:t>
            </a:r>
          </a:p>
        </p:txBody>
      </p:sp>
      <p:sp>
        <p:nvSpPr>
          <p:cNvPr id="50" name="Oval 27"/>
          <p:cNvSpPr>
            <a:spLocks noChangeAspect="1"/>
          </p:cNvSpPr>
          <p:nvPr/>
        </p:nvSpPr>
        <p:spPr bwMode="auto">
          <a:xfrm>
            <a:off x="6351839" y="3047868"/>
            <a:ext cx="567630" cy="567778"/>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ea typeface="宋体" panose="02010600030101010101" pitchFamily="2" charset="-122"/>
            </a:endParaRPr>
          </a:p>
        </p:txBody>
      </p:sp>
      <p:sp>
        <p:nvSpPr>
          <p:cNvPr id="51" name="矩形 50"/>
          <p:cNvSpPr/>
          <p:nvPr/>
        </p:nvSpPr>
        <p:spPr>
          <a:xfrm>
            <a:off x="6942879" y="2951327"/>
            <a:ext cx="2466572" cy="338554"/>
          </a:xfrm>
          <a:prstGeom prst="rect">
            <a:avLst/>
          </a:prstGeom>
        </p:spPr>
        <p:txBody>
          <a:bodyPr wrap="square">
            <a:spAutoFit/>
          </a:bodyPr>
          <a:lstStyle/>
          <a:p>
            <a:r>
              <a:rPr lang="zh-CN" altLang="en-US" sz="1600" b="1" dirty="0">
                <a:solidFill>
                  <a:srgbClr val="000000"/>
                </a:solidFill>
                <a:latin typeface="微软雅黑" panose="020B0503020204020204" pitchFamily="34" charset="-122"/>
                <a:ea typeface="微软雅黑" panose="020B0503020204020204" pitchFamily="34" charset="-122"/>
              </a:rPr>
              <a:t>单击添加您的标题</a:t>
            </a:r>
          </a:p>
        </p:txBody>
      </p:sp>
      <p:sp>
        <p:nvSpPr>
          <p:cNvPr id="52" name="矩形 51"/>
          <p:cNvSpPr/>
          <p:nvPr/>
        </p:nvSpPr>
        <p:spPr>
          <a:xfrm>
            <a:off x="6942879" y="3188967"/>
            <a:ext cx="4141922" cy="523220"/>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在这里输入您的文字内容，或者将您的文字内容复制在这里，在这里在这里输入您的文字内容</a:t>
            </a:r>
          </a:p>
        </p:txBody>
      </p:sp>
      <p:sp>
        <p:nvSpPr>
          <p:cNvPr id="53" name="Oval 28"/>
          <p:cNvSpPr>
            <a:spLocks noChangeAspect="1"/>
          </p:cNvSpPr>
          <p:nvPr/>
        </p:nvSpPr>
        <p:spPr bwMode="auto">
          <a:xfrm>
            <a:off x="6351839" y="4005253"/>
            <a:ext cx="567630" cy="567778"/>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ea typeface="宋体" panose="02010600030101010101" pitchFamily="2" charset="-122"/>
            </a:endParaRPr>
          </a:p>
        </p:txBody>
      </p:sp>
      <p:sp>
        <p:nvSpPr>
          <p:cNvPr id="54" name="矩形 53"/>
          <p:cNvSpPr/>
          <p:nvPr/>
        </p:nvSpPr>
        <p:spPr>
          <a:xfrm>
            <a:off x="6942879" y="3908712"/>
            <a:ext cx="2466572" cy="338554"/>
          </a:xfrm>
          <a:prstGeom prst="rect">
            <a:avLst/>
          </a:prstGeom>
        </p:spPr>
        <p:txBody>
          <a:bodyPr wrap="square">
            <a:spAutoFit/>
          </a:bodyPr>
          <a:lstStyle/>
          <a:p>
            <a:r>
              <a:rPr lang="zh-CN" altLang="en-US" sz="1600" b="1" dirty="0">
                <a:solidFill>
                  <a:srgbClr val="000000"/>
                </a:solidFill>
                <a:latin typeface="微软雅黑" panose="020B0503020204020204" pitchFamily="34" charset="-122"/>
                <a:ea typeface="微软雅黑" panose="020B0503020204020204" pitchFamily="34" charset="-122"/>
              </a:rPr>
              <a:t>单击添加您的标题</a:t>
            </a:r>
          </a:p>
        </p:txBody>
      </p:sp>
      <p:sp>
        <p:nvSpPr>
          <p:cNvPr id="55" name="矩形 54"/>
          <p:cNvSpPr/>
          <p:nvPr/>
        </p:nvSpPr>
        <p:spPr>
          <a:xfrm>
            <a:off x="6942879" y="4146352"/>
            <a:ext cx="4141922" cy="523220"/>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在这里输入您的文字内容，或者将您的文字内容复制在这里，在这里在这里输入您的文字内容</a:t>
            </a:r>
          </a:p>
        </p:txBody>
      </p:sp>
      <p:sp>
        <p:nvSpPr>
          <p:cNvPr id="56" name="Oval 29"/>
          <p:cNvSpPr>
            <a:spLocks noChangeAspect="1"/>
          </p:cNvSpPr>
          <p:nvPr/>
        </p:nvSpPr>
        <p:spPr bwMode="auto">
          <a:xfrm>
            <a:off x="6351839" y="4962639"/>
            <a:ext cx="567630" cy="567778"/>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ea typeface="宋体" panose="02010600030101010101" pitchFamily="2" charset="-122"/>
            </a:endParaRPr>
          </a:p>
        </p:txBody>
      </p:sp>
      <p:sp>
        <p:nvSpPr>
          <p:cNvPr id="57" name="矩形 56"/>
          <p:cNvSpPr/>
          <p:nvPr/>
        </p:nvSpPr>
        <p:spPr>
          <a:xfrm>
            <a:off x="6942879" y="4866098"/>
            <a:ext cx="2466572" cy="338554"/>
          </a:xfrm>
          <a:prstGeom prst="rect">
            <a:avLst/>
          </a:prstGeom>
        </p:spPr>
        <p:txBody>
          <a:bodyPr wrap="square">
            <a:spAutoFit/>
          </a:bodyPr>
          <a:lstStyle/>
          <a:p>
            <a:r>
              <a:rPr lang="zh-CN" altLang="en-US" sz="1600" b="1" dirty="0">
                <a:solidFill>
                  <a:srgbClr val="000000"/>
                </a:solidFill>
                <a:latin typeface="微软雅黑" panose="020B0503020204020204" pitchFamily="34" charset="-122"/>
                <a:ea typeface="微软雅黑" panose="020B0503020204020204" pitchFamily="34" charset="-122"/>
              </a:rPr>
              <a:t>单击添加您的标题</a:t>
            </a:r>
          </a:p>
        </p:txBody>
      </p:sp>
      <p:sp>
        <p:nvSpPr>
          <p:cNvPr id="58" name="矩形 57"/>
          <p:cNvSpPr/>
          <p:nvPr/>
        </p:nvSpPr>
        <p:spPr>
          <a:xfrm>
            <a:off x="6942879" y="5103738"/>
            <a:ext cx="4141922" cy="523220"/>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在这里输入您的文字内容，或者将您的文字内容复制在这里，在这里在这里输入您的文字内容</a:t>
            </a:r>
          </a:p>
        </p:txBody>
      </p:sp>
      <p:grpSp>
        <p:nvGrpSpPr>
          <p:cNvPr id="59" name="组合 58"/>
          <p:cNvGrpSpPr>
            <a:grpSpLocks noChangeAspect="1"/>
          </p:cNvGrpSpPr>
          <p:nvPr/>
        </p:nvGrpSpPr>
        <p:grpSpPr>
          <a:xfrm>
            <a:off x="1255701" y="4989852"/>
            <a:ext cx="4479891" cy="574107"/>
            <a:chOff x="1255701" y="5014236"/>
            <a:chExt cx="4479891" cy="574107"/>
          </a:xfrm>
        </p:grpSpPr>
        <p:sp>
          <p:nvSpPr>
            <p:cNvPr id="60" name="Freeform 13"/>
            <p:cNvSpPr>
              <a:spLocks/>
            </p:cNvSpPr>
            <p:nvPr/>
          </p:nvSpPr>
          <p:spPr bwMode="auto">
            <a:xfrm>
              <a:off x="1255701" y="5014236"/>
              <a:ext cx="4479891" cy="574107"/>
            </a:xfrm>
            <a:custGeom>
              <a:avLst/>
              <a:gdLst>
                <a:gd name="T0" fmla="*/ 1888 w 2039"/>
                <a:gd name="T1" fmla="*/ 0 h 262"/>
                <a:gd name="T2" fmla="*/ 2039 w 2039"/>
                <a:gd name="T3" fmla="*/ 262 h 262"/>
                <a:gd name="T4" fmla="*/ 1020 w 2039"/>
                <a:gd name="T5" fmla="*/ 262 h 262"/>
                <a:gd name="T6" fmla="*/ 0 w 2039"/>
                <a:gd name="T7" fmla="*/ 262 h 262"/>
                <a:gd name="T8" fmla="*/ 151 w 2039"/>
                <a:gd name="T9" fmla="*/ 0 h 262"/>
                <a:gd name="T10" fmla="*/ 1888 w 2039"/>
                <a:gd name="T11" fmla="*/ 0 h 262"/>
              </a:gdLst>
              <a:ahLst/>
              <a:cxnLst>
                <a:cxn ang="0">
                  <a:pos x="T0" y="T1"/>
                </a:cxn>
                <a:cxn ang="0">
                  <a:pos x="T2" y="T3"/>
                </a:cxn>
                <a:cxn ang="0">
                  <a:pos x="T4" y="T5"/>
                </a:cxn>
                <a:cxn ang="0">
                  <a:pos x="T6" y="T7"/>
                </a:cxn>
                <a:cxn ang="0">
                  <a:pos x="T8" y="T9"/>
                </a:cxn>
                <a:cxn ang="0">
                  <a:pos x="T10" y="T11"/>
                </a:cxn>
              </a:cxnLst>
              <a:rect l="0" t="0" r="r" b="b"/>
              <a:pathLst>
                <a:path w="2039" h="262">
                  <a:moveTo>
                    <a:pt x="1888" y="0"/>
                  </a:moveTo>
                  <a:lnTo>
                    <a:pt x="2039" y="262"/>
                  </a:lnTo>
                  <a:lnTo>
                    <a:pt x="1020" y="262"/>
                  </a:lnTo>
                  <a:lnTo>
                    <a:pt x="0" y="262"/>
                  </a:lnTo>
                  <a:lnTo>
                    <a:pt x="151" y="0"/>
                  </a:lnTo>
                  <a:lnTo>
                    <a:pt x="1888" y="0"/>
                  </a:lnTo>
                  <a:close/>
                </a:path>
              </a:pathLst>
            </a:custGeom>
            <a:solidFill>
              <a:srgbClr val="C00000"/>
            </a:solidFill>
            <a:ln>
              <a:noFill/>
            </a:ln>
            <a:effectLst>
              <a:outerShdw blurRad="254000" dist="152400" dir="2700000" algn="tl" rotWithShape="0">
                <a:prstClr val="black">
                  <a:alpha val="6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61" name="任意多边形 60"/>
            <p:cNvSpPr>
              <a:spLocks/>
            </p:cNvSpPr>
            <p:nvPr/>
          </p:nvSpPr>
          <p:spPr bwMode="auto">
            <a:xfrm>
              <a:off x="1255701" y="5014236"/>
              <a:ext cx="2239945" cy="574107"/>
            </a:xfrm>
            <a:custGeom>
              <a:avLst/>
              <a:gdLst>
                <a:gd name="connsiteX0" fmla="*/ 331762 w 2239945"/>
                <a:gd name="connsiteY0" fmla="*/ 0 h 574107"/>
                <a:gd name="connsiteX1" fmla="*/ 2239945 w 2239945"/>
                <a:gd name="connsiteY1" fmla="*/ 0 h 574107"/>
                <a:gd name="connsiteX2" fmla="*/ 2239945 w 2239945"/>
                <a:gd name="connsiteY2" fmla="*/ 574107 h 574107"/>
                <a:gd name="connsiteX3" fmla="*/ 0 w 2239945"/>
                <a:gd name="connsiteY3" fmla="*/ 574107 h 574107"/>
              </a:gdLst>
              <a:ahLst/>
              <a:cxnLst>
                <a:cxn ang="0">
                  <a:pos x="connsiteX0" y="connsiteY0"/>
                </a:cxn>
                <a:cxn ang="0">
                  <a:pos x="connsiteX1" y="connsiteY1"/>
                </a:cxn>
                <a:cxn ang="0">
                  <a:pos x="connsiteX2" y="connsiteY2"/>
                </a:cxn>
                <a:cxn ang="0">
                  <a:pos x="connsiteX3" y="connsiteY3"/>
                </a:cxn>
              </a:cxnLst>
              <a:rect l="l" t="t" r="r" b="b"/>
              <a:pathLst>
                <a:path w="2239945" h="574107">
                  <a:moveTo>
                    <a:pt x="331762" y="0"/>
                  </a:moveTo>
                  <a:lnTo>
                    <a:pt x="2239945" y="0"/>
                  </a:lnTo>
                  <a:lnTo>
                    <a:pt x="2239945" y="574107"/>
                  </a:lnTo>
                  <a:lnTo>
                    <a:pt x="0" y="574107"/>
                  </a:lnTo>
                  <a:close/>
                </a:path>
              </a:pathLst>
            </a:custGeom>
            <a:solidFill>
              <a:srgbClr val="C00000">
                <a:lumMod val="75000"/>
              </a:srgb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pSp>
        <p:nvGrpSpPr>
          <p:cNvPr id="62" name="组合 61"/>
          <p:cNvGrpSpPr>
            <a:grpSpLocks noChangeAspect="1"/>
          </p:cNvGrpSpPr>
          <p:nvPr/>
        </p:nvGrpSpPr>
        <p:grpSpPr>
          <a:xfrm>
            <a:off x="1735692" y="4161637"/>
            <a:ext cx="3519914" cy="574107"/>
            <a:chOff x="1735692" y="4186021"/>
            <a:chExt cx="3519914" cy="574107"/>
          </a:xfrm>
        </p:grpSpPr>
        <p:sp>
          <p:nvSpPr>
            <p:cNvPr id="63" name="Freeform 14"/>
            <p:cNvSpPr>
              <a:spLocks/>
            </p:cNvSpPr>
            <p:nvPr/>
          </p:nvSpPr>
          <p:spPr bwMode="auto">
            <a:xfrm>
              <a:off x="1735692" y="4186021"/>
              <a:ext cx="3519914" cy="574107"/>
            </a:xfrm>
            <a:custGeom>
              <a:avLst/>
              <a:gdLst>
                <a:gd name="T0" fmla="*/ 1450 w 1601"/>
                <a:gd name="T1" fmla="*/ 0 h 262"/>
                <a:gd name="T2" fmla="*/ 1601 w 1601"/>
                <a:gd name="T3" fmla="*/ 262 h 262"/>
                <a:gd name="T4" fmla="*/ 0 w 1601"/>
                <a:gd name="T5" fmla="*/ 262 h 262"/>
                <a:gd name="T6" fmla="*/ 151 w 1601"/>
                <a:gd name="T7" fmla="*/ 0 h 262"/>
                <a:gd name="T8" fmla="*/ 1450 w 1601"/>
                <a:gd name="T9" fmla="*/ 0 h 262"/>
              </a:gdLst>
              <a:ahLst/>
              <a:cxnLst>
                <a:cxn ang="0">
                  <a:pos x="T0" y="T1"/>
                </a:cxn>
                <a:cxn ang="0">
                  <a:pos x="T2" y="T3"/>
                </a:cxn>
                <a:cxn ang="0">
                  <a:pos x="T4" y="T5"/>
                </a:cxn>
                <a:cxn ang="0">
                  <a:pos x="T6" y="T7"/>
                </a:cxn>
                <a:cxn ang="0">
                  <a:pos x="T8" y="T9"/>
                </a:cxn>
              </a:cxnLst>
              <a:rect l="0" t="0" r="r" b="b"/>
              <a:pathLst>
                <a:path w="1601" h="262">
                  <a:moveTo>
                    <a:pt x="1450" y="0"/>
                  </a:moveTo>
                  <a:lnTo>
                    <a:pt x="1601" y="262"/>
                  </a:lnTo>
                  <a:lnTo>
                    <a:pt x="0" y="262"/>
                  </a:lnTo>
                  <a:lnTo>
                    <a:pt x="151" y="0"/>
                  </a:lnTo>
                  <a:lnTo>
                    <a:pt x="1450" y="0"/>
                  </a:lnTo>
                  <a:close/>
                </a:path>
              </a:pathLst>
            </a:custGeom>
            <a:solidFill>
              <a:srgbClr val="17406D"/>
            </a:solidFill>
            <a:ln>
              <a:noFill/>
            </a:ln>
            <a:effectLst>
              <a:outerShdw blurRad="254000" dist="152400" dir="2700000" algn="tl" rotWithShape="0">
                <a:prstClr val="black">
                  <a:alpha val="6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000000"/>
                </a:solidFill>
                <a:effectLst/>
                <a:uLnTx/>
                <a:uFillTx/>
                <a:latin typeface="微软雅黑" panose="020B0503020204020204" pitchFamily="34" charset="-122"/>
              </a:endParaRPr>
            </a:p>
          </p:txBody>
        </p:sp>
        <p:sp>
          <p:nvSpPr>
            <p:cNvPr id="64" name="任意多边形 63"/>
            <p:cNvSpPr>
              <a:spLocks/>
            </p:cNvSpPr>
            <p:nvPr/>
          </p:nvSpPr>
          <p:spPr bwMode="auto">
            <a:xfrm>
              <a:off x="1735692" y="4186021"/>
              <a:ext cx="1759954" cy="574107"/>
            </a:xfrm>
            <a:custGeom>
              <a:avLst/>
              <a:gdLst>
                <a:gd name="connsiteX0" fmla="*/ 331984 w 1759954"/>
                <a:gd name="connsiteY0" fmla="*/ 0 h 574107"/>
                <a:gd name="connsiteX1" fmla="*/ 1759954 w 1759954"/>
                <a:gd name="connsiteY1" fmla="*/ 0 h 574107"/>
                <a:gd name="connsiteX2" fmla="*/ 1759954 w 1759954"/>
                <a:gd name="connsiteY2" fmla="*/ 574107 h 574107"/>
                <a:gd name="connsiteX3" fmla="*/ 0 w 1759954"/>
                <a:gd name="connsiteY3" fmla="*/ 574107 h 574107"/>
              </a:gdLst>
              <a:ahLst/>
              <a:cxnLst>
                <a:cxn ang="0">
                  <a:pos x="connsiteX0" y="connsiteY0"/>
                </a:cxn>
                <a:cxn ang="0">
                  <a:pos x="connsiteX1" y="connsiteY1"/>
                </a:cxn>
                <a:cxn ang="0">
                  <a:pos x="connsiteX2" y="connsiteY2"/>
                </a:cxn>
                <a:cxn ang="0">
                  <a:pos x="connsiteX3" y="connsiteY3"/>
                </a:cxn>
              </a:cxnLst>
              <a:rect l="l" t="t" r="r" b="b"/>
              <a:pathLst>
                <a:path w="1759954" h="574107">
                  <a:moveTo>
                    <a:pt x="331984" y="0"/>
                  </a:moveTo>
                  <a:lnTo>
                    <a:pt x="1759954" y="0"/>
                  </a:lnTo>
                  <a:lnTo>
                    <a:pt x="1759954" y="574107"/>
                  </a:lnTo>
                  <a:lnTo>
                    <a:pt x="0" y="574107"/>
                  </a:lnTo>
                  <a:close/>
                </a:path>
              </a:pathLst>
            </a:custGeom>
            <a:solidFill>
              <a:srgbClr val="17406D">
                <a:lumMod val="75000"/>
              </a:srgb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000000"/>
                </a:solidFill>
                <a:effectLst/>
                <a:uLnTx/>
                <a:uFillTx/>
                <a:latin typeface="微软雅黑" panose="020B0503020204020204" pitchFamily="34" charset="-122"/>
              </a:endParaRPr>
            </a:p>
          </p:txBody>
        </p:sp>
      </p:grpSp>
      <p:grpSp>
        <p:nvGrpSpPr>
          <p:cNvPr id="65" name="组合 64"/>
          <p:cNvGrpSpPr>
            <a:grpSpLocks noChangeAspect="1"/>
          </p:cNvGrpSpPr>
          <p:nvPr/>
        </p:nvGrpSpPr>
        <p:grpSpPr>
          <a:xfrm>
            <a:off x="2215678" y="3324014"/>
            <a:ext cx="2559938" cy="574107"/>
            <a:chOff x="2215678" y="3348398"/>
            <a:chExt cx="2559938" cy="574107"/>
          </a:xfrm>
        </p:grpSpPr>
        <p:sp>
          <p:nvSpPr>
            <p:cNvPr id="66" name="Freeform 15"/>
            <p:cNvSpPr>
              <a:spLocks/>
            </p:cNvSpPr>
            <p:nvPr/>
          </p:nvSpPr>
          <p:spPr bwMode="auto">
            <a:xfrm>
              <a:off x="2215678" y="3348398"/>
              <a:ext cx="2559938" cy="574107"/>
            </a:xfrm>
            <a:custGeom>
              <a:avLst/>
              <a:gdLst>
                <a:gd name="T0" fmla="*/ 1011 w 1163"/>
                <a:gd name="T1" fmla="*/ 0 h 261"/>
                <a:gd name="T2" fmla="*/ 1091 w 1163"/>
                <a:gd name="T3" fmla="*/ 138 h 261"/>
                <a:gd name="T4" fmla="*/ 1163 w 1163"/>
                <a:gd name="T5" fmla="*/ 261 h 261"/>
                <a:gd name="T6" fmla="*/ 0 w 1163"/>
                <a:gd name="T7" fmla="*/ 261 h 261"/>
                <a:gd name="T8" fmla="*/ 72 w 1163"/>
                <a:gd name="T9" fmla="*/ 138 h 261"/>
                <a:gd name="T10" fmla="*/ 152 w 1163"/>
                <a:gd name="T11" fmla="*/ 0 h 261"/>
                <a:gd name="T12" fmla="*/ 1011 w 1163"/>
                <a:gd name="T13" fmla="*/ 0 h 261"/>
              </a:gdLst>
              <a:ahLst/>
              <a:cxnLst>
                <a:cxn ang="0">
                  <a:pos x="T0" y="T1"/>
                </a:cxn>
                <a:cxn ang="0">
                  <a:pos x="T2" y="T3"/>
                </a:cxn>
                <a:cxn ang="0">
                  <a:pos x="T4" y="T5"/>
                </a:cxn>
                <a:cxn ang="0">
                  <a:pos x="T6" y="T7"/>
                </a:cxn>
                <a:cxn ang="0">
                  <a:pos x="T8" y="T9"/>
                </a:cxn>
                <a:cxn ang="0">
                  <a:pos x="T10" y="T11"/>
                </a:cxn>
                <a:cxn ang="0">
                  <a:pos x="T12" y="T13"/>
                </a:cxn>
              </a:cxnLst>
              <a:rect l="0" t="0" r="r" b="b"/>
              <a:pathLst>
                <a:path w="1163" h="261">
                  <a:moveTo>
                    <a:pt x="1011" y="0"/>
                  </a:moveTo>
                  <a:lnTo>
                    <a:pt x="1091" y="138"/>
                  </a:lnTo>
                  <a:lnTo>
                    <a:pt x="1163" y="261"/>
                  </a:lnTo>
                  <a:lnTo>
                    <a:pt x="0" y="261"/>
                  </a:lnTo>
                  <a:lnTo>
                    <a:pt x="72" y="138"/>
                  </a:lnTo>
                  <a:lnTo>
                    <a:pt x="152" y="0"/>
                  </a:lnTo>
                  <a:lnTo>
                    <a:pt x="1011" y="0"/>
                  </a:lnTo>
                  <a:close/>
                </a:path>
              </a:pathLst>
            </a:custGeom>
            <a:solidFill>
              <a:srgbClr val="C00000"/>
            </a:solidFill>
            <a:ln>
              <a:noFill/>
            </a:ln>
            <a:effectLst>
              <a:outerShdw blurRad="254000" dist="152400" dir="2700000" algn="tl" rotWithShape="0">
                <a:prstClr val="black">
                  <a:alpha val="6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000000"/>
                </a:solidFill>
                <a:effectLst/>
                <a:uLnTx/>
                <a:uFillTx/>
                <a:latin typeface="微软雅黑" panose="020B0503020204020204" pitchFamily="34" charset="-122"/>
              </a:endParaRPr>
            </a:p>
          </p:txBody>
        </p:sp>
        <p:sp>
          <p:nvSpPr>
            <p:cNvPr id="67" name="任意多边形 66"/>
            <p:cNvSpPr>
              <a:spLocks/>
            </p:cNvSpPr>
            <p:nvPr/>
          </p:nvSpPr>
          <p:spPr bwMode="auto">
            <a:xfrm>
              <a:off x="2215678" y="3348398"/>
              <a:ext cx="1279968" cy="574107"/>
            </a:xfrm>
            <a:custGeom>
              <a:avLst/>
              <a:gdLst>
                <a:gd name="connsiteX0" fmla="*/ 334575 w 1279968"/>
                <a:gd name="connsiteY0" fmla="*/ 0 h 574107"/>
                <a:gd name="connsiteX1" fmla="*/ 1279968 w 1279968"/>
                <a:gd name="connsiteY1" fmla="*/ 0 h 574107"/>
                <a:gd name="connsiteX2" fmla="*/ 1279968 w 1279968"/>
                <a:gd name="connsiteY2" fmla="*/ 574107 h 574107"/>
                <a:gd name="connsiteX3" fmla="*/ 0 w 1279968"/>
                <a:gd name="connsiteY3" fmla="*/ 574107 h 574107"/>
                <a:gd name="connsiteX4" fmla="*/ 158483 w 1279968"/>
                <a:gd name="connsiteY4" fmla="*/ 303551 h 57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9968" h="574107">
                  <a:moveTo>
                    <a:pt x="334575" y="0"/>
                  </a:moveTo>
                  <a:lnTo>
                    <a:pt x="1279968" y="0"/>
                  </a:lnTo>
                  <a:lnTo>
                    <a:pt x="1279968" y="574107"/>
                  </a:lnTo>
                  <a:lnTo>
                    <a:pt x="0" y="574107"/>
                  </a:lnTo>
                  <a:lnTo>
                    <a:pt x="158483" y="303551"/>
                  </a:lnTo>
                  <a:close/>
                </a:path>
              </a:pathLst>
            </a:custGeom>
            <a:solidFill>
              <a:srgbClr val="C00000">
                <a:lumMod val="75000"/>
              </a:srgb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000000"/>
                </a:solidFill>
                <a:effectLst/>
                <a:uLnTx/>
                <a:uFillTx/>
                <a:latin typeface="微软雅黑" panose="020B0503020204020204" pitchFamily="34" charset="-122"/>
              </a:endParaRPr>
            </a:p>
          </p:txBody>
        </p:sp>
      </p:grpSp>
      <p:grpSp>
        <p:nvGrpSpPr>
          <p:cNvPr id="68" name="组合 67"/>
          <p:cNvGrpSpPr>
            <a:grpSpLocks noChangeAspect="1"/>
          </p:cNvGrpSpPr>
          <p:nvPr/>
        </p:nvGrpSpPr>
        <p:grpSpPr>
          <a:xfrm>
            <a:off x="2705078" y="1695815"/>
            <a:ext cx="1581138" cy="1374085"/>
            <a:chOff x="2705078" y="1720199"/>
            <a:chExt cx="1581138" cy="1374085"/>
          </a:xfrm>
        </p:grpSpPr>
        <p:sp>
          <p:nvSpPr>
            <p:cNvPr id="69" name="Freeform 16"/>
            <p:cNvSpPr>
              <a:spLocks/>
            </p:cNvSpPr>
            <p:nvPr/>
          </p:nvSpPr>
          <p:spPr bwMode="auto">
            <a:xfrm>
              <a:off x="2705078" y="1720199"/>
              <a:ext cx="1581138" cy="1374084"/>
            </a:xfrm>
            <a:custGeom>
              <a:avLst/>
              <a:gdLst>
                <a:gd name="T0" fmla="*/ 362 w 723"/>
                <a:gd name="T1" fmla="*/ 0 h 627"/>
                <a:gd name="T2" fmla="*/ 723 w 723"/>
                <a:gd name="T3" fmla="*/ 627 h 627"/>
                <a:gd name="T4" fmla="*/ 0 w 723"/>
                <a:gd name="T5" fmla="*/ 627 h 627"/>
                <a:gd name="T6" fmla="*/ 362 w 723"/>
                <a:gd name="T7" fmla="*/ 0 h 627"/>
              </a:gdLst>
              <a:ahLst/>
              <a:cxnLst>
                <a:cxn ang="0">
                  <a:pos x="T0" y="T1"/>
                </a:cxn>
                <a:cxn ang="0">
                  <a:pos x="T2" y="T3"/>
                </a:cxn>
                <a:cxn ang="0">
                  <a:pos x="T4" y="T5"/>
                </a:cxn>
                <a:cxn ang="0">
                  <a:pos x="T6" y="T7"/>
                </a:cxn>
              </a:cxnLst>
              <a:rect l="0" t="0" r="r" b="b"/>
              <a:pathLst>
                <a:path w="723" h="627">
                  <a:moveTo>
                    <a:pt x="362" y="0"/>
                  </a:moveTo>
                  <a:lnTo>
                    <a:pt x="723" y="627"/>
                  </a:lnTo>
                  <a:lnTo>
                    <a:pt x="0" y="627"/>
                  </a:lnTo>
                  <a:lnTo>
                    <a:pt x="362" y="0"/>
                  </a:lnTo>
                  <a:close/>
                </a:path>
              </a:pathLst>
            </a:custGeom>
            <a:solidFill>
              <a:srgbClr val="17406D"/>
            </a:solidFill>
            <a:ln>
              <a:noFill/>
            </a:ln>
            <a:effectLst>
              <a:outerShdw blurRad="254000" dist="152400" dir="2700000" algn="tl" rotWithShape="0">
                <a:prstClr val="black">
                  <a:alpha val="6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000000"/>
                </a:solidFill>
                <a:effectLst/>
                <a:uLnTx/>
                <a:uFillTx/>
                <a:latin typeface="微软雅黑" panose="020B0503020204020204" pitchFamily="34" charset="-122"/>
              </a:endParaRPr>
            </a:p>
          </p:txBody>
        </p:sp>
        <p:sp>
          <p:nvSpPr>
            <p:cNvPr id="70" name="任意多边形 69"/>
            <p:cNvSpPr>
              <a:spLocks/>
            </p:cNvSpPr>
            <p:nvPr/>
          </p:nvSpPr>
          <p:spPr bwMode="auto">
            <a:xfrm>
              <a:off x="2705078" y="1722099"/>
              <a:ext cx="790568" cy="1372185"/>
            </a:xfrm>
            <a:custGeom>
              <a:avLst/>
              <a:gdLst>
                <a:gd name="connsiteX0" fmla="*/ 790568 w 790568"/>
                <a:gd name="connsiteY0" fmla="*/ 0 h 1372185"/>
                <a:gd name="connsiteX1" fmla="*/ 790568 w 790568"/>
                <a:gd name="connsiteY1" fmla="*/ 1372185 h 1372185"/>
                <a:gd name="connsiteX2" fmla="*/ 0 w 790568"/>
                <a:gd name="connsiteY2" fmla="*/ 1372185 h 1372185"/>
              </a:gdLst>
              <a:ahLst/>
              <a:cxnLst>
                <a:cxn ang="0">
                  <a:pos x="connsiteX0" y="connsiteY0"/>
                </a:cxn>
                <a:cxn ang="0">
                  <a:pos x="connsiteX1" y="connsiteY1"/>
                </a:cxn>
                <a:cxn ang="0">
                  <a:pos x="connsiteX2" y="connsiteY2"/>
                </a:cxn>
              </a:cxnLst>
              <a:rect l="l" t="t" r="r" b="b"/>
              <a:pathLst>
                <a:path w="790568" h="1372185">
                  <a:moveTo>
                    <a:pt x="790568" y="0"/>
                  </a:moveTo>
                  <a:lnTo>
                    <a:pt x="790568" y="1372185"/>
                  </a:lnTo>
                  <a:lnTo>
                    <a:pt x="0" y="1372185"/>
                  </a:lnTo>
                  <a:close/>
                </a:path>
              </a:pathLst>
            </a:custGeom>
            <a:solidFill>
              <a:srgbClr val="17406D">
                <a:lumMod val="75000"/>
              </a:srgb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000000"/>
                </a:solidFill>
                <a:effectLst/>
                <a:uLnTx/>
                <a:uFillTx/>
                <a:latin typeface="微软雅黑" panose="020B0503020204020204" pitchFamily="34" charset="-122"/>
              </a:endParaRPr>
            </a:p>
          </p:txBody>
        </p:sp>
      </p:grpSp>
      <p:sp>
        <p:nvSpPr>
          <p:cNvPr id="71" name="矩形 70"/>
          <p:cNvSpPr/>
          <p:nvPr/>
        </p:nvSpPr>
        <p:spPr>
          <a:xfrm>
            <a:off x="1924932" y="5050990"/>
            <a:ext cx="3141429" cy="461665"/>
          </a:xfrm>
          <a:prstGeom prst="rect">
            <a:avLst/>
          </a:prstGeom>
        </p:spPr>
        <p:txBody>
          <a:bodyPr wrap="square">
            <a:spAutoFit/>
          </a:bodyPr>
          <a:lstStyle/>
          <a:p>
            <a:pPr algn="ctr"/>
            <a:r>
              <a:rPr lang="zh-CN" altLang="en-US" sz="2400" b="1" dirty="0">
                <a:solidFill>
                  <a:srgbClr val="FFFFFF"/>
                </a:solidFill>
                <a:latin typeface="微软雅黑" panose="020B0503020204020204" pitchFamily="34" charset="-122"/>
                <a:ea typeface="微软雅黑" panose="020B0503020204020204" pitchFamily="34" charset="-122"/>
              </a:rPr>
              <a:t>单击添加文字</a:t>
            </a:r>
          </a:p>
        </p:txBody>
      </p:sp>
      <p:sp>
        <p:nvSpPr>
          <p:cNvPr id="72" name="矩形 71"/>
          <p:cNvSpPr/>
          <p:nvPr/>
        </p:nvSpPr>
        <p:spPr>
          <a:xfrm>
            <a:off x="2484171" y="4252837"/>
            <a:ext cx="2022949" cy="400110"/>
          </a:xfrm>
          <a:prstGeom prst="rect">
            <a:avLst/>
          </a:prstGeom>
        </p:spPr>
        <p:txBody>
          <a:bodyPr wrap="square">
            <a:spAutoFit/>
          </a:bodyPr>
          <a:lstStyle/>
          <a:p>
            <a:pPr algn="ctr"/>
            <a:r>
              <a:rPr lang="zh-CN" altLang="en-US" sz="2000" b="1" dirty="0">
                <a:solidFill>
                  <a:srgbClr val="FFFFFF"/>
                </a:solidFill>
                <a:latin typeface="微软雅黑" panose="020B0503020204020204" pitchFamily="34" charset="-122"/>
                <a:ea typeface="微软雅黑" panose="020B0503020204020204" pitchFamily="34" charset="-122"/>
              </a:rPr>
              <a:t>单击添加文字</a:t>
            </a:r>
          </a:p>
        </p:txBody>
      </p:sp>
      <p:sp>
        <p:nvSpPr>
          <p:cNvPr id="73" name="矩形 72"/>
          <p:cNvSpPr/>
          <p:nvPr/>
        </p:nvSpPr>
        <p:spPr>
          <a:xfrm>
            <a:off x="2484171" y="3426334"/>
            <a:ext cx="2022949" cy="338554"/>
          </a:xfrm>
          <a:prstGeom prst="rect">
            <a:avLst/>
          </a:prstGeom>
        </p:spPr>
        <p:txBody>
          <a:bodyPr wrap="square">
            <a:sp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rPr>
              <a:t>单击添加文字</a:t>
            </a:r>
          </a:p>
        </p:txBody>
      </p:sp>
      <p:sp>
        <p:nvSpPr>
          <p:cNvPr id="74" name="矩形 73"/>
          <p:cNvSpPr/>
          <p:nvPr/>
        </p:nvSpPr>
        <p:spPr>
          <a:xfrm>
            <a:off x="3022277" y="2313345"/>
            <a:ext cx="946736" cy="707886"/>
          </a:xfrm>
          <a:prstGeom prst="rect">
            <a:avLst/>
          </a:prstGeom>
        </p:spPr>
        <p:txBody>
          <a:bodyPr wrap="square">
            <a:spAutoFit/>
          </a:bodyPr>
          <a:lstStyle/>
          <a:p>
            <a:pPr algn="ctr"/>
            <a:r>
              <a:rPr lang="zh-CN" altLang="en-US" sz="2000" b="1" dirty="0">
                <a:solidFill>
                  <a:srgbClr val="FFFFFF"/>
                </a:solidFill>
                <a:latin typeface="微软雅黑" panose="020B0503020204020204" pitchFamily="34" charset="-122"/>
                <a:ea typeface="微软雅黑" panose="020B0503020204020204" pitchFamily="34" charset="-122"/>
              </a:rPr>
              <a:t>添加</a:t>
            </a:r>
            <a:endParaRPr lang="en-US" altLang="zh-CN" sz="2000" b="1" dirty="0">
              <a:solidFill>
                <a:srgbClr val="FFFFFF"/>
              </a:solidFill>
              <a:latin typeface="微软雅黑" panose="020B0503020204020204" pitchFamily="34" charset="-122"/>
              <a:ea typeface="微软雅黑" panose="020B0503020204020204" pitchFamily="34" charset="-122"/>
            </a:endParaRPr>
          </a:p>
          <a:p>
            <a:pPr algn="ctr"/>
            <a:r>
              <a:rPr lang="zh-CN" altLang="en-US" sz="2000" b="1" dirty="0">
                <a:solidFill>
                  <a:srgbClr val="FFFFFF"/>
                </a:solidFill>
                <a:latin typeface="微软雅黑" panose="020B0503020204020204" pitchFamily="34" charset="-122"/>
                <a:ea typeface="微软雅黑" panose="020B0503020204020204" pitchFamily="34" charset="-122"/>
              </a:rPr>
              <a:t>文字</a:t>
            </a:r>
          </a:p>
        </p:txBody>
      </p:sp>
      <p:sp>
        <p:nvSpPr>
          <p:cNvPr id="75" name="Freeform 92"/>
          <p:cNvSpPr>
            <a:spLocks noChangeAspect="1" noEditPoints="1"/>
          </p:cNvSpPr>
          <p:nvPr/>
        </p:nvSpPr>
        <p:spPr bwMode="auto">
          <a:xfrm>
            <a:off x="6481946" y="4142834"/>
            <a:ext cx="282018" cy="292617"/>
          </a:xfrm>
          <a:custGeom>
            <a:avLst/>
            <a:gdLst>
              <a:gd name="T0" fmla="*/ 414 w 1305"/>
              <a:gd name="T1" fmla="*/ 1345 h 1359"/>
              <a:gd name="T2" fmla="*/ 819 w 1305"/>
              <a:gd name="T3" fmla="*/ 1309 h 1359"/>
              <a:gd name="T4" fmla="*/ 1281 w 1305"/>
              <a:gd name="T5" fmla="*/ 606 h 1359"/>
              <a:gd name="T6" fmla="*/ 1294 w 1305"/>
              <a:gd name="T7" fmla="*/ 51 h 1359"/>
              <a:gd name="T8" fmla="*/ 414 w 1305"/>
              <a:gd name="T9" fmla="*/ 1345 h 1359"/>
              <a:gd name="T10" fmla="*/ 342 w 1305"/>
              <a:gd name="T11" fmla="*/ 1294 h 1359"/>
              <a:gd name="T12" fmla="*/ 1223 w 1305"/>
              <a:gd name="T13" fmla="*/ 0 h 1359"/>
              <a:gd name="T14" fmla="*/ 342 w 1305"/>
              <a:gd name="T15" fmla="*/ 1294 h 13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5" h="1359">
                <a:moveTo>
                  <a:pt x="414" y="1345"/>
                </a:moveTo>
                <a:cubicBezTo>
                  <a:pt x="560" y="1359"/>
                  <a:pt x="696" y="1349"/>
                  <a:pt x="819" y="1309"/>
                </a:cubicBezTo>
                <a:cubicBezTo>
                  <a:pt x="1103" y="1217"/>
                  <a:pt x="1305" y="997"/>
                  <a:pt x="1281" y="606"/>
                </a:cubicBezTo>
                <a:cubicBezTo>
                  <a:pt x="1270" y="414"/>
                  <a:pt x="1230" y="216"/>
                  <a:pt x="1294" y="51"/>
                </a:cubicBezTo>
                <a:cubicBezTo>
                  <a:pt x="845" y="485"/>
                  <a:pt x="649" y="775"/>
                  <a:pt x="414" y="1345"/>
                </a:cubicBezTo>
                <a:close/>
                <a:moveTo>
                  <a:pt x="342" y="1294"/>
                </a:moveTo>
                <a:cubicBezTo>
                  <a:pt x="0" y="950"/>
                  <a:pt x="233" y="164"/>
                  <a:pt x="1223" y="0"/>
                </a:cubicBezTo>
                <a:cubicBezTo>
                  <a:pt x="787" y="413"/>
                  <a:pt x="584" y="704"/>
                  <a:pt x="342" y="1294"/>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76" name="Freeform 14"/>
          <p:cNvSpPr>
            <a:spLocks noChangeAspect="1" noEditPoints="1"/>
          </p:cNvSpPr>
          <p:nvPr/>
        </p:nvSpPr>
        <p:spPr bwMode="auto">
          <a:xfrm>
            <a:off x="6494646" y="5111252"/>
            <a:ext cx="282018" cy="270552"/>
          </a:xfrm>
          <a:custGeom>
            <a:avLst/>
            <a:gdLst>
              <a:gd name="T0" fmla="*/ 374 w 1200"/>
              <a:gd name="T1" fmla="*/ 247 h 1163"/>
              <a:gd name="T2" fmla="*/ 561 w 1200"/>
              <a:gd name="T3" fmla="*/ 24 h 1163"/>
              <a:gd name="T4" fmla="*/ 276 w 1200"/>
              <a:gd name="T5" fmla="*/ 307 h 1163"/>
              <a:gd name="T6" fmla="*/ 0 w 1200"/>
              <a:gd name="T7" fmla="*/ 537 h 1163"/>
              <a:gd name="T8" fmla="*/ 276 w 1200"/>
              <a:gd name="T9" fmla="*/ 307 h 1163"/>
              <a:gd name="T10" fmla="*/ 298 w 1200"/>
              <a:gd name="T11" fmla="*/ 234 h 1163"/>
              <a:gd name="T12" fmla="*/ 449 w 1200"/>
              <a:gd name="T13" fmla="*/ 0 h 1163"/>
              <a:gd name="T14" fmla="*/ 144 w 1200"/>
              <a:gd name="T15" fmla="*/ 974 h 1163"/>
              <a:gd name="T16" fmla="*/ 340 w 1200"/>
              <a:gd name="T17" fmla="*/ 1025 h 1163"/>
              <a:gd name="T18" fmla="*/ 144 w 1200"/>
              <a:gd name="T19" fmla="*/ 974 h 1163"/>
              <a:gd name="T20" fmla="*/ 561 w 1200"/>
              <a:gd name="T21" fmla="*/ 824 h 1163"/>
              <a:gd name="T22" fmla="*/ 319 w 1200"/>
              <a:gd name="T23" fmla="*/ 614 h 1163"/>
              <a:gd name="T24" fmla="*/ 276 w 1200"/>
              <a:gd name="T25" fmla="*/ 857 h 1163"/>
              <a:gd name="T26" fmla="*/ 0 w 1200"/>
              <a:gd name="T27" fmla="*/ 614 h 1163"/>
              <a:gd name="T28" fmla="*/ 276 w 1200"/>
              <a:gd name="T29" fmla="*/ 857 h 1163"/>
              <a:gd name="T30" fmla="*/ 957 w 1200"/>
              <a:gd name="T31" fmla="*/ 537 h 1163"/>
              <a:gd name="T32" fmla="*/ 1102 w 1200"/>
              <a:gd name="T33" fmla="*/ 251 h 1163"/>
              <a:gd name="T34" fmla="*/ 924 w 1200"/>
              <a:gd name="T35" fmla="*/ 857 h 1163"/>
              <a:gd name="T36" fmla="*/ 1200 w 1200"/>
              <a:gd name="T37" fmla="*/ 614 h 1163"/>
              <a:gd name="T38" fmla="*/ 924 w 1200"/>
              <a:gd name="T39" fmla="*/ 857 h 1163"/>
              <a:gd name="T40" fmla="*/ 751 w 1200"/>
              <a:gd name="T41" fmla="*/ 1163 h 1163"/>
              <a:gd name="T42" fmla="*/ 901 w 1200"/>
              <a:gd name="T43" fmla="*/ 930 h 1163"/>
              <a:gd name="T44" fmla="*/ 638 w 1200"/>
              <a:gd name="T45" fmla="*/ 263 h 1163"/>
              <a:gd name="T46" fmla="*/ 792 w 1200"/>
              <a:gd name="T47" fmla="*/ 174 h 1163"/>
              <a:gd name="T48" fmla="*/ 638 w 1200"/>
              <a:gd name="T49" fmla="*/ 824 h 1163"/>
              <a:gd name="T50" fmla="*/ 880 w 1200"/>
              <a:gd name="T51" fmla="*/ 614 h 1163"/>
              <a:gd name="T52" fmla="*/ 638 w 1200"/>
              <a:gd name="T53" fmla="*/ 824 h 1163"/>
              <a:gd name="T54" fmla="*/ 561 w 1200"/>
              <a:gd name="T55" fmla="*/ 537 h 1163"/>
              <a:gd name="T56" fmla="*/ 351 w 1200"/>
              <a:gd name="T57" fmla="*/ 321 h 1163"/>
              <a:gd name="T58" fmla="*/ 638 w 1200"/>
              <a:gd name="T59" fmla="*/ 537 h 1163"/>
              <a:gd name="T60" fmla="*/ 848 w 1200"/>
              <a:gd name="T61" fmla="*/ 321 h 1163"/>
              <a:gd name="T62" fmla="*/ 638 w 1200"/>
              <a:gd name="T63" fmla="*/ 537 h 1163"/>
              <a:gd name="T64" fmla="*/ 901 w 1200"/>
              <a:gd name="T65" fmla="*/ 233 h 1163"/>
              <a:gd name="T66" fmla="*/ 751 w 1200"/>
              <a:gd name="T67" fmla="*/ 0 h 1163"/>
              <a:gd name="T68" fmla="*/ 374 w 1200"/>
              <a:gd name="T69" fmla="*/ 916 h 1163"/>
              <a:gd name="T70" fmla="*/ 561 w 1200"/>
              <a:gd name="T71" fmla="*/ 1140 h 1163"/>
              <a:gd name="T72" fmla="*/ 374 w 1200"/>
              <a:gd name="T73" fmla="*/ 916 h 1163"/>
              <a:gd name="T74" fmla="*/ 824 w 1200"/>
              <a:gd name="T75" fmla="*/ 916 h 1163"/>
              <a:gd name="T76" fmla="*/ 638 w 1200"/>
              <a:gd name="T77" fmla="*/ 1140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00" h="1163">
                <a:moveTo>
                  <a:pt x="407" y="174"/>
                </a:moveTo>
                <a:cubicBezTo>
                  <a:pt x="395" y="197"/>
                  <a:pt x="384" y="222"/>
                  <a:pt x="374" y="247"/>
                </a:cubicBezTo>
                <a:cubicBezTo>
                  <a:pt x="433" y="256"/>
                  <a:pt x="495" y="261"/>
                  <a:pt x="561" y="263"/>
                </a:cubicBezTo>
                <a:lnTo>
                  <a:pt x="561" y="24"/>
                </a:lnTo>
                <a:cubicBezTo>
                  <a:pt x="505" y="40"/>
                  <a:pt x="451" y="92"/>
                  <a:pt x="407" y="174"/>
                </a:cubicBezTo>
                <a:close/>
                <a:moveTo>
                  <a:pt x="276" y="307"/>
                </a:moveTo>
                <a:cubicBezTo>
                  <a:pt x="210" y="292"/>
                  <a:pt x="150" y="274"/>
                  <a:pt x="97" y="252"/>
                </a:cubicBezTo>
                <a:cubicBezTo>
                  <a:pt x="42" y="335"/>
                  <a:pt x="8" y="432"/>
                  <a:pt x="0" y="537"/>
                </a:cubicBezTo>
                <a:lnTo>
                  <a:pt x="243" y="537"/>
                </a:lnTo>
                <a:cubicBezTo>
                  <a:pt x="245" y="457"/>
                  <a:pt x="257" y="378"/>
                  <a:pt x="276" y="307"/>
                </a:cubicBezTo>
                <a:close/>
                <a:moveTo>
                  <a:pt x="144" y="189"/>
                </a:moveTo>
                <a:cubicBezTo>
                  <a:pt x="190" y="207"/>
                  <a:pt x="241" y="222"/>
                  <a:pt x="298" y="234"/>
                </a:cubicBezTo>
                <a:cubicBezTo>
                  <a:pt x="310" y="200"/>
                  <a:pt x="324" y="168"/>
                  <a:pt x="340" y="138"/>
                </a:cubicBezTo>
                <a:cubicBezTo>
                  <a:pt x="371" y="79"/>
                  <a:pt x="408" y="33"/>
                  <a:pt x="449" y="0"/>
                </a:cubicBezTo>
                <a:cubicBezTo>
                  <a:pt x="328" y="31"/>
                  <a:pt x="223" y="98"/>
                  <a:pt x="144" y="189"/>
                </a:cubicBezTo>
                <a:close/>
                <a:moveTo>
                  <a:pt x="144" y="974"/>
                </a:moveTo>
                <a:cubicBezTo>
                  <a:pt x="223" y="1065"/>
                  <a:pt x="328" y="1132"/>
                  <a:pt x="449" y="1163"/>
                </a:cubicBezTo>
                <a:cubicBezTo>
                  <a:pt x="408" y="1130"/>
                  <a:pt x="371" y="1084"/>
                  <a:pt x="340" y="1025"/>
                </a:cubicBezTo>
                <a:cubicBezTo>
                  <a:pt x="324" y="996"/>
                  <a:pt x="310" y="964"/>
                  <a:pt x="298" y="930"/>
                </a:cubicBezTo>
                <a:cubicBezTo>
                  <a:pt x="241" y="942"/>
                  <a:pt x="190" y="957"/>
                  <a:pt x="144" y="974"/>
                </a:cubicBezTo>
                <a:close/>
                <a:moveTo>
                  <a:pt x="351" y="843"/>
                </a:moveTo>
                <a:cubicBezTo>
                  <a:pt x="417" y="832"/>
                  <a:pt x="488" y="826"/>
                  <a:pt x="561" y="824"/>
                </a:cubicBezTo>
                <a:lnTo>
                  <a:pt x="561" y="614"/>
                </a:lnTo>
                <a:lnTo>
                  <a:pt x="319" y="614"/>
                </a:lnTo>
                <a:cubicBezTo>
                  <a:pt x="321" y="695"/>
                  <a:pt x="332" y="772"/>
                  <a:pt x="351" y="843"/>
                </a:cubicBezTo>
                <a:close/>
                <a:moveTo>
                  <a:pt x="276" y="857"/>
                </a:moveTo>
                <a:cubicBezTo>
                  <a:pt x="256" y="782"/>
                  <a:pt x="244" y="699"/>
                  <a:pt x="242" y="614"/>
                </a:cubicBezTo>
                <a:lnTo>
                  <a:pt x="0" y="614"/>
                </a:lnTo>
                <a:cubicBezTo>
                  <a:pt x="5" y="724"/>
                  <a:pt x="40" y="825"/>
                  <a:pt x="97" y="912"/>
                </a:cubicBezTo>
                <a:cubicBezTo>
                  <a:pt x="150" y="890"/>
                  <a:pt x="210" y="871"/>
                  <a:pt x="276" y="857"/>
                </a:cubicBezTo>
                <a:close/>
                <a:moveTo>
                  <a:pt x="924" y="307"/>
                </a:moveTo>
                <a:cubicBezTo>
                  <a:pt x="942" y="378"/>
                  <a:pt x="954" y="457"/>
                  <a:pt x="957" y="537"/>
                </a:cubicBezTo>
                <a:lnTo>
                  <a:pt x="1199" y="537"/>
                </a:lnTo>
                <a:cubicBezTo>
                  <a:pt x="1191" y="432"/>
                  <a:pt x="1157" y="335"/>
                  <a:pt x="1102" y="251"/>
                </a:cubicBezTo>
                <a:cubicBezTo>
                  <a:pt x="1048" y="274"/>
                  <a:pt x="988" y="293"/>
                  <a:pt x="924" y="307"/>
                </a:cubicBezTo>
                <a:close/>
                <a:moveTo>
                  <a:pt x="924" y="857"/>
                </a:moveTo>
                <a:cubicBezTo>
                  <a:pt x="989" y="871"/>
                  <a:pt x="1048" y="890"/>
                  <a:pt x="1102" y="912"/>
                </a:cubicBezTo>
                <a:cubicBezTo>
                  <a:pt x="1159" y="826"/>
                  <a:pt x="1194" y="724"/>
                  <a:pt x="1200" y="614"/>
                </a:cubicBezTo>
                <a:lnTo>
                  <a:pt x="957" y="614"/>
                </a:lnTo>
                <a:cubicBezTo>
                  <a:pt x="955" y="701"/>
                  <a:pt x="943" y="783"/>
                  <a:pt x="924" y="857"/>
                </a:cubicBezTo>
                <a:close/>
                <a:moveTo>
                  <a:pt x="901" y="930"/>
                </a:moveTo>
                <a:cubicBezTo>
                  <a:pt x="865" y="1032"/>
                  <a:pt x="813" y="1113"/>
                  <a:pt x="751" y="1163"/>
                </a:cubicBezTo>
                <a:cubicBezTo>
                  <a:pt x="870" y="1133"/>
                  <a:pt x="975" y="1066"/>
                  <a:pt x="1053" y="976"/>
                </a:cubicBezTo>
                <a:cubicBezTo>
                  <a:pt x="1007" y="958"/>
                  <a:pt x="956" y="942"/>
                  <a:pt x="901" y="930"/>
                </a:cubicBezTo>
                <a:close/>
                <a:moveTo>
                  <a:pt x="638" y="24"/>
                </a:moveTo>
                <a:lnTo>
                  <a:pt x="638" y="263"/>
                </a:lnTo>
                <a:cubicBezTo>
                  <a:pt x="702" y="261"/>
                  <a:pt x="765" y="256"/>
                  <a:pt x="824" y="247"/>
                </a:cubicBezTo>
                <a:cubicBezTo>
                  <a:pt x="815" y="221"/>
                  <a:pt x="804" y="197"/>
                  <a:pt x="792" y="174"/>
                </a:cubicBezTo>
                <a:cubicBezTo>
                  <a:pt x="748" y="92"/>
                  <a:pt x="694" y="40"/>
                  <a:pt x="638" y="24"/>
                </a:cubicBezTo>
                <a:close/>
                <a:moveTo>
                  <a:pt x="638" y="824"/>
                </a:moveTo>
                <a:cubicBezTo>
                  <a:pt x="710" y="826"/>
                  <a:pt x="781" y="832"/>
                  <a:pt x="848" y="843"/>
                </a:cubicBezTo>
                <a:cubicBezTo>
                  <a:pt x="866" y="773"/>
                  <a:pt x="878" y="696"/>
                  <a:pt x="880" y="614"/>
                </a:cubicBezTo>
                <a:lnTo>
                  <a:pt x="638" y="614"/>
                </a:lnTo>
                <a:lnTo>
                  <a:pt x="638" y="824"/>
                </a:lnTo>
                <a:close/>
                <a:moveTo>
                  <a:pt x="319" y="537"/>
                </a:moveTo>
                <a:lnTo>
                  <a:pt x="561" y="537"/>
                </a:lnTo>
                <a:lnTo>
                  <a:pt x="561" y="339"/>
                </a:lnTo>
                <a:cubicBezTo>
                  <a:pt x="488" y="338"/>
                  <a:pt x="417" y="331"/>
                  <a:pt x="351" y="321"/>
                </a:cubicBezTo>
                <a:cubicBezTo>
                  <a:pt x="333" y="388"/>
                  <a:pt x="322" y="461"/>
                  <a:pt x="319" y="537"/>
                </a:cubicBezTo>
                <a:close/>
                <a:moveTo>
                  <a:pt x="638" y="537"/>
                </a:moveTo>
                <a:lnTo>
                  <a:pt x="880" y="537"/>
                </a:lnTo>
                <a:cubicBezTo>
                  <a:pt x="877" y="461"/>
                  <a:pt x="866" y="388"/>
                  <a:pt x="848" y="321"/>
                </a:cubicBezTo>
                <a:cubicBezTo>
                  <a:pt x="781" y="331"/>
                  <a:pt x="710" y="338"/>
                  <a:pt x="638" y="339"/>
                </a:cubicBezTo>
                <a:lnTo>
                  <a:pt x="638" y="537"/>
                </a:lnTo>
                <a:close/>
                <a:moveTo>
                  <a:pt x="859" y="138"/>
                </a:moveTo>
                <a:cubicBezTo>
                  <a:pt x="875" y="168"/>
                  <a:pt x="889" y="200"/>
                  <a:pt x="901" y="233"/>
                </a:cubicBezTo>
                <a:cubicBezTo>
                  <a:pt x="956" y="222"/>
                  <a:pt x="1006" y="206"/>
                  <a:pt x="1054" y="188"/>
                </a:cubicBezTo>
                <a:cubicBezTo>
                  <a:pt x="975" y="97"/>
                  <a:pt x="870" y="31"/>
                  <a:pt x="751" y="0"/>
                </a:cubicBezTo>
                <a:cubicBezTo>
                  <a:pt x="791" y="33"/>
                  <a:pt x="828" y="79"/>
                  <a:pt x="859" y="138"/>
                </a:cubicBezTo>
                <a:close/>
                <a:moveTo>
                  <a:pt x="374" y="916"/>
                </a:moveTo>
                <a:cubicBezTo>
                  <a:pt x="384" y="942"/>
                  <a:pt x="395" y="966"/>
                  <a:pt x="407" y="989"/>
                </a:cubicBezTo>
                <a:cubicBezTo>
                  <a:pt x="451" y="1071"/>
                  <a:pt x="505" y="1123"/>
                  <a:pt x="561" y="1140"/>
                </a:cubicBezTo>
                <a:lnTo>
                  <a:pt x="561" y="901"/>
                </a:lnTo>
                <a:cubicBezTo>
                  <a:pt x="495" y="902"/>
                  <a:pt x="433" y="908"/>
                  <a:pt x="374" y="916"/>
                </a:cubicBezTo>
                <a:close/>
                <a:moveTo>
                  <a:pt x="638" y="1140"/>
                </a:moveTo>
                <a:cubicBezTo>
                  <a:pt x="713" y="1118"/>
                  <a:pt x="780" y="1034"/>
                  <a:pt x="824" y="916"/>
                </a:cubicBezTo>
                <a:cubicBezTo>
                  <a:pt x="765" y="908"/>
                  <a:pt x="702" y="902"/>
                  <a:pt x="638" y="901"/>
                </a:cubicBezTo>
                <a:lnTo>
                  <a:pt x="638" y="1140"/>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nvGrpSpPr>
          <p:cNvPr id="77" name="组合 76"/>
          <p:cNvGrpSpPr>
            <a:grpSpLocks noChangeAspect="1"/>
          </p:cNvGrpSpPr>
          <p:nvPr/>
        </p:nvGrpSpPr>
        <p:grpSpPr>
          <a:xfrm>
            <a:off x="6494646" y="3190749"/>
            <a:ext cx="282018" cy="282018"/>
            <a:chOff x="6858828" y="3790714"/>
            <a:chExt cx="731377" cy="731377"/>
          </a:xfrm>
          <a:solidFill>
            <a:srgbClr val="FFFFFF"/>
          </a:solidFill>
        </p:grpSpPr>
        <p:sp>
          <p:nvSpPr>
            <p:cNvPr id="78" name="Freeform 578"/>
            <p:cNvSpPr>
              <a:spLocks/>
            </p:cNvSpPr>
            <p:nvPr/>
          </p:nvSpPr>
          <p:spPr bwMode="auto">
            <a:xfrm>
              <a:off x="7450277" y="4178041"/>
              <a:ext cx="97373" cy="194024"/>
            </a:xfrm>
            <a:custGeom>
              <a:avLst/>
              <a:gdLst>
                <a:gd name="T0" fmla="*/ 0 w 57"/>
                <a:gd name="T1" fmla="*/ 99 h 114"/>
                <a:gd name="T2" fmla="*/ 22 w 57"/>
                <a:gd name="T3" fmla="*/ 114 h 114"/>
                <a:gd name="T4" fmla="*/ 57 w 57"/>
                <a:gd name="T5" fmla="*/ 0 h 114"/>
                <a:gd name="T6" fmla="*/ 31 w 57"/>
                <a:gd name="T7" fmla="*/ 0 h 114"/>
                <a:gd name="T8" fmla="*/ 0 w 57"/>
                <a:gd name="T9" fmla="*/ 99 h 114"/>
              </a:gdLst>
              <a:ahLst/>
              <a:cxnLst>
                <a:cxn ang="0">
                  <a:pos x="T0" y="T1"/>
                </a:cxn>
                <a:cxn ang="0">
                  <a:pos x="T2" y="T3"/>
                </a:cxn>
                <a:cxn ang="0">
                  <a:pos x="T4" y="T5"/>
                </a:cxn>
                <a:cxn ang="0">
                  <a:pos x="T6" y="T7"/>
                </a:cxn>
                <a:cxn ang="0">
                  <a:pos x="T8" y="T9"/>
                </a:cxn>
              </a:cxnLst>
              <a:rect l="0" t="0" r="r" b="b"/>
              <a:pathLst>
                <a:path w="57" h="114">
                  <a:moveTo>
                    <a:pt x="0" y="99"/>
                  </a:moveTo>
                  <a:cubicBezTo>
                    <a:pt x="22" y="114"/>
                    <a:pt x="22" y="114"/>
                    <a:pt x="22" y="114"/>
                  </a:cubicBezTo>
                  <a:cubicBezTo>
                    <a:pt x="44" y="82"/>
                    <a:pt x="57" y="42"/>
                    <a:pt x="57" y="0"/>
                  </a:cubicBezTo>
                  <a:cubicBezTo>
                    <a:pt x="31" y="0"/>
                    <a:pt x="31" y="0"/>
                    <a:pt x="31" y="0"/>
                  </a:cubicBezTo>
                  <a:cubicBezTo>
                    <a:pt x="31" y="37"/>
                    <a:pt x="20" y="71"/>
                    <a:pt x="0" y="9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9" name="Freeform 579"/>
            <p:cNvSpPr>
              <a:spLocks/>
            </p:cNvSpPr>
            <p:nvPr/>
          </p:nvSpPr>
          <p:spPr bwMode="auto">
            <a:xfrm>
              <a:off x="7228844" y="3790714"/>
              <a:ext cx="361361" cy="362804"/>
            </a:xfrm>
            <a:custGeom>
              <a:avLst/>
              <a:gdLst>
                <a:gd name="T0" fmla="*/ 187 w 212"/>
                <a:gd name="T1" fmla="*/ 213 h 213"/>
                <a:gd name="T2" fmla="*/ 212 w 212"/>
                <a:gd name="T3" fmla="*/ 213 h 213"/>
                <a:gd name="T4" fmla="*/ 0 w 212"/>
                <a:gd name="T5" fmla="*/ 0 h 213"/>
                <a:gd name="T6" fmla="*/ 0 w 212"/>
                <a:gd name="T7" fmla="*/ 25 h 213"/>
                <a:gd name="T8" fmla="*/ 0 w 212"/>
                <a:gd name="T9" fmla="*/ 52 h 213"/>
                <a:gd name="T10" fmla="*/ 0 w 212"/>
                <a:gd name="T11" fmla="*/ 213 h 213"/>
                <a:gd name="T12" fmla="*/ 160 w 212"/>
                <a:gd name="T13" fmla="*/ 213 h 213"/>
                <a:gd name="T14" fmla="*/ 187 w 212"/>
                <a:gd name="T15" fmla="*/ 213 h 2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2" h="213">
                  <a:moveTo>
                    <a:pt x="187" y="213"/>
                  </a:moveTo>
                  <a:cubicBezTo>
                    <a:pt x="212" y="213"/>
                    <a:pt x="212" y="213"/>
                    <a:pt x="212" y="213"/>
                  </a:cubicBezTo>
                  <a:cubicBezTo>
                    <a:pt x="187" y="7"/>
                    <a:pt x="0" y="0"/>
                    <a:pt x="0" y="0"/>
                  </a:cubicBezTo>
                  <a:cubicBezTo>
                    <a:pt x="0" y="25"/>
                    <a:pt x="0" y="25"/>
                    <a:pt x="0" y="25"/>
                  </a:cubicBezTo>
                  <a:cubicBezTo>
                    <a:pt x="0" y="52"/>
                    <a:pt x="0" y="52"/>
                    <a:pt x="0" y="52"/>
                  </a:cubicBezTo>
                  <a:cubicBezTo>
                    <a:pt x="0" y="213"/>
                    <a:pt x="0" y="213"/>
                    <a:pt x="0" y="213"/>
                  </a:cubicBezTo>
                  <a:cubicBezTo>
                    <a:pt x="160" y="213"/>
                    <a:pt x="160" y="213"/>
                    <a:pt x="160" y="213"/>
                  </a:cubicBezTo>
                  <a:lnTo>
                    <a:pt x="187" y="21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0" name="Freeform 580"/>
            <p:cNvSpPr>
              <a:spLocks/>
            </p:cNvSpPr>
            <p:nvPr/>
          </p:nvSpPr>
          <p:spPr bwMode="auto">
            <a:xfrm>
              <a:off x="6858828" y="3833269"/>
              <a:ext cx="605154" cy="688822"/>
            </a:xfrm>
            <a:custGeom>
              <a:avLst/>
              <a:gdLst>
                <a:gd name="T0" fmla="*/ 202 w 355"/>
                <a:gd name="T1" fmla="*/ 202 h 404"/>
                <a:gd name="T2" fmla="*/ 202 w 355"/>
                <a:gd name="T3" fmla="*/ 26 h 404"/>
                <a:gd name="T4" fmla="*/ 202 w 355"/>
                <a:gd name="T5" fmla="*/ 0 h 404"/>
                <a:gd name="T6" fmla="*/ 0 w 355"/>
                <a:gd name="T7" fmla="*/ 202 h 404"/>
                <a:gd name="T8" fmla="*/ 202 w 355"/>
                <a:gd name="T9" fmla="*/ 404 h 404"/>
                <a:gd name="T10" fmla="*/ 355 w 355"/>
                <a:gd name="T11" fmla="*/ 335 h 404"/>
                <a:gd name="T12" fmla="*/ 335 w 355"/>
                <a:gd name="T13" fmla="*/ 317 h 404"/>
                <a:gd name="T14" fmla="*/ 202 w 355"/>
                <a:gd name="T15" fmla="*/ 202 h 4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5" h="404">
                  <a:moveTo>
                    <a:pt x="202" y="202"/>
                  </a:moveTo>
                  <a:cubicBezTo>
                    <a:pt x="202" y="26"/>
                    <a:pt x="202" y="26"/>
                    <a:pt x="202" y="26"/>
                  </a:cubicBezTo>
                  <a:cubicBezTo>
                    <a:pt x="202" y="0"/>
                    <a:pt x="202" y="0"/>
                    <a:pt x="202" y="0"/>
                  </a:cubicBezTo>
                  <a:cubicBezTo>
                    <a:pt x="91" y="0"/>
                    <a:pt x="0" y="90"/>
                    <a:pt x="0" y="202"/>
                  </a:cubicBezTo>
                  <a:cubicBezTo>
                    <a:pt x="0" y="314"/>
                    <a:pt x="91" y="404"/>
                    <a:pt x="202" y="404"/>
                  </a:cubicBezTo>
                  <a:cubicBezTo>
                    <a:pt x="263" y="404"/>
                    <a:pt x="318" y="377"/>
                    <a:pt x="355" y="335"/>
                  </a:cubicBezTo>
                  <a:cubicBezTo>
                    <a:pt x="335" y="317"/>
                    <a:pt x="335" y="317"/>
                    <a:pt x="335" y="317"/>
                  </a:cubicBezTo>
                  <a:lnTo>
                    <a:pt x="202" y="20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81" name="Freeform 106"/>
          <p:cNvSpPr>
            <a:spLocks noChangeAspect="1" noEditPoints="1"/>
          </p:cNvSpPr>
          <p:nvPr/>
        </p:nvSpPr>
        <p:spPr bwMode="auto">
          <a:xfrm>
            <a:off x="6494646" y="2195533"/>
            <a:ext cx="282018" cy="357678"/>
          </a:xfrm>
          <a:custGeom>
            <a:avLst/>
            <a:gdLst>
              <a:gd name="T0" fmla="*/ 91 w 1206"/>
              <a:gd name="T1" fmla="*/ 1397 h 1529"/>
              <a:gd name="T2" fmla="*/ 71 w 1206"/>
              <a:gd name="T3" fmla="*/ 1515 h 1529"/>
              <a:gd name="T4" fmla="*/ 278 w 1206"/>
              <a:gd name="T5" fmla="*/ 1529 h 1529"/>
              <a:gd name="T6" fmla="*/ 297 w 1206"/>
              <a:gd name="T7" fmla="*/ 1411 h 1529"/>
              <a:gd name="T8" fmla="*/ 467 w 1206"/>
              <a:gd name="T9" fmla="*/ 734 h 1529"/>
              <a:gd name="T10" fmla="*/ 540 w 1206"/>
              <a:gd name="T11" fmla="*/ 344 h 1529"/>
              <a:gd name="T12" fmla="*/ 511 w 1206"/>
              <a:gd name="T13" fmla="*/ 485 h 1529"/>
              <a:gd name="T14" fmla="*/ 524 w 1206"/>
              <a:gd name="T15" fmla="*/ 349 h 1529"/>
              <a:gd name="T16" fmla="*/ 503 w 1206"/>
              <a:gd name="T17" fmla="*/ 324 h 1529"/>
              <a:gd name="T18" fmla="*/ 493 w 1206"/>
              <a:gd name="T19" fmla="*/ 364 h 1529"/>
              <a:gd name="T20" fmla="*/ 437 w 1206"/>
              <a:gd name="T21" fmla="*/ 288 h 1529"/>
              <a:gd name="T22" fmla="*/ 437 w 1206"/>
              <a:gd name="T23" fmla="*/ 288 h 1529"/>
              <a:gd name="T24" fmla="*/ 201 w 1206"/>
              <a:gd name="T25" fmla="*/ 305 h 1529"/>
              <a:gd name="T26" fmla="*/ 19 w 1206"/>
              <a:gd name="T27" fmla="*/ 499 h 1529"/>
              <a:gd name="T28" fmla="*/ 91 w 1206"/>
              <a:gd name="T29" fmla="*/ 503 h 1529"/>
              <a:gd name="T30" fmla="*/ 349 w 1206"/>
              <a:gd name="T31" fmla="*/ 399 h 1529"/>
              <a:gd name="T32" fmla="*/ 240 w 1206"/>
              <a:gd name="T33" fmla="*/ 694 h 1529"/>
              <a:gd name="T34" fmla="*/ 358 w 1206"/>
              <a:gd name="T35" fmla="*/ 814 h 1529"/>
              <a:gd name="T36" fmla="*/ 449 w 1206"/>
              <a:gd name="T37" fmla="*/ 1157 h 1529"/>
              <a:gd name="T38" fmla="*/ 571 w 1206"/>
              <a:gd name="T39" fmla="*/ 1174 h 1529"/>
              <a:gd name="T40" fmla="*/ 594 w 1206"/>
              <a:gd name="T41" fmla="*/ 877 h 1529"/>
              <a:gd name="T42" fmla="*/ 719 w 1206"/>
              <a:gd name="T43" fmla="*/ 502 h 1529"/>
              <a:gd name="T44" fmla="*/ 879 w 1206"/>
              <a:gd name="T45" fmla="*/ 333 h 1529"/>
              <a:gd name="T46" fmla="*/ 683 w 1206"/>
              <a:gd name="T47" fmla="*/ 408 h 1529"/>
              <a:gd name="T48" fmla="*/ 575 w 1206"/>
              <a:gd name="T49" fmla="*/ 424 h 1529"/>
              <a:gd name="T50" fmla="*/ 677 w 1206"/>
              <a:gd name="T51" fmla="*/ 509 h 1529"/>
              <a:gd name="T52" fmla="*/ 349 w 1206"/>
              <a:gd name="T53" fmla="*/ 838 h 1529"/>
              <a:gd name="T54" fmla="*/ 244 w 1206"/>
              <a:gd name="T55" fmla="*/ 969 h 1529"/>
              <a:gd name="T56" fmla="*/ 56 w 1206"/>
              <a:gd name="T57" fmla="*/ 1254 h 1529"/>
              <a:gd name="T58" fmla="*/ 343 w 1206"/>
              <a:gd name="T59" fmla="*/ 1039 h 1529"/>
              <a:gd name="T60" fmla="*/ 386 w 1206"/>
              <a:gd name="T61" fmla="*/ 878 h 1529"/>
              <a:gd name="T62" fmla="*/ 536 w 1206"/>
              <a:gd name="T63" fmla="*/ 279 h 1529"/>
              <a:gd name="T64" fmla="*/ 522 w 1206"/>
              <a:gd name="T65" fmla="*/ 3 h 1529"/>
              <a:gd name="T66" fmla="*/ 536 w 1206"/>
              <a:gd name="T67" fmla="*/ 279 h 1529"/>
              <a:gd name="T68" fmla="*/ 999 w 1206"/>
              <a:gd name="T69" fmla="*/ 781 h 1529"/>
              <a:gd name="T70" fmla="*/ 980 w 1206"/>
              <a:gd name="T71" fmla="*/ 1515 h 1529"/>
              <a:gd name="T72" fmla="*/ 1187 w 1206"/>
              <a:gd name="T73" fmla="*/ 1529 h 1529"/>
              <a:gd name="T74" fmla="*/ 1206 w 1206"/>
              <a:gd name="T75" fmla="*/ 795 h 1529"/>
              <a:gd name="T76" fmla="*/ 884 w 1206"/>
              <a:gd name="T77" fmla="*/ 1020 h 1529"/>
              <a:gd name="T78" fmla="*/ 677 w 1206"/>
              <a:gd name="T79" fmla="*/ 1034 h 1529"/>
              <a:gd name="T80" fmla="*/ 697 w 1206"/>
              <a:gd name="T81" fmla="*/ 1529 h 1529"/>
              <a:gd name="T82" fmla="*/ 903 w 1206"/>
              <a:gd name="T83" fmla="*/ 1515 h 1529"/>
              <a:gd name="T84" fmla="*/ 884 w 1206"/>
              <a:gd name="T85" fmla="*/ 1020 h 1529"/>
              <a:gd name="T86" fmla="*/ 394 w 1206"/>
              <a:gd name="T87" fmla="*/ 1287 h 1529"/>
              <a:gd name="T88" fmla="*/ 374 w 1206"/>
              <a:gd name="T89" fmla="*/ 1515 h 1529"/>
              <a:gd name="T90" fmla="*/ 581 w 1206"/>
              <a:gd name="T91" fmla="*/ 1529 h 1529"/>
              <a:gd name="T92" fmla="*/ 600 w 1206"/>
              <a:gd name="T93" fmla="*/ 1301 h 1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06" h="1529">
                <a:moveTo>
                  <a:pt x="278" y="1397"/>
                </a:moveTo>
                <a:lnTo>
                  <a:pt x="91" y="1397"/>
                </a:lnTo>
                <a:cubicBezTo>
                  <a:pt x="80" y="1397"/>
                  <a:pt x="71" y="1404"/>
                  <a:pt x="71" y="1411"/>
                </a:cubicBezTo>
                <a:lnTo>
                  <a:pt x="71" y="1515"/>
                </a:lnTo>
                <a:cubicBezTo>
                  <a:pt x="71" y="1522"/>
                  <a:pt x="80" y="1529"/>
                  <a:pt x="91" y="1529"/>
                </a:cubicBezTo>
                <a:lnTo>
                  <a:pt x="278" y="1529"/>
                </a:lnTo>
                <a:cubicBezTo>
                  <a:pt x="289" y="1529"/>
                  <a:pt x="297" y="1522"/>
                  <a:pt x="297" y="1515"/>
                </a:cubicBezTo>
                <a:lnTo>
                  <a:pt x="297" y="1411"/>
                </a:lnTo>
                <a:cubicBezTo>
                  <a:pt x="297" y="1404"/>
                  <a:pt x="289" y="1397"/>
                  <a:pt x="278" y="1397"/>
                </a:cubicBezTo>
                <a:close/>
                <a:moveTo>
                  <a:pt x="467" y="734"/>
                </a:moveTo>
                <a:cubicBezTo>
                  <a:pt x="489" y="560"/>
                  <a:pt x="562" y="444"/>
                  <a:pt x="560" y="418"/>
                </a:cubicBezTo>
                <a:cubicBezTo>
                  <a:pt x="557" y="364"/>
                  <a:pt x="540" y="344"/>
                  <a:pt x="540" y="344"/>
                </a:cubicBezTo>
                <a:lnTo>
                  <a:pt x="536" y="354"/>
                </a:lnTo>
                <a:cubicBezTo>
                  <a:pt x="537" y="428"/>
                  <a:pt x="511" y="485"/>
                  <a:pt x="511" y="485"/>
                </a:cubicBezTo>
                <a:cubicBezTo>
                  <a:pt x="511" y="485"/>
                  <a:pt x="518" y="397"/>
                  <a:pt x="515" y="368"/>
                </a:cubicBezTo>
                <a:cubicBezTo>
                  <a:pt x="519" y="360"/>
                  <a:pt x="524" y="349"/>
                  <a:pt x="524" y="349"/>
                </a:cubicBezTo>
                <a:lnTo>
                  <a:pt x="514" y="328"/>
                </a:lnTo>
                <a:cubicBezTo>
                  <a:pt x="514" y="328"/>
                  <a:pt x="507" y="326"/>
                  <a:pt x="503" y="324"/>
                </a:cubicBezTo>
                <a:cubicBezTo>
                  <a:pt x="494" y="329"/>
                  <a:pt x="482" y="339"/>
                  <a:pt x="482" y="339"/>
                </a:cubicBezTo>
                <a:cubicBezTo>
                  <a:pt x="482" y="339"/>
                  <a:pt x="486" y="352"/>
                  <a:pt x="493" y="364"/>
                </a:cubicBezTo>
                <a:cubicBezTo>
                  <a:pt x="491" y="368"/>
                  <a:pt x="484" y="409"/>
                  <a:pt x="469" y="452"/>
                </a:cubicBezTo>
                <a:cubicBezTo>
                  <a:pt x="472" y="330"/>
                  <a:pt x="447" y="297"/>
                  <a:pt x="437" y="288"/>
                </a:cubicBezTo>
                <a:lnTo>
                  <a:pt x="437" y="288"/>
                </a:lnTo>
                <a:lnTo>
                  <a:pt x="437" y="288"/>
                </a:lnTo>
                <a:cubicBezTo>
                  <a:pt x="424" y="287"/>
                  <a:pt x="387" y="287"/>
                  <a:pt x="387" y="286"/>
                </a:cubicBezTo>
                <a:cubicBezTo>
                  <a:pt x="350" y="289"/>
                  <a:pt x="284" y="296"/>
                  <a:pt x="201" y="305"/>
                </a:cubicBezTo>
                <a:cubicBezTo>
                  <a:pt x="197" y="305"/>
                  <a:pt x="23" y="430"/>
                  <a:pt x="23" y="430"/>
                </a:cubicBezTo>
                <a:cubicBezTo>
                  <a:pt x="2" y="448"/>
                  <a:pt x="0" y="479"/>
                  <a:pt x="19" y="499"/>
                </a:cubicBezTo>
                <a:cubicBezTo>
                  <a:pt x="38" y="519"/>
                  <a:pt x="70" y="521"/>
                  <a:pt x="91" y="503"/>
                </a:cubicBezTo>
                <a:lnTo>
                  <a:pt x="91" y="503"/>
                </a:lnTo>
                <a:cubicBezTo>
                  <a:pt x="94" y="500"/>
                  <a:pt x="225" y="398"/>
                  <a:pt x="233" y="396"/>
                </a:cubicBezTo>
                <a:cubicBezTo>
                  <a:pt x="238" y="394"/>
                  <a:pt x="349" y="399"/>
                  <a:pt x="349" y="399"/>
                </a:cubicBezTo>
                <a:lnTo>
                  <a:pt x="311" y="410"/>
                </a:lnTo>
                <a:cubicBezTo>
                  <a:pt x="293" y="484"/>
                  <a:pt x="247" y="627"/>
                  <a:pt x="240" y="694"/>
                </a:cubicBezTo>
                <a:cubicBezTo>
                  <a:pt x="239" y="701"/>
                  <a:pt x="259" y="705"/>
                  <a:pt x="258" y="712"/>
                </a:cubicBezTo>
                <a:cubicBezTo>
                  <a:pt x="257" y="726"/>
                  <a:pt x="281" y="776"/>
                  <a:pt x="358" y="814"/>
                </a:cubicBezTo>
                <a:cubicBezTo>
                  <a:pt x="377" y="834"/>
                  <a:pt x="481" y="934"/>
                  <a:pt x="483" y="937"/>
                </a:cubicBezTo>
                <a:cubicBezTo>
                  <a:pt x="483" y="940"/>
                  <a:pt x="449" y="1157"/>
                  <a:pt x="449" y="1157"/>
                </a:cubicBezTo>
                <a:cubicBezTo>
                  <a:pt x="443" y="1194"/>
                  <a:pt x="464" y="1225"/>
                  <a:pt x="500" y="1229"/>
                </a:cubicBezTo>
                <a:cubicBezTo>
                  <a:pt x="535" y="1233"/>
                  <a:pt x="565" y="1211"/>
                  <a:pt x="571" y="1174"/>
                </a:cubicBezTo>
                <a:cubicBezTo>
                  <a:pt x="571" y="1174"/>
                  <a:pt x="604" y="945"/>
                  <a:pt x="606" y="937"/>
                </a:cubicBezTo>
                <a:cubicBezTo>
                  <a:pt x="616" y="900"/>
                  <a:pt x="600" y="887"/>
                  <a:pt x="594" y="877"/>
                </a:cubicBezTo>
                <a:cubicBezTo>
                  <a:pt x="587" y="865"/>
                  <a:pt x="472" y="739"/>
                  <a:pt x="467" y="734"/>
                </a:cubicBezTo>
                <a:close/>
                <a:moveTo>
                  <a:pt x="719" y="502"/>
                </a:moveTo>
                <a:lnTo>
                  <a:pt x="867" y="401"/>
                </a:lnTo>
                <a:cubicBezTo>
                  <a:pt x="889" y="386"/>
                  <a:pt x="895" y="355"/>
                  <a:pt x="879" y="333"/>
                </a:cubicBezTo>
                <a:cubicBezTo>
                  <a:pt x="864" y="310"/>
                  <a:pt x="834" y="305"/>
                  <a:pt x="811" y="320"/>
                </a:cubicBezTo>
                <a:lnTo>
                  <a:pt x="683" y="408"/>
                </a:lnTo>
                <a:lnTo>
                  <a:pt x="569" y="374"/>
                </a:lnTo>
                <a:cubicBezTo>
                  <a:pt x="569" y="374"/>
                  <a:pt x="578" y="405"/>
                  <a:pt x="575" y="424"/>
                </a:cubicBezTo>
                <a:cubicBezTo>
                  <a:pt x="573" y="443"/>
                  <a:pt x="560" y="474"/>
                  <a:pt x="560" y="474"/>
                </a:cubicBezTo>
                <a:lnTo>
                  <a:pt x="677" y="509"/>
                </a:lnTo>
                <a:cubicBezTo>
                  <a:pt x="691" y="513"/>
                  <a:pt x="707" y="511"/>
                  <a:pt x="719" y="502"/>
                </a:cubicBezTo>
                <a:close/>
                <a:moveTo>
                  <a:pt x="349" y="838"/>
                </a:moveTo>
                <a:cubicBezTo>
                  <a:pt x="324" y="825"/>
                  <a:pt x="300" y="807"/>
                  <a:pt x="282" y="789"/>
                </a:cubicBezTo>
                <a:lnTo>
                  <a:pt x="244" y="969"/>
                </a:lnTo>
                <a:lnTo>
                  <a:pt x="54" y="1169"/>
                </a:lnTo>
                <a:cubicBezTo>
                  <a:pt x="31" y="1193"/>
                  <a:pt x="32" y="1231"/>
                  <a:pt x="56" y="1254"/>
                </a:cubicBezTo>
                <a:cubicBezTo>
                  <a:pt x="80" y="1277"/>
                  <a:pt x="118" y="1276"/>
                  <a:pt x="141" y="1252"/>
                </a:cubicBezTo>
                <a:lnTo>
                  <a:pt x="343" y="1039"/>
                </a:lnTo>
                <a:cubicBezTo>
                  <a:pt x="350" y="1031"/>
                  <a:pt x="356" y="1021"/>
                  <a:pt x="358" y="1011"/>
                </a:cubicBezTo>
                <a:lnTo>
                  <a:pt x="386" y="878"/>
                </a:lnTo>
                <a:cubicBezTo>
                  <a:pt x="374" y="865"/>
                  <a:pt x="361" y="851"/>
                  <a:pt x="349" y="838"/>
                </a:cubicBezTo>
                <a:close/>
                <a:moveTo>
                  <a:pt x="536" y="279"/>
                </a:moveTo>
                <a:cubicBezTo>
                  <a:pt x="600" y="269"/>
                  <a:pt x="616" y="187"/>
                  <a:pt x="619" y="120"/>
                </a:cubicBezTo>
                <a:cubicBezTo>
                  <a:pt x="623" y="53"/>
                  <a:pt x="572" y="5"/>
                  <a:pt x="522" y="3"/>
                </a:cubicBezTo>
                <a:cubicBezTo>
                  <a:pt x="453" y="0"/>
                  <a:pt x="406" y="52"/>
                  <a:pt x="403" y="119"/>
                </a:cubicBezTo>
                <a:cubicBezTo>
                  <a:pt x="409" y="228"/>
                  <a:pt x="489" y="286"/>
                  <a:pt x="536" y="279"/>
                </a:cubicBezTo>
                <a:close/>
                <a:moveTo>
                  <a:pt x="1187" y="781"/>
                </a:moveTo>
                <a:lnTo>
                  <a:pt x="999" y="781"/>
                </a:lnTo>
                <a:cubicBezTo>
                  <a:pt x="989" y="781"/>
                  <a:pt x="980" y="787"/>
                  <a:pt x="980" y="795"/>
                </a:cubicBezTo>
                <a:lnTo>
                  <a:pt x="980" y="1515"/>
                </a:lnTo>
                <a:cubicBezTo>
                  <a:pt x="980" y="1522"/>
                  <a:pt x="989" y="1529"/>
                  <a:pt x="999" y="1529"/>
                </a:cubicBezTo>
                <a:lnTo>
                  <a:pt x="1187" y="1529"/>
                </a:lnTo>
                <a:cubicBezTo>
                  <a:pt x="1197" y="1529"/>
                  <a:pt x="1206" y="1522"/>
                  <a:pt x="1206" y="1515"/>
                </a:cubicBezTo>
                <a:lnTo>
                  <a:pt x="1206" y="795"/>
                </a:lnTo>
                <a:cubicBezTo>
                  <a:pt x="1206" y="787"/>
                  <a:pt x="1197" y="781"/>
                  <a:pt x="1187" y="781"/>
                </a:cubicBezTo>
                <a:close/>
                <a:moveTo>
                  <a:pt x="884" y="1020"/>
                </a:moveTo>
                <a:lnTo>
                  <a:pt x="697" y="1020"/>
                </a:lnTo>
                <a:cubicBezTo>
                  <a:pt x="686" y="1020"/>
                  <a:pt x="677" y="1026"/>
                  <a:pt x="677" y="1034"/>
                </a:cubicBezTo>
                <a:lnTo>
                  <a:pt x="677" y="1515"/>
                </a:lnTo>
                <a:cubicBezTo>
                  <a:pt x="677" y="1522"/>
                  <a:pt x="686" y="1529"/>
                  <a:pt x="697" y="1529"/>
                </a:cubicBezTo>
                <a:lnTo>
                  <a:pt x="884" y="1529"/>
                </a:lnTo>
                <a:cubicBezTo>
                  <a:pt x="894" y="1529"/>
                  <a:pt x="903" y="1522"/>
                  <a:pt x="903" y="1515"/>
                </a:cubicBezTo>
                <a:lnTo>
                  <a:pt x="903" y="1034"/>
                </a:lnTo>
                <a:cubicBezTo>
                  <a:pt x="903" y="1026"/>
                  <a:pt x="894" y="1020"/>
                  <a:pt x="884" y="1020"/>
                </a:cubicBezTo>
                <a:close/>
                <a:moveTo>
                  <a:pt x="581" y="1287"/>
                </a:moveTo>
                <a:lnTo>
                  <a:pt x="394" y="1287"/>
                </a:lnTo>
                <a:cubicBezTo>
                  <a:pt x="383" y="1287"/>
                  <a:pt x="374" y="1293"/>
                  <a:pt x="374" y="1301"/>
                </a:cubicBezTo>
                <a:lnTo>
                  <a:pt x="374" y="1515"/>
                </a:lnTo>
                <a:cubicBezTo>
                  <a:pt x="374" y="1522"/>
                  <a:pt x="383" y="1529"/>
                  <a:pt x="394" y="1529"/>
                </a:cubicBezTo>
                <a:lnTo>
                  <a:pt x="581" y="1529"/>
                </a:lnTo>
                <a:cubicBezTo>
                  <a:pt x="592" y="1529"/>
                  <a:pt x="600" y="1522"/>
                  <a:pt x="600" y="1515"/>
                </a:cubicBezTo>
                <a:lnTo>
                  <a:pt x="600" y="1301"/>
                </a:lnTo>
                <a:cubicBezTo>
                  <a:pt x="600" y="1293"/>
                  <a:pt x="592" y="1287"/>
                  <a:pt x="581" y="1287"/>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1121637827"/>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42"/>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45"/>
                                        </p:tgtEl>
                                        <p:attrNameLst>
                                          <p:attrName>style.visibility</p:attrName>
                                        </p:attrNameLst>
                                      </p:cBhvr>
                                      <p:to>
                                        <p:strVal val="visible"/>
                                      </p:to>
                                    </p:set>
                                    <p:anim calcmode="lin" valueType="num">
                                      <p:cBhvr>
                                        <p:cTn id="14" dur="500" fill="hold"/>
                                        <p:tgtEl>
                                          <p:spTgt spid="45"/>
                                        </p:tgtEl>
                                        <p:attrNameLst>
                                          <p:attrName>ppt_w</p:attrName>
                                        </p:attrNameLst>
                                      </p:cBhvr>
                                      <p:tavLst>
                                        <p:tav tm="0">
                                          <p:val>
                                            <p:fltVal val="0"/>
                                          </p:val>
                                        </p:tav>
                                        <p:tav tm="100000">
                                          <p:val>
                                            <p:strVal val="#ppt_w"/>
                                          </p:val>
                                        </p:tav>
                                      </p:tavLst>
                                    </p:anim>
                                    <p:anim calcmode="lin" valueType="num">
                                      <p:cBhvr>
                                        <p:cTn id="15" dur="500" fill="hold"/>
                                        <p:tgtEl>
                                          <p:spTgt spid="45"/>
                                        </p:tgtEl>
                                        <p:attrNameLst>
                                          <p:attrName>ppt_h</p:attrName>
                                        </p:attrNameLst>
                                      </p:cBhvr>
                                      <p:tavLst>
                                        <p:tav tm="0">
                                          <p:val>
                                            <p:fltVal val="0"/>
                                          </p:val>
                                        </p:tav>
                                        <p:tav tm="100000">
                                          <p:val>
                                            <p:strVal val="#ppt_h"/>
                                          </p:val>
                                        </p:tav>
                                      </p:tavLst>
                                    </p:anim>
                                    <p:animEffect transition="in" filter="fade">
                                      <p:cBhvr>
                                        <p:cTn id="16" dur="500"/>
                                        <p:tgtEl>
                                          <p:spTgt spid="45"/>
                                        </p:tgtEl>
                                      </p:cBhvr>
                                    </p:animEffect>
                                  </p:childTnLst>
                                </p:cTn>
                              </p:par>
                              <p:par>
                                <p:cTn id="17" presetID="63" presetClass="path" presetSubtype="0" accel="50000" decel="50000" fill="hold" grpId="1" nodeType="withEffect">
                                  <p:stCondLst>
                                    <p:cond delay="250"/>
                                  </p:stCondLst>
                                  <p:childTnLst>
                                    <p:animMotion origin="layout" path="M 1.25E-6 7.40741E-7 L 0.25 7.40741E-7 " pathEditMode="relative" rAng="0" ptsTypes="AA">
                                      <p:cBhvr>
                                        <p:cTn id="18" dur="1000" spd="-100000" fill="hold"/>
                                        <p:tgtEl>
                                          <p:spTgt spid="45"/>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46"/>
                                        </p:tgtEl>
                                        <p:attrNameLst>
                                          <p:attrName>style.visibility</p:attrName>
                                        </p:attrNameLst>
                                      </p:cBhvr>
                                      <p:to>
                                        <p:strVal val="visible"/>
                                      </p:to>
                                    </p:set>
                                    <p:anim calcmode="lin" valueType="num">
                                      <p:cBhvr>
                                        <p:cTn id="21" dur="500" fill="hold"/>
                                        <p:tgtEl>
                                          <p:spTgt spid="46"/>
                                        </p:tgtEl>
                                        <p:attrNameLst>
                                          <p:attrName>ppt_w</p:attrName>
                                        </p:attrNameLst>
                                      </p:cBhvr>
                                      <p:tavLst>
                                        <p:tav tm="0">
                                          <p:val>
                                            <p:fltVal val="0"/>
                                          </p:val>
                                        </p:tav>
                                        <p:tav tm="100000">
                                          <p:val>
                                            <p:strVal val="#ppt_w"/>
                                          </p:val>
                                        </p:tav>
                                      </p:tavLst>
                                    </p:anim>
                                    <p:anim calcmode="lin" valueType="num">
                                      <p:cBhvr>
                                        <p:cTn id="22" dur="500" fill="hold"/>
                                        <p:tgtEl>
                                          <p:spTgt spid="46"/>
                                        </p:tgtEl>
                                        <p:attrNameLst>
                                          <p:attrName>ppt_h</p:attrName>
                                        </p:attrNameLst>
                                      </p:cBhvr>
                                      <p:tavLst>
                                        <p:tav tm="0">
                                          <p:val>
                                            <p:fltVal val="0"/>
                                          </p:val>
                                        </p:tav>
                                        <p:tav tm="100000">
                                          <p:val>
                                            <p:strVal val="#ppt_h"/>
                                          </p:val>
                                        </p:tav>
                                      </p:tavLst>
                                    </p:anim>
                                    <p:animEffect transition="in" filter="fade">
                                      <p:cBhvr>
                                        <p:cTn id="23" dur="500"/>
                                        <p:tgtEl>
                                          <p:spTgt spid="46"/>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46"/>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nodeType="afterEffect">
                                  <p:stCondLst>
                                    <p:cond delay="0"/>
                                  </p:stCondLst>
                                  <p:childTnLst>
                                    <p:set>
                                      <p:cBhvr>
                                        <p:cTn id="28" dur="1" fill="hold">
                                          <p:stCondLst>
                                            <p:cond delay="0"/>
                                          </p:stCondLst>
                                        </p:cTn>
                                        <p:tgtEl>
                                          <p:spTgt spid="68"/>
                                        </p:tgtEl>
                                        <p:attrNameLst>
                                          <p:attrName>style.visibility</p:attrName>
                                        </p:attrNameLst>
                                      </p:cBhvr>
                                      <p:to>
                                        <p:strVal val="visible"/>
                                      </p:to>
                                    </p:set>
                                    <p:anim calcmode="lin" valueType="num">
                                      <p:cBhvr>
                                        <p:cTn id="29" dur="500" fill="hold"/>
                                        <p:tgtEl>
                                          <p:spTgt spid="68"/>
                                        </p:tgtEl>
                                        <p:attrNameLst>
                                          <p:attrName>ppt_w</p:attrName>
                                        </p:attrNameLst>
                                      </p:cBhvr>
                                      <p:tavLst>
                                        <p:tav tm="0">
                                          <p:val>
                                            <p:fltVal val="0"/>
                                          </p:val>
                                        </p:tav>
                                        <p:tav tm="100000">
                                          <p:val>
                                            <p:strVal val="#ppt_w"/>
                                          </p:val>
                                        </p:tav>
                                      </p:tavLst>
                                    </p:anim>
                                    <p:anim calcmode="lin" valueType="num">
                                      <p:cBhvr>
                                        <p:cTn id="30" dur="500" fill="hold"/>
                                        <p:tgtEl>
                                          <p:spTgt spid="68"/>
                                        </p:tgtEl>
                                        <p:attrNameLst>
                                          <p:attrName>ppt_h</p:attrName>
                                        </p:attrNameLst>
                                      </p:cBhvr>
                                      <p:tavLst>
                                        <p:tav tm="0">
                                          <p:val>
                                            <p:fltVal val="0"/>
                                          </p:val>
                                        </p:tav>
                                        <p:tav tm="100000">
                                          <p:val>
                                            <p:strVal val="#ppt_h"/>
                                          </p:val>
                                        </p:tav>
                                      </p:tavLst>
                                    </p:anim>
                                    <p:animEffect transition="in" filter="fade">
                                      <p:cBhvr>
                                        <p:cTn id="31" dur="500"/>
                                        <p:tgtEl>
                                          <p:spTgt spid="68"/>
                                        </p:tgtEl>
                                      </p:cBhvr>
                                    </p:animEffect>
                                  </p:childTnLst>
                                </p:cTn>
                              </p:par>
                              <p:par>
                                <p:cTn id="32" presetID="42" presetClass="path" presetSubtype="0" accel="50000" decel="50000" fill="hold" nodeType="withEffect">
                                  <p:stCondLst>
                                    <p:cond delay="0"/>
                                  </p:stCondLst>
                                  <p:childTnLst>
                                    <p:animMotion origin="layout" path="M 1.25E-6 -3.7037E-6 L 1.25E-6 0.1176 " pathEditMode="relative" rAng="0" ptsTypes="AA">
                                      <p:cBhvr>
                                        <p:cTn id="33" dur="1000" spd="-100000" fill="hold"/>
                                        <p:tgtEl>
                                          <p:spTgt spid="68"/>
                                        </p:tgtEl>
                                        <p:attrNameLst>
                                          <p:attrName>ppt_x</p:attrName>
                                          <p:attrName>ppt_y</p:attrName>
                                        </p:attrNameLst>
                                      </p:cBhvr>
                                      <p:rCtr x="0" y="5880"/>
                                    </p:animMotion>
                                  </p:childTnLst>
                                </p:cTn>
                              </p:par>
                              <p:par>
                                <p:cTn id="34" presetID="53" presetClass="entr" presetSubtype="16" fill="hold" nodeType="withEffect">
                                  <p:stCondLst>
                                    <p:cond delay="250"/>
                                  </p:stCondLst>
                                  <p:childTnLst>
                                    <p:set>
                                      <p:cBhvr>
                                        <p:cTn id="35" dur="1" fill="hold">
                                          <p:stCondLst>
                                            <p:cond delay="0"/>
                                          </p:stCondLst>
                                        </p:cTn>
                                        <p:tgtEl>
                                          <p:spTgt spid="65"/>
                                        </p:tgtEl>
                                        <p:attrNameLst>
                                          <p:attrName>style.visibility</p:attrName>
                                        </p:attrNameLst>
                                      </p:cBhvr>
                                      <p:to>
                                        <p:strVal val="visible"/>
                                      </p:to>
                                    </p:set>
                                    <p:anim calcmode="lin" valueType="num">
                                      <p:cBhvr>
                                        <p:cTn id="36" dur="500" fill="hold"/>
                                        <p:tgtEl>
                                          <p:spTgt spid="65"/>
                                        </p:tgtEl>
                                        <p:attrNameLst>
                                          <p:attrName>ppt_w</p:attrName>
                                        </p:attrNameLst>
                                      </p:cBhvr>
                                      <p:tavLst>
                                        <p:tav tm="0">
                                          <p:val>
                                            <p:fltVal val="0"/>
                                          </p:val>
                                        </p:tav>
                                        <p:tav tm="100000">
                                          <p:val>
                                            <p:strVal val="#ppt_w"/>
                                          </p:val>
                                        </p:tav>
                                      </p:tavLst>
                                    </p:anim>
                                    <p:anim calcmode="lin" valueType="num">
                                      <p:cBhvr>
                                        <p:cTn id="37" dur="500" fill="hold"/>
                                        <p:tgtEl>
                                          <p:spTgt spid="65"/>
                                        </p:tgtEl>
                                        <p:attrNameLst>
                                          <p:attrName>ppt_h</p:attrName>
                                        </p:attrNameLst>
                                      </p:cBhvr>
                                      <p:tavLst>
                                        <p:tav tm="0">
                                          <p:val>
                                            <p:fltVal val="0"/>
                                          </p:val>
                                        </p:tav>
                                        <p:tav tm="100000">
                                          <p:val>
                                            <p:strVal val="#ppt_h"/>
                                          </p:val>
                                        </p:tav>
                                      </p:tavLst>
                                    </p:anim>
                                    <p:animEffect transition="in" filter="fade">
                                      <p:cBhvr>
                                        <p:cTn id="38" dur="500"/>
                                        <p:tgtEl>
                                          <p:spTgt spid="65"/>
                                        </p:tgtEl>
                                      </p:cBhvr>
                                    </p:animEffect>
                                  </p:childTnLst>
                                </p:cTn>
                              </p:par>
                              <p:par>
                                <p:cTn id="39" presetID="42" presetClass="path" presetSubtype="0" accel="50000" decel="50000" fill="hold" nodeType="withEffect">
                                  <p:stCondLst>
                                    <p:cond delay="250"/>
                                  </p:stCondLst>
                                  <p:childTnLst>
                                    <p:animMotion origin="layout" path="M 1.25E-6 -3.7037E-7 L 1.25E-6 0.11759 " pathEditMode="relative" rAng="0" ptsTypes="AA">
                                      <p:cBhvr>
                                        <p:cTn id="40" dur="1000" spd="-100000" fill="hold"/>
                                        <p:tgtEl>
                                          <p:spTgt spid="65"/>
                                        </p:tgtEl>
                                        <p:attrNameLst>
                                          <p:attrName>ppt_x</p:attrName>
                                          <p:attrName>ppt_y</p:attrName>
                                        </p:attrNameLst>
                                      </p:cBhvr>
                                      <p:rCtr x="0" y="5880"/>
                                    </p:animMotion>
                                  </p:childTnLst>
                                </p:cTn>
                              </p:par>
                              <p:par>
                                <p:cTn id="41" presetID="53" presetClass="entr" presetSubtype="16" fill="hold" nodeType="withEffect">
                                  <p:stCondLst>
                                    <p:cond delay="500"/>
                                  </p:stCondLst>
                                  <p:childTnLst>
                                    <p:set>
                                      <p:cBhvr>
                                        <p:cTn id="42" dur="1" fill="hold">
                                          <p:stCondLst>
                                            <p:cond delay="0"/>
                                          </p:stCondLst>
                                        </p:cTn>
                                        <p:tgtEl>
                                          <p:spTgt spid="62"/>
                                        </p:tgtEl>
                                        <p:attrNameLst>
                                          <p:attrName>style.visibility</p:attrName>
                                        </p:attrNameLst>
                                      </p:cBhvr>
                                      <p:to>
                                        <p:strVal val="visible"/>
                                      </p:to>
                                    </p:set>
                                    <p:anim calcmode="lin" valueType="num">
                                      <p:cBhvr>
                                        <p:cTn id="43" dur="500" fill="hold"/>
                                        <p:tgtEl>
                                          <p:spTgt spid="62"/>
                                        </p:tgtEl>
                                        <p:attrNameLst>
                                          <p:attrName>ppt_w</p:attrName>
                                        </p:attrNameLst>
                                      </p:cBhvr>
                                      <p:tavLst>
                                        <p:tav tm="0">
                                          <p:val>
                                            <p:fltVal val="0"/>
                                          </p:val>
                                        </p:tav>
                                        <p:tav tm="100000">
                                          <p:val>
                                            <p:strVal val="#ppt_w"/>
                                          </p:val>
                                        </p:tav>
                                      </p:tavLst>
                                    </p:anim>
                                    <p:anim calcmode="lin" valueType="num">
                                      <p:cBhvr>
                                        <p:cTn id="44" dur="500" fill="hold"/>
                                        <p:tgtEl>
                                          <p:spTgt spid="62"/>
                                        </p:tgtEl>
                                        <p:attrNameLst>
                                          <p:attrName>ppt_h</p:attrName>
                                        </p:attrNameLst>
                                      </p:cBhvr>
                                      <p:tavLst>
                                        <p:tav tm="0">
                                          <p:val>
                                            <p:fltVal val="0"/>
                                          </p:val>
                                        </p:tav>
                                        <p:tav tm="100000">
                                          <p:val>
                                            <p:strVal val="#ppt_h"/>
                                          </p:val>
                                        </p:tav>
                                      </p:tavLst>
                                    </p:anim>
                                    <p:animEffect transition="in" filter="fade">
                                      <p:cBhvr>
                                        <p:cTn id="45" dur="500"/>
                                        <p:tgtEl>
                                          <p:spTgt spid="62"/>
                                        </p:tgtEl>
                                      </p:cBhvr>
                                    </p:animEffect>
                                  </p:childTnLst>
                                </p:cTn>
                              </p:par>
                              <p:par>
                                <p:cTn id="46" presetID="42" presetClass="path" presetSubtype="0" accel="50000" decel="50000" fill="hold" nodeType="withEffect">
                                  <p:stCondLst>
                                    <p:cond delay="500"/>
                                  </p:stCondLst>
                                  <p:childTnLst>
                                    <p:animMotion origin="layout" path="M 1.25E-6 -1.11111E-6 L 1.25E-6 0.11759 " pathEditMode="relative" rAng="0" ptsTypes="AA">
                                      <p:cBhvr>
                                        <p:cTn id="47" dur="1000" spd="-100000" fill="hold"/>
                                        <p:tgtEl>
                                          <p:spTgt spid="62"/>
                                        </p:tgtEl>
                                        <p:attrNameLst>
                                          <p:attrName>ppt_x</p:attrName>
                                          <p:attrName>ppt_y</p:attrName>
                                        </p:attrNameLst>
                                      </p:cBhvr>
                                      <p:rCtr x="0" y="5880"/>
                                    </p:animMotion>
                                  </p:childTnLst>
                                </p:cTn>
                              </p:par>
                              <p:par>
                                <p:cTn id="48" presetID="53" presetClass="entr" presetSubtype="16" fill="hold" nodeType="withEffect">
                                  <p:stCondLst>
                                    <p:cond delay="750"/>
                                  </p:stCondLst>
                                  <p:childTnLst>
                                    <p:set>
                                      <p:cBhvr>
                                        <p:cTn id="49" dur="1" fill="hold">
                                          <p:stCondLst>
                                            <p:cond delay="0"/>
                                          </p:stCondLst>
                                        </p:cTn>
                                        <p:tgtEl>
                                          <p:spTgt spid="59"/>
                                        </p:tgtEl>
                                        <p:attrNameLst>
                                          <p:attrName>style.visibility</p:attrName>
                                        </p:attrNameLst>
                                      </p:cBhvr>
                                      <p:to>
                                        <p:strVal val="visible"/>
                                      </p:to>
                                    </p:set>
                                    <p:anim calcmode="lin" valueType="num">
                                      <p:cBhvr>
                                        <p:cTn id="50" dur="500" fill="hold"/>
                                        <p:tgtEl>
                                          <p:spTgt spid="59"/>
                                        </p:tgtEl>
                                        <p:attrNameLst>
                                          <p:attrName>ppt_w</p:attrName>
                                        </p:attrNameLst>
                                      </p:cBhvr>
                                      <p:tavLst>
                                        <p:tav tm="0">
                                          <p:val>
                                            <p:fltVal val="0"/>
                                          </p:val>
                                        </p:tav>
                                        <p:tav tm="100000">
                                          <p:val>
                                            <p:strVal val="#ppt_w"/>
                                          </p:val>
                                        </p:tav>
                                      </p:tavLst>
                                    </p:anim>
                                    <p:anim calcmode="lin" valueType="num">
                                      <p:cBhvr>
                                        <p:cTn id="51" dur="500" fill="hold"/>
                                        <p:tgtEl>
                                          <p:spTgt spid="59"/>
                                        </p:tgtEl>
                                        <p:attrNameLst>
                                          <p:attrName>ppt_h</p:attrName>
                                        </p:attrNameLst>
                                      </p:cBhvr>
                                      <p:tavLst>
                                        <p:tav tm="0">
                                          <p:val>
                                            <p:fltVal val="0"/>
                                          </p:val>
                                        </p:tav>
                                        <p:tav tm="100000">
                                          <p:val>
                                            <p:strVal val="#ppt_h"/>
                                          </p:val>
                                        </p:tav>
                                      </p:tavLst>
                                    </p:anim>
                                    <p:animEffect transition="in" filter="fade">
                                      <p:cBhvr>
                                        <p:cTn id="52" dur="500"/>
                                        <p:tgtEl>
                                          <p:spTgt spid="59"/>
                                        </p:tgtEl>
                                      </p:cBhvr>
                                    </p:animEffect>
                                  </p:childTnLst>
                                </p:cTn>
                              </p:par>
                              <p:par>
                                <p:cTn id="53" presetID="42" presetClass="path" presetSubtype="0" accel="50000" decel="50000" fill="hold" nodeType="withEffect">
                                  <p:stCondLst>
                                    <p:cond delay="750"/>
                                  </p:stCondLst>
                                  <p:childTnLst>
                                    <p:animMotion origin="layout" path="M 1.25E-6 -4.44444E-6 L 1.25E-6 0.1176 " pathEditMode="relative" rAng="0" ptsTypes="AA">
                                      <p:cBhvr>
                                        <p:cTn id="54" dur="1000" spd="-100000" fill="hold"/>
                                        <p:tgtEl>
                                          <p:spTgt spid="59"/>
                                        </p:tgtEl>
                                        <p:attrNameLst>
                                          <p:attrName>ppt_x</p:attrName>
                                          <p:attrName>ppt_y</p:attrName>
                                        </p:attrNameLst>
                                      </p:cBhvr>
                                      <p:rCtr x="0" y="5880"/>
                                    </p:animMotion>
                                  </p:childTnLst>
                                </p:cTn>
                              </p:par>
                            </p:childTnLst>
                          </p:cTn>
                        </p:par>
                        <p:par>
                          <p:cTn id="55" fill="hold">
                            <p:stCondLst>
                              <p:cond delay="3250"/>
                            </p:stCondLst>
                            <p:childTnLst>
                              <p:par>
                                <p:cTn id="56" presetID="53" presetClass="entr" presetSubtype="16" fill="hold" grpId="0" nodeType="afterEffect">
                                  <p:stCondLst>
                                    <p:cond delay="0"/>
                                  </p:stCondLst>
                                  <p:childTnLst>
                                    <p:set>
                                      <p:cBhvr>
                                        <p:cTn id="57" dur="1" fill="hold">
                                          <p:stCondLst>
                                            <p:cond delay="0"/>
                                          </p:stCondLst>
                                        </p:cTn>
                                        <p:tgtEl>
                                          <p:spTgt spid="74"/>
                                        </p:tgtEl>
                                        <p:attrNameLst>
                                          <p:attrName>style.visibility</p:attrName>
                                        </p:attrNameLst>
                                      </p:cBhvr>
                                      <p:to>
                                        <p:strVal val="visible"/>
                                      </p:to>
                                    </p:set>
                                    <p:anim calcmode="lin" valueType="num">
                                      <p:cBhvr>
                                        <p:cTn id="58" dur="500" fill="hold"/>
                                        <p:tgtEl>
                                          <p:spTgt spid="74"/>
                                        </p:tgtEl>
                                        <p:attrNameLst>
                                          <p:attrName>ppt_w</p:attrName>
                                        </p:attrNameLst>
                                      </p:cBhvr>
                                      <p:tavLst>
                                        <p:tav tm="0">
                                          <p:val>
                                            <p:fltVal val="0"/>
                                          </p:val>
                                        </p:tav>
                                        <p:tav tm="100000">
                                          <p:val>
                                            <p:strVal val="#ppt_w"/>
                                          </p:val>
                                        </p:tav>
                                      </p:tavLst>
                                    </p:anim>
                                    <p:anim calcmode="lin" valueType="num">
                                      <p:cBhvr>
                                        <p:cTn id="59" dur="500" fill="hold"/>
                                        <p:tgtEl>
                                          <p:spTgt spid="74"/>
                                        </p:tgtEl>
                                        <p:attrNameLst>
                                          <p:attrName>ppt_h</p:attrName>
                                        </p:attrNameLst>
                                      </p:cBhvr>
                                      <p:tavLst>
                                        <p:tav tm="0">
                                          <p:val>
                                            <p:fltVal val="0"/>
                                          </p:val>
                                        </p:tav>
                                        <p:tav tm="100000">
                                          <p:val>
                                            <p:strVal val="#ppt_h"/>
                                          </p:val>
                                        </p:tav>
                                      </p:tavLst>
                                    </p:anim>
                                    <p:animEffect transition="in" filter="fade">
                                      <p:cBhvr>
                                        <p:cTn id="60" dur="500"/>
                                        <p:tgtEl>
                                          <p:spTgt spid="74"/>
                                        </p:tgtEl>
                                      </p:cBhvr>
                                    </p:animEffect>
                                  </p:childTnLst>
                                </p:cTn>
                              </p:par>
                              <p:par>
                                <p:cTn id="61" presetID="53" presetClass="entr" presetSubtype="16" fill="hold" grpId="0" nodeType="withEffect">
                                  <p:stCondLst>
                                    <p:cond delay="200"/>
                                  </p:stCondLst>
                                  <p:childTnLst>
                                    <p:set>
                                      <p:cBhvr>
                                        <p:cTn id="62" dur="1" fill="hold">
                                          <p:stCondLst>
                                            <p:cond delay="0"/>
                                          </p:stCondLst>
                                        </p:cTn>
                                        <p:tgtEl>
                                          <p:spTgt spid="73"/>
                                        </p:tgtEl>
                                        <p:attrNameLst>
                                          <p:attrName>style.visibility</p:attrName>
                                        </p:attrNameLst>
                                      </p:cBhvr>
                                      <p:to>
                                        <p:strVal val="visible"/>
                                      </p:to>
                                    </p:set>
                                    <p:anim calcmode="lin" valueType="num">
                                      <p:cBhvr>
                                        <p:cTn id="63" dur="500" fill="hold"/>
                                        <p:tgtEl>
                                          <p:spTgt spid="73"/>
                                        </p:tgtEl>
                                        <p:attrNameLst>
                                          <p:attrName>ppt_w</p:attrName>
                                        </p:attrNameLst>
                                      </p:cBhvr>
                                      <p:tavLst>
                                        <p:tav tm="0">
                                          <p:val>
                                            <p:fltVal val="0"/>
                                          </p:val>
                                        </p:tav>
                                        <p:tav tm="100000">
                                          <p:val>
                                            <p:strVal val="#ppt_w"/>
                                          </p:val>
                                        </p:tav>
                                      </p:tavLst>
                                    </p:anim>
                                    <p:anim calcmode="lin" valueType="num">
                                      <p:cBhvr>
                                        <p:cTn id="64" dur="500" fill="hold"/>
                                        <p:tgtEl>
                                          <p:spTgt spid="73"/>
                                        </p:tgtEl>
                                        <p:attrNameLst>
                                          <p:attrName>ppt_h</p:attrName>
                                        </p:attrNameLst>
                                      </p:cBhvr>
                                      <p:tavLst>
                                        <p:tav tm="0">
                                          <p:val>
                                            <p:fltVal val="0"/>
                                          </p:val>
                                        </p:tav>
                                        <p:tav tm="100000">
                                          <p:val>
                                            <p:strVal val="#ppt_h"/>
                                          </p:val>
                                        </p:tav>
                                      </p:tavLst>
                                    </p:anim>
                                    <p:animEffect transition="in" filter="fade">
                                      <p:cBhvr>
                                        <p:cTn id="65" dur="500"/>
                                        <p:tgtEl>
                                          <p:spTgt spid="73"/>
                                        </p:tgtEl>
                                      </p:cBhvr>
                                    </p:animEffect>
                                  </p:childTnLst>
                                </p:cTn>
                              </p:par>
                              <p:par>
                                <p:cTn id="66" presetID="53" presetClass="entr" presetSubtype="16" fill="hold" grpId="0" nodeType="withEffect">
                                  <p:stCondLst>
                                    <p:cond delay="400"/>
                                  </p:stCondLst>
                                  <p:childTnLst>
                                    <p:set>
                                      <p:cBhvr>
                                        <p:cTn id="67" dur="1" fill="hold">
                                          <p:stCondLst>
                                            <p:cond delay="0"/>
                                          </p:stCondLst>
                                        </p:cTn>
                                        <p:tgtEl>
                                          <p:spTgt spid="72"/>
                                        </p:tgtEl>
                                        <p:attrNameLst>
                                          <p:attrName>style.visibility</p:attrName>
                                        </p:attrNameLst>
                                      </p:cBhvr>
                                      <p:to>
                                        <p:strVal val="visible"/>
                                      </p:to>
                                    </p:set>
                                    <p:anim calcmode="lin" valueType="num">
                                      <p:cBhvr>
                                        <p:cTn id="68" dur="500" fill="hold"/>
                                        <p:tgtEl>
                                          <p:spTgt spid="72"/>
                                        </p:tgtEl>
                                        <p:attrNameLst>
                                          <p:attrName>ppt_w</p:attrName>
                                        </p:attrNameLst>
                                      </p:cBhvr>
                                      <p:tavLst>
                                        <p:tav tm="0">
                                          <p:val>
                                            <p:fltVal val="0"/>
                                          </p:val>
                                        </p:tav>
                                        <p:tav tm="100000">
                                          <p:val>
                                            <p:strVal val="#ppt_w"/>
                                          </p:val>
                                        </p:tav>
                                      </p:tavLst>
                                    </p:anim>
                                    <p:anim calcmode="lin" valueType="num">
                                      <p:cBhvr>
                                        <p:cTn id="69" dur="500" fill="hold"/>
                                        <p:tgtEl>
                                          <p:spTgt spid="72"/>
                                        </p:tgtEl>
                                        <p:attrNameLst>
                                          <p:attrName>ppt_h</p:attrName>
                                        </p:attrNameLst>
                                      </p:cBhvr>
                                      <p:tavLst>
                                        <p:tav tm="0">
                                          <p:val>
                                            <p:fltVal val="0"/>
                                          </p:val>
                                        </p:tav>
                                        <p:tav tm="100000">
                                          <p:val>
                                            <p:strVal val="#ppt_h"/>
                                          </p:val>
                                        </p:tav>
                                      </p:tavLst>
                                    </p:anim>
                                    <p:animEffect transition="in" filter="fade">
                                      <p:cBhvr>
                                        <p:cTn id="70" dur="500"/>
                                        <p:tgtEl>
                                          <p:spTgt spid="72"/>
                                        </p:tgtEl>
                                      </p:cBhvr>
                                    </p:animEffect>
                                  </p:childTnLst>
                                </p:cTn>
                              </p:par>
                              <p:par>
                                <p:cTn id="71" presetID="53" presetClass="entr" presetSubtype="16" fill="hold" grpId="0" nodeType="withEffect">
                                  <p:stCondLst>
                                    <p:cond delay="600"/>
                                  </p:stCondLst>
                                  <p:childTnLst>
                                    <p:set>
                                      <p:cBhvr>
                                        <p:cTn id="72" dur="1" fill="hold">
                                          <p:stCondLst>
                                            <p:cond delay="0"/>
                                          </p:stCondLst>
                                        </p:cTn>
                                        <p:tgtEl>
                                          <p:spTgt spid="71"/>
                                        </p:tgtEl>
                                        <p:attrNameLst>
                                          <p:attrName>style.visibility</p:attrName>
                                        </p:attrNameLst>
                                      </p:cBhvr>
                                      <p:to>
                                        <p:strVal val="visible"/>
                                      </p:to>
                                    </p:set>
                                    <p:anim calcmode="lin" valueType="num">
                                      <p:cBhvr>
                                        <p:cTn id="73" dur="500" fill="hold"/>
                                        <p:tgtEl>
                                          <p:spTgt spid="71"/>
                                        </p:tgtEl>
                                        <p:attrNameLst>
                                          <p:attrName>ppt_w</p:attrName>
                                        </p:attrNameLst>
                                      </p:cBhvr>
                                      <p:tavLst>
                                        <p:tav tm="0">
                                          <p:val>
                                            <p:fltVal val="0"/>
                                          </p:val>
                                        </p:tav>
                                        <p:tav tm="100000">
                                          <p:val>
                                            <p:strVal val="#ppt_w"/>
                                          </p:val>
                                        </p:tav>
                                      </p:tavLst>
                                    </p:anim>
                                    <p:anim calcmode="lin" valueType="num">
                                      <p:cBhvr>
                                        <p:cTn id="74" dur="500" fill="hold"/>
                                        <p:tgtEl>
                                          <p:spTgt spid="71"/>
                                        </p:tgtEl>
                                        <p:attrNameLst>
                                          <p:attrName>ppt_h</p:attrName>
                                        </p:attrNameLst>
                                      </p:cBhvr>
                                      <p:tavLst>
                                        <p:tav tm="0">
                                          <p:val>
                                            <p:fltVal val="0"/>
                                          </p:val>
                                        </p:tav>
                                        <p:tav tm="100000">
                                          <p:val>
                                            <p:strVal val="#ppt_h"/>
                                          </p:val>
                                        </p:tav>
                                      </p:tavLst>
                                    </p:anim>
                                    <p:animEffect transition="in" filter="fade">
                                      <p:cBhvr>
                                        <p:cTn id="75" dur="500"/>
                                        <p:tgtEl>
                                          <p:spTgt spid="71"/>
                                        </p:tgtEl>
                                      </p:cBhvr>
                                    </p:animEffect>
                                  </p:childTnLst>
                                </p:cTn>
                              </p:par>
                            </p:childTnLst>
                          </p:cTn>
                        </p:par>
                        <p:par>
                          <p:cTn id="76" fill="hold">
                            <p:stCondLst>
                              <p:cond delay="4350"/>
                            </p:stCondLst>
                            <p:childTnLst>
                              <p:par>
                                <p:cTn id="77" presetID="53" presetClass="entr" presetSubtype="16" fill="hold" grpId="0" nodeType="afterEffect">
                                  <p:stCondLst>
                                    <p:cond delay="0"/>
                                  </p:stCondLst>
                                  <p:childTnLst>
                                    <p:set>
                                      <p:cBhvr>
                                        <p:cTn id="78" dur="1" fill="hold">
                                          <p:stCondLst>
                                            <p:cond delay="0"/>
                                          </p:stCondLst>
                                        </p:cTn>
                                        <p:tgtEl>
                                          <p:spTgt spid="47"/>
                                        </p:tgtEl>
                                        <p:attrNameLst>
                                          <p:attrName>style.visibility</p:attrName>
                                        </p:attrNameLst>
                                      </p:cBhvr>
                                      <p:to>
                                        <p:strVal val="visible"/>
                                      </p:to>
                                    </p:set>
                                    <p:anim calcmode="lin" valueType="num">
                                      <p:cBhvr>
                                        <p:cTn id="79" dur="250" fill="hold"/>
                                        <p:tgtEl>
                                          <p:spTgt spid="47"/>
                                        </p:tgtEl>
                                        <p:attrNameLst>
                                          <p:attrName>ppt_w</p:attrName>
                                        </p:attrNameLst>
                                      </p:cBhvr>
                                      <p:tavLst>
                                        <p:tav tm="0">
                                          <p:val>
                                            <p:fltVal val="0"/>
                                          </p:val>
                                        </p:tav>
                                        <p:tav tm="100000">
                                          <p:val>
                                            <p:strVal val="#ppt_w"/>
                                          </p:val>
                                        </p:tav>
                                      </p:tavLst>
                                    </p:anim>
                                    <p:anim calcmode="lin" valueType="num">
                                      <p:cBhvr>
                                        <p:cTn id="80" dur="250" fill="hold"/>
                                        <p:tgtEl>
                                          <p:spTgt spid="47"/>
                                        </p:tgtEl>
                                        <p:attrNameLst>
                                          <p:attrName>ppt_h</p:attrName>
                                        </p:attrNameLst>
                                      </p:cBhvr>
                                      <p:tavLst>
                                        <p:tav tm="0">
                                          <p:val>
                                            <p:fltVal val="0"/>
                                          </p:val>
                                        </p:tav>
                                        <p:tav tm="100000">
                                          <p:val>
                                            <p:strVal val="#ppt_h"/>
                                          </p:val>
                                        </p:tav>
                                      </p:tavLst>
                                    </p:anim>
                                    <p:animEffect transition="in" filter="fade">
                                      <p:cBhvr>
                                        <p:cTn id="81" dur="250"/>
                                        <p:tgtEl>
                                          <p:spTgt spid="47"/>
                                        </p:tgtEl>
                                      </p:cBhvr>
                                    </p:animEffect>
                                  </p:childTnLst>
                                </p:cTn>
                              </p:par>
                            </p:childTnLst>
                          </p:cTn>
                        </p:par>
                        <p:par>
                          <p:cTn id="82" fill="hold">
                            <p:stCondLst>
                              <p:cond delay="4600"/>
                            </p:stCondLst>
                            <p:childTnLst>
                              <p:par>
                                <p:cTn id="83" presetID="53" presetClass="entr" presetSubtype="16" fill="hold" grpId="0" nodeType="afterEffect">
                                  <p:stCondLst>
                                    <p:cond delay="0"/>
                                  </p:stCondLst>
                                  <p:childTnLst>
                                    <p:set>
                                      <p:cBhvr>
                                        <p:cTn id="84" dur="1" fill="hold">
                                          <p:stCondLst>
                                            <p:cond delay="0"/>
                                          </p:stCondLst>
                                        </p:cTn>
                                        <p:tgtEl>
                                          <p:spTgt spid="81"/>
                                        </p:tgtEl>
                                        <p:attrNameLst>
                                          <p:attrName>style.visibility</p:attrName>
                                        </p:attrNameLst>
                                      </p:cBhvr>
                                      <p:to>
                                        <p:strVal val="visible"/>
                                      </p:to>
                                    </p:set>
                                    <p:anim calcmode="lin" valueType="num">
                                      <p:cBhvr>
                                        <p:cTn id="85" dur="250" fill="hold"/>
                                        <p:tgtEl>
                                          <p:spTgt spid="81"/>
                                        </p:tgtEl>
                                        <p:attrNameLst>
                                          <p:attrName>ppt_w</p:attrName>
                                        </p:attrNameLst>
                                      </p:cBhvr>
                                      <p:tavLst>
                                        <p:tav tm="0">
                                          <p:val>
                                            <p:fltVal val="0"/>
                                          </p:val>
                                        </p:tav>
                                        <p:tav tm="100000">
                                          <p:val>
                                            <p:strVal val="#ppt_w"/>
                                          </p:val>
                                        </p:tav>
                                      </p:tavLst>
                                    </p:anim>
                                    <p:anim calcmode="lin" valueType="num">
                                      <p:cBhvr>
                                        <p:cTn id="86" dur="250" fill="hold"/>
                                        <p:tgtEl>
                                          <p:spTgt spid="81"/>
                                        </p:tgtEl>
                                        <p:attrNameLst>
                                          <p:attrName>ppt_h</p:attrName>
                                        </p:attrNameLst>
                                      </p:cBhvr>
                                      <p:tavLst>
                                        <p:tav tm="0">
                                          <p:val>
                                            <p:fltVal val="0"/>
                                          </p:val>
                                        </p:tav>
                                        <p:tav tm="100000">
                                          <p:val>
                                            <p:strVal val="#ppt_h"/>
                                          </p:val>
                                        </p:tav>
                                      </p:tavLst>
                                    </p:anim>
                                    <p:animEffect transition="in" filter="fade">
                                      <p:cBhvr>
                                        <p:cTn id="87" dur="250"/>
                                        <p:tgtEl>
                                          <p:spTgt spid="81"/>
                                        </p:tgtEl>
                                      </p:cBhvr>
                                    </p:animEffect>
                                  </p:childTnLst>
                                </p:cTn>
                              </p:par>
                            </p:childTnLst>
                          </p:cTn>
                        </p:par>
                        <p:par>
                          <p:cTn id="88" fill="hold">
                            <p:stCondLst>
                              <p:cond delay="4850"/>
                            </p:stCondLst>
                            <p:childTnLst>
                              <p:par>
                                <p:cTn id="89" presetID="2" presetClass="entr" presetSubtype="2" fill="hold" grpId="0" nodeType="afterEffect">
                                  <p:stCondLst>
                                    <p:cond delay="0"/>
                                  </p:stCondLst>
                                  <p:childTnLst>
                                    <p:set>
                                      <p:cBhvr>
                                        <p:cTn id="90" dur="1" fill="hold">
                                          <p:stCondLst>
                                            <p:cond delay="0"/>
                                          </p:stCondLst>
                                        </p:cTn>
                                        <p:tgtEl>
                                          <p:spTgt spid="48"/>
                                        </p:tgtEl>
                                        <p:attrNameLst>
                                          <p:attrName>style.visibility</p:attrName>
                                        </p:attrNameLst>
                                      </p:cBhvr>
                                      <p:to>
                                        <p:strVal val="visible"/>
                                      </p:to>
                                    </p:set>
                                    <p:anim calcmode="lin" valueType="num">
                                      <p:cBhvr additive="base">
                                        <p:cTn id="91" dur="500" fill="hold"/>
                                        <p:tgtEl>
                                          <p:spTgt spid="48"/>
                                        </p:tgtEl>
                                        <p:attrNameLst>
                                          <p:attrName>ppt_x</p:attrName>
                                        </p:attrNameLst>
                                      </p:cBhvr>
                                      <p:tavLst>
                                        <p:tav tm="0">
                                          <p:val>
                                            <p:strVal val="1+#ppt_w/2"/>
                                          </p:val>
                                        </p:tav>
                                        <p:tav tm="100000">
                                          <p:val>
                                            <p:strVal val="#ppt_x"/>
                                          </p:val>
                                        </p:tav>
                                      </p:tavLst>
                                    </p:anim>
                                    <p:anim calcmode="lin" valueType="num">
                                      <p:cBhvr additive="base">
                                        <p:cTn id="92" dur="500" fill="hold"/>
                                        <p:tgtEl>
                                          <p:spTgt spid="48"/>
                                        </p:tgtEl>
                                        <p:attrNameLst>
                                          <p:attrName>ppt_y</p:attrName>
                                        </p:attrNameLst>
                                      </p:cBhvr>
                                      <p:tavLst>
                                        <p:tav tm="0">
                                          <p:val>
                                            <p:strVal val="#ppt_y"/>
                                          </p:val>
                                        </p:tav>
                                        <p:tav tm="100000">
                                          <p:val>
                                            <p:strVal val="#ppt_y"/>
                                          </p:val>
                                        </p:tav>
                                      </p:tavLst>
                                    </p:anim>
                                  </p:childTnLst>
                                </p:cTn>
                              </p:par>
                            </p:childTnLst>
                          </p:cTn>
                        </p:par>
                        <p:par>
                          <p:cTn id="93" fill="hold">
                            <p:stCondLst>
                              <p:cond delay="5350"/>
                            </p:stCondLst>
                            <p:childTnLst>
                              <p:par>
                                <p:cTn id="94" presetID="53" presetClass="entr" presetSubtype="16" fill="hold" grpId="0" nodeType="afterEffect">
                                  <p:stCondLst>
                                    <p:cond delay="0"/>
                                  </p:stCondLst>
                                  <p:iterate type="lt">
                                    <p:tmPct val="10000"/>
                                  </p:iterate>
                                  <p:childTnLst>
                                    <p:set>
                                      <p:cBhvr>
                                        <p:cTn id="95" dur="1" fill="hold">
                                          <p:stCondLst>
                                            <p:cond delay="0"/>
                                          </p:stCondLst>
                                        </p:cTn>
                                        <p:tgtEl>
                                          <p:spTgt spid="49"/>
                                        </p:tgtEl>
                                        <p:attrNameLst>
                                          <p:attrName>style.visibility</p:attrName>
                                        </p:attrNameLst>
                                      </p:cBhvr>
                                      <p:to>
                                        <p:strVal val="visible"/>
                                      </p:to>
                                    </p:set>
                                    <p:anim calcmode="lin" valueType="num">
                                      <p:cBhvr>
                                        <p:cTn id="96" dur="250" fill="hold"/>
                                        <p:tgtEl>
                                          <p:spTgt spid="49"/>
                                        </p:tgtEl>
                                        <p:attrNameLst>
                                          <p:attrName>ppt_w</p:attrName>
                                        </p:attrNameLst>
                                      </p:cBhvr>
                                      <p:tavLst>
                                        <p:tav tm="0">
                                          <p:val>
                                            <p:fltVal val="0"/>
                                          </p:val>
                                        </p:tav>
                                        <p:tav tm="100000">
                                          <p:val>
                                            <p:strVal val="#ppt_w"/>
                                          </p:val>
                                        </p:tav>
                                      </p:tavLst>
                                    </p:anim>
                                    <p:anim calcmode="lin" valueType="num">
                                      <p:cBhvr>
                                        <p:cTn id="97" dur="250" fill="hold"/>
                                        <p:tgtEl>
                                          <p:spTgt spid="49"/>
                                        </p:tgtEl>
                                        <p:attrNameLst>
                                          <p:attrName>ppt_h</p:attrName>
                                        </p:attrNameLst>
                                      </p:cBhvr>
                                      <p:tavLst>
                                        <p:tav tm="0">
                                          <p:val>
                                            <p:fltVal val="0"/>
                                          </p:val>
                                        </p:tav>
                                        <p:tav tm="100000">
                                          <p:val>
                                            <p:strVal val="#ppt_h"/>
                                          </p:val>
                                        </p:tav>
                                      </p:tavLst>
                                    </p:anim>
                                    <p:animEffect transition="in" filter="fade">
                                      <p:cBhvr>
                                        <p:cTn id="98" dur="250"/>
                                        <p:tgtEl>
                                          <p:spTgt spid="49"/>
                                        </p:tgtEl>
                                      </p:cBhvr>
                                    </p:animEffect>
                                  </p:childTnLst>
                                </p:cTn>
                              </p:par>
                            </p:childTnLst>
                          </p:cTn>
                        </p:par>
                        <p:par>
                          <p:cTn id="99" fill="hold">
                            <p:stCondLst>
                              <p:cond delay="6600"/>
                            </p:stCondLst>
                            <p:childTnLst>
                              <p:par>
                                <p:cTn id="100" presetID="53" presetClass="entr" presetSubtype="16" fill="hold" grpId="0" nodeType="afterEffect">
                                  <p:stCondLst>
                                    <p:cond delay="0"/>
                                  </p:stCondLst>
                                  <p:childTnLst>
                                    <p:set>
                                      <p:cBhvr>
                                        <p:cTn id="101" dur="1" fill="hold">
                                          <p:stCondLst>
                                            <p:cond delay="0"/>
                                          </p:stCondLst>
                                        </p:cTn>
                                        <p:tgtEl>
                                          <p:spTgt spid="50"/>
                                        </p:tgtEl>
                                        <p:attrNameLst>
                                          <p:attrName>style.visibility</p:attrName>
                                        </p:attrNameLst>
                                      </p:cBhvr>
                                      <p:to>
                                        <p:strVal val="visible"/>
                                      </p:to>
                                    </p:set>
                                    <p:anim calcmode="lin" valueType="num">
                                      <p:cBhvr>
                                        <p:cTn id="102" dur="250" fill="hold"/>
                                        <p:tgtEl>
                                          <p:spTgt spid="50"/>
                                        </p:tgtEl>
                                        <p:attrNameLst>
                                          <p:attrName>ppt_w</p:attrName>
                                        </p:attrNameLst>
                                      </p:cBhvr>
                                      <p:tavLst>
                                        <p:tav tm="0">
                                          <p:val>
                                            <p:fltVal val="0"/>
                                          </p:val>
                                        </p:tav>
                                        <p:tav tm="100000">
                                          <p:val>
                                            <p:strVal val="#ppt_w"/>
                                          </p:val>
                                        </p:tav>
                                      </p:tavLst>
                                    </p:anim>
                                    <p:anim calcmode="lin" valueType="num">
                                      <p:cBhvr>
                                        <p:cTn id="103" dur="250" fill="hold"/>
                                        <p:tgtEl>
                                          <p:spTgt spid="50"/>
                                        </p:tgtEl>
                                        <p:attrNameLst>
                                          <p:attrName>ppt_h</p:attrName>
                                        </p:attrNameLst>
                                      </p:cBhvr>
                                      <p:tavLst>
                                        <p:tav tm="0">
                                          <p:val>
                                            <p:fltVal val="0"/>
                                          </p:val>
                                        </p:tav>
                                        <p:tav tm="100000">
                                          <p:val>
                                            <p:strVal val="#ppt_h"/>
                                          </p:val>
                                        </p:tav>
                                      </p:tavLst>
                                    </p:anim>
                                    <p:animEffect transition="in" filter="fade">
                                      <p:cBhvr>
                                        <p:cTn id="104" dur="250"/>
                                        <p:tgtEl>
                                          <p:spTgt spid="50"/>
                                        </p:tgtEl>
                                      </p:cBhvr>
                                    </p:animEffect>
                                  </p:childTnLst>
                                </p:cTn>
                              </p:par>
                            </p:childTnLst>
                          </p:cTn>
                        </p:par>
                        <p:par>
                          <p:cTn id="105" fill="hold">
                            <p:stCondLst>
                              <p:cond delay="6850"/>
                            </p:stCondLst>
                            <p:childTnLst>
                              <p:par>
                                <p:cTn id="106" presetID="53" presetClass="entr" presetSubtype="16" fill="hold" nodeType="afterEffect">
                                  <p:stCondLst>
                                    <p:cond delay="0"/>
                                  </p:stCondLst>
                                  <p:childTnLst>
                                    <p:set>
                                      <p:cBhvr>
                                        <p:cTn id="107" dur="1" fill="hold">
                                          <p:stCondLst>
                                            <p:cond delay="0"/>
                                          </p:stCondLst>
                                        </p:cTn>
                                        <p:tgtEl>
                                          <p:spTgt spid="77"/>
                                        </p:tgtEl>
                                        <p:attrNameLst>
                                          <p:attrName>style.visibility</p:attrName>
                                        </p:attrNameLst>
                                      </p:cBhvr>
                                      <p:to>
                                        <p:strVal val="visible"/>
                                      </p:to>
                                    </p:set>
                                    <p:anim calcmode="lin" valueType="num">
                                      <p:cBhvr>
                                        <p:cTn id="108" dur="250" fill="hold"/>
                                        <p:tgtEl>
                                          <p:spTgt spid="77"/>
                                        </p:tgtEl>
                                        <p:attrNameLst>
                                          <p:attrName>ppt_w</p:attrName>
                                        </p:attrNameLst>
                                      </p:cBhvr>
                                      <p:tavLst>
                                        <p:tav tm="0">
                                          <p:val>
                                            <p:fltVal val="0"/>
                                          </p:val>
                                        </p:tav>
                                        <p:tav tm="100000">
                                          <p:val>
                                            <p:strVal val="#ppt_w"/>
                                          </p:val>
                                        </p:tav>
                                      </p:tavLst>
                                    </p:anim>
                                    <p:anim calcmode="lin" valueType="num">
                                      <p:cBhvr>
                                        <p:cTn id="109" dur="250" fill="hold"/>
                                        <p:tgtEl>
                                          <p:spTgt spid="77"/>
                                        </p:tgtEl>
                                        <p:attrNameLst>
                                          <p:attrName>ppt_h</p:attrName>
                                        </p:attrNameLst>
                                      </p:cBhvr>
                                      <p:tavLst>
                                        <p:tav tm="0">
                                          <p:val>
                                            <p:fltVal val="0"/>
                                          </p:val>
                                        </p:tav>
                                        <p:tav tm="100000">
                                          <p:val>
                                            <p:strVal val="#ppt_h"/>
                                          </p:val>
                                        </p:tav>
                                      </p:tavLst>
                                    </p:anim>
                                    <p:animEffect transition="in" filter="fade">
                                      <p:cBhvr>
                                        <p:cTn id="110" dur="250"/>
                                        <p:tgtEl>
                                          <p:spTgt spid="77"/>
                                        </p:tgtEl>
                                      </p:cBhvr>
                                    </p:animEffect>
                                  </p:childTnLst>
                                </p:cTn>
                              </p:par>
                            </p:childTnLst>
                          </p:cTn>
                        </p:par>
                        <p:par>
                          <p:cTn id="111" fill="hold">
                            <p:stCondLst>
                              <p:cond delay="7100"/>
                            </p:stCondLst>
                            <p:childTnLst>
                              <p:par>
                                <p:cTn id="112" presetID="2" presetClass="entr" presetSubtype="2" fill="hold" grpId="0" nodeType="afterEffect">
                                  <p:stCondLst>
                                    <p:cond delay="0"/>
                                  </p:stCondLst>
                                  <p:childTnLst>
                                    <p:set>
                                      <p:cBhvr>
                                        <p:cTn id="113" dur="1" fill="hold">
                                          <p:stCondLst>
                                            <p:cond delay="0"/>
                                          </p:stCondLst>
                                        </p:cTn>
                                        <p:tgtEl>
                                          <p:spTgt spid="51"/>
                                        </p:tgtEl>
                                        <p:attrNameLst>
                                          <p:attrName>style.visibility</p:attrName>
                                        </p:attrNameLst>
                                      </p:cBhvr>
                                      <p:to>
                                        <p:strVal val="visible"/>
                                      </p:to>
                                    </p:set>
                                    <p:anim calcmode="lin" valueType="num">
                                      <p:cBhvr additive="base">
                                        <p:cTn id="114" dur="500" fill="hold"/>
                                        <p:tgtEl>
                                          <p:spTgt spid="51"/>
                                        </p:tgtEl>
                                        <p:attrNameLst>
                                          <p:attrName>ppt_x</p:attrName>
                                        </p:attrNameLst>
                                      </p:cBhvr>
                                      <p:tavLst>
                                        <p:tav tm="0">
                                          <p:val>
                                            <p:strVal val="1+#ppt_w/2"/>
                                          </p:val>
                                        </p:tav>
                                        <p:tav tm="100000">
                                          <p:val>
                                            <p:strVal val="#ppt_x"/>
                                          </p:val>
                                        </p:tav>
                                      </p:tavLst>
                                    </p:anim>
                                    <p:anim calcmode="lin" valueType="num">
                                      <p:cBhvr additive="base">
                                        <p:cTn id="115" dur="500" fill="hold"/>
                                        <p:tgtEl>
                                          <p:spTgt spid="51"/>
                                        </p:tgtEl>
                                        <p:attrNameLst>
                                          <p:attrName>ppt_y</p:attrName>
                                        </p:attrNameLst>
                                      </p:cBhvr>
                                      <p:tavLst>
                                        <p:tav tm="0">
                                          <p:val>
                                            <p:strVal val="#ppt_y"/>
                                          </p:val>
                                        </p:tav>
                                        <p:tav tm="100000">
                                          <p:val>
                                            <p:strVal val="#ppt_y"/>
                                          </p:val>
                                        </p:tav>
                                      </p:tavLst>
                                    </p:anim>
                                  </p:childTnLst>
                                </p:cTn>
                              </p:par>
                            </p:childTnLst>
                          </p:cTn>
                        </p:par>
                        <p:par>
                          <p:cTn id="116" fill="hold">
                            <p:stCondLst>
                              <p:cond delay="7600"/>
                            </p:stCondLst>
                            <p:childTnLst>
                              <p:par>
                                <p:cTn id="117" presetID="53" presetClass="entr" presetSubtype="16" fill="hold" grpId="0" nodeType="afterEffect">
                                  <p:stCondLst>
                                    <p:cond delay="0"/>
                                  </p:stCondLst>
                                  <p:iterate type="lt">
                                    <p:tmPct val="10000"/>
                                  </p:iterate>
                                  <p:childTnLst>
                                    <p:set>
                                      <p:cBhvr>
                                        <p:cTn id="118" dur="1" fill="hold">
                                          <p:stCondLst>
                                            <p:cond delay="0"/>
                                          </p:stCondLst>
                                        </p:cTn>
                                        <p:tgtEl>
                                          <p:spTgt spid="52"/>
                                        </p:tgtEl>
                                        <p:attrNameLst>
                                          <p:attrName>style.visibility</p:attrName>
                                        </p:attrNameLst>
                                      </p:cBhvr>
                                      <p:to>
                                        <p:strVal val="visible"/>
                                      </p:to>
                                    </p:set>
                                    <p:anim calcmode="lin" valueType="num">
                                      <p:cBhvr>
                                        <p:cTn id="119" dur="250" fill="hold"/>
                                        <p:tgtEl>
                                          <p:spTgt spid="52"/>
                                        </p:tgtEl>
                                        <p:attrNameLst>
                                          <p:attrName>ppt_w</p:attrName>
                                        </p:attrNameLst>
                                      </p:cBhvr>
                                      <p:tavLst>
                                        <p:tav tm="0">
                                          <p:val>
                                            <p:fltVal val="0"/>
                                          </p:val>
                                        </p:tav>
                                        <p:tav tm="100000">
                                          <p:val>
                                            <p:strVal val="#ppt_w"/>
                                          </p:val>
                                        </p:tav>
                                      </p:tavLst>
                                    </p:anim>
                                    <p:anim calcmode="lin" valueType="num">
                                      <p:cBhvr>
                                        <p:cTn id="120" dur="250" fill="hold"/>
                                        <p:tgtEl>
                                          <p:spTgt spid="52"/>
                                        </p:tgtEl>
                                        <p:attrNameLst>
                                          <p:attrName>ppt_h</p:attrName>
                                        </p:attrNameLst>
                                      </p:cBhvr>
                                      <p:tavLst>
                                        <p:tav tm="0">
                                          <p:val>
                                            <p:fltVal val="0"/>
                                          </p:val>
                                        </p:tav>
                                        <p:tav tm="100000">
                                          <p:val>
                                            <p:strVal val="#ppt_h"/>
                                          </p:val>
                                        </p:tav>
                                      </p:tavLst>
                                    </p:anim>
                                    <p:animEffect transition="in" filter="fade">
                                      <p:cBhvr>
                                        <p:cTn id="121" dur="250"/>
                                        <p:tgtEl>
                                          <p:spTgt spid="52"/>
                                        </p:tgtEl>
                                      </p:cBhvr>
                                    </p:animEffect>
                                  </p:childTnLst>
                                </p:cTn>
                              </p:par>
                            </p:childTnLst>
                          </p:cTn>
                        </p:par>
                        <p:par>
                          <p:cTn id="122" fill="hold">
                            <p:stCondLst>
                              <p:cond delay="8850"/>
                            </p:stCondLst>
                            <p:childTnLst>
                              <p:par>
                                <p:cTn id="123" presetID="53" presetClass="entr" presetSubtype="16" fill="hold" grpId="0" nodeType="afterEffect">
                                  <p:stCondLst>
                                    <p:cond delay="0"/>
                                  </p:stCondLst>
                                  <p:childTnLst>
                                    <p:set>
                                      <p:cBhvr>
                                        <p:cTn id="124" dur="1" fill="hold">
                                          <p:stCondLst>
                                            <p:cond delay="0"/>
                                          </p:stCondLst>
                                        </p:cTn>
                                        <p:tgtEl>
                                          <p:spTgt spid="53"/>
                                        </p:tgtEl>
                                        <p:attrNameLst>
                                          <p:attrName>style.visibility</p:attrName>
                                        </p:attrNameLst>
                                      </p:cBhvr>
                                      <p:to>
                                        <p:strVal val="visible"/>
                                      </p:to>
                                    </p:set>
                                    <p:anim calcmode="lin" valueType="num">
                                      <p:cBhvr>
                                        <p:cTn id="125" dur="250" fill="hold"/>
                                        <p:tgtEl>
                                          <p:spTgt spid="53"/>
                                        </p:tgtEl>
                                        <p:attrNameLst>
                                          <p:attrName>ppt_w</p:attrName>
                                        </p:attrNameLst>
                                      </p:cBhvr>
                                      <p:tavLst>
                                        <p:tav tm="0">
                                          <p:val>
                                            <p:fltVal val="0"/>
                                          </p:val>
                                        </p:tav>
                                        <p:tav tm="100000">
                                          <p:val>
                                            <p:strVal val="#ppt_w"/>
                                          </p:val>
                                        </p:tav>
                                      </p:tavLst>
                                    </p:anim>
                                    <p:anim calcmode="lin" valueType="num">
                                      <p:cBhvr>
                                        <p:cTn id="126" dur="250" fill="hold"/>
                                        <p:tgtEl>
                                          <p:spTgt spid="53"/>
                                        </p:tgtEl>
                                        <p:attrNameLst>
                                          <p:attrName>ppt_h</p:attrName>
                                        </p:attrNameLst>
                                      </p:cBhvr>
                                      <p:tavLst>
                                        <p:tav tm="0">
                                          <p:val>
                                            <p:fltVal val="0"/>
                                          </p:val>
                                        </p:tav>
                                        <p:tav tm="100000">
                                          <p:val>
                                            <p:strVal val="#ppt_h"/>
                                          </p:val>
                                        </p:tav>
                                      </p:tavLst>
                                    </p:anim>
                                    <p:animEffect transition="in" filter="fade">
                                      <p:cBhvr>
                                        <p:cTn id="127" dur="250"/>
                                        <p:tgtEl>
                                          <p:spTgt spid="53"/>
                                        </p:tgtEl>
                                      </p:cBhvr>
                                    </p:animEffect>
                                  </p:childTnLst>
                                </p:cTn>
                              </p:par>
                            </p:childTnLst>
                          </p:cTn>
                        </p:par>
                        <p:par>
                          <p:cTn id="128" fill="hold">
                            <p:stCondLst>
                              <p:cond delay="9100"/>
                            </p:stCondLst>
                            <p:childTnLst>
                              <p:par>
                                <p:cTn id="129" presetID="53" presetClass="entr" presetSubtype="16" fill="hold" grpId="0" nodeType="afterEffect">
                                  <p:stCondLst>
                                    <p:cond delay="0"/>
                                  </p:stCondLst>
                                  <p:childTnLst>
                                    <p:set>
                                      <p:cBhvr>
                                        <p:cTn id="130" dur="1" fill="hold">
                                          <p:stCondLst>
                                            <p:cond delay="0"/>
                                          </p:stCondLst>
                                        </p:cTn>
                                        <p:tgtEl>
                                          <p:spTgt spid="75"/>
                                        </p:tgtEl>
                                        <p:attrNameLst>
                                          <p:attrName>style.visibility</p:attrName>
                                        </p:attrNameLst>
                                      </p:cBhvr>
                                      <p:to>
                                        <p:strVal val="visible"/>
                                      </p:to>
                                    </p:set>
                                    <p:anim calcmode="lin" valueType="num">
                                      <p:cBhvr>
                                        <p:cTn id="131" dur="250" fill="hold"/>
                                        <p:tgtEl>
                                          <p:spTgt spid="75"/>
                                        </p:tgtEl>
                                        <p:attrNameLst>
                                          <p:attrName>ppt_w</p:attrName>
                                        </p:attrNameLst>
                                      </p:cBhvr>
                                      <p:tavLst>
                                        <p:tav tm="0">
                                          <p:val>
                                            <p:fltVal val="0"/>
                                          </p:val>
                                        </p:tav>
                                        <p:tav tm="100000">
                                          <p:val>
                                            <p:strVal val="#ppt_w"/>
                                          </p:val>
                                        </p:tav>
                                      </p:tavLst>
                                    </p:anim>
                                    <p:anim calcmode="lin" valueType="num">
                                      <p:cBhvr>
                                        <p:cTn id="132" dur="250" fill="hold"/>
                                        <p:tgtEl>
                                          <p:spTgt spid="75"/>
                                        </p:tgtEl>
                                        <p:attrNameLst>
                                          <p:attrName>ppt_h</p:attrName>
                                        </p:attrNameLst>
                                      </p:cBhvr>
                                      <p:tavLst>
                                        <p:tav tm="0">
                                          <p:val>
                                            <p:fltVal val="0"/>
                                          </p:val>
                                        </p:tav>
                                        <p:tav tm="100000">
                                          <p:val>
                                            <p:strVal val="#ppt_h"/>
                                          </p:val>
                                        </p:tav>
                                      </p:tavLst>
                                    </p:anim>
                                    <p:animEffect transition="in" filter="fade">
                                      <p:cBhvr>
                                        <p:cTn id="133" dur="250"/>
                                        <p:tgtEl>
                                          <p:spTgt spid="75"/>
                                        </p:tgtEl>
                                      </p:cBhvr>
                                    </p:animEffect>
                                  </p:childTnLst>
                                </p:cTn>
                              </p:par>
                            </p:childTnLst>
                          </p:cTn>
                        </p:par>
                        <p:par>
                          <p:cTn id="134" fill="hold">
                            <p:stCondLst>
                              <p:cond delay="9350"/>
                            </p:stCondLst>
                            <p:childTnLst>
                              <p:par>
                                <p:cTn id="135" presetID="2" presetClass="entr" presetSubtype="2" fill="hold" grpId="0" nodeType="afterEffect">
                                  <p:stCondLst>
                                    <p:cond delay="0"/>
                                  </p:stCondLst>
                                  <p:childTnLst>
                                    <p:set>
                                      <p:cBhvr>
                                        <p:cTn id="136" dur="1" fill="hold">
                                          <p:stCondLst>
                                            <p:cond delay="0"/>
                                          </p:stCondLst>
                                        </p:cTn>
                                        <p:tgtEl>
                                          <p:spTgt spid="54"/>
                                        </p:tgtEl>
                                        <p:attrNameLst>
                                          <p:attrName>style.visibility</p:attrName>
                                        </p:attrNameLst>
                                      </p:cBhvr>
                                      <p:to>
                                        <p:strVal val="visible"/>
                                      </p:to>
                                    </p:set>
                                    <p:anim calcmode="lin" valueType="num">
                                      <p:cBhvr additive="base">
                                        <p:cTn id="137" dur="500" fill="hold"/>
                                        <p:tgtEl>
                                          <p:spTgt spid="54"/>
                                        </p:tgtEl>
                                        <p:attrNameLst>
                                          <p:attrName>ppt_x</p:attrName>
                                        </p:attrNameLst>
                                      </p:cBhvr>
                                      <p:tavLst>
                                        <p:tav tm="0">
                                          <p:val>
                                            <p:strVal val="1+#ppt_w/2"/>
                                          </p:val>
                                        </p:tav>
                                        <p:tav tm="100000">
                                          <p:val>
                                            <p:strVal val="#ppt_x"/>
                                          </p:val>
                                        </p:tav>
                                      </p:tavLst>
                                    </p:anim>
                                    <p:anim calcmode="lin" valueType="num">
                                      <p:cBhvr additive="base">
                                        <p:cTn id="138" dur="500" fill="hold"/>
                                        <p:tgtEl>
                                          <p:spTgt spid="54"/>
                                        </p:tgtEl>
                                        <p:attrNameLst>
                                          <p:attrName>ppt_y</p:attrName>
                                        </p:attrNameLst>
                                      </p:cBhvr>
                                      <p:tavLst>
                                        <p:tav tm="0">
                                          <p:val>
                                            <p:strVal val="#ppt_y"/>
                                          </p:val>
                                        </p:tav>
                                        <p:tav tm="100000">
                                          <p:val>
                                            <p:strVal val="#ppt_y"/>
                                          </p:val>
                                        </p:tav>
                                      </p:tavLst>
                                    </p:anim>
                                  </p:childTnLst>
                                </p:cTn>
                              </p:par>
                            </p:childTnLst>
                          </p:cTn>
                        </p:par>
                        <p:par>
                          <p:cTn id="139" fill="hold">
                            <p:stCondLst>
                              <p:cond delay="9850"/>
                            </p:stCondLst>
                            <p:childTnLst>
                              <p:par>
                                <p:cTn id="140" presetID="53" presetClass="entr" presetSubtype="16" fill="hold" grpId="0" nodeType="afterEffect">
                                  <p:stCondLst>
                                    <p:cond delay="0"/>
                                  </p:stCondLst>
                                  <p:iterate type="lt">
                                    <p:tmPct val="10000"/>
                                  </p:iterate>
                                  <p:childTnLst>
                                    <p:set>
                                      <p:cBhvr>
                                        <p:cTn id="141" dur="1" fill="hold">
                                          <p:stCondLst>
                                            <p:cond delay="0"/>
                                          </p:stCondLst>
                                        </p:cTn>
                                        <p:tgtEl>
                                          <p:spTgt spid="55"/>
                                        </p:tgtEl>
                                        <p:attrNameLst>
                                          <p:attrName>style.visibility</p:attrName>
                                        </p:attrNameLst>
                                      </p:cBhvr>
                                      <p:to>
                                        <p:strVal val="visible"/>
                                      </p:to>
                                    </p:set>
                                    <p:anim calcmode="lin" valueType="num">
                                      <p:cBhvr>
                                        <p:cTn id="142" dur="250" fill="hold"/>
                                        <p:tgtEl>
                                          <p:spTgt spid="55"/>
                                        </p:tgtEl>
                                        <p:attrNameLst>
                                          <p:attrName>ppt_w</p:attrName>
                                        </p:attrNameLst>
                                      </p:cBhvr>
                                      <p:tavLst>
                                        <p:tav tm="0">
                                          <p:val>
                                            <p:fltVal val="0"/>
                                          </p:val>
                                        </p:tav>
                                        <p:tav tm="100000">
                                          <p:val>
                                            <p:strVal val="#ppt_w"/>
                                          </p:val>
                                        </p:tav>
                                      </p:tavLst>
                                    </p:anim>
                                    <p:anim calcmode="lin" valueType="num">
                                      <p:cBhvr>
                                        <p:cTn id="143" dur="250" fill="hold"/>
                                        <p:tgtEl>
                                          <p:spTgt spid="55"/>
                                        </p:tgtEl>
                                        <p:attrNameLst>
                                          <p:attrName>ppt_h</p:attrName>
                                        </p:attrNameLst>
                                      </p:cBhvr>
                                      <p:tavLst>
                                        <p:tav tm="0">
                                          <p:val>
                                            <p:fltVal val="0"/>
                                          </p:val>
                                        </p:tav>
                                        <p:tav tm="100000">
                                          <p:val>
                                            <p:strVal val="#ppt_h"/>
                                          </p:val>
                                        </p:tav>
                                      </p:tavLst>
                                    </p:anim>
                                    <p:animEffect transition="in" filter="fade">
                                      <p:cBhvr>
                                        <p:cTn id="144" dur="250"/>
                                        <p:tgtEl>
                                          <p:spTgt spid="55"/>
                                        </p:tgtEl>
                                      </p:cBhvr>
                                    </p:animEffect>
                                  </p:childTnLst>
                                </p:cTn>
                              </p:par>
                            </p:childTnLst>
                          </p:cTn>
                        </p:par>
                        <p:par>
                          <p:cTn id="145" fill="hold">
                            <p:stCondLst>
                              <p:cond delay="11100"/>
                            </p:stCondLst>
                            <p:childTnLst>
                              <p:par>
                                <p:cTn id="146" presetID="53" presetClass="entr" presetSubtype="16" fill="hold" grpId="0" nodeType="afterEffect">
                                  <p:stCondLst>
                                    <p:cond delay="0"/>
                                  </p:stCondLst>
                                  <p:childTnLst>
                                    <p:set>
                                      <p:cBhvr>
                                        <p:cTn id="147" dur="1" fill="hold">
                                          <p:stCondLst>
                                            <p:cond delay="0"/>
                                          </p:stCondLst>
                                        </p:cTn>
                                        <p:tgtEl>
                                          <p:spTgt spid="56"/>
                                        </p:tgtEl>
                                        <p:attrNameLst>
                                          <p:attrName>style.visibility</p:attrName>
                                        </p:attrNameLst>
                                      </p:cBhvr>
                                      <p:to>
                                        <p:strVal val="visible"/>
                                      </p:to>
                                    </p:set>
                                    <p:anim calcmode="lin" valueType="num">
                                      <p:cBhvr>
                                        <p:cTn id="148" dur="250" fill="hold"/>
                                        <p:tgtEl>
                                          <p:spTgt spid="56"/>
                                        </p:tgtEl>
                                        <p:attrNameLst>
                                          <p:attrName>ppt_w</p:attrName>
                                        </p:attrNameLst>
                                      </p:cBhvr>
                                      <p:tavLst>
                                        <p:tav tm="0">
                                          <p:val>
                                            <p:fltVal val="0"/>
                                          </p:val>
                                        </p:tav>
                                        <p:tav tm="100000">
                                          <p:val>
                                            <p:strVal val="#ppt_w"/>
                                          </p:val>
                                        </p:tav>
                                      </p:tavLst>
                                    </p:anim>
                                    <p:anim calcmode="lin" valueType="num">
                                      <p:cBhvr>
                                        <p:cTn id="149" dur="250" fill="hold"/>
                                        <p:tgtEl>
                                          <p:spTgt spid="56"/>
                                        </p:tgtEl>
                                        <p:attrNameLst>
                                          <p:attrName>ppt_h</p:attrName>
                                        </p:attrNameLst>
                                      </p:cBhvr>
                                      <p:tavLst>
                                        <p:tav tm="0">
                                          <p:val>
                                            <p:fltVal val="0"/>
                                          </p:val>
                                        </p:tav>
                                        <p:tav tm="100000">
                                          <p:val>
                                            <p:strVal val="#ppt_h"/>
                                          </p:val>
                                        </p:tav>
                                      </p:tavLst>
                                    </p:anim>
                                    <p:animEffect transition="in" filter="fade">
                                      <p:cBhvr>
                                        <p:cTn id="150" dur="250"/>
                                        <p:tgtEl>
                                          <p:spTgt spid="56"/>
                                        </p:tgtEl>
                                      </p:cBhvr>
                                    </p:animEffect>
                                  </p:childTnLst>
                                </p:cTn>
                              </p:par>
                            </p:childTnLst>
                          </p:cTn>
                        </p:par>
                        <p:par>
                          <p:cTn id="151" fill="hold">
                            <p:stCondLst>
                              <p:cond delay="11350"/>
                            </p:stCondLst>
                            <p:childTnLst>
                              <p:par>
                                <p:cTn id="152" presetID="53" presetClass="entr" presetSubtype="16" fill="hold" grpId="0" nodeType="afterEffect">
                                  <p:stCondLst>
                                    <p:cond delay="0"/>
                                  </p:stCondLst>
                                  <p:childTnLst>
                                    <p:set>
                                      <p:cBhvr>
                                        <p:cTn id="153" dur="1" fill="hold">
                                          <p:stCondLst>
                                            <p:cond delay="0"/>
                                          </p:stCondLst>
                                        </p:cTn>
                                        <p:tgtEl>
                                          <p:spTgt spid="76"/>
                                        </p:tgtEl>
                                        <p:attrNameLst>
                                          <p:attrName>style.visibility</p:attrName>
                                        </p:attrNameLst>
                                      </p:cBhvr>
                                      <p:to>
                                        <p:strVal val="visible"/>
                                      </p:to>
                                    </p:set>
                                    <p:anim calcmode="lin" valueType="num">
                                      <p:cBhvr>
                                        <p:cTn id="154" dur="250" fill="hold"/>
                                        <p:tgtEl>
                                          <p:spTgt spid="76"/>
                                        </p:tgtEl>
                                        <p:attrNameLst>
                                          <p:attrName>ppt_w</p:attrName>
                                        </p:attrNameLst>
                                      </p:cBhvr>
                                      <p:tavLst>
                                        <p:tav tm="0">
                                          <p:val>
                                            <p:fltVal val="0"/>
                                          </p:val>
                                        </p:tav>
                                        <p:tav tm="100000">
                                          <p:val>
                                            <p:strVal val="#ppt_w"/>
                                          </p:val>
                                        </p:tav>
                                      </p:tavLst>
                                    </p:anim>
                                    <p:anim calcmode="lin" valueType="num">
                                      <p:cBhvr>
                                        <p:cTn id="155" dur="250" fill="hold"/>
                                        <p:tgtEl>
                                          <p:spTgt spid="76"/>
                                        </p:tgtEl>
                                        <p:attrNameLst>
                                          <p:attrName>ppt_h</p:attrName>
                                        </p:attrNameLst>
                                      </p:cBhvr>
                                      <p:tavLst>
                                        <p:tav tm="0">
                                          <p:val>
                                            <p:fltVal val="0"/>
                                          </p:val>
                                        </p:tav>
                                        <p:tav tm="100000">
                                          <p:val>
                                            <p:strVal val="#ppt_h"/>
                                          </p:val>
                                        </p:tav>
                                      </p:tavLst>
                                    </p:anim>
                                    <p:animEffect transition="in" filter="fade">
                                      <p:cBhvr>
                                        <p:cTn id="156" dur="250"/>
                                        <p:tgtEl>
                                          <p:spTgt spid="76"/>
                                        </p:tgtEl>
                                      </p:cBhvr>
                                    </p:animEffect>
                                  </p:childTnLst>
                                </p:cTn>
                              </p:par>
                            </p:childTnLst>
                          </p:cTn>
                        </p:par>
                        <p:par>
                          <p:cTn id="157" fill="hold">
                            <p:stCondLst>
                              <p:cond delay="11600"/>
                            </p:stCondLst>
                            <p:childTnLst>
                              <p:par>
                                <p:cTn id="158" presetID="2" presetClass="entr" presetSubtype="2" fill="hold" grpId="0" nodeType="afterEffect">
                                  <p:stCondLst>
                                    <p:cond delay="0"/>
                                  </p:stCondLst>
                                  <p:childTnLst>
                                    <p:set>
                                      <p:cBhvr>
                                        <p:cTn id="159" dur="1" fill="hold">
                                          <p:stCondLst>
                                            <p:cond delay="0"/>
                                          </p:stCondLst>
                                        </p:cTn>
                                        <p:tgtEl>
                                          <p:spTgt spid="57"/>
                                        </p:tgtEl>
                                        <p:attrNameLst>
                                          <p:attrName>style.visibility</p:attrName>
                                        </p:attrNameLst>
                                      </p:cBhvr>
                                      <p:to>
                                        <p:strVal val="visible"/>
                                      </p:to>
                                    </p:set>
                                    <p:anim calcmode="lin" valueType="num">
                                      <p:cBhvr additive="base">
                                        <p:cTn id="160" dur="500" fill="hold"/>
                                        <p:tgtEl>
                                          <p:spTgt spid="57"/>
                                        </p:tgtEl>
                                        <p:attrNameLst>
                                          <p:attrName>ppt_x</p:attrName>
                                        </p:attrNameLst>
                                      </p:cBhvr>
                                      <p:tavLst>
                                        <p:tav tm="0">
                                          <p:val>
                                            <p:strVal val="1+#ppt_w/2"/>
                                          </p:val>
                                        </p:tav>
                                        <p:tav tm="100000">
                                          <p:val>
                                            <p:strVal val="#ppt_x"/>
                                          </p:val>
                                        </p:tav>
                                      </p:tavLst>
                                    </p:anim>
                                    <p:anim calcmode="lin" valueType="num">
                                      <p:cBhvr additive="base">
                                        <p:cTn id="161" dur="500" fill="hold"/>
                                        <p:tgtEl>
                                          <p:spTgt spid="57"/>
                                        </p:tgtEl>
                                        <p:attrNameLst>
                                          <p:attrName>ppt_y</p:attrName>
                                        </p:attrNameLst>
                                      </p:cBhvr>
                                      <p:tavLst>
                                        <p:tav tm="0">
                                          <p:val>
                                            <p:strVal val="#ppt_y"/>
                                          </p:val>
                                        </p:tav>
                                        <p:tav tm="100000">
                                          <p:val>
                                            <p:strVal val="#ppt_y"/>
                                          </p:val>
                                        </p:tav>
                                      </p:tavLst>
                                    </p:anim>
                                  </p:childTnLst>
                                </p:cTn>
                              </p:par>
                            </p:childTnLst>
                          </p:cTn>
                        </p:par>
                        <p:par>
                          <p:cTn id="162" fill="hold">
                            <p:stCondLst>
                              <p:cond delay="12100"/>
                            </p:stCondLst>
                            <p:childTnLst>
                              <p:par>
                                <p:cTn id="163" presetID="53" presetClass="entr" presetSubtype="16" fill="hold" grpId="0" nodeType="afterEffect">
                                  <p:stCondLst>
                                    <p:cond delay="0"/>
                                  </p:stCondLst>
                                  <p:iterate type="lt">
                                    <p:tmPct val="10000"/>
                                  </p:iterate>
                                  <p:childTnLst>
                                    <p:set>
                                      <p:cBhvr>
                                        <p:cTn id="164" dur="1" fill="hold">
                                          <p:stCondLst>
                                            <p:cond delay="0"/>
                                          </p:stCondLst>
                                        </p:cTn>
                                        <p:tgtEl>
                                          <p:spTgt spid="58"/>
                                        </p:tgtEl>
                                        <p:attrNameLst>
                                          <p:attrName>style.visibility</p:attrName>
                                        </p:attrNameLst>
                                      </p:cBhvr>
                                      <p:to>
                                        <p:strVal val="visible"/>
                                      </p:to>
                                    </p:set>
                                    <p:anim calcmode="lin" valueType="num">
                                      <p:cBhvr>
                                        <p:cTn id="165" dur="250" fill="hold"/>
                                        <p:tgtEl>
                                          <p:spTgt spid="58"/>
                                        </p:tgtEl>
                                        <p:attrNameLst>
                                          <p:attrName>ppt_w</p:attrName>
                                        </p:attrNameLst>
                                      </p:cBhvr>
                                      <p:tavLst>
                                        <p:tav tm="0">
                                          <p:val>
                                            <p:fltVal val="0"/>
                                          </p:val>
                                        </p:tav>
                                        <p:tav tm="100000">
                                          <p:val>
                                            <p:strVal val="#ppt_w"/>
                                          </p:val>
                                        </p:tav>
                                      </p:tavLst>
                                    </p:anim>
                                    <p:anim calcmode="lin" valueType="num">
                                      <p:cBhvr>
                                        <p:cTn id="166" dur="250" fill="hold"/>
                                        <p:tgtEl>
                                          <p:spTgt spid="58"/>
                                        </p:tgtEl>
                                        <p:attrNameLst>
                                          <p:attrName>ppt_h</p:attrName>
                                        </p:attrNameLst>
                                      </p:cBhvr>
                                      <p:tavLst>
                                        <p:tav tm="0">
                                          <p:val>
                                            <p:fltVal val="0"/>
                                          </p:val>
                                        </p:tav>
                                        <p:tav tm="100000">
                                          <p:val>
                                            <p:strVal val="#ppt_h"/>
                                          </p:val>
                                        </p:tav>
                                      </p:tavLst>
                                    </p:anim>
                                    <p:animEffect transition="in" filter="fade">
                                      <p:cBhvr>
                                        <p:cTn id="167" dur="2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5" grpId="1"/>
      <p:bldP spid="47" grpId="0" animBg="1"/>
      <p:bldP spid="48" grpId="0"/>
      <p:bldP spid="49" grpId="0"/>
      <p:bldP spid="50" grpId="0" animBg="1"/>
      <p:bldP spid="51" grpId="0"/>
      <p:bldP spid="52" grpId="0"/>
      <p:bldP spid="53" grpId="0" animBg="1"/>
      <p:bldP spid="54" grpId="0"/>
      <p:bldP spid="55" grpId="0"/>
      <p:bldP spid="56" grpId="0" animBg="1"/>
      <p:bldP spid="57" grpId="0"/>
      <p:bldP spid="58" grpId="0"/>
      <p:bldP spid="71" grpId="0"/>
      <p:bldP spid="72" grpId="0"/>
      <p:bldP spid="73" grpId="0"/>
      <p:bldP spid="74" grpId="0"/>
      <p:bldP spid="75" grpId="0" animBg="1"/>
      <p:bldP spid="76" grpId="0" animBg="1"/>
      <p:bldP spid="8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450633" y="228814"/>
            <a:ext cx="720000" cy="720000"/>
            <a:chOff x="450633" y="228814"/>
            <a:chExt cx="720000" cy="720000"/>
          </a:xfrm>
        </p:grpSpPr>
        <p:sp>
          <p:nvSpPr>
            <p:cNvPr id="23" name="椭圆 22"/>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24"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25" name="文本框 24"/>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已完成重点项目一</a:t>
            </a:r>
          </a:p>
        </p:txBody>
      </p:sp>
      <p:cxnSp>
        <p:nvCxnSpPr>
          <p:cNvPr id="26" name="直接连接符 25"/>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27" name="椭圆 26"/>
          <p:cNvSpPr>
            <a:spLocks noChangeAspect="1"/>
          </p:cNvSpPr>
          <p:nvPr/>
        </p:nvSpPr>
        <p:spPr>
          <a:xfrm>
            <a:off x="4376634" y="1388544"/>
            <a:ext cx="3438732" cy="3438731"/>
          </a:xfrm>
          <a:prstGeom prst="ellipse">
            <a:avLst/>
          </a:prstGeom>
          <a:gradFill flip="none" rotWithShape="1">
            <a:gsLst>
              <a:gs pos="0">
                <a:srgbClr val="FFFFFF"/>
              </a:gs>
              <a:gs pos="100000">
                <a:srgbClr val="FFFFFF">
                  <a:lumMod val="65000"/>
                </a:srgbClr>
              </a:gs>
            </a:gsLst>
            <a:lin ang="13500000" scaled="1"/>
            <a:tileRect/>
          </a:gradFill>
          <a:ln w="50800" cap="flat" cmpd="sng" algn="ctr">
            <a:gradFill flip="none" rotWithShape="1">
              <a:gsLst>
                <a:gs pos="0">
                  <a:srgbClr val="FFFFFF">
                    <a:lumMod val="100000"/>
                  </a:srgbClr>
                </a:gs>
                <a:gs pos="100000">
                  <a:srgbClr val="FFFFFF">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28" name="椭圆 27"/>
          <p:cNvSpPr>
            <a:spLocks noChangeAspect="1"/>
          </p:cNvSpPr>
          <p:nvPr/>
        </p:nvSpPr>
        <p:spPr>
          <a:xfrm>
            <a:off x="4616871" y="1628780"/>
            <a:ext cx="2958260" cy="2958258"/>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29" name="圆角矩形 28"/>
          <p:cNvSpPr>
            <a:spLocks noChangeAspect="1"/>
          </p:cNvSpPr>
          <p:nvPr/>
        </p:nvSpPr>
        <p:spPr>
          <a:xfrm>
            <a:off x="4616910" y="5075543"/>
            <a:ext cx="2958180" cy="363311"/>
          </a:xfrm>
          <a:prstGeom prst="roundRect">
            <a:avLst>
              <a:gd name="adj" fmla="val 50000"/>
            </a:avLst>
          </a:prstGeom>
          <a:solidFill>
            <a:srgbClr val="C00000"/>
          </a:solidFill>
          <a:ln w="12700" cap="flat" cmpd="sng" algn="ctr">
            <a:no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30" name="文本框 29"/>
          <p:cNvSpPr txBox="1">
            <a:spLocks/>
          </p:cNvSpPr>
          <p:nvPr/>
        </p:nvSpPr>
        <p:spPr>
          <a:xfrm>
            <a:off x="4754325" y="5532216"/>
            <a:ext cx="2683349" cy="68817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31" name="文本框 30"/>
          <p:cNvSpPr txBox="1">
            <a:spLocks/>
          </p:cNvSpPr>
          <p:nvPr/>
        </p:nvSpPr>
        <p:spPr>
          <a:xfrm>
            <a:off x="5094501" y="5085153"/>
            <a:ext cx="2002997" cy="344089"/>
          </a:xfrm>
          <a:prstGeom prst="rect">
            <a:avLst/>
          </a:prstGeom>
          <a:noFill/>
        </p:spPr>
        <p:txBody>
          <a:bodyPr wrap="square" rtlCol="0">
            <a:spAutoFit/>
          </a:bodyPr>
          <a:lstStyle/>
          <a:p>
            <a:pPr algn="ctr"/>
            <a:r>
              <a:rPr lang="zh-CN" altLang="en-US"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32" name="椭圆 31"/>
          <p:cNvSpPr>
            <a:spLocks noChangeAspect="1"/>
          </p:cNvSpPr>
          <p:nvPr/>
        </p:nvSpPr>
        <p:spPr>
          <a:xfrm>
            <a:off x="1161367" y="1703994"/>
            <a:ext cx="2807832" cy="2807831"/>
          </a:xfrm>
          <a:prstGeom prst="ellipse">
            <a:avLst/>
          </a:prstGeom>
          <a:gradFill flip="none" rotWithShape="1">
            <a:gsLst>
              <a:gs pos="0">
                <a:srgbClr val="FFFFFF"/>
              </a:gs>
              <a:gs pos="100000">
                <a:srgbClr val="FFFFFF">
                  <a:lumMod val="65000"/>
                </a:srgbClr>
              </a:gs>
            </a:gsLst>
            <a:lin ang="13500000" scaled="1"/>
            <a:tileRect/>
          </a:gradFill>
          <a:ln w="38100" cap="flat" cmpd="sng" algn="ctr">
            <a:gradFill flip="none" rotWithShape="1">
              <a:gsLst>
                <a:gs pos="0">
                  <a:srgbClr val="FFFFFF">
                    <a:lumMod val="100000"/>
                  </a:srgbClr>
                </a:gs>
                <a:gs pos="100000">
                  <a:srgbClr val="FFFFFF">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33" name="椭圆 32"/>
          <p:cNvSpPr>
            <a:spLocks noChangeAspect="1"/>
          </p:cNvSpPr>
          <p:nvPr/>
        </p:nvSpPr>
        <p:spPr>
          <a:xfrm>
            <a:off x="1357527" y="1900154"/>
            <a:ext cx="2415511" cy="2415510"/>
          </a:xfrm>
          <a:prstGeom prst="ellipse">
            <a:avLst/>
          </a:prstGeom>
          <a:blipFill dpi="0" rotWithShape="1">
            <a:blip r:embed="rId4" cstate="print">
              <a:extLst>
                <a:ext uri="{28A0092B-C50C-407E-A947-70E740481C1C}">
                  <a14:useLocalDpi xmlns:a14="http://schemas.microsoft.com/office/drawing/2010/main" val="0"/>
                </a:ext>
              </a:extLst>
            </a:blip>
            <a:srcRect/>
            <a:stretch>
              <a:fillRect/>
            </a:stretch>
          </a:bli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34" name="圆角矩形 33"/>
          <p:cNvSpPr>
            <a:spLocks noChangeAspect="1"/>
          </p:cNvSpPr>
          <p:nvPr/>
        </p:nvSpPr>
        <p:spPr>
          <a:xfrm>
            <a:off x="1357483" y="4721828"/>
            <a:ext cx="2415600" cy="296674"/>
          </a:xfrm>
          <a:prstGeom prst="roundRect">
            <a:avLst>
              <a:gd name="adj" fmla="val 50000"/>
            </a:avLst>
          </a:prstGeom>
          <a:solidFill>
            <a:srgbClr val="17406D"/>
          </a:solidFill>
          <a:ln w="12700" cap="flat" cmpd="sng" algn="ctr">
            <a:no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35" name="文本框 34"/>
          <p:cNvSpPr txBox="1">
            <a:spLocks/>
          </p:cNvSpPr>
          <p:nvPr/>
        </p:nvSpPr>
        <p:spPr>
          <a:xfrm>
            <a:off x="1665283" y="4700888"/>
            <a:ext cx="1800000" cy="338554"/>
          </a:xfrm>
          <a:prstGeom prst="rect">
            <a:avLst/>
          </a:prstGeom>
          <a:noFill/>
        </p:spPr>
        <p:txBody>
          <a:bodyPr wrap="square" rtlCol="0">
            <a:sp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36" name="文本框 35"/>
          <p:cNvSpPr txBox="1">
            <a:spLocks/>
          </p:cNvSpPr>
          <p:nvPr/>
        </p:nvSpPr>
        <p:spPr>
          <a:xfrm>
            <a:off x="1544564" y="5086305"/>
            <a:ext cx="2041438"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37" name="椭圆 36"/>
          <p:cNvSpPr>
            <a:spLocks noChangeAspect="1"/>
          </p:cNvSpPr>
          <p:nvPr/>
        </p:nvSpPr>
        <p:spPr>
          <a:xfrm>
            <a:off x="8222802" y="1703994"/>
            <a:ext cx="2807832" cy="2807831"/>
          </a:xfrm>
          <a:prstGeom prst="ellipse">
            <a:avLst/>
          </a:prstGeom>
          <a:gradFill flip="none" rotWithShape="1">
            <a:gsLst>
              <a:gs pos="0">
                <a:srgbClr val="FFFFFF"/>
              </a:gs>
              <a:gs pos="100000">
                <a:srgbClr val="FFFFFF">
                  <a:lumMod val="65000"/>
                </a:srgbClr>
              </a:gs>
            </a:gsLst>
            <a:lin ang="13500000" scaled="1"/>
            <a:tileRect/>
          </a:gradFill>
          <a:ln w="38100" cap="flat" cmpd="sng" algn="ctr">
            <a:gradFill flip="none" rotWithShape="1">
              <a:gsLst>
                <a:gs pos="0">
                  <a:srgbClr val="FFFFFF">
                    <a:lumMod val="100000"/>
                  </a:srgbClr>
                </a:gs>
                <a:gs pos="100000">
                  <a:srgbClr val="FFFFFF">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38" name="椭圆 37"/>
          <p:cNvSpPr>
            <a:spLocks noChangeAspect="1"/>
          </p:cNvSpPr>
          <p:nvPr/>
        </p:nvSpPr>
        <p:spPr>
          <a:xfrm>
            <a:off x="8418962" y="1900154"/>
            <a:ext cx="2415511" cy="2415510"/>
          </a:xfrm>
          <a:prstGeom prst="ellipse">
            <a:avLst/>
          </a:prstGeom>
          <a:blipFill dpi="0" rotWithShape="1">
            <a:blip r:embed="rId5">
              <a:extLst>
                <a:ext uri="{BEBA8EAE-BF5A-486C-A8C5-ECC9F3942E4B}">
                  <a14:imgProps xmlns:a14="http://schemas.microsoft.com/office/drawing/2010/main">
                    <a14:imgLayer r:embed="rId6">
                      <a14:imgEffect>
                        <a14:brightnessContrast bright="11000"/>
                      </a14:imgEffect>
                    </a14:imgLayer>
                  </a14:imgProps>
                </a:ext>
                <a:ext uri="{28A0092B-C50C-407E-A947-70E740481C1C}">
                  <a14:useLocalDpi xmlns:a14="http://schemas.microsoft.com/office/drawing/2010/main" val="0"/>
                </a:ext>
              </a:extLst>
            </a:blip>
            <a:srcRect/>
            <a:stretch>
              <a:fillRect/>
            </a:stretch>
          </a:blipFill>
          <a:ln w="381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39" name="圆角矩形 38"/>
          <p:cNvSpPr>
            <a:spLocks noChangeAspect="1"/>
          </p:cNvSpPr>
          <p:nvPr/>
        </p:nvSpPr>
        <p:spPr>
          <a:xfrm>
            <a:off x="8418918" y="4721828"/>
            <a:ext cx="2415600" cy="296674"/>
          </a:xfrm>
          <a:prstGeom prst="roundRect">
            <a:avLst>
              <a:gd name="adj" fmla="val 50000"/>
            </a:avLst>
          </a:prstGeom>
          <a:solidFill>
            <a:srgbClr val="17406D"/>
          </a:solidFill>
          <a:ln w="12700" cap="flat" cmpd="sng" algn="ctr">
            <a:no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0" name="文本框 39"/>
          <p:cNvSpPr txBox="1">
            <a:spLocks/>
          </p:cNvSpPr>
          <p:nvPr/>
        </p:nvSpPr>
        <p:spPr>
          <a:xfrm>
            <a:off x="8726718" y="4700888"/>
            <a:ext cx="1800000" cy="338554"/>
          </a:xfrm>
          <a:prstGeom prst="rect">
            <a:avLst/>
          </a:prstGeom>
          <a:noFill/>
        </p:spPr>
        <p:txBody>
          <a:bodyPr wrap="square" rtlCol="0">
            <a:sp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1" name="文本框 40"/>
          <p:cNvSpPr txBox="1">
            <a:spLocks/>
          </p:cNvSpPr>
          <p:nvPr/>
        </p:nvSpPr>
        <p:spPr>
          <a:xfrm>
            <a:off x="8605999" y="5086305"/>
            <a:ext cx="2041438"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3697084707"/>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22"/>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25"/>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26"/>
                                        </p:tgtEl>
                                        <p:attrNameLst>
                                          <p:attrName>style.visibility</p:attrName>
                                        </p:attrNameLst>
                                      </p:cBhvr>
                                      <p:to>
                                        <p:strVal val="visible"/>
                                      </p:to>
                                    </p:set>
                                    <p:anim calcmode="lin" valueType="num">
                                      <p:cBhvr>
                                        <p:cTn id="21" dur="500" fill="hold"/>
                                        <p:tgtEl>
                                          <p:spTgt spid="26"/>
                                        </p:tgtEl>
                                        <p:attrNameLst>
                                          <p:attrName>ppt_w</p:attrName>
                                        </p:attrNameLst>
                                      </p:cBhvr>
                                      <p:tavLst>
                                        <p:tav tm="0">
                                          <p:val>
                                            <p:fltVal val="0"/>
                                          </p:val>
                                        </p:tav>
                                        <p:tav tm="100000">
                                          <p:val>
                                            <p:strVal val="#ppt_w"/>
                                          </p:val>
                                        </p:tav>
                                      </p:tavLst>
                                    </p:anim>
                                    <p:anim calcmode="lin" valueType="num">
                                      <p:cBhvr>
                                        <p:cTn id="22" dur="500" fill="hold"/>
                                        <p:tgtEl>
                                          <p:spTgt spid="26"/>
                                        </p:tgtEl>
                                        <p:attrNameLst>
                                          <p:attrName>ppt_h</p:attrName>
                                        </p:attrNameLst>
                                      </p:cBhvr>
                                      <p:tavLst>
                                        <p:tav tm="0">
                                          <p:val>
                                            <p:fltVal val="0"/>
                                          </p:val>
                                        </p:tav>
                                        <p:tav tm="100000">
                                          <p:val>
                                            <p:strVal val="#ppt_h"/>
                                          </p:val>
                                        </p:tav>
                                      </p:tavLst>
                                    </p:anim>
                                    <p:animEffect transition="in" filter="fade">
                                      <p:cBhvr>
                                        <p:cTn id="23" dur="500"/>
                                        <p:tgtEl>
                                          <p:spTgt spid="26"/>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26"/>
                                        </p:tgtEl>
                                        <p:attrNameLst>
                                          <p:attrName>ppt_x</p:attrName>
                                          <p:attrName>ppt_y</p:attrName>
                                        </p:attrNameLst>
                                      </p:cBhvr>
                                      <p:rCtr x="12500" y="0"/>
                                    </p:animMotion>
                                  </p:childTnLst>
                                </p:cTn>
                              </p:par>
                            </p:childTnLst>
                          </p:cTn>
                        </p:par>
                        <p:par>
                          <p:cTn id="26" fill="hold">
                            <p:stCondLst>
                              <p:cond delay="1500"/>
                            </p:stCondLst>
                            <p:childTnLst>
                              <p:par>
                                <p:cTn id="27" presetID="17" presetClass="entr" presetSubtype="4" fill="hold" grpId="0" nodeType="after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p:cTn id="29" dur="500" fill="hold"/>
                                        <p:tgtEl>
                                          <p:spTgt spid="27"/>
                                        </p:tgtEl>
                                        <p:attrNameLst>
                                          <p:attrName>ppt_x</p:attrName>
                                        </p:attrNameLst>
                                      </p:cBhvr>
                                      <p:tavLst>
                                        <p:tav tm="0">
                                          <p:val>
                                            <p:strVal val="#ppt_x"/>
                                          </p:val>
                                        </p:tav>
                                        <p:tav tm="100000">
                                          <p:val>
                                            <p:strVal val="#ppt_x"/>
                                          </p:val>
                                        </p:tav>
                                      </p:tavLst>
                                    </p:anim>
                                    <p:anim calcmode="lin" valueType="num">
                                      <p:cBhvr>
                                        <p:cTn id="30" dur="500" fill="hold"/>
                                        <p:tgtEl>
                                          <p:spTgt spid="27"/>
                                        </p:tgtEl>
                                        <p:attrNameLst>
                                          <p:attrName>ppt_y</p:attrName>
                                        </p:attrNameLst>
                                      </p:cBhvr>
                                      <p:tavLst>
                                        <p:tav tm="0">
                                          <p:val>
                                            <p:strVal val="#ppt_y+#ppt_h/2"/>
                                          </p:val>
                                        </p:tav>
                                        <p:tav tm="100000">
                                          <p:val>
                                            <p:strVal val="#ppt_y"/>
                                          </p:val>
                                        </p:tav>
                                      </p:tavLst>
                                    </p:anim>
                                    <p:anim calcmode="lin" valueType="num">
                                      <p:cBhvr>
                                        <p:cTn id="31" dur="500" fill="hold"/>
                                        <p:tgtEl>
                                          <p:spTgt spid="27"/>
                                        </p:tgtEl>
                                        <p:attrNameLst>
                                          <p:attrName>ppt_w</p:attrName>
                                        </p:attrNameLst>
                                      </p:cBhvr>
                                      <p:tavLst>
                                        <p:tav tm="0">
                                          <p:val>
                                            <p:strVal val="#ppt_w"/>
                                          </p:val>
                                        </p:tav>
                                        <p:tav tm="100000">
                                          <p:val>
                                            <p:strVal val="#ppt_w"/>
                                          </p:val>
                                        </p:tav>
                                      </p:tavLst>
                                    </p:anim>
                                    <p:anim calcmode="lin" valueType="num">
                                      <p:cBhvr>
                                        <p:cTn id="32" dur="500" fill="hold"/>
                                        <p:tgtEl>
                                          <p:spTgt spid="27"/>
                                        </p:tgtEl>
                                        <p:attrNameLst>
                                          <p:attrName>ppt_h</p:attrName>
                                        </p:attrNameLst>
                                      </p:cBhvr>
                                      <p:tavLst>
                                        <p:tav tm="0">
                                          <p:val>
                                            <p:fltVal val="0"/>
                                          </p:val>
                                        </p:tav>
                                        <p:tav tm="100000">
                                          <p:val>
                                            <p:strVal val="#ppt_h"/>
                                          </p:val>
                                        </p:tav>
                                      </p:tavLst>
                                    </p:anim>
                                  </p:childTnLst>
                                </p:cTn>
                              </p:par>
                              <p:par>
                                <p:cTn id="33" presetID="42" presetClass="path" presetSubtype="0" accel="50000" decel="50000" fill="hold" grpId="1" nodeType="withEffect">
                                  <p:stCondLst>
                                    <p:cond delay="0"/>
                                  </p:stCondLst>
                                  <p:childTnLst>
                                    <p:animMotion origin="layout" path="M 0 0 L 0 0.25 E" pathEditMode="relative" ptsTypes="">
                                      <p:cBhvr>
                                        <p:cTn id="34" dur="1000" spd="-100000" fill="hold"/>
                                        <p:tgtEl>
                                          <p:spTgt spid="27"/>
                                        </p:tgtEl>
                                        <p:attrNameLst>
                                          <p:attrName>ppt_x</p:attrName>
                                          <p:attrName>ppt_y</p:attrName>
                                        </p:attrNameLst>
                                      </p:cBhvr>
                                    </p:animMotion>
                                  </p:childTnLst>
                                </p:cTn>
                              </p:par>
                              <p:par>
                                <p:cTn id="35" presetID="17" presetClass="entr" presetSubtype="4" fill="hold" grpId="0" nodeType="withEffect">
                                  <p:stCondLst>
                                    <p:cond delay="500"/>
                                  </p:stCondLst>
                                  <p:childTnLst>
                                    <p:set>
                                      <p:cBhvr>
                                        <p:cTn id="36" dur="1" fill="hold">
                                          <p:stCondLst>
                                            <p:cond delay="0"/>
                                          </p:stCondLst>
                                        </p:cTn>
                                        <p:tgtEl>
                                          <p:spTgt spid="28"/>
                                        </p:tgtEl>
                                        <p:attrNameLst>
                                          <p:attrName>style.visibility</p:attrName>
                                        </p:attrNameLst>
                                      </p:cBhvr>
                                      <p:to>
                                        <p:strVal val="visible"/>
                                      </p:to>
                                    </p:set>
                                    <p:anim calcmode="lin" valueType="num">
                                      <p:cBhvr>
                                        <p:cTn id="37" dur="500" fill="hold"/>
                                        <p:tgtEl>
                                          <p:spTgt spid="28"/>
                                        </p:tgtEl>
                                        <p:attrNameLst>
                                          <p:attrName>ppt_x</p:attrName>
                                        </p:attrNameLst>
                                      </p:cBhvr>
                                      <p:tavLst>
                                        <p:tav tm="0">
                                          <p:val>
                                            <p:strVal val="#ppt_x"/>
                                          </p:val>
                                        </p:tav>
                                        <p:tav tm="100000">
                                          <p:val>
                                            <p:strVal val="#ppt_x"/>
                                          </p:val>
                                        </p:tav>
                                      </p:tavLst>
                                    </p:anim>
                                    <p:anim calcmode="lin" valueType="num">
                                      <p:cBhvr>
                                        <p:cTn id="38" dur="500" fill="hold"/>
                                        <p:tgtEl>
                                          <p:spTgt spid="28"/>
                                        </p:tgtEl>
                                        <p:attrNameLst>
                                          <p:attrName>ppt_y</p:attrName>
                                        </p:attrNameLst>
                                      </p:cBhvr>
                                      <p:tavLst>
                                        <p:tav tm="0">
                                          <p:val>
                                            <p:strVal val="#ppt_y+#ppt_h/2"/>
                                          </p:val>
                                        </p:tav>
                                        <p:tav tm="100000">
                                          <p:val>
                                            <p:strVal val="#ppt_y"/>
                                          </p:val>
                                        </p:tav>
                                      </p:tavLst>
                                    </p:anim>
                                    <p:anim calcmode="lin" valueType="num">
                                      <p:cBhvr>
                                        <p:cTn id="39" dur="500" fill="hold"/>
                                        <p:tgtEl>
                                          <p:spTgt spid="28"/>
                                        </p:tgtEl>
                                        <p:attrNameLst>
                                          <p:attrName>ppt_w</p:attrName>
                                        </p:attrNameLst>
                                      </p:cBhvr>
                                      <p:tavLst>
                                        <p:tav tm="0">
                                          <p:val>
                                            <p:strVal val="#ppt_w"/>
                                          </p:val>
                                        </p:tav>
                                        <p:tav tm="100000">
                                          <p:val>
                                            <p:strVal val="#ppt_w"/>
                                          </p:val>
                                        </p:tav>
                                      </p:tavLst>
                                    </p:anim>
                                    <p:anim calcmode="lin" valueType="num">
                                      <p:cBhvr>
                                        <p:cTn id="40" dur="500" fill="hold"/>
                                        <p:tgtEl>
                                          <p:spTgt spid="28"/>
                                        </p:tgtEl>
                                        <p:attrNameLst>
                                          <p:attrName>ppt_h</p:attrName>
                                        </p:attrNameLst>
                                      </p:cBhvr>
                                      <p:tavLst>
                                        <p:tav tm="0">
                                          <p:val>
                                            <p:fltVal val="0"/>
                                          </p:val>
                                        </p:tav>
                                        <p:tav tm="100000">
                                          <p:val>
                                            <p:strVal val="#ppt_h"/>
                                          </p:val>
                                        </p:tav>
                                      </p:tavLst>
                                    </p:anim>
                                  </p:childTnLst>
                                </p:cTn>
                              </p:par>
                              <p:par>
                                <p:cTn id="41" presetID="42" presetClass="path" presetSubtype="0" accel="50000" decel="50000" fill="hold" grpId="1" nodeType="withEffect">
                                  <p:stCondLst>
                                    <p:cond delay="500"/>
                                  </p:stCondLst>
                                  <p:childTnLst>
                                    <p:animMotion origin="layout" path="M 0 0 L 0 0.25 E" pathEditMode="relative" ptsTypes="">
                                      <p:cBhvr>
                                        <p:cTn id="42" dur="1000" spd="-100000" fill="hold"/>
                                        <p:tgtEl>
                                          <p:spTgt spid="28"/>
                                        </p:tgtEl>
                                        <p:attrNameLst>
                                          <p:attrName>ppt_x</p:attrName>
                                          <p:attrName>ppt_y</p:attrName>
                                        </p:attrNameLst>
                                      </p:cBhvr>
                                    </p:animMotion>
                                  </p:childTnLst>
                                </p:cTn>
                              </p:par>
                              <p:par>
                                <p:cTn id="43" presetID="17" presetClass="entr" presetSubtype="4" fill="hold" grpId="0" nodeType="withEffect">
                                  <p:stCondLst>
                                    <p:cond delay="1000"/>
                                  </p:stCondLst>
                                  <p:childTnLst>
                                    <p:set>
                                      <p:cBhvr>
                                        <p:cTn id="44" dur="1" fill="hold">
                                          <p:stCondLst>
                                            <p:cond delay="0"/>
                                          </p:stCondLst>
                                        </p:cTn>
                                        <p:tgtEl>
                                          <p:spTgt spid="32"/>
                                        </p:tgtEl>
                                        <p:attrNameLst>
                                          <p:attrName>style.visibility</p:attrName>
                                        </p:attrNameLst>
                                      </p:cBhvr>
                                      <p:to>
                                        <p:strVal val="visible"/>
                                      </p:to>
                                    </p:set>
                                    <p:anim calcmode="lin" valueType="num">
                                      <p:cBhvr>
                                        <p:cTn id="45" dur="500" fill="hold"/>
                                        <p:tgtEl>
                                          <p:spTgt spid="32"/>
                                        </p:tgtEl>
                                        <p:attrNameLst>
                                          <p:attrName>ppt_x</p:attrName>
                                        </p:attrNameLst>
                                      </p:cBhvr>
                                      <p:tavLst>
                                        <p:tav tm="0">
                                          <p:val>
                                            <p:strVal val="#ppt_x"/>
                                          </p:val>
                                        </p:tav>
                                        <p:tav tm="100000">
                                          <p:val>
                                            <p:strVal val="#ppt_x"/>
                                          </p:val>
                                        </p:tav>
                                      </p:tavLst>
                                    </p:anim>
                                    <p:anim calcmode="lin" valueType="num">
                                      <p:cBhvr>
                                        <p:cTn id="46" dur="500" fill="hold"/>
                                        <p:tgtEl>
                                          <p:spTgt spid="32"/>
                                        </p:tgtEl>
                                        <p:attrNameLst>
                                          <p:attrName>ppt_y</p:attrName>
                                        </p:attrNameLst>
                                      </p:cBhvr>
                                      <p:tavLst>
                                        <p:tav tm="0">
                                          <p:val>
                                            <p:strVal val="#ppt_y+#ppt_h/2"/>
                                          </p:val>
                                        </p:tav>
                                        <p:tav tm="100000">
                                          <p:val>
                                            <p:strVal val="#ppt_y"/>
                                          </p:val>
                                        </p:tav>
                                      </p:tavLst>
                                    </p:anim>
                                    <p:anim calcmode="lin" valueType="num">
                                      <p:cBhvr>
                                        <p:cTn id="47" dur="500" fill="hold"/>
                                        <p:tgtEl>
                                          <p:spTgt spid="32"/>
                                        </p:tgtEl>
                                        <p:attrNameLst>
                                          <p:attrName>ppt_w</p:attrName>
                                        </p:attrNameLst>
                                      </p:cBhvr>
                                      <p:tavLst>
                                        <p:tav tm="0">
                                          <p:val>
                                            <p:strVal val="#ppt_w"/>
                                          </p:val>
                                        </p:tav>
                                        <p:tav tm="100000">
                                          <p:val>
                                            <p:strVal val="#ppt_w"/>
                                          </p:val>
                                        </p:tav>
                                      </p:tavLst>
                                    </p:anim>
                                    <p:anim calcmode="lin" valueType="num">
                                      <p:cBhvr>
                                        <p:cTn id="48" dur="500" fill="hold"/>
                                        <p:tgtEl>
                                          <p:spTgt spid="32"/>
                                        </p:tgtEl>
                                        <p:attrNameLst>
                                          <p:attrName>ppt_h</p:attrName>
                                        </p:attrNameLst>
                                      </p:cBhvr>
                                      <p:tavLst>
                                        <p:tav tm="0">
                                          <p:val>
                                            <p:fltVal val="0"/>
                                          </p:val>
                                        </p:tav>
                                        <p:tav tm="100000">
                                          <p:val>
                                            <p:strVal val="#ppt_h"/>
                                          </p:val>
                                        </p:tav>
                                      </p:tavLst>
                                    </p:anim>
                                  </p:childTnLst>
                                </p:cTn>
                              </p:par>
                              <p:par>
                                <p:cTn id="49" presetID="42" presetClass="path" presetSubtype="0" accel="50000" decel="50000" fill="hold" grpId="1" nodeType="withEffect">
                                  <p:stCondLst>
                                    <p:cond delay="1000"/>
                                  </p:stCondLst>
                                  <p:childTnLst>
                                    <p:animMotion origin="layout" path="M 0 0 L 0 0.25 E" pathEditMode="relative" ptsTypes="">
                                      <p:cBhvr>
                                        <p:cTn id="50" dur="1000" spd="-100000" fill="hold"/>
                                        <p:tgtEl>
                                          <p:spTgt spid="32"/>
                                        </p:tgtEl>
                                        <p:attrNameLst>
                                          <p:attrName>ppt_x</p:attrName>
                                          <p:attrName>ppt_y</p:attrName>
                                        </p:attrNameLst>
                                      </p:cBhvr>
                                    </p:animMotion>
                                  </p:childTnLst>
                                </p:cTn>
                              </p:par>
                              <p:par>
                                <p:cTn id="51" presetID="17" presetClass="entr" presetSubtype="4" fill="hold" grpId="0" nodeType="withEffect">
                                  <p:stCondLst>
                                    <p:cond delay="1000"/>
                                  </p:stCondLst>
                                  <p:childTnLst>
                                    <p:set>
                                      <p:cBhvr>
                                        <p:cTn id="52" dur="1" fill="hold">
                                          <p:stCondLst>
                                            <p:cond delay="0"/>
                                          </p:stCondLst>
                                        </p:cTn>
                                        <p:tgtEl>
                                          <p:spTgt spid="37"/>
                                        </p:tgtEl>
                                        <p:attrNameLst>
                                          <p:attrName>style.visibility</p:attrName>
                                        </p:attrNameLst>
                                      </p:cBhvr>
                                      <p:to>
                                        <p:strVal val="visible"/>
                                      </p:to>
                                    </p:set>
                                    <p:anim calcmode="lin" valueType="num">
                                      <p:cBhvr>
                                        <p:cTn id="53" dur="500" fill="hold"/>
                                        <p:tgtEl>
                                          <p:spTgt spid="37"/>
                                        </p:tgtEl>
                                        <p:attrNameLst>
                                          <p:attrName>ppt_x</p:attrName>
                                        </p:attrNameLst>
                                      </p:cBhvr>
                                      <p:tavLst>
                                        <p:tav tm="0">
                                          <p:val>
                                            <p:strVal val="#ppt_x"/>
                                          </p:val>
                                        </p:tav>
                                        <p:tav tm="100000">
                                          <p:val>
                                            <p:strVal val="#ppt_x"/>
                                          </p:val>
                                        </p:tav>
                                      </p:tavLst>
                                    </p:anim>
                                    <p:anim calcmode="lin" valueType="num">
                                      <p:cBhvr>
                                        <p:cTn id="54" dur="500" fill="hold"/>
                                        <p:tgtEl>
                                          <p:spTgt spid="37"/>
                                        </p:tgtEl>
                                        <p:attrNameLst>
                                          <p:attrName>ppt_y</p:attrName>
                                        </p:attrNameLst>
                                      </p:cBhvr>
                                      <p:tavLst>
                                        <p:tav tm="0">
                                          <p:val>
                                            <p:strVal val="#ppt_y+#ppt_h/2"/>
                                          </p:val>
                                        </p:tav>
                                        <p:tav tm="100000">
                                          <p:val>
                                            <p:strVal val="#ppt_y"/>
                                          </p:val>
                                        </p:tav>
                                      </p:tavLst>
                                    </p:anim>
                                    <p:anim calcmode="lin" valueType="num">
                                      <p:cBhvr>
                                        <p:cTn id="55" dur="500" fill="hold"/>
                                        <p:tgtEl>
                                          <p:spTgt spid="37"/>
                                        </p:tgtEl>
                                        <p:attrNameLst>
                                          <p:attrName>ppt_w</p:attrName>
                                        </p:attrNameLst>
                                      </p:cBhvr>
                                      <p:tavLst>
                                        <p:tav tm="0">
                                          <p:val>
                                            <p:strVal val="#ppt_w"/>
                                          </p:val>
                                        </p:tav>
                                        <p:tav tm="100000">
                                          <p:val>
                                            <p:strVal val="#ppt_w"/>
                                          </p:val>
                                        </p:tav>
                                      </p:tavLst>
                                    </p:anim>
                                    <p:anim calcmode="lin" valueType="num">
                                      <p:cBhvr>
                                        <p:cTn id="56" dur="500" fill="hold"/>
                                        <p:tgtEl>
                                          <p:spTgt spid="37"/>
                                        </p:tgtEl>
                                        <p:attrNameLst>
                                          <p:attrName>ppt_h</p:attrName>
                                        </p:attrNameLst>
                                      </p:cBhvr>
                                      <p:tavLst>
                                        <p:tav tm="0">
                                          <p:val>
                                            <p:fltVal val="0"/>
                                          </p:val>
                                        </p:tav>
                                        <p:tav tm="100000">
                                          <p:val>
                                            <p:strVal val="#ppt_h"/>
                                          </p:val>
                                        </p:tav>
                                      </p:tavLst>
                                    </p:anim>
                                  </p:childTnLst>
                                </p:cTn>
                              </p:par>
                              <p:par>
                                <p:cTn id="57" presetID="42" presetClass="path" presetSubtype="0" accel="50000" decel="50000" fill="hold" grpId="1" nodeType="withEffect">
                                  <p:stCondLst>
                                    <p:cond delay="1000"/>
                                  </p:stCondLst>
                                  <p:childTnLst>
                                    <p:animMotion origin="layout" path="M 0 0 L 0 0.25 E" pathEditMode="relative" ptsTypes="">
                                      <p:cBhvr>
                                        <p:cTn id="58" dur="1000" spd="-100000" fill="hold"/>
                                        <p:tgtEl>
                                          <p:spTgt spid="37"/>
                                        </p:tgtEl>
                                        <p:attrNameLst>
                                          <p:attrName>ppt_x</p:attrName>
                                          <p:attrName>ppt_y</p:attrName>
                                        </p:attrNameLst>
                                      </p:cBhvr>
                                    </p:animMotion>
                                  </p:childTnLst>
                                </p:cTn>
                              </p:par>
                              <p:par>
                                <p:cTn id="59" presetID="17" presetClass="entr" presetSubtype="4" fill="hold" grpId="0" nodeType="withEffect">
                                  <p:stCondLst>
                                    <p:cond delay="1500"/>
                                  </p:stCondLst>
                                  <p:childTnLst>
                                    <p:set>
                                      <p:cBhvr>
                                        <p:cTn id="60" dur="1" fill="hold">
                                          <p:stCondLst>
                                            <p:cond delay="0"/>
                                          </p:stCondLst>
                                        </p:cTn>
                                        <p:tgtEl>
                                          <p:spTgt spid="33"/>
                                        </p:tgtEl>
                                        <p:attrNameLst>
                                          <p:attrName>style.visibility</p:attrName>
                                        </p:attrNameLst>
                                      </p:cBhvr>
                                      <p:to>
                                        <p:strVal val="visible"/>
                                      </p:to>
                                    </p:set>
                                    <p:anim calcmode="lin" valueType="num">
                                      <p:cBhvr>
                                        <p:cTn id="61" dur="500" fill="hold"/>
                                        <p:tgtEl>
                                          <p:spTgt spid="33"/>
                                        </p:tgtEl>
                                        <p:attrNameLst>
                                          <p:attrName>ppt_x</p:attrName>
                                        </p:attrNameLst>
                                      </p:cBhvr>
                                      <p:tavLst>
                                        <p:tav tm="0">
                                          <p:val>
                                            <p:strVal val="#ppt_x"/>
                                          </p:val>
                                        </p:tav>
                                        <p:tav tm="100000">
                                          <p:val>
                                            <p:strVal val="#ppt_x"/>
                                          </p:val>
                                        </p:tav>
                                      </p:tavLst>
                                    </p:anim>
                                    <p:anim calcmode="lin" valueType="num">
                                      <p:cBhvr>
                                        <p:cTn id="62" dur="500" fill="hold"/>
                                        <p:tgtEl>
                                          <p:spTgt spid="33"/>
                                        </p:tgtEl>
                                        <p:attrNameLst>
                                          <p:attrName>ppt_y</p:attrName>
                                        </p:attrNameLst>
                                      </p:cBhvr>
                                      <p:tavLst>
                                        <p:tav tm="0">
                                          <p:val>
                                            <p:strVal val="#ppt_y+#ppt_h/2"/>
                                          </p:val>
                                        </p:tav>
                                        <p:tav tm="100000">
                                          <p:val>
                                            <p:strVal val="#ppt_y"/>
                                          </p:val>
                                        </p:tav>
                                      </p:tavLst>
                                    </p:anim>
                                    <p:anim calcmode="lin" valueType="num">
                                      <p:cBhvr>
                                        <p:cTn id="63" dur="500" fill="hold"/>
                                        <p:tgtEl>
                                          <p:spTgt spid="33"/>
                                        </p:tgtEl>
                                        <p:attrNameLst>
                                          <p:attrName>ppt_w</p:attrName>
                                        </p:attrNameLst>
                                      </p:cBhvr>
                                      <p:tavLst>
                                        <p:tav tm="0">
                                          <p:val>
                                            <p:strVal val="#ppt_w"/>
                                          </p:val>
                                        </p:tav>
                                        <p:tav tm="100000">
                                          <p:val>
                                            <p:strVal val="#ppt_w"/>
                                          </p:val>
                                        </p:tav>
                                      </p:tavLst>
                                    </p:anim>
                                    <p:anim calcmode="lin" valueType="num">
                                      <p:cBhvr>
                                        <p:cTn id="64" dur="500" fill="hold"/>
                                        <p:tgtEl>
                                          <p:spTgt spid="33"/>
                                        </p:tgtEl>
                                        <p:attrNameLst>
                                          <p:attrName>ppt_h</p:attrName>
                                        </p:attrNameLst>
                                      </p:cBhvr>
                                      <p:tavLst>
                                        <p:tav tm="0">
                                          <p:val>
                                            <p:fltVal val="0"/>
                                          </p:val>
                                        </p:tav>
                                        <p:tav tm="100000">
                                          <p:val>
                                            <p:strVal val="#ppt_h"/>
                                          </p:val>
                                        </p:tav>
                                      </p:tavLst>
                                    </p:anim>
                                  </p:childTnLst>
                                </p:cTn>
                              </p:par>
                              <p:par>
                                <p:cTn id="65" presetID="42" presetClass="path" presetSubtype="0" accel="50000" decel="50000" fill="hold" grpId="1" nodeType="withEffect">
                                  <p:stCondLst>
                                    <p:cond delay="1500"/>
                                  </p:stCondLst>
                                  <p:childTnLst>
                                    <p:animMotion origin="layout" path="M 0 0 L 0 0.25 E" pathEditMode="relative" ptsTypes="">
                                      <p:cBhvr>
                                        <p:cTn id="66" dur="1000" spd="-100000" fill="hold"/>
                                        <p:tgtEl>
                                          <p:spTgt spid="33"/>
                                        </p:tgtEl>
                                        <p:attrNameLst>
                                          <p:attrName>ppt_x</p:attrName>
                                          <p:attrName>ppt_y</p:attrName>
                                        </p:attrNameLst>
                                      </p:cBhvr>
                                    </p:animMotion>
                                  </p:childTnLst>
                                </p:cTn>
                              </p:par>
                              <p:par>
                                <p:cTn id="67" presetID="17" presetClass="entr" presetSubtype="4" fill="hold" grpId="0" nodeType="withEffect">
                                  <p:stCondLst>
                                    <p:cond delay="1500"/>
                                  </p:stCondLst>
                                  <p:childTnLst>
                                    <p:set>
                                      <p:cBhvr>
                                        <p:cTn id="68" dur="1" fill="hold">
                                          <p:stCondLst>
                                            <p:cond delay="0"/>
                                          </p:stCondLst>
                                        </p:cTn>
                                        <p:tgtEl>
                                          <p:spTgt spid="38"/>
                                        </p:tgtEl>
                                        <p:attrNameLst>
                                          <p:attrName>style.visibility</p:attrName>
                                        </p:attrNameLst>
                                      </p:cBhvr>
                                      <p:to>
                                        <p:strVal val="visible"/>
                                      </p:to>
                                    </p:set>
                                    <p:anim calcmode="lin" valueType="num">
                                      <p:cBhvr>
                                        <p:cTn id="69" dur="500" fill="hold"/>
                                        <p:tgtEl>
                                          <p:spTgt spid="38"/>
                                        </p:tgtEl>
                                        <p:attrNameLst>
                                          <p:attrName>ppt_x</p:attrName>
                                        </p:attrNameLst>
                                      </p:cBhvr>
                                      <p:tavLst>
                                        <p:tav tm="0">
                                          <p:val>
                                            <p:strVal val="#ppt_x"/>
                                          </p:val>
                                        </p:tav>
                                        <p:tav tm="100000">
                                          <p:val>
                                            <p:strVal val="#ppt_x"/>
                                          </p:val>
                                        </p:tav>
                                      </p:tavLst>
                                    </p:anim>
                                    <p:anim calcmode="lin" valueType="num">
                                      <p:cBhvr>
                                        <p:cTn id="70" dur="500" fill="hold"/>
                                        <p:tgtEl>
                                          <p:spTgt spid="38"/>
                                        </p:tgtEl>
                                        <p:attrNameLst>
                                          <p:attrName>ppt_y</p:attrName>
                                        </p:attrNameLst>
                                      </p:cBhvr>
                                      <p:tavLst>
                                        <p:tav tm="0">
                                          <p:val>
                                            <p:strVal val="#ppt_y+#ppt_h/2"/>
                                          </p:val>
                                        </p:tav>
                                        <p:tav tm="100000">
                                          <p:val>
                                            <p:strVal val="#ppt_y"/>
                                          </p:val>
                                        </p:tav>
                                      </p:tavLst>
                                    </p:anim>
                                    <p:anim calcmode="lin" valueType="num">
                                      <p:cBhvr>
                                        <p:cTn id="71" dur="500" fill="hold"/>
                                        <p:tgtEl>
                                          <p:spTgt spid="38"/>
                                        </p:tgtEl>
                                        <p:attrNameLst>
                                          <p:attrName>ppt_w</p:attrName>
                                        </p:attrNameLst>
                                      </p:cBhvr>
                                      <p:tavLst>
                                        <p:tav tm="0">
                                          <p:val>
                                            <p:strVal val="#ppt_w"/>
                                          </p:val>
                                        </p:tav>
                                        <p:tav tm="100000">
                                          <p:val>
                                            <p:strVal val="#ppt_w"/>
                                          </p:val>
                                        </p:tav>
                                      </p:tavLst>
                                    </p:anim>
                                    <p:anim calcmode="lin" valueType="num">
                                      <p:cBhvr>
                                        <p:cTn id="72" dur="500" fill="hold"/>
                                        <p:tgtEl>
                                          <p:spTgt spid="38"/>
                                        </p:tgtEl>
                                        <p:attrNameLst>
                                          <p:attrName>ppt_h</p:attrName>
                                        </p:attrNameLst>
                                      </p:cBhvr>
                                      <p:tavLst>
                                        <p:tav tm="0">
                                          <p:val>
                                            <p:fltVal val="0"/>
                                          </p:val>
                                        </p:tav>
                                        <p:tav tm="100000">
                                          <p:val>
                                            <p:strVal val="#ppt_h"/>
                                          </p:val>
                                        </p:tav>
                                      </p:tavLst>
                                    </p:anim>
                                  </p:childTnLst>
                                </p:cTn>
                              </p:par>
                              <p:par>
                                <p:cTn id="73" presetID="42" presetClass="path" presetSubtype="0" accel="50000" decel="50000" fill="hold" grpId="1" nodeType="withEffect">
                                  <p:stCondLst>
                                    <p:cond delay="1500"/>
                                  </p:stCondLst>
                                  <p:childTnLst>
                                    <p:animMotion origin="layout" path="M 0 0 L 0 0.25 E" pathEditMode="relative" ptsTypes="">
                                      <p:cBhvr>
                                        <p:cTn id="74" dur="1000" spd="-100000" fill="hold"/>
                                        <p:tgtEl>
                                          <p:spTgt spid="38"/>
                                        </p:tgtEl>
                                        <p:attrNameLst>
                                          <p:attrName>ppt_x</p:attrName>
                                          <p:attrName>ppt_y</p:attrName>
                                        </p:attrNameLst>
                                      </p:cBhvr>
                                    </p:animMotion>
                                  </p:childTnLst>
                                </p:cTn>
                              </p:par>
                            </p:childTnLst>
                          </p:cTn>
                        </p:par>
                        <p:par>
                          <p:cTn id="75" fill="hold">
                            <p:stCondLst>
                              <p:cond delay="4000"/>
                            </p:stCondLst>
                            <p:childTnLst>
                              <p:par>
                                <p:cTn id="76" presetID="53" presetClass="entr" presetSubtype="16" fill="hold" grpId="0" nodeType="afterEffect">
                                  <p:stCondLst>
                                    <p:cond delay="0"/>
                                  </p:stCondLst>
                                  <p:childTnLst>
                                    <p:set>
                                      <p:cBhvr>
                                        <p:cTn id="77" dur="1" fill="hold">
                                          <p:stCondLst>
                                            <p:cond delay="0"/>
                                          </p:stCondLst>
                                        </p:cTn>
                                        <p:tgtEl>
                                          <p:spTgt spid="29"/>
                                        </p:tgtEl>
                                        <p:attrNameLst>
                                          <p:attrName>style.visibility</p:attrName>
                                        </p:attrNameLst>
                                      </p:cBhvr>
                                      <p:to>
                                        <p:strVal val="visible"/>
                                      </p:to>
                                    </p:set>
                                    <p:anim calcmode="lin" valueType="num">
                                      <p:cBhvr>
                                        <p:cTn id="78" dur="500" fill="hold"/>
                                        <p:tgtEl>
                                          <p:spTgt spid="29"/>
                                        </p:tgtEl>
                                        <p:attrNameLst>
                                          <p:attrName>ppt_w</p:attrName>
                                        </p:attrNameLst>
                                      </p:cBhvr>
                                      <p:tavLst>
                                        <p:tav tm="0">
                                          <p:val>
                                            <p:fltVal val="0"/>
                                          </p:val>
                                        </p:tav>
                                        <p:tav tm="100000">
                                          <p:val>
                                            <p:strVal val="#ppt_w"/>
                                          </p:val>
                                        </p:tav>
                                      </p:tavLst>
                                    </p:anim>
                                    <p:anim calcmode="lin" valueType="num">
                                      <p:cBhvr>
                                        <p:cTn id="79" dur="500" fill="hold"/>
                                        <p:tgtEl>
                                          <p:spTgt spid="29"/>
                                        </p:tgtEl>
                                        <p:attrNameLst>
                                          <p:attrName>ppt_h</p:attrName>
                                        </p:attrNameLst>
                                      </p:cBhvr>
                                      <p:tavLst>
                                        <p:tav tm="0">
                                          <p:val>
                                            <p:fltVal val="0"/>
                                          </p:val>
                                        </p:tav>
                                        <p:tav tm="100000">
                                          <p:val>
                                            <p:strVal val="#ppt_h"/>
                                          </p:val>
                                        </p:tav>
                                      </p:tavLst>
                                    </p:anim>
                                    <p:animEffect transition="in" filter="fade">
                                      <p:cBhvr>
                                        <p:cTn id="80" dur="500"/>
                                        <p:tgtEl>
                                          <p:spTgt spid="29"/>
                                        </p:tgtEl>
                                      </p:cBhvr>
                                    </p:animEffect>
                                  </p:childTnLst>
                                </p:cTn>
                              </p:par>
                              <p:par>
                                <p:cTn id="81" presetID="64" presetClass="path" presetSubtype="0" accel="50000" decel="50000" fill="hold" grpId="1" nodeType="withEffect">
                                  <p:stCondLst>
                                    <p:cond delay="0"/>
                                  </p:stCondLst>
                                  <p:childTnLst>
                                    <p:animMotion origin="layout" path="M 0 4.81481E-6 L 0 -0.25 " pathEditMode="relative" rAng="0" ptsTypes="AA">
                                      <p:cBhvr>
                                        <p:cTn id="82" dur="1000" spd="-100000" fill="hold"/>
                                        <p:tgtEl>
                                          <p:spTgt spid="29"/>
                                        </p:tgtEl>
                                        <p:attrNameLst>
                                          <p:attrName>ppt_x</p:attrName>
                                          <p:attrName>ppt_y</p:attrName>
                                        </p:attrNameLst>
                                      </p:cBhvr>
                                      <p:rCtr x="0" y="-12500"/>
                                    </p:animMotion>
                                  </p:childTnLst>
                                </p:cTn>
                              </p:par>
                              <p:par>
                                <p:cTn id="83" presetID="53" presetClass="entr" presetSubtype="16" fill="hold" grpId="0" nodeType="withEffect">
                                  <p:stCondLst>
                                    <p:cond delay="500"/>
                                  </p:stCondLst>
                                  <p:childTnLst>
                                    <p:set>
                                      <p:cBhvr>
                                        <p:cTn id="84" dur="1" fill="hold">
                                          <p:stCondLst>
                                            <p:cond delay="0"/>
                                          </p:stCondLst>
                                        </p:cTn>
                                        <p:tgtEl>
                                          <p:spTgt spid="31"/>
                                        </p:tgtEl>
                                        <p:attrNameLst>
                                          <p:attrName>style.visibility</p:attrName>
                                        </p:attrNameLst>
                                      </p:cBhvr>
                                      <p:to>
                                        <p:strVal val="visible"/>
                                      </p:to>
                                    </p:set>
                                    <p:anim calcmode="lin" valueType="num">
                                      <p:cBhvr>
                                        <p:cTn id="85" dur="500" fill="hold"/>
                                        <p:tgtEl>
                                          <p:spTgt spid="31"/>
                                        </p:tgtEl>
                                        <p:attrNameLst>
                                          <p:attrName>ppt_w</p:attrName>
                                        </p:attrNameLst>
                                      </p:cBhvr>
                                      <p:tavLst>
                                        <p:tav tm="0">
                                          <p:val>
                                            <p:fltVal val="0"/>
                                          </p:val>
                                        </p:tav>
                                        <p:tav tm="100000">
                                          <p:val>
                                            <p:strVal val="#ppt_w"/>
                                          </p:val>
                                        </p:tav>
                                      </p:tavLst>
                                    </p:anim>
                                    <p:anim calcmode="lin" valueType="num">
                                      <p:cBhvr>
                                        <p:cTn id="86" dur="500" fill="hold"/>
                                        <p:tgtEl>
                                          <p:spTgt spid="31"/>
                                        </p:tgtEl>
                                        <p:attrNameLst>
                                          <p:attrName>ppt_h</p:attrName>
                                        </p:attrNameLst>
                                      </p:cBhvr>
                                      <p:tavLst>
                                        <p:tav tm="0">
                                          <p:val>
                                            <p:fltVal val="0"/>
                                          </p:val>
                                        </p:tav>
                                        <p:tav tm="100000">
                                          <p:val>
                                            <p:strVal val="#ppt_h"/>
                                          </p:val>
                                        </p:tav>
                                      </p:tavLst>
                                    </p:anim>
                                    <p:animEffect transition="in" filter="fade">
                                      <p:cBhvr>
                                        <p:cTn id="87" dur="500"/>
                                        <p:tgtEl>
                                          <p:spTgt spid="31"/>
                                        </p:tgtEl>
                                      </p:cBhvr>
                                    </p:animEffect>
                                  </p:childTnLst>
                                </p:cTn>
                              </p:par>
                              <p:par>
                                <p:cTn id="88" presetID="63" presetClass="path" presetSubtype="0" accel="50000" decel="50000" fill="hold" grpId="1" nodeType="withEffect">
                                  <p:stCondLst>
                                    <p:cond delay="500"/>
                                  </p:stCondLst>
                                  <p:childTnLst>
                                    <p:animMotion origin="layout" path="M 0 4.81481E-6 L 0.1263 4.81481E-6 " pathEditMode="relative" rAng="0" ptsTypes="AA">
                                      <p:cBhvr>
                                        <p:cTn id="89" dur="1000" spd="-100000" fill="hold"/>
                                        <p:tgtEl>
                                          <p:spTgt spid="31"/>
                                        </p:tgtEl>
                                        <p:attrNameLst>
                                          <p:attrName>ppt_x</p:attrName>
                                          <p:attrName>ppt_y</p:attrName>
                                        </p:attrNameLst>
                                      </p:cBhvr>
                                      <p:rCtr x="6315" y="0"/>
                                    </p:animMotion>
                                  </p:childTnLst>
                                </p:cTn>
                              </p:par>
                            </p:childTnLst>
                          </p:cTn>
                        </p:par>
                        <p:par>
                          <p:cTn id="90" fill="hold">
                            <p:stCondLst>
                              <p:cond delay="5500"/>
                            </p:stCondLst>
                            <p:childTnLst>
                              <p:par>
                                <p:cTn id="91" presetID="53" presetClass="entr" presetSubtype="16" fill="hold" grpId="0" nodeType="afterEffect">
                                  <p:stCondLst>
                                    <p:cond delay="0"/>
                                  </p:stCondLst>
                                  <p:iterate type="lt">
                                    <p:tmPct val="10000"/>
                                  </p:iterate>
                                  <p:childTnLst>
                                    <p:set>
                                      <p:cBhvr>
                                        <p:cTn id="92" dur="1" fill="hold">
                                          <p:stCondLst>
                                            <p:cond delay="0"/>
                                          </p:stCondLst>
                                        </p:cTn>
                                        <p:tgtEl>
                                          <p:spTgt spid="30"/>
                                        </p:tgtEl>
                                        <p:attrNameLst>
                                          <p:attrName>style.visibility</p:attrName>
                                        </p:attrNameLst>
                                      </p:cBhvr>
                                      <p:to>
                                        <p:strVal val="visible"/>
                                      </p:to>
                                    </p:set>
                                    <p:anim calcmode="lin" valueType="num">
                                      <p:cBhvr>
                                        <p:cTn id="93" dur="250" fill="hold"/>
                                        <p:tgtEl>
                                          <p:spTgt spid="30"/>
                                        </p:tgtEl>
                                        <p:attrNameLst>
                                          <p:attrName>ppt_w</p:attrName>
                                        </p:attrNameLst>
                                      </p:cBhvr>
                                      <p:tavLst>
                                        <p:tav tm="0">
                                          <p:val>
                                            <p:fltVal val="0"/>
                                          </p:val>
                                        </p:tav>
                                        <p:tav tm="100000">
                                          <p:val>
                                            <p:strVal val="#ppt_w"/>
                                          </p:val>
                                        </p:tav>
                                      </p:tavLst>
                                    </p:anim>
                                    <p:anim calcmode="lin" valueType="num">
                                      <p:cBhvr>
                                        <p:cTn id="94" dur="250" fill="hold"/>
                                        <p:tgtEl>
                                          <p:spTgt spid="30"/>
                                        </p:tgtEl>
                                        <p:attrNameLst>
                                          <p:attrName>ppt_h</p:attrName>
                                        </p:attrNameLst>
                                      </p:cBhvr>
                                      <p:tavLst>
                                        <p:tav tm="0">
                                          <p:val>
                                            <p:fltVal val="0"/>
                                          </p:val>
                                        </p:tav>
                                        <p:tav tm="100000">
                                          <p:val>
                                            <p:strVal val="#ppt_h"/>
                                          </p:val>
                                        </p:tav>
                                      </p:tavLst>
                                    </p:anim>
                                    <p:animEffect transition="in" filter="fade">
                                      <p:cBhvr>
                                        <p:cTn id="95" dur="250"/>
                                        <p:tgtEl>
                                          <p:spTgt spid="30"/>
                                        </p:tgtEl>
                                      </p:cBhvr>
                                    </p:animEffect>
                                  </p:childTnLst>
                                </p:cTn>
                              </p:par>
                            </p:childTnLst>
                          </p:cTn>
                        </p:par>
                        <p:par>
                          <p:cTn id="96" fill="hold">
                            <p:stCondLst>
                              <p:cond delay="6675"/>
                            </p:stCondLst>
                            <p:childTnLst>
                              <p:par>
                                <p:cTn id="97" presetID="53" presetClass="entr" presetSubtype="16" fill="hold" grpId="0" nodeType="afterEffect">
                                  <p:stCondLst>
                                    <p:cond delay="0"/>
                                  </p:stCondLst>
                                  <p:childTnLst>
                                    <p:set>
                                      <p:cBhvr>
                                        <p:cTn id="98" dur="1" fill="hold">
                                          <p:stCondLst>
                                            <p:cond delay="0"/>
                                          </p:stCondLst>
                                        </p:cTn>
                                        <p:tgtEl>
                                          <p:spTgt spid="34"/>
                                        </p:tgtEl>
                                        <p:attrNameLst>
                                          <p:attrName>style.visibility</p:attrName>
                                        </p:attrNameLst>
                                      </p:cBhvr>
                                      <p:to>
                                        <p:strVal val="visible"/>
                                      </p:to>
                                    </p:set>
                                    <p:anim calcmode="lin" valueType="num">
                                      <p:cBhvr>
                                        <p:cTn id="99" dur="500" fill="hold"/>
                                        <p:tgtEl>
                                          <p:spTgt spid="34"/>
                                        </p:tgtEl>
                                        <p:attrNameLst>
                                          <p:attrName>ppt_w</p:attrName>
                                        </p:attrNameLst>
                                      </p:cBhvr>
                                      <p:tavLst>
                                        <p:tav tm="0">
                                          <p:val>
                                            <p:fltVal val="0"/>
                                          </p:val>
                                        </p:tav>
                                        <p:tav tm="100000">
                                          <p:val>
                                            <p:strVal val="#ppt_w"/>
                                          </p:val>
                                        </p:tav>
                                      </p:tavLst>
                                    </p:anim>
                                    <p:anim calcmode="lin" valueType="num">
                                      <p:cBhvr>
                                        <p:cTn id="100" dur="500" fill="hold"/>
                                        <p:tgtEl>
                                          <p:spTgt spid="34"/>
                                        </p:tgtEl>
                                        <p:attrNameLst>
                                          <p:attrName>ppt_h</p:attrName>
                                        </p:attrNameLst>
                                      </p:cBhvr>
                                      <p:tavLst>
                                        <p:tav tm="0">
                                          <p:val>
                                            <p:fltVal val="0"/>
                                          </p:val>
                                        </p:tav>
                                        <p:tav tm="100000">
                                          <p:val>
                                            <p:strVal val="#ppt_h"/>
                                          </p:val>
                                        </p:tav>
                                      </p:tavLst>
                                    </p:anim>
                                    <p:animEffect transition="in" filter="fade">
                                      <p:cBhvr>
                                        <p:cTn id="101" dur="500"/>
                                        <p:tgtEl>
                                          <p:spTgt spid="34"/>
                                        </p:tgtEl>
                                      </p:cBhvr>
                                    </p:animEffect>
                                  </p:childTnLst>
                                </p:cTn>
                              </p:par>
                              <p:par>
                                <p:cTn id="102" presetID="64" presetClass="path" presetSubtype="0" accel="50000" decel="50000" fill="hold" grpId="1" nodeType="withEffect">
                                  <p:stCondLst>
                                    <p:cond delay="0"/>
                                  </p:stCondLst>
                                  <p:childTnLst>
                                    <p:animMotion origin="layout" path="M 3.33333E-6 -3.7037E-6 L 3.33333E-6 -0.25 " pathEditMode="relative" rAng="0" ptsTypes="AA">
                                      <p:cBhvr>
                                        <p:cTn id="103" dur="1000" spd="-100000" fill="hold"/>
                                        <p:tgtEl>
                                          <p:spTgt spid="34"/>
                                        </p:tgtEl>
                                        <p:attrNameLst>
                                          <p:attrName>ppt_x</p:attrName>
                                          <p:attrName>ppt_y</p:attrName>
                                        </p:attrNameLst>
                                      </p:cBhvr>
                                      <p:rCtr x="0" y="-12500"/>
                                    </p:animMotion>
                                  </p:childTnLst>
                                </p:cTn>
                              </p:par>
                              <p:par>
                                <p:cTn id="104" presetID="53" presetClass="entr" presetSubtype="16" fill="hold" grpId="0" nodeType="withEffect">
                                  <p:stCondLst>
                                    <p:cond delay="500"/>
                                  </p:stCondLst>
                                  <p:childTnLst>
                                    <p:set>
                                      <p:cBhvr>
                                        <p:cTn id="105" dur="1" fill="hold">
                                          <p:stCondLst>
                                            <p:cond delay="0"/>
                                          </p:stCondLst>
                                        </p:cTn>
                                        <p:tgtEl>
                                          <p:spTgt spid="35"/>
                                        </p:tgtEl>
                                        <p:attrNameLst>
                                          <p:attrName>style.visibility</p:attrName>
                                        </p:attrNameLst>
                                      </p:cBhvr>
                                      <p:to>
                                        <p:strVal val="visible"/>
                                      </p:to>
                                    </p:set>
                                    <p:anim calcmode="lin" valueType="num">
                                      <p:cBhvr>
                                        <p:cTn id="106" dur="500" fill="hold"/>
                                        <p:tgtEl>
                                          <p:spTgt spid="35"/>
                                        </p:tgtEl>
                                        <p:attrNameLst>
                                          <p:attrName>ppt_w</p:attrName>
                                        </p:attrNameLst>
                                      </p:cBhvr>
                                      <p:tavLst>
                                        <p:tav tm="0">
                                          <p:val>
                                            <p:fltVal val="0"/>
                                          </p:val>
                                        </p:tav>
                                        <p:tav tm="100000">
                                          <p:val>
                                            <p:strVal val="#ppt_w"/>
                                          </p:val>
                                        </p:tav>
                                      </p:tavLst>
                                    </p:anim>
                                    <p:anim calcmode="lin" valueType="num">
                                      <p:cBhvr>
                                        <p:cTn id="107" dur="500" fill="hold"/>
                                        <p:tgtEl>
                                          <p:spTgt spid="35"/>
                                        </p:tgtEl>
                                        <p:attrNameLst>
                                          <p:attrName>ppt_h</p:attrName>
                                        </p:attrNameLst>
                                      </p:cBhvr>
                                      <p:tavLst>
                                        <p:tav tm="0">
                                          <p:val>
                                            <p:fltVal val="0"/>
                                          </p:val>
                                        </p:tav>
                                        <p:tav tm="100000">
                                          <p:val>
                                            <p:strVal val="#ppt_h"/>
                                          </p:val>
                                        </p:tav>
                                      </p:tavLst>
                                    </p:anim>
                                    <p:animEffect transition="in" filter="fade">
                                      <p:cBhvr>
                                        <p:cTn id="108" dur="500"/>
                                        <p:tgtEl>
                                          <p:spTgt spid="35"/>
                                        </p:tgtEl>
                                      </p:cBhvr>
                                    </p:animEffect>
                                  </p:childTnLst>
                                </p:cTn>
                              </p:par>
                              <p:par>
                                <p:cTn id="109" presetID="63" presetClass="path" presetSubtype="0" accel="50000" decel="50000" fill="hold" grpId="1" nodeType="withEffect">
                                  <p:stCondLst>
                                    <p:cond delay="500"/>
                                  </p:stCondLst>
                                  <p:childTnLst>
                                    <p:animMotion origin="layout" path="M 3.33333E-6 -3.7037E-6 L 0.1263 -3.7037E-6 " pathEditMode="relative" rAng="0" ptsTypes="AA">
                                      <p:cBhvr>
                                        <p:cTn id="110" dur="1000" spd="-100000" fill="hold"/>
                                        <p:tgtEl>
                                          <p:spTgt spid="35"/>
                                        </p:tgtEl>
                                        <p:attrNameLst>
                                          <p:attrName>ppt_x</p:attrName>
                                          <p:attrName>ppt_y</p:attrName>
                                        </p:attrNameLst>
                                      </p:cBhvr>
                                      <p:rCtr x="6315" y="0"/>
                                    </p:animMotion>
                                  </p:childTnLst>
                                </p:cTn>
                              </p:par>
                            </p:childTnLst>
                          </p:cTn>
                        </p:par>
                        <p:par>
                          <p:cTn id="111" fill="hold">
                            <p:stCondLst>
                              <p:cond delay="8175"/>
                            </p:stCondLst>
                            <p:childTnLst>
                              <p:par>
                                <p:cTn id="112" presetID="53" presetClass="entr" presetSubtype="16" fill="hold" grpId="0" nodeType="afterEffect">
                                  <p:stCondLst>
                                    <p:cond delay="0"/>
                                  </p:stCondLst>
                                  <p:iterate type="lt">
                                    <p:tmPct val="10000"/>
                                  </p:iterate>
                                  <p:childTnLst>
                                    <p:set>
                                      <p:cBhvr>
                                        <p:cTn id="113" dur="1" fill="hold">
                                          <p:stCondLst>
                                            <p:cond delay="0"/>
                                          </p:stCondLst>
                                        </p:cTn>
                                        <p:tgtEl>
                                          <p:spTgt spid="36"/>
                                        </p:tgtEl>
                                        <p:attrNameLst>
                                          <p:attrName>style.visibility</p:attrName>
                                        </p:attrNameLst>
                                      </p:cBhvr>
                                      <p:to>
                                        <p:strVal val="visible"/>
                                      </p:to>
                                    </p:set>
                                    <p:anim calcmode="lin" valueType="num">
                                      <p:cBhvr>
                                        <p:cTn id="114" dur="250" fill="hold"/>
                                        <p:tgtEl>
                                          <p:spTgt spid="36"/>
                                        </p:tgtEl>
                                        <p:attrNameLst>
                                          <p:attrName>ppt_w</p:attrName>
                                        </p:attrNameLst>
                                      </p:cBhvr>
                                      <p:tavLst>
                                        <p:tav tm="0">
                                          <p:val>
                                            <p:fltVal val="0"/>
                                          </p:val>
                                        </p:tav>
                                        <p:tav tm="100000">
                                          <p:val>
                                            <p:strVal val="#ppt_w"/>
                                          </p:val>
                                        </p:tav>
                                      </p:tavLst>
                                    </p:anim>
                                    <p:anim calcmode="lin" valueType="num">
                                      <p:cBhvr>
                                        <p:cTn id="115" dur="250" fill="hold"/>
                                        <p:tgtEl>
                                          <p:spTgt spid="36"/>
                                        </p:tgtEl>
                                        <p:attrNameLst>
                                          <p:attrName>ppt_h</p:attrName>
                                        </p:attrNameLst>
                                      </p:cBhvr>
                                      <p:tavLst>
                                        <p:tav tm="0">
                                          <p:val>
                                            <p:fltVal val="0"/>
                                          </p:val>
                                        </p:tav>
                                        <p:tav tm="100000">
                                          <p:val>
                                            <p:strVal val="#ppt_h"/>
                                          </p:val>
                                        </p:tav>
                                      </p:tavLst>
                                    </p:anim>
                                    <p:animEffect transition="in" filter="fade">
                                      <p:cBhvr>
                                        <p:cTn id="116" dur="250"/>
                                        <p:tgtEl>
                                          <p:spTgt spid="36"/>
                                        </p:tgtEl>
                                      </p:cBhvr>
                                    </p:animEffect>
                                  </p:childTnLst>
                                </p:cTn>
                              </p:par>
                            </p:childTnLst>
                          </p:cTn>
                        </p:par>
                        <p:par>
                          <p:cTn id="117" fill="hold">
                            <p:stCondLst>
                              <p:cond delay="9350"/>
                            </p:stCondLst>
                            <p:childTnLst>
                              <p:par>
                                <p:cTn id="118" presetID="53" presetClass="entr" presetSubtype="16" fill="hold" grpId="0" nodeType="afterEffect">
                                  <p:stCondLst>
                                    <p:cond delay="0"/>
                                  </p:stCondLst>
                                  <p:childTnLst>
                                    <p:set>
                                      <p:cBhvr>
                                        <p:cTn id="119" dur="1" fill="hold">
                                          <p:stCondLst>
                                            <p:cond delay="0"/>
                                          </p:stCondLst>
                                        </p:cTn>
                                        <p:tgtEl>
                                          <p:spTgt spid="39"/>
                                        </p:tgtEl>
                                        <p:attrNameLst>
                                          <p:attrName>style.visibility</p:attrName>
                                        </p:attrNameLst>
                                      </p:cBhvr>
                                      <p:to>
                                        <p:strVal val="visible"/>
                                      </p:to>
                                    </p:set>
                                    <p:anim calcmode="lin" valueType="num">
                                      <p:cBhvr>
                                        <p:cTn id="120" dur="500" fill="hold"/>
                                        <p:tgtEl>
                                          <p:spTgt spid="39"/>
                                        </p:tgtEl>
                                        <p:attrNameLst>
                                          <p:attrName>ppt_w</p:attrName>
                                        </p:attrNameLst>
                                      </p:cBhvr>
                                      <p:tavLst>
                                        <p:tav tm="0">
                                          <p:val>
                                            <p:fltVal val="0"/>
                                          </p:val>
                                        </p:tav>
                                        <p:tav tm="100000">
                                          <p:val>
                                            <p:strVal val="#ppt_w"/>
                                          </p:val>
                                        </p:tav>
                                      </p:tavLst>
                                    </p:anim>
                                    <p:anim calcmode="lin" valueType="num">
                                      <p:cBhvr>
                                        <p:cTn id="121" dur="500" fill="hold"/>
                                        <p:tgtEl>
                                          <p:spTgt spid="39"/>
                                        </p:tgtEl>
                                        <p:attrNameLst>
                                          <p:attrName>ppt_h</p:attrName>
                                        </p:attrNameLst>
                                      </p:cBhvr>
                                      <p:tavLst>
                                        <p:tav tm="0">
                                          <p:val>
                                            <p:fltVal val="0"/>
                                          </p:val>
                                        </p:tav>
                                        <p:tav tm="100000">
                                          <p:val>
                                            <p:strVal val="#ppt_h"/>
                                          </p:val>
                                        </p:tav>
                                      </p:tavLst>
                                    </p:anim>
                                    <p:animEffect transition="in" filter="fade">
                                      <p:cBhvr>
                                        <p:cTn id="122" dur="500"/>
                                        <p:tgtEl>
                                          <p:spTgt spid="39"/>
                                        </p:tgtEl>
                                      </p:cBhvr>
                                    </p:animEffect>
                                  </p:childTnLst>
                                </p:cTn>
                              </p:par>
                              <p:par>
                                <p:cTn id="123" presetID="64" presetClass="path" presetSubtype="0" accel="50000" decel="50000" fill="hold" grpId="1" nodeType="withEffect">
                                  <p:stCondLst>
                                    <p:cond delay="0"/>
                                  </p:stCondLst>
                                  <p:childTnLst>
                                    <p:animMotion origin="layout" path="M -3.33333E-6 -3.7037E-6 L -3.33333E-6 -0.25 " pathEditMode="relative" rAng="0" ptsTypes="AA">
                                      <p:cBhvr>
                                        <p:cTn id="124" dur="1000" spd="-100000" fill="hold"/>
                                        <p:tgtEl>
                                          <p:spTgt spid="39"/>
                                        </p:tgtEl>
                                        <p:attrNameLst>
                                          <p:attrName>ppt_x</p:attrName>
                                          <p:attrName>ppt_y</p:attrName>
                                        </p:attrNameLst>
                                      </p:cBhvr>
                                      <p:rCtr x="0" y="-12500"/>
                                    </p:animMotion>
                                  </p:childTnLst>
                                </p:cTn>
                              </p:par>
                              <p:par>
                                <p:cTn id="125" presetID="53" presetClass="entr" presetSubtype="16" fill="hold" grpId="0" nodeType="withEffect">
                                  <p:stCondLst>
                                    <p:cond delay="500"/>
                                  </p:stCondLst>
                                  <p:childTnLst>
                                    <p:set>
                                      <p:cBhvr>
                                        <p:cTn id="126" dur="1" fill="hold">
                                          <p:stCondLst>
                                            <p:cond delay="0"/>
                                          </p:stCondLst>
                                        </p:cTn>
                                        <p:tgtEl>
                                          <p:spTgt spid="40"/>
                                        </p:tgtEl>
                                        <p:attrNameLst>
                                          <p:attrName>style.visibility</p:attrName>
                                        </p:attrNameLst>
                                      </p:cBhvr>
                                      <p:to>
                                        <p:strVal val="visible"/>
                                      </p:to>
                                    </p:set>
                                    <p:anim calcmode="lin" valueType="num">
                                      <p:cBhvr>
                                        <p:cTn id="127" dur="500" fill="hold"/>
                                        <p:tgtEl>
                                          <p:spTgt spid="40"/>
                                        </p:tgtEl>
                                        <p:attrNameLst>
                                          <p:attrName>ppt_w</p:attrName>
                                        </p:attrNameLst>
                                      </p:cBhvr>
                                      <p:tavLst>
                                        <p:tav tm="0">
                                          <p:val>
                                            <p:fltVal val="0"/>
                                          </p:val>
                                        </p:tav>
                                        <p:tav tm="100000">
                                          <p:val>
                                            <p:strVal val="#ppt_w"/>
                                          </p:val>
                                        </p:tav>
                                      </p:tavLst>
                                    </p:anim>
                                    <p:anim calcmode="lin" valueType="num">
                                      <p:cBhvr>
                                        <p:cTn id="128" dur="500" fill="hold"/>
                                        <p:tgtEl>
                                          <p:spTgt spid="40"/>
                                        </p:tgtEl>
                                        <p:attrNameLst>
                                          <p:attrName>ppt_h</p:attrName>
                                        </p:attrNameLst>
                                      </p:cBhvr>
                                      <p:tavLst>
                                        <p:tav tm="0">
                                          <p:val>
                                            <p:fltVal val="0"/>
                                          </p:val>
                                        </p:tav>
                                        <p:tav tm="100000">
                                          <p:val>
                                            <p:strVal val="#ppt_h"/>
                                          </p:val>
                                        </p:tav>
                                      </p:tavLst>
                                    </p:anim>
                                    <p:animEffect transition="in" filter="fade">
                                      <p:cBhvr>
                                        <p:cTn id="129" dur="500"/>
                                        <p:tgtEl>
                                          <p:spTgt spid="40"/>
                                        </p:tgtEl>
                                      </p:cBhvr>
                                    </p:animEffect>
                                  </p:childTnLst>
                                </p:cTn>
                              </p:par>
                              <p:par>
                                <p:cTn id="130" presetID="63" presetClass="path" presetSubtype="0" accel="50000" decel="50000" fill="hold" grpId="1" nodeType="withEffect">
                                  <p:stCondLst>
                                    <p:cond delay="500"/>
                                  </p:stCondLst>
                                  <p:childTnLst>
                                    <p:animMotion origin="layout" path="M -3.33333E-6 -3.7037E-6 L 0.12631 -3.7037E-6 " pathEditMode="relative" rAng="0" ptsTypes="AA">
                                      <p:cBhvr>
                                        <p:cTn id="131" dur="1000" spd="-100000" fill="hold"/>
                                        <p:tgtEl>
                                          <p:spTgt spid="40"/>
                                        </p:tgtEl>
                                        <p:attrNameLst>
                                          <p:attrName>ppt_x</p:attrName>
                                          <p:attrName>ppt_y</p:attrName>
                                        </p:attrNameLst>
                                      </p:cBhvr>
                                      <p:rCtr x="6315" y="0"/>
                                    </p:animMotion>
                                  </p:childTnLst>
                                </p:cTn>
                              </p:par>
                            </p:childTnLst>
                          </p:cTn>
                        </p:par>
                        <p:par>
                          <p:cTn id="132" fill="hold">
                            <p:stCondLst>
                              <p:cond delay="10850"/>
                            </p:stCondLst>
                            <p:childTnLst>
                              <p:par>
                                <p:cTn id="133" presetID="53" presetClass="entr" presetSubtype="16" fill="hold" grpId="0" nodeType="afterEffect">
                                  <p:stCondLst>
                                    <p:cond delay="0"/>
                                  </p:stCondLst>
                                  <p:iterate type="lt">
                                    <p:tmPct val="10000"/>
                                  </p:iterate>
                                  <p:childTnLst>
                                    <p:set>
                                      <p:cBhvr>
                                        <p:cTn id="134" dur="1" fill="hold">
                                          <p:stCondLst>
                                            <p:cond delay="0"/>
                                          </p:stCondLst>
                                        </p:cTn>
                                        <p:tgtEl>
                                          <p:spTgt spid="41"/>
                                        </p:tgtEl>
                                        <p:attrNameLst>
                                          <p:attrName>style.visibility</p:attrName>
                                        </p:attrNameLst>
                                      </p:cBhvr>
                                      <p:to>
                                        <p:strVal val="visible"/>
                                      </p:to>
                                    </p:set>
                                    <p:anim calcmode="lin" valueType="num">
                                      <p:cBhvr>
                                        <p:cTn id="135" dur="250" fill="hold"/>
                                        <p:tgtEl>
                                          <p:spTgt spid="41"/>
                                        </p:tgtEl>
                                        <p:attrNameLst>
                                          <p:attrName>ppt_w</p:attrName>
                                        </p:attrNameLst>
                                      </p:cBhvr>
                                      <p:tavLst>
                                        <p:tav tm="0">
                                          <p:val>
                                            <p:fltVal val="0"/>
                                          </p:val>
                                        </p:tav>
                                        <p:tav tm="100000">
                                          <p:val>
                                            <p:strVal val="#ppt_w"/>
                                          </p:val>
                                        </p:tav>
                                      </p:tavLst>
                                    </p:anim>
                                    <p:anim calcmode="lin" valueType="num">
                                      <p:cBhvr>
                                        <p:cTn id="136" dur="250" fill="hold"/>
                                        <p:tgtEl>
                                          <p:spTgt spid="41"/>
                                        </p:tgtEl>
                                        <p:attrNameLst>
                                          <p:attrName>ppt_h</p:attrName>
                                        </p:attrNameLst>
                                      </p:cBhvr>
                                      <p:tavLst>
                                        <p:tav tm="0">
                                          <p:val>
                                            <p:fltVal val="0"/>
                                          </p:val>
                                        </p:tav>
                                        <p:tav tm="100000">
                                          <p:val>
                                            <p:strVal val="#ppt_h"/>
                                          </p:val>
                                        </p:tav>
                                      </p:tavLst>
                                    </p:anim>
                                    <p:animEffect transition="in" filter="fade">
                                      <p:cBhvr>
                                        <p:cTn id="137" dur="2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5" grpId="1"/>
      <p:bldP spid="27" grpId="0" animBg="1"/>
      <p:bldP spid="27" grpId="1" animBg="1"/>
      <p:bldP spid="28" grpId="0" animBg="1"/>
      <p:bldP spid="28" grpId="1" animBg="1"/>
      <p:bldP spid="29" grpId="0" animBg="1"/>
      <p:bldP spid="29" grpId="1" animBg="1"/>
      <p:bldP spid="30" grpId="0"/>
      <p:bldP spid="31" grpId="0"/>
      <p:bldP spid="31" grpId="1"/>
      <p:bldP spid="32" grpId="0" animBg="1"/>
      <p:bldP spid="32" grpId="1" animBg="1"/>
      <p:bldP spid="33" grpId="0" animBg="1"/>
      <p:bldP spid="33" grpId="1" animBg="1"/>
      <p:bldP spid="34" grpId="0" animBg="1"/>
      <p:bldP spid="34" grpId="1" animBg="1"/>
      <p:bldP spid="35" grpId="0"/>
      <p:bldP spid="35" grpId="1"/>
      <p:bldP spid="36" grpId="0"/>
      <p:bldP spid="37" grpId="0" animBg="1"/>
      <p:bldP spid="37" grpId="1" animBg="1"/>
      <p:bldP spid="38" grpId="0" animBg="1"/>
      <p:bldP spid="38" grpId="1" animBg="1"/>
      <p:bldP spid="39" grpId="0" animBg="1"/>
      <p:bldP spid="39" grpId="1" animBg="1"/>
      <p:bldP spid="40" grpId="0"/>
      <p:bldP spid="40" grpId="1"/>
      <p:bldP spid="4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450633" y="228814"/>
            <a:ext cx="720000" cy="720000"/>
            <a:chOff x="450633" y="228814"/>
            <a:chExt cx="720000" cy="720000"/>
          </a:xfrm>
        </p:grpSpPr>
        <p:sp>
          <p:nvSpPr>
            <p:cNvPr id="32" name="椭圆 31"/>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3"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4" name="文本框 33"/>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已完成重点项目二</a:t>
            </a:r>
          </a:p>
        </p:txBody>
      </p:sp>
      <p:cxnSp>
        <p:nvCxnSpPr>
          <p:cNvPr id="35" name="直接连接符 34"/>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36" name="Freeform 5"/>
          <p:cNvSpPr>
            <a:spLocks noChangeAspect="1"/>
          </p:cNvSpPr>
          <p:nvPr/>
        </p:nvSpPr>
        <p:spPr bwMode="auto">
          <a:xfrm>
            <a:off x="5178747" y="1713452"/>
            <a:ext cx="1834506" cy="1835845"/>
          </a:xfrm>
          <a:custGeom>
            <a:avLst/>
            <a:gdLst>
              <a:gd name="T0" fmla="*/ 8178 w 8222"/>
              <a:gd name="T1" fmla="*/ 3851 h 8223"/>
              <a:gd name="T2" fmla="*/ 8209 w 8222"/>
              <a:gd name="T3" fmla="*/ 4261 h 8223"/>
              <a:gd name="T4" fmla="*/ 8022 w 8222"/>
              <a:gd name="T5" fmla="*/ 4637 h 8223"/>
              <a:gd name="T6" fmla="*/ 6785 w 8222"/>
              <a:gd name="T7" fmla="*/ 5914 h 8223"/>
              <a:gd name="T8" fmla="*/ 6736 w 8222"/>
              <a:gd name="T9" fmla="*/ 6103 h 8223"/>
              <a:gd name="T10" fmla="*/ 6770 w 8222"/>
              <a:gd name="T11" fmla="*/ 6302 h 8223"/>
              <a:gd name="T12" fmla="*/ 6862 w 8222"/>
              <a:gd name="T13" fmla="*/ 6453 h 8223"/>
              <a:gd name="T14" fmla="*/ 7007 w 8222"/>
              <a:gd name="T15" fmla="*/ 6565 h 8223"/>
              <a:gd name="T16" fmla="*/ 7190 w 8222"/>
              <a:gd name="T17" fmla="*/ 6614 h 8223"/>
              <a:gd name="T18" fmla="*/ 7458 w 8222"/>
              <a:gd name="T19" fmla="*/ 6684 h 8223"/>
              <a:gd name="T20" fmla="*/ 7676 w 8222"/>
              <a:gd name="T21" fmla="*/ 6896 h 8223"/>
              <a:gd name="T22" fmla="*/ 7756 w 8222"/>
              <a:gd name="T23" fmla="*/ 7186 h 8223"/>
              <a:gd name="T24" fmla="*/ 7676 w 8222"/>
              <a:gd name="T25" fmla="*/ 7476 h 8223"/>
              <a:gd name="T26" fmla="*/ 7450 w 8222"/>
              <a:gd name="T27" fmla="*/ 7691 h 8223"/>
              <a:gd name="T28" fmla="*/ 7158 w 8222"/>
              <a:gd name="T29" fmla="*/ 7756 h 8223"/>
              <a:gd name="T30" fmla="*/ 6871 w 8222"/>
              <a:gd name="T31" fmla="*/ 7662 h 8223"/>
              <a:gd name="T32" fmla="*/ 6671 w 8222"/>
              <a:gd name="T33" fmla="*/ 7435 h 8223"/>
              <a:gd name="T34" fmla="*/ 6612 w 8222"/>
              <a:gd name="T35" fmla="*/ 7172 h 8223"/>
              <a:gd name="T36" fmla="*/ 6557 w 8222"/>
              <a:gd name="T37" fmla="*/ 6993 h 8223"/>
              <a:gd name="T38" fmla="*/ 6439 w 8222"/>
              <a:gd name="T39" fmla="*/ 6851 h 8223"/>
              <a:gd name="T40" fmla="*/ 6283 w 8222"/>
              <a:gd name="T41" fmla="*/ 6764 h 8223"/>
              <a:gd name="T42" fmla="*/ 6085 w 8222"/>
              <a:gd name="T43" fmla="*/ 6738 h 8223"/>
              <a:gd name="T44" fmla="*/ 5897 w 8222"/>
              <a:gd name="T45" fmla="*/ 6792 h 8223"/>
              <a:gd name="T46" fmla="*/ 4606 w 8222"/>
              <a:gd name="T47" fmla="*/ 8047 h 8223"/>
              <a:gd name="T48" fmla="*/ 4224 w 8222"/>
              <a:gd name="T49" fmla="*/ 8214 h 8223"/>
              <a:gd name="T50" fmla="*/ 3815 w 8222"/>
              <a:gd name="T51" fmla="*/ 8166 h 8223"/>
              <a:gd name="T52" fmla="*/ 2273 w 8222"/>
              <a:gd name="T53" fmla="*/ 6673 h 8223"/>
              <a:gd name="T54" fmla="*/ 2539 w 8222"/>
              <a:gd name="T55" fmla="*/ 6628 h 8223"/>
              <a:gd name="T56" fmla="*/ 2874 w 8222"/>
              <a:gd name="T57" fmla="*/ 6432 h 8223"/>
              <a:gd name="T58" fmla="*/ 3077 w 8222"/>
              <a:gd name="T59" fmla="*/ 6073 h 8223"/>
              <a:gd name="T60" fmla="*/ 3068 w 8222"/>
              <a:gd name="T61" fmla="*/ 5672 h 8223"/>
              <a:gd name="T62" fmla="*/ 2846 w 8222"/>
              <a:gd name="T63" fmla="*/ 5321 h 8223"/>
              <a:gd name="T64" fmla="*/ 2478 w 8222"/>
              <a:gd name="T65" fmla="*/ 5137 h 8223"/>
              <a:gd name="T66" fmla="*/ 2078 w 8222"/>
              <a:gd name="T67" fmla="*/ 5167 h 8223"/>
              <a:gd name="T68" fmla="*/ 1741 w 8222"/>
              <a:gd name="T69" fmla="*/ 5402 h 8223"/>
              <a:gd name="T70" fmla="*/ 1579 w 8222"/>
              <a:gd name="T71" fmla="*/ 5754 h 8223"/>
              <a:gd name="T72" fmla="*/ 1539 w 8222"/>
              <a:gd name="T73" fmla="*/ 5977 h 8223"/>
              <a:gd name="T74" fmla="*/ 31 w 8222"/>
              <a:gd name="T75" fmla="*/ 4335 h 8223"/>
              <a:gd name="T76" fmla="*/ 22 w 8222"/>
              <a:gd name="T77" fmla="*/ 3924 h 8223"/>
              <a:gd name="T78" fmla="*/ 228 w 8222"/>
              <a:gd name="T79" fmla="*/ 3556 h 8223"/>
              <a:gd name="T80" fmla="*/ 1445 w 8222"/>
              <a:gd name="T81" fmla="*/ 2293 h 8223"/>
              <a:gd name="T82" fmla="*/ 1486 w 8222"/>
              <a:gd name="T83" fmla="*/ 2101 h 8223"/>
              <a:gd name="T84" fmla="*/ 1444 w 8222"/>
              <a:gd name="T85" fmla="*/ 1904 h 8223"/>
              <a:gd name="T86" fmla="*/ 1349 w 8222"/>
              <a:gd name="T87" fmla="*/ 1758 h 8223"/>
              <a:gd name="T88" fmla="*/ 1199 w 8222"/>
              <a:gd name="T89" fmla="*/ 1650 h 8223"/>
              <a:gd name="T90" fmla="*/ 1014 w 8222"/>
              <a:gd name="T91" fmla="*/ 1608 h 8223"/>
              <a:gd name="T92" fmla="*/ 741 w 8222"/>
              <a:gd name="T93" fmla="*/ 1525 h 8223"/>
              <a:gd name="T94" fmla="*/ 531 w 8222"/>
              <a:gd name="T95" fmla="*/ 1303 h 8223"/>
              <a:gd name="T96" fmla="*/ 467 w 8222"/>
              <a:gd name="T97" fmla="*/ 1010 h 8223"/>
              <a:gd name="T98" fmla="*/ 560 w 8222"/>
              <a:gd name="T99" fmla="*/ 724 h 8223"/>
              <a:gd name="T100" fmla="*/ 797 w 8222"/>
              <a:gd name="T101" fmla="*/ 520 h 8223"/>
              <a:gd name="T102" fmla="*/ 1092 w 8222"/>
              <a:gd name="T103" fmla="*/ 469 h 8223"/>
              <a:gd name="T104" fmla="*/ 1375 w 8222"/>
              <a:gd name="T105" fmla="*/ 577 h 8223"/>
              <a:gd name="T106" fmla="*/ 1562 w 8222"/>
              <a:gd name="T107" fmla="*/ 812 h 8223"/>
              <a:gd name="T108" fmla="*/ 1612 w 8222"/>
              <a:gd name="T109" fmla="*/ 1068 h 8223"/>
              <a:gd name="T110" fmla="*/ 1674 w 8222"/>
              <a:gd name="T111" fmla="*/ 1245 h 8223"/>
              <a:gd name="T112" fmla="*/ 1796 w 8222"/>
              <a:gd name="T113" fmla="*/ 1383 h 8223"/>
              <a:gd name="T114" fmla="*/ 1956 w 8222"/>
              <a:gd name="T115" fmla="*/ 1464 h 8223"/>
              <a:gd name="T116" fmla="*/ 2155 w 8222"/>
              <a:gd name="T117" fmla="*/ 1484 h 8223"/>
              <a:gd name="T118" fmla="*/ 2341 w 8222"/>
              <a:gd name="T119" fmla="*/ 1421 h 8223"/>
              <a:gd name="T120" fmla="*/ 3647 w 8222"/>
              <a:gd name="T121" fmla="*/ 151 h 8223"/>
              <a:gd name="T122" fmla="*/ 4036 w 8222"/>
              <a:gd name="T123" fmla="*/ 3 h 8223"/>
              <a:gd name="T124" fmla="*/ 4442 w 8222"/>
              <a:gd name="T125" fmla="*/ 73 h 8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222" h="8223">
                <a:moveTo>
                  <a:pt x="4666" y="229"/>
                </a:moveTo>
                <a:lnTo>
                  <a:pt x="7994" y="3556"/>
                </a:lnTo>
                <a:lnTo>
                  <a:pt x="8022" y="3586"/>
                </a:lnTo>
                <a:lnTo>
                  <a:pt x="8047" y="3616"/>
                </a:lnTo>
                <a:lnTo>
                  <a:pt x="8071" y="3647"/>
                </a:lnTo>
                <a:lnTo>
                  <a:pt x="8093" y="3680"/>
                </a:lnTo>
                <a:lnTo>
                  <a:pt x="8115" y="3712"/>
                </a:lnTo>
                <a:lnTo>
                  <a:pt x="8134" y="3746"/>
                </a:lnTo>
                <a:lnTo>
                  <a:pt x="8150" y="3781"/>
                </a:lnTo>
                <a:lnTo>
                  <a:pt x="8165" y="3816"/>
                </a:lnTo>
                <a:lnTo>
                  <a:pt x="8178" y="3851"/>
                </a:lnTo>
                <a:lnTo>
                  <a:pt x="8191" y="3888"/>
                </a:lnTo>
                <a:lnTo>
                  <a:pt x="8200" y="3924"/>
                </a:lnTo>
                <a:lnTo>
                  <a:pt x="8209" y="3961"/>
                </a:lnTo>
                <a:lnTo>
                  <a:pt x="8214" y="3999"/>
                </a:lnTo>
                <a:lnTo>
                  <a:pt x="8219" y="4036"/>
                </a:lnTo>
                <a:lnTo>
                  <a:pt x="8221" y="4074"/>
                </a:lnTo>
                <a:lnTo>
                  <a:pt x="8222" y="4111"/>
                </a:lnTo>
                <a:lnTo>
                  <a:pt x="8221" y="4149"/>
                </a:lnTo>
                <a:lnTo>
                  <a:pt x="8219" y="4186"/>
                </a:lnTo>
                <a:lnTo>
                  <a:pt x="8214" y="4224"/>
                </a:lnTo>
                <a:lnTo>
                  <a:pt x="8209" y="4261"/>
                </a:lnTo>
                <a:lnTo>
                  <a:pt x="8200" y="4298"/>
                </a:lnTo>
                <a:lnTo>
                  <a:pt x="8191" y="4335"/>
                </a:lnTo>
                <a:lnTo>
                  <a:pt x="8178" y="4371"/>
                </a:lnTo>
                <a:lnTo>
                  <a:pt x="8165" y="4407"/>
                </a:lnTo>
                <a:lnTo>
                  <a:pt x="8150" y="4442"/>
                </a:lnTo>
                <a:lnTo>
                  <a:pt x="8134" y="4476"/>
                </a:lnTo>
                <a:lnTo>
                  <a:pt x="8115" y="4510"/>
                </a:lnTo>
                <a:lnTo>
                  <a:pt x="8093" y="4544"/>
                </a:lnTo>
                <a:lnTo>
                  <a:pt x="8071" y="4575"/>
                </a:lnTo>
                <a:lnTo>
                  <a:pt x="8047" y="4606"/>
                </a:lnTo>
                <a:lnTo>
                  <a:pt x="8022" y="4637"/>
                </a:lnTo>
                <a:lnTo>
                  <a:pt x="7994" y="4666"/>
                </a:lnTo>
                <a:lnTo>
                  <a:pt x="6881" y="5778"/>
                </a:lnTo>
                <a:lnTo>
                  <a:pt x="6867" y="5793"/>
                </a:lnTo>
                <a:lnTo>
                  <a:pt x="6855" y="5806"/>
                </a:lnTo>
                <a:lnTo>
                  <a:pt x="6843" y="5821"/>
                </a:lnTo>
                <a:lnTo>
                  <a:pt x="6832" y="5836"/>
                </a:lnTo>
                <a:lnTo>
                  <a:pt x="6820" y="5851"/>
                </a:lnTo>
                <a:lnTo>
                  <a:pt x="6810" y="5866"/>
                </a:lnTo>
                <a:lnTo>
                  <a:pt x="6801" y="5882"/>
                </a:lnTo>
                <a:lnTo>
                  <a:pt x="6792" y="5898"/>
                </a:lnTo>
                <a:lnTo>
                  <a:pt x="6785" y="5914"/>
                </a:lnTo>
                <a:lnTo>
                  <a:pt x="6777" y="5931"/>
                </a:lnTo>
                <a:lnTo>
                  <a:pt x="6770" y="5946"/>
                </a:lnTo>
                <a:lnTo>
                  <a:pt x="6763" y="5963"/>
                </a:lnTo>
                <a:lnTo>
                  <a:pt x="6758" y="5981"/>
                </a:lnTo>
                <a:lnTo>
                  <a:pt x="6752" y="5998"/>
                </a:lnTo>
                <a:lnTo>
                  <a:pt x="6749" y="6015"/>
                </a:lnTo>
                <a:lnTo>
                  <a:pt x="6744" y="6033"/>
                </a:lnTo>
                <a:lnTo>
                  <a:pt x="6742" y="6051"/>
                </a:lnTo>
                <a:lnTo>
                  <a:pt x="6740" y="6068"/>
                </a:lnTo>
                <a:lnTo>
                  <a:pt x="6737" y="6085"/>
                </a:lnTo>
                <a:lnTo>
                  <a:pt x="6736" y="6103"/>
                </a:lnTo>
                <a:lnTo>
                  <a:pt x="6736" y="6121"/>
                </a:lnTo>
                <a:lnTo>
                  <a:pt x="6736" y="6139"/>
                </a:lnTo>
                <a:lnTo>
                  <a:pt x="6737" y="6157"/>
                </a:lnTo>
                <a:lnTo>
                  <a:pt x="6740" y="6175"/>
                </a:lnTo>
                <a:lnTo>
                  <a:pt x="6742" y="6194"/>
                </a:lnTo>
                <a:lnTo>
                  <a:pt x="6744" y="6212"/>
                </a:lnTo>
                <a:lnTo>
                  <a:pt x="6749" y="6230"/>
                </a:lnTo>
                <a:lnTo>
                  <a:pt x="6753" y="6248"/>
                </a:lnTo>
                <a:lnTo>
                  <a:pt x="6758" y="6266"/>
                </a:lnTo>
                <a:lnTo>
                  <a:pt x="6764" y="6284"/>
                </a:lnTo>
                <a:lnTo>
                  <a:pt x="6770" y="6302"/>
                </a:lnTo>
                <a:lnTo>
                  <a:pt x="6778" y="6318"/>
                </a:lnTo>
                <a:lnTo>
                  <a:pt x="6778" y="6320"/>
                </a:lnTo>
                <a:lnTo>
                  <a:pt x="6786" y="6336"/>
                </a:lnTo>
                <a:lnTo>
                  <a:pt x="6793" y="6352"/>
                </a:lnTo>
                <a:lnTo>
                  <a:pt x="6801" y="6368"/>
                </a:lnTo>
                <a:lnTo>
                  <a:pt x="6810" y="6383"/>
                </a:lnTo>
                <a:lnTo>
                  <a:pt x="6820" y="6398"/>
                </a:lnTo>
                <a:lnTo>
                  <a:pt x="6829" y="6413"/>
                </a:lnTo>
                <a:lnTo>
                  <a:pt x="6839" y="6426"/>
                </a:lnTo>
                <a:lnTo>
                  <a:pt x="6851" y="6440"/>
                </a:lnTo>
                <a:lnTo>
                  <a:pt x="6862" y="6453"/>
                </a:lnTo>
                <a:lnTo>
                  <a:pt x="6873" y="6465"/>
                </a:lnTo>
                <a:lnTo>
                  <a:pt x="6884" y="6478"/>
                </a:lnTo>
                <a:lnTo>
                  <a:pt x="6897" y="6489"/>
                </a:lnTo>
                <a:lnTo>
                  <a:pt x="6910" y="6500"/>
                </a:lnTo>
                <a:lnTo>
                  <a:pt x="6922" y="6511"/>
                </a:lnTo>
                <a:lnTo>
                  <a:pt x="6936" y="6521"/>
                </a:lnTo>
                <a:lnTo>
                  <a:pt x="6949" y="6531"/>
                </a:lnTo>
                <a:lnTo>
                  <a:pt x="6964" y="6540"/>
                </a:lnTo>
                <a:lnTo>
                  <a:pt x="6977" y="6549"/>
                </a:lnTo>
                <a:lnTo>
                  <a:pt x="6993" y="6557"/>
                </a:lnTo>
                <a:lnTo>
                  <a:pt x="7007" y="6565"/>
                </a:lnTo>
                <a:lnTo>
                  <a:pt x="7023" y="6572"/>
                </a:lnTo>
                <a:lnTo>
                  <a:pt x="7038" y="6578"/>
                </a:lnTo>
                <a:lnTo>
                  <a:pt x="7055" y="6585"/>
                </a:lnTo>
                <a:lnTo>
                  <a:pt x="7070" y="6591"/>
                </a:lnTo>
                <a:lnTo>
                  <a:pt x="7087" y="6595"/>
                </a:lnTo>
                <a:lnTo>
                  <a:pt x="7103" y="6600"/>
                </a:lnTo>
                <a:lnTo>
                  <a:pt x="7121" y="6604"/>
                </a:lnTo>
                <a:lnTo>
                  <a:pt x="7137" y="6608"/>
                </a:lnTo>
                <a:lnTo>
                  <a:pt x="7154" y="6610"/>
                </a:lnTo>
                <a:lnTo>
                  <a:pt x="7172" y="6612"/>
                </a:lnTo>
                <a:lnTo>
                  <a:pt x="7190" y="6614"/>
                </a:lnTo>
                <a:lnTo>
                  <a:pt x="7208" y="6615"/>
                </a:lnTo>
                <a:lnTo>
                  <a:pt x="7234" y="6617"/>
                </a:lnTo>
                <a:lnTo>
                  <a:pt x="7260" y="6620"/>
                </a:lnTo>
                <a:lnTo>
                  <a:pt x="7285" y="6623"/>
                </a:lnTo>
                <a:lnTo>
                  <a:pt x="7311" y="6629"/>
                </a:lnTo>
                <a:lnTo>
                  <a:pt x="7336" y="6634"/>
                </a:lnTo>
                <a:lnTo>
                  <a:pt x="7362" y="6642"/>
                </a:lnTo>
                <a:lnTo>
                  <a:pt x="7386" y="6651"/>
                </a:lnTo>
                <a:lnTo>
                  <a:pt x="7411" y="6660"/>
                </a:lnTo>
                <a:lnTo>
                  <a:pt x="7434" y="6671"/>
                </a:lnTo>
                <a:lnTo>
                  <a:pt x="7458" y="6684"/>
                </a:lnTo>
                <a:lnTo>
                  <a:pt x="7481" y="6697"/>
                </a:lnTo>
                <a:lnTo>
                  <a:pt x="7504" y="6712"/>
                </a:lnTo>
                <a:lnTo>
                  <a:pt x="7526" y="6727"/>
                </a:lnTo>
                <a:lnTo>
                  <a:pt x="7548" y="6744"/>
                </a:lnTo>
                <a:lnTo>
                  <a:pt x="7569" y="6762"/>
                </a:lnTo>
                <a:lnTo>
                  <a:pt x="7589" y="6781"/>
                </a:lnTo>
                <a:lnTo>
                  <a:pt x="7609" y="6803"/>
                </a:lnTo>
                <a:lnTo>
                  <a:pt x="7628" y="6825"/>
                </a:lnTo>
                <a:lnTo>
                  <a:pt x="7645" y="6847"/>
                </a:lnTo>
                <a:lnTo>
                  <a:pt x="7662" y="6871"/>
                </a:lnTo>
                <a:lnTo>
                  <a:pt x="7676" y="6896"/>
                </a:lnTo>
                <a:lnTo>
                  <a:pt x="7691" y="6920"/>
                </a:lnTo>
                <a:lnTo>
                  <a:pt x="7703" y="6945"/>
                </a:lnTo>
                <a:lnTo>
                  <a:pt x="7715" y="6971"/>
                </a:lnTo>
                <a:lnTo>
                  <a:pt x="7723" y="6996"/>
                </a:lnTo>
                <a:lnTo>
                  <a:pt x="7732" y="7023"/>
                </a:lnTo>
                <a:lnTo>
                  <a:pt x="7739" y="7049"/>
                </a:lnTo>
                <a:lnTo>
                  <a:pt x="7746" y="7076"/>
                </a:lnTo>
                <a:lnTo>
                  <a:pt x="7750" y="7103"/>
                </a:lnTo>
                <a:lnTo>
                  <a:pt x="7753" y="7131"/>
                </a:lnTo>
                <a:lnTo>
                  <a:pt x="7755" y="7158"/>
                </a:lnTo>
                <a:lnTo>
                  <a:pt x="7756" y="7186"/>
                </a:lnTo>
                <a:lnTo>
                  <a:pt x="7755" y="7213"/>
                </a:lnTo>
                <a:lnTo>
                  <a:pt x="7753" y="7240"/>
                </a:lnTo>
                <a:lnTo>
                  <a:pt x="7750" y="7268"/>
                </a:lnTo>
                <a:lnTo>
                  <a:pt x="7746" y="7294"/>
                </a:lnTo>
                <a:lnTo>
                  <a:pt x="7739" y="7321"/>
                </a:lnTo>
                <a:lnTo>
                  <a:pt x="7732" y="7348"/>
                </a:lnTo>
                <a:lnTo>
                  <a:pt x="7723" y="7374"/>
                </a:lnTo>
                <a:lnTo>
                  <a:pt x="7715" y="7400"/>
                </a:lnTo>
                <a:lnTo>
                  <a:pt x="7703" y="7426"/>
                </a:lnTo>
                <a:lnTo>
                  <a:pt x="7691" y="7451"/>
                </a:lnTo>
                <a:lnTo>
                  <a:pt x="7676" y="7476"/>
                </a:lnTo>
                <a:lnTo>
                  <a:pt x="7662" y="7500"/>
                </a:lnTo>
                <a:lnTo>
                  <a:pt x="7645" y="7523"/>
                </a:lnTo>
                <a:lnTo>
                  <a:pt x="7628" y="7545"/>
                </a:lnTo>
                <a:lnTo>
                  <a:pt x="7609" y="7568"/>
                </a:lnTo>
                <a:lnTo>
                  <a:pt x="7589" y="7589"/>
                </a:lnTo>
                <a:lnTo>
                  <a:pt x="7568" y="7609"/>
                </a:lnTo>
                <a:lnTo>
                  <a:pt x="7545" y="7628"/>
                </a:lnTo>
                <a:lnTo>
                  <a:pt x="7523" y="7646"/>
                </a:lnTo>
                <a:lnTo>
                  <a:pt x="7499" y="7662"/>
                </a:lnTo>
                <a:lnTo>
                  <a:pt x="7475" y="7678"/>
                </a:lnTo>
                <a:lnTo>
                  <a:pt x="7450" y="7691"/>
                </a:lnTo>
                <a:lnTo>
                  <a:pt x="7425" y="7703"/>
                </a:lnTo>
                <a:lnTo>
                  <a:pt x="7400" y="7715"/>
                </a:lnTo>
                <a:lnTo>
                  <a:pt x="7374" y="7725"/>
                </a:lnTo>
                <a:lnTo>
                  <a:pt x="7347" y="7733"/>
                </a:lnTo>
                <a:lnTo>
                  <a:pt x="7321" y="7740"/>
                </a:lnTo>
                <a:lnTo>
                  <a:pt x="7294" y="7746"/>
                </a:lnTo>
                <a:lnTo>
                  <a:pt x="7266" y="7750"/>
                </a:lnTo>
                <a:lnTo>
                  <a:pt x="7239" y="7754"/>
                </a:lnTo>
                <a:lnTo>
                  <a:pt x="7213" y="7756"/>
                </a:lnTo>
                <a:lnTo>
                  <a:pt x="7185" y="7756"/>
                </a:lnTo>
                <a:lnTo>
                  <a:pt x="7158" y="7756"/>
                </a:lnTo>
                <a:lnTo>
                  <a:pt x="7131" y="7754"/>
                </a:lnTo>
                <a:lnTo>
                  <a:pt x="7103" y="7750"/>
                </a:lnTo>
                <a:lnTo>
                  <a:pt x="7076" y="7746"/>
                </a:lnTo>
                <a:lnTo>
                  <a:pt x="7049" y="7740"/>
                </a:lnTo>
                <a:lnTo>
                  <a:pt x="7022" y="7733"/>
                </a:lnTo>
                <a:lnTo>
                  <a:pt x="6996" y="7725"/>
                </a:lnTo>
                <a:lnTo>
                  <a:pt x="6971" y="7715"/>
                </a:lnTo>
                <a:lnTo>
                  <a:pt x="6945" y="7703"/>
                </a:lnTo>
                <a:lnTo>
                  <a:pt x="6919" y="7691"/>
                </a:lnTo>
                <a:lnTo>
                  <a:pt x="6894" y="7678"/>
                </a:lnTo>
                <a:lnTo>
                  <a:pt x="6871" y="7662"/>
                </a:lnTo>
                <a:lnTo>
                  <a:pt x="6847" y="7646"/>
                </a:lnTo>
                <a:lnTo>
                  <a:pt x="6825" y="7628"/>
                </a:lnTo>
                <a:lnTo>
                  <a:pt x="6802" y="7609"/>
                </a:lnTo>
                <a:lnTo>
                  <a:pt x="6781" y="7589"/>
                </a:lnTo>
                <a:lnTo>
                  <a:pt x="6762" y="7569"/>
                </a:lnTo>
                <a:lnTo>
                  <a:pt x="6744" y="7548"/>
                </a:lnTo>
                <a:lnTo>
                  <a:pt x="6727" y="7526"/>
                </a:lnTo>
                <a:lnTo>
                  <a:pt x="6712" y="7504"/>
                </a:lnTo>
                <a:lnTo>
                  <a:pt x="6697" y="7482"/>
                </a:lnTo>
                <a:lnTo>
                  <a:pt x="6684" y="7459"/>
                </a:lnTo>
                <a:lnTo>
                  <a:pt x="6671" y="7435"/>
                </a:lnTo>
                <a:lnTo>
                  <a:pt x="6660" y="7411"/>
                </a:lnTo>
                <a:lnTo>
                  <a:pt x="6650" y="7386"/>
                </a:lnTo>
                <a:lnTo>
                  <a:pt x="6642" y="7362"/>
                </a:lnTo>
                <a:lnTo>
                  <a:pt x="6634" y="7337"/>
                </a:lnTo>
                <a:lnTo>
                  <a:pt x="6628" y="7311"/>
                </a:lnTo>
                <a:lnTo>
                  <a:pt x="6623" y="7285"/>
                </a:lnTo>
                <a:lnTo>
                  <a:pt x="6619" y="7260"/>
                </a:lnTo>
                <a:lnTo>
                  <a:pt x="6616" y="7234"/>
                </a:lnTo>
                <a:lnTo>
                  <a:pt x="6614" y="7208"/>
                </a:lnTo>
                <a:lnTo>
                  <a:pt x="6613" y="7190"/>
                </a:lnTo>
                <a:lnTo>
                  <a:pt x="6612" y="7172"/>
                </a:lnTo>
                <a:lnTo>
                  <a:pt x="6610" y="7156"/>
                </a:lnTo>
                <a:lnTo>
                  <a:pt x="6606" y="7138"/>
                </a:lnTo>
                <a:lnTo>
                  <a:pt x="6603" y="7121"/>
                </a:lnTo>
                <a:lnTo>
                  <a:pt x="6600" y="7104"/>
                </a:lnTo>
                <a:lnTo>
                  <a:pt x="6595" y="7087"/>
                </a:lnTo>
                <a:lnTo>
                  <a:pt x="6590" y="7070"/>
                </a:lnTo>
                <a:lnTo>
                  <a:pt x="6584" y="7055"/>
                </a:lnTo>
                <a:lnTo>
                  <a:pt x="6578" y="7039"/>
                </a:lnTo>
                <a:lnTo>
                  <a:pt x="6572" y="7023"/>
                </a:lnTo>
                <a:lnTo>
                  <a:pt x="6565" y="7008"/>
                </a:lnTo>
                <a:lnTo>
                  <a:pt x="6557" y="6993"/>
                </a:lnTo>
                <a:lnTo>
                  <a:pt x="6548" y="6978"/>
                </a:lnTo>
                <a:lnTo>
                  <a:pt x="6540" y="6964"/>
                </a:lnTo>
                <a:lnTo>
                  <a:pt x="6530" y="6949"/>
                </a:lnTo>
                <a:lnTo>
                  <a:pt x="6521" y="6936"/>
                </a:lnTo>
                <a:lnTo>
                  <a:pt x="6510" y="6922"/>
                </a:lnTo>
                <a:lnTo>
                  <a:pt x="6500" y="6910"/>
                </a:lnTo>
                <a:lnTo>
                  <a:pt x="6489" y="6898"/>
                </a:lnTo>
                <a:lnTo>
                  <a:pt x="6477" y="6885"/>
                </a:lnTo>
                <a:lnTo>
                  <a:pt x="6465" y="6873"/>
                </a:lnTo>
                <a:lnTo>
                  <a:pt x="6452" y="6862"/>
                </a:lnTo>
                <a:lnTo>
                  <a:pt x="6439" y="6851"/>
                </a:lnTo>
                <a:lnTo>
                  <a:pt x="6426" y="6841"/>
                </a:lnTo>
                <a:lnTo>
                  <a:pt x="6411" y="6831"/>
                </a:lnTo>
                <a:lnTo>
                  <a:pt x="6398" y="6820"/>
                </a:lnTo>
                <a:lnTo>
                  <a:pt x="6382" y="6812"/>
                </a:lnTo>
                <a:lnTo>
                  <a:pt x="6368" y="6803"/>
                </a:lnTo>
                <a:lnTo>
                  <a:pt x="6352" y="6794"/>
                </a:lnTo>
                <a:lnTo>
                  <a:pt x="6336" y="6786"/>
                </a:lnTo>
                <a:lnTo>
                  <a:pt x="6320" y="6779"/>
                </a:lnTo>
                <a:lnTo>
                  <a:pt x="6318" y="6778"/>
                </a:lnTo>
                <a:lnTo>
                  <a:pt x="6300" y="6771"/>
                </a:lnTo>
                <a:lnTo>
                  <a:pt x="6283" y="6764"/>
                </a:lnTo>
                <a:lnTo>
                  <a:pt x="6266" y="6759"/>
                </a:lnTo>
                <a:lnTo>
                  <a:pt x="6248" y="6753"/>
                </a:lnTo>
                <a:lnTo>
                  <a:pt x="6229" y="6749"/>
                </a:lnTo>
                <a:lnTo>
                  <a:pt x="6211" y="6745"/>
                </a:lnTo>
                <a:lnTo>
                  <a:pt x="6193" y="6742"/>
                </a:lnTo>
                <a:lnTo>
                  <a:pt x="6175" y="6740"/>
                </a:lnTo>
                <a:lnTo>
                  <a:pt x="6157" y="6738"/>
                </a:lnTo>
                <a:lnTo>
                  <a:pt x="6139" y="6736"/>
                </a:lnTo>
                <a:lnTo>
                  <a:pt x="6121" y="6736"/>
                </a:lnTo>
                <a:lnTo>
                  <a:pt x="6103" y="6736"/>
                </a:lnTo>
                <a:lnTo>
                  <a:pt x="6085" y="6738"/>
                </a:lnTo>
                <a:lnTo>
                  <a:pt x="6067" y="6740"/>
                </a:lnTo>
                <a:lnTo>
                  <a:pt x="6049" y="6742"/>
                </a:lnTo>
                <a:lnTo>
                  <a:pt x="6033" y="6745"/>
                </a:lnTo>
                <a:lnTo>
                  <a:pt x="6015" y="6749"/>
                </a:lnTo>
                <a:lnTo>
                  <a:pt x="5998" y="6753"/>
                </a:lnTo>
                <a:lnTo>
                  <a:pt x="5980" y="6758"/>
                </a:lnTo>
                <a:lnTo>
                  <a:pt x="5963" y="6763"/>
                </a:lnTo>
                <a:lnTo>
                  <a:pt x="5946" y="6770"/>
                </a:lnTo>
                <a:lnTo>
                  <a:pt x="5930" y="6777"/>
                </a:lnTo>
                <a:lnTo>
                  <a:pt x="5914" y="6785"/>
                </a:lnTo>
                <a:lnTo>
                  <a:pt x="5897" y="6792"/>
                </a:lnTo>
                <a:lnTo>
                  <a:pt x="5881" y="6801"/>
                </a:lnTo>
                <a:lnTo>
                  <a:pt x="5866" y="6812"/>
                </a:lnTo>
                <a:lnTo>
                  <a:pt x="5850" y="6822"/>
                </a:lnTo>
                <a:lnTo>
                  <a:pt x="5835" y="6832"/>
                </a:lnTo>
                <a:lnTo>
                  <a:pt x="5821" y="6843"/>
                </a:lnTo>
                <a:lnTo>
                  <a:pt x="5806" y="6855"/>
                </a:lnTo>
                <a:lnTo>
                  <a:pt x="5792" y="6868"/>
                </a:lnTo>
                <a:lnTo>
                  <a:pt x="5778" y="6881"/>
                </a:lnTo>
                <a:lnTo>
                  <a:pt x="4666" y="7994"/>
                </a:lnTo>
                <a:lnTo>
                  <a:pt x="4637" y="8022"/>
                </a:lnTo>
                <a:lnTo>
                  <a:pt x="4606" y="8047"/>
                </a:lnTo>
                <a:lnTo>
                  <a:pt x="4575" y="8072"/>
                </a:lnTo>
                <a:lnTo>
                  <a:pt x="4542" y="8094"/>
                </a:lnTo>
                <a:lnTo>
                  <a:pt x="4510" y="8115"/>
                </a:lnTo>
                <a:lnTo>
                  <a:pt x="4476" y="8134"/>
                </a:lnTo>
                <a:lnTo>
                  <a:pt x="4442" y="8151"/>
                </a:lnTo>
                <a:lnTo>
                  <a:pt x="4407" y="8166"/>
                </a:lnTo>
                <a:lnTo>
                  <a:pt x="4371" y="8179"/>
                </a:lnTo>
                <a:lnTo>
                  <a:pt x="4335" y="8191"/>
                </a:lnTo>
                <a:lnTo>
                  <a:pt x="4298" y="8201"/>
                </a:lnTo>
                <a:lnTo>
                  <a:pt x="4261" y="8209"/>
                </a:lnTo>
                <a:lnTo>
                  <a:pt x="4224" y="8214"/>
                </a:lnTo>
                <a:lnTo>
                  <a:pt x="4186" y="8219"/>
                </a:lnTo>
                <a:lnTo>
                  <a:pt x="4149" y="8222"/>
                </a:lnTo>
                <a:lnTo>
                  <a:pt x="4111" y="8223"/>
                </a:lnTo>
                <a:lnTo>
                  <a:pt x="4073" y="8222"/>
                </a:lnTo>
                <a:lnTo>
                  <a:pt x="4036" y="8219"/>
                </a:lnTo>
                <a:lnTo>
                  <a:pt x="3998" y="8214"/>
                </a:lnTo>
                <a:lnTo>
                  <a:pt x="3961" y="8209"/>
                </a:lnTo>
                <a:lnTo>
                  <a:pt x="3924" y="8201"/>
                </a:lnTo>
                <a:lnTo>
                  <a:pt x="3887" y="8191"/>
                </a:lnTo>
                <a:lnTo>
                  <a:pt x="3851" y="8179"/>
                </a:lnTo>
                <a:lnTo>
                  <a:pt x="3815" y="8166"/>
                </a:lnTo>
                <a:lnTo>
                  <a:pt x="3780" y="8151"/>
                </a:lnTo>
                <a:lnTo>
                  <a:pt x="3746" y="8134"/>
                </a:lnTo>
                <a:lnTo>
                  <a:pt x="3712" y="8115"/>
                </a:lnTo>
                <a:lnTo>
                  <a:pt x="3680" y="8094"/>
                </a:lnTo>
                <a:lnTo>
                  <a:pt x="3647" y="8072"/>
                </a:lnTo>
                <a:lnTo>
                  <a:pt x="3616" y="8047"/>
                </a:lnTo>
                <a:lnTo>
                  <a:pt x="3585" y="8022"/>
                </a:lnTo>
                <a:lnTo>
                  <a:pt x="3556" y="7994"/>
                </a:lnTo>
                <a:lnTo>
                  <a:pt x="2245" y="6684"/>
                </a:lnTo>
                <a:lnTo>
                  <a:pt x="2259" y="6677"/>
                </a:lnTo>
                <a:lnTo>
                  <a:pt x="2273" y="6673"/>
                </a:lnTo>
                <a:lnTo>
                  <a:pt x="2287" y="6668"/>
                </a:lnTo>
                <a:lnTo>
                  <a:pt x="2301" y="6664"/>
                </a:lnTo>
                <a:lnTo>
                  <a:pt x="2317" y="6661"/>
                </a:lnTo>
                <a:lnTo>
                  <a:pt x="2332" y="6658"/>
                </a:lnTo>
                <a:lnTo>
                  <a:pt x="2347" y="6657"/>
                </a:lnTo>
                <a:lnTo>
                  <a:pt x="2363" y="6656"/>
                </a:lnTo>
                <a:lnTo>
                  <a:pt x="2399" y="6654"/>
                </a:lnTo>
                <a:lnTo>
                  <a:pt x="2434" y="6649"/>
                </a:lnTo>
                <a:lnTo>
                  <a:pt x="2469" y="6645"/>
                </a:lnTo>
                <a:lnTo>
                  <a:pt x="2504" y="6637"/>
                </a:lnTo>
                <a:lnTo>
                  <a:pt x="2539" y="6628"/>
                </a:lnTo>
                <a:lnTo>
                  <a:pt x="2573" y="6618"/>
                </a:lnTo>
                <a:lnTo>
                  <a:pt x="2606" y="6605"/>
                </a:lnTo>
                <a:lnTo>
                  <a:pt x="2640" y="6592"/>
                </a:lnTo>
                <a:lnTo>
                  <a:pt x="2672" y="6577"/>
                </a:lnTo>
                <a:lnTo>
                  <a:pt x="2703" y="6561"/>
                </a:lnTo>
                <a:lnTo>
                  <a:pt x="2734" y="6544"/>
                </a:lnTo>
                <a:lnTo>
                  <a:pt x="2763" y="6524"/>
                </a:lnTo>
                <a:lnTo>
                  <a:pt x="2792" y="6503"/>
                </a:lnTo>
                <a:lnTo>
                  <a:pt x="2821" y="6481"/>
                </a:lnTo>
                <a:lnTo>
                  <a:pt x="2848" y="6457"/>
                </a:lnTo>
                <a:lnTo>
                  <a:pt x="2874" y="6432"/>
                </a:lnTo>
                <a:lnTo>
                  <a:pt x="2902" y="6404"/>
                </a:lnTo>
                <a:lnTo>
                  <a:pt x="2927" y="6375"/>
                </a:lnTo>
                <a:lnTo>
                  <a:pt x="2951" y="6343"/>
                </a:lnTo>
                <a:lnTo>
                  <a:pt x="2973" y="6312"/>
                </a:lnTo>
                <a:lnTo>
                  <a:pt x="2993" y="6279"/>
                </a:lnTo>
                <a:lnTo>
                  <a:pt x="3012" y="6247"/>
                </a:lnTo>
                <a:lnTo>
                  <a:pt x="3027" y="6213"/>
                </a:lnTo>
                <a:lnTo>
                  <a:pt x="3043" y="6178"/>
                </a:lnTo>
                <a:lnTo>
                  <a:pt x="3055" y="6144"/>
                </a:lnTo>
                <a:lnTo>
                  <a:pt x="3068" y="6108"/>
                </a:lnTo>
                <a:lnTo>
                  <a:pt x="3077" y="6073"/>
                </a:lnTo>
                <a:lnTo>
                  <a:pt x="3085" y="6036"/>
                </a:lnTo>
                <a:lnTo>
                  <a:pt x="3091" y="6000"/>
                </a:lnTo>
                <a:lnTo>
                  <a:pt x="3096" y="5963"/>
                </a:lnTo>
                <a:lnTo>
                  <a:pt x="3098" y="5926"/>
                </a:lnTo>
                <a:lnTo>
                  <a:pt x="3099" y="5890"/>
                </a:lnTo>
                <a:lnTo>
                  <a:pt x="3098" y="5853"/>
                </a:lnTo>
                <a:lnTo>
                  <a:pt x="3096" y="5817"/>
                </a:lnTo>
                <a:lnTo>
                  <a:pt x="3091" y="5780"/>
                </a:lnTo>
                <a:lnTo>
                  <a:pt x="3085" y="5744"/>
                </a:lnTo>
                <a:lnTo>
                  <a:pt x="3077" y="5708"/>
                </a:lnTo>
                <a:lnTo>
                  <a:pt x="3068" y="5672"/>
                </a:lnTo>
                <a:lnTo>
                  <a:pt x="3055" y="5636"/>
                </a:lnTo>
                <a:lnTo>
                  <a:pt x="3043" y="5601"/>
                </a:lnTo>
                <a:lnTo>
                  <a:pt x="3027" y="5568"/>
                </a:lnTo>
                <a:lnTo>
                  <a:pt x="3012" y="5533"/>
                </a:lnTo>
                <a:lnTo>
                  <a:pt x="2993" y="5501"/>
                </a:lnTo>
                <a:lnTo>
                  <a:pt x="2973" y="5468"/>
                </a:lnTo>
                <a:lnTo>
                  <a:pt x="2951" y="5437"/>
                </a:lnTo>
                <a:lnTo>
                  <a:pt x="2927" y="5406"/>
                </a:lnTo>
                <a:lnTo>
                  <a:pt x="2902" y="5376"/>
                </a:lnTo>
                <a:lnTo>
                  <a:pt x="2874" y="5348"/>
                </a:lnTo>
                <a:lnTo>
                  <a:pt x="2846" y="5321"/>
                </a:lnTo>
                <a:lnTo>
                  <a:pt x="2816" y="5295"/>
                </a:lnTo>
                <a:lnTo>
                  <a:pt x="2785" y="5272"/>
                </a:lnTo>
                <a:lnTo>
                  <a:pt x="2754" y="5250"/>
                </a:lnTo>
                <a:lnTo>
                  <a:pt x="2722" y="5229"/>
                </a:lnTo>
                <a:lnTo>
                  <a:pt x="2689" y="5211"/>
                </a:lnTo>
                <a:lnTo>
                  <a:pt x="2655" y="5195"/>
                </a:lnTo>
                <a:lnTo>
                  <a:pt x="2621" y="5180"/>
                </a:lnTo>
                <a:lnTo>
                  <a:pt x="2586" y="5167"/>
                </a:lnTo>
                <a:lnTo>
                  <a:pt x="2550" y="5155"/>
                </a:lnTo>
                <a:lnTo>
                  <a:pt x="2515" y="5145"/>
                </a:lnTo>
                <a:lnTo>
                  <a:pt x="2478" y="5137"/>
                </a:lnTo>
                <a:lnTo>
                  <a:pt x="2443" y="5132"/>
                </a:lnTo>
                <a:lnTo>
                  <a:pt x="2406" y="5127"/>
                </a:lnTo>
                <a:lnTo>
                  <a:pt x="2369" y="5124"/>
                </a:lnTo>
                <a:lnTo>
                  <a:pt x="2333" y="5123"/>
                </a:lnTo>
                <a:lnTo>
                  <a:pt x="2296" y="5124"/>
                </a:lnTo>
                <a:lnTo>
                  <a:pt x="2259" y="5127"/>
                </a:lnTo>
                <a:lnTo>
                  <a:pt x="2222" y="5132"/>
                </a:lnTo>
                <a:lnTo>
                  <a:pt x="2186" y="5137"/>
                </a:lnTo>
                <a:lnTo>
                  <a:pt x="2150" y="5145"/>
                </a:lnTo>
                <a:lnTo>
                  <a:pt x="2114" y="5155"/>
                </a:lnTo>
                <a:lnTo>
                  <a:pt x="2078" y="5167"/>
                </a:lnTo>
                <a:lnTo>
                  <a:pt x="2044" y="5180"/>
                </a:lnTo>
                <a:lnTo>
                  <a:pt x="2010" y="5195"/>
                </a:lnTo>
                <a:lnTo>
                  <a:pt x="1975" y="5211"/>
                </a:lnTo>
                <a:lnTo>
                  <a:pt x="1943" y="5229"/>
                </a:lnTo>
                <a:lnTo>
                  <a:pt x="1910" y="5250"/>
                </a:lnTo>
                <a:lnTo>
                  <a:pt x="1879" y="5272"/>
                </a:lnTo>
                <a:lnTo>
                  <a:pt x="1849" y="5295"/>
                </a:lnTo>
                <a:lnTo>
                  <a:pt x="1818" y="5321"/>
                </a:lnTo>
                <a:lnTo>
                  <a:pt x="1790" y="5348"/>
                </a:lnTo>
                <a:lnTo>
                  <a:pt x="1765" y="5374"/>
                </a:lnTo>
                <a:lnTo>
                  <a:pt x="1741" y="5402"/>
                </a:lnTo>
                <a:lnTo>
                  <a:pt x="1719" y="5430"/>
                </a:lnTo>
                <a:lnTo>
                  <a:pt x="1699" y="5459"/>
                </a:lnTo>
                <a:lnTo>
                  <a:pt x="1680" y="5489"/>
                </a:lnTo>
                <a:lnTo>
                  <a:pt x="1662" y="5520"/>
                </a:lnTo>
                <a:lnTo>
                  <a:pt x="1645" y="5551"/>
                </a:lnTo>
                <a:lnTo>
                  <a:pt x="1630" y="5582"/>
                </a:lnTo>
                <a:lnTo>
                  <a:pt x="1617" y="5616"/>
                </a:lnTo>
                <a:lnTo>
                  <a:pt x="1604" y="5650"/>
                </a:lnTo>
                <a:lnTo>
                  <a:pt x="1594" y="5684"/>
                </a:lnTo>
                <a:lnTo>
                  <a:pt x="1585" y="5718"/>
                </a:lnTo>
                <a:lnTo>
                  <a:pt x="1579" y="5754"/>
                </a:lnTo>
                <a:lnTo>
                  <a:pt x="1573" y="5789"/>
                </a:lnTo>
                <a:lnTo>
                  <a:pt x="1569" y="5823"/>
                </a:lnTo>
                <a:lnTo>
                  <a:pt x="1566" y="5859"/>
                </a:lnTo>
                <a:lnTo>
                  <a:pt x="1565" y="5875"/>
                </a:lnTo>
                <a:lnTo>
                  <a:pt x="1564" y="5890"/>
                </a:lnTo>
                <a:lnTo>
                  <a:pt x="1562" y="5906"/>
                </a:lnTo>
                <a:lnTo>
                  <a:pt x="1559" y="5921"/>
                </a:lnTo>
                <a:lnTo>
                  <a:pt x="1554" y="5935"/>
                </a:lnTo>
                <a:lnTo>
                  <a:pt x="1550" y="5950"/>
                </a:lnTo>
                <a:lnTo>
                  <a:pt x="1545" y="5963"/>
                </a:lnTo>
                <a:lnTo>
                  <a:pt x="1539" y="5977"/>
                </a:lnTo>
                <a:lnTo>
                  <a:pt x="228" y="4666"/>
                </a:lnTo>
                <a:lnTo>
                  <a:pt x="200" y="4637"/>
                </a:lnTo>
                <a:lnTo>
                  <a:pt x="175" y="4606"/>
                </a:lnTo>
                <a:lnTo>
                  <a:pt x="151" y="4575"/>
                </a:lnTo>
                <a:lnTo>
                  <a:pt x="129" y="4544"/>
                </a:lnTo>
                <a:lnTo>
                  <a:pt x="107" y="4510"/>
                </a:lnTo>
                <a:lnTo>
                  <a:pt x="88" y="4476"/>
                </a:lnTo>
                <a:lnTo>
                  <a:pt x="72" y="4442"/>
                </a:lnTo>
                <a:lnTo>
                  <a:pt x="57" y="4407"/>
                </a:lnTo>
                <a:lnTo>
                  <a:pt x="44" y="4371"/>
                </a:lnTo>
                <a:lnTo>
                  <a:pt x="31" y="4335"/>
                </a:lnTo>
                <a:lnTo>
                  <a:pt x="22" y="4298"/>
                </a:lnTo>
                <a:lnTo>
                  <a:pt x="13" y="4261"/>
                </a:lnTo>
                <a:lnTo>
                  <a:pt x="8" y="4224"/>
                </a:lnTo>
                <a:lnTo>
                  <a:pt x="3" y="4186"/>
                </a:lnTo>
                <a:lnTo>
                  <a:pt x="1" y="4149"/>
                </a:lnTo>
                <a:lnTo>
                  <a:pt x="0" y="4111"/>
                </a:lnTo>
                <a:lnTo>
                  <a:pt x="1" y="4074"/>
                </a:lnTo>
                <a:lnTo>
                  <a:pt x="3" y="4036"/>
                </a:lnTo>
                <a:lnTo>
                  <a:pt x="8" y="3999"/>
                </a:lnTo>
                <a:lnTo>
                  <a:pt x="13" y="3961"/>
                </a:lnTo>
                <a:lnTo>
                  <a:pt x="22" y="3924"/>
                </a:lnTo>
                <a:lnTo>
                  <a:pt x="31" y="3888"/>
                </a:lnTo>
                <a:lnTo>
                  <a:pt x="44" y="3851"/>
                </a:lnTo>
                <a:lnTo>
                  <a:pt x="57" y="3816"/>
                </a:lnTo>
                <a:lnTo>
                  <a:pt x="72" y="3781"/>
                </a:lnTo>
                <a:lnTo>
                  <a:pt x="88" y="3746"/>
                </a:lnTo>
                <a:lnTo>
                  <a:pt x="107" y="3712"/>
                </a:lnTo>
                <a:lnTo>
                  <a:pt x="129" y="3680"/>
                </a:lnTo>
                <a:lnTo>
                  <a:pt x="151" y="3647"/>
                </a:lnTo>
                <a:lnTo>
                  <a:pt x="175" y="3616"/>
                </a:lnTo>
                <a:lnTo>
                  <a:pt x="200" y="3586"/>
                </a:lnTo>
                <a:lnTo>
                  <a:pt x="228" y="3556"/>
                </a:lnTo>
                <a:lnTo>
                  <a:pt x="1341" y="2444"/>
                </a:lnTo>
                <a:lnTo>
                  <a:pt x="1355" y="2430"/>
                </a:lnTo>
                <a:lnTo>
                  <a:pt x="1367" y="2416"/>
                </a:lnTo>
                <a:lnTo>
                  <a:pt x="1379" y="2401"/>
                </a:lnTo>
                <a:lnTo>
                  <a:pt x="1390" y="2387"/>
                </a:lnTo>
                <a:lnTo>
                  <a:pt x="1402" y="2372"/>
                </a:lnTo>
                <a:lnTo>
                  <a:pt x="1412" y="2356"/>
                </a:lnTo>
                <a:lnTo>
                  <a:pt x="1421" y="2341"/>
                </a:lnTo>
                <a:lnTo>
                  <a:pt x="1430" y="2325"/>
                </a:lnTo>
                <a:lnTo>
                  <a:pt x="1437" y="2309"/>
                </a:lnTo>
                <a:lnTo>
                  <a:pt x="1445" y="2293"/>
                </a:lnTo>
                <a:lnTo>
                  <a:pt x="1452" y="2276"/>
                </a:lnTo>
                <a:lnTo>
                  <a:pt x="1459" y="2259"/>
                </a:lnTo>
                <a:lnTo>
                  <a:pt x="1464" y="2242"/>
                </a:lnTo>
                <a:lnTo>
                  <a:pt x="1470" y="2225"/>
                </a:lnTo>
                <a:lnTo>
                  <a:pt x="1473" y="2207"/>
                </a:lnTo>
                <a:lnTo>
                  <a:pt x="1478" y="2191"/>
                </a:lnTo>
                <a:lnTo>
                  <a:pt x="1480" y="2173"/>
                </a:lnTo>
                <a:lnTo>
                  <a:pt x="1482" y="2155"/>
                </a:lnTo>
                <a:lnTo>
                  <a:pt x="1485" y="2137"/>
                </a:lnTo>
                <a:lnTo>
                  <a:pt x="1486" y="2119"/>
                </a:lnTo>
                <a:lnTo>
                  <a:pt x="1486" y="2101"/>
                </a:lnTo>
                <a:lnTo>
                  <a:pt x="1486" y="2083"/>
                </a:lnTo>
                <a:lnTo>
                  <a:pt x="1485" y="2065"/>
                </a:lnTo>
                <a:lnTo>
                  <a:pt x="1482" y="2047"/>
                </a:lnTo>
                <a:lnTo>
                  <a:pt x="1480" y="2029"/>
                </a:lnTo>
                <a:lnTo>
                  <a:pt x="1478" y="2011"/>
                </a:lnTo>
                <a:lnTo>
                  <a:pt x="1473" y="1993"/>
                </a:lnTo>
                <a:lnTo>
                  <a:pt x="1469" y="1975"/>
                </a:lnTo>
                <a:lnTo>
                  <a:pt x="1464" y="1958"/>
                </a:lnTo>
                <a:lnTo>
                  <a:pt x="1458" y="1940"/>
                </a:lnTo>
                <a:lnTo>
                  <a:pt x="1452" y="1922"/>
                </a:lnTo>
                <a:lnTo>
                  <a:pt x="1444" y="1904"/>
                </a:lnTo>
                <a:lnTo>
                  <a:pt x="1444" y="1903"/>
                </a:lnTo>
                <a:lnTo>
                  <a:pt x="1436" y="1887"/>
                </a:lnTo>
                <a:lnTo>
                  <a:pt x="1429" y="1870"/>
                </a:lnTo>
                <a:lnTo>
                  <a:pt x="1421" y="1854"/>
                </a:lnTo>
                <a:lnTo>
                  <a:pt x="1412" y="1840"/>
                </a:lnTo>
                <a:lnTo>
                  <a:pt x="1402" y="1825"/>
                </a:lnTo>
                <a:lnTo>
                  <a:pt x="1393" y="1811"/>
                </a:lnTo>
                <a:lnTo>
                  <a:pt x="1383" y="1797"/>
                </a:lnTo>
                <a:lnTo>
                  <a:pt x="1371" y="1783"/>
                </a:lnTo>
                <a:lnTo>
                  <a:pt x="1360" y="1770"/>
                </a:lnTo>
                <a:lnTo>
                  <a:pt x="1349" y="1758"/>
                </a:lnTo>
                <a:lnTo>
                  <a:pt x="1338" y="1746"/>
                </a:lnTo>
                <a:lnTo>
                  <a:pt x="1325" y="1733"/>
                </a:lnTo>
                <a:lnTo>
                  <a:pt x="1313" y="1722"/>
                </a:lnTo>
                <a:lnTo>
                  <a:pt x="1300" y="1712"/>
                </a:lnTo>
                <a:lnTo>
                  <a:pt x="1286" y="1702"/>
                </a:lnTo>
                <a:lnTo>
                  <a:pt x="1273" y="1692"/>
                </a:lnTo>
                <a:lnTo>
                  <a:pt x="1258" y="1683"/>
                </a:lnTo>
                <a:lnTo>
                  <a:pt x="1245" y="1674"/>
                </a:lnTo>
                <a:lnTo>
                  <a:pt x="1229" y="1666"/>
                </a:lnTo>
                <a:lnTo>
                  <a:pt x="1215" y="1658"/>
                </a:lnTo>
                <a:lnTo>
                  <a:pt x="1199" y="1650"/>
                </a:lnTo>
                <a:lnTo>
                  <a:pt x="1184" y="1644"/>
                </a:lnTo>
                <a:lnTo>
                  <a:pt x="1167" y="1638"/>
                </a:lnTo>
                <a:lnTo>
                  <a:pt x="1152" y="1633"/>
                </a:lnTo>
                <a:lnTo>
                  <a:pt x="1135" y="1627"/>
                </a:lnTo>
                <a:lnTo>
                  <a:pt x="1119" y="1622"/>
                </a:lnTo>
                <a:lnTo>
                  <a:pt x="1102" y="1619"/>
                </a:lnTo>
                <a:lnTo>
                  <a:pt x="1085" y="1616"/>
                </a:lnTo>
                <a:lnTo>
                  <a:pt x="1068" y="1612"/>
                </a:lnTo>
                <a:lnTo>
                  <a:pt x="1050" y="1610"/>
                </a:lnTo>
                <a:lnTo>
                  <a:pt x="1032" y="1609"/>
                </a:lnTo>
                <a:lnTo>
                  <a:pt x="1014" y="1608"/>
                </a:lnTo>
                <a:lnTo>
                  <a:pt x="988" y="1607"/>
                </a:lnTo>
                <a:lnTo>
                  <a:pt x="962" y="1603"/>
                </a:lnTo>
                <a:lnTo>
                  <a:pt x="937" y="1600"/>
                </a:lnTo>
                <a:lnTo>
                  <a:pt x="911" y="1594"/>
                </a:lnTo>
                <a:lnTo>
                  <a:pt x="886" y="1588"/>
                </a:lnTo>
                <a:lnTo>
                  <a:pt x="860" y="1581"/>
                </a:lnTo>
                <a:lnTo>
                  <a:pt x="836" y="1572"/>
                </a:lnTo>
                <a:lnTo>
                  <a:pt x="811" y="1562"/>
                </a:lnTo>
                <a:lnTo>
                  <a:pt x="788" y="1551"/>
                </a:lnTo>
                <a:lnTo>
                  <a:pt x="764" y="1538"/>
                </a:lnTo>
                <a:lnTo>
                  <a:pt x="741" y="1525"/>
                </a:lnTo>
                <a:lnTo>
                  <a:pt x="718" y="1512"/>
                </a:lnTo>
                <a:lnTo>
                  <a:pt x="696" y="1496"/>
                </a:lnTo>
                <a:lnTo>
                  <a:pt x="674" y="1478"/>
                </a:lnTo>
                <a:lnTo>
                  <a:pt x="653" y="1460"/>
                </a:lnTo>
                <a:lnTo>
                  <a:pt x="633" y="1441"/>
                </a:lnTo>
                <a:lnTo>
                  <a:pt x="613" y="1420"/>
                </a:lnTo>
                <a:lnTo>
                  <a:pt x="594" y="1398"/>
                </a:lnTo>
                <a:lnTo>
                  <a:pt x="577" y="1375"/>
                </a:lnTo>
                <a:lnTo>
                  <a:pt x="560" y="1351"/>
                </a:lnTo>
                <a:lnTo>
                  <a:pt x="546" y="1328"/>
                </a:lnTo>
                <a:lnTo>
                  <a:pt x="531" y="1303"/>
                </a:lnTo>
                <a:lnTo>
                  <a:pt x="519" y="1277"/>
                </a:lnTo>
                <a:lnTo>
                  <a:pt x="507" y="1253"/>
                </a:lnTo>
                <a:lnTo>
                  <a:pt x="499" y="1227"/>
                </a:lnTo>
                <a:lnTo>
                  <a:pt x="490" y="1200"/>
                </a:lnTo>
                <a:lnTo>
                  <a:pt x="483" y="1173"/>
                </a:lnTo>
                <a:lnTo>
                  <a:pt x="477" y="1146"/>
                </a:lnTo>
                <a:lnTo>
                  <a:pt x="472" y="1119"/>
                </a:lnTo>
                <a:lnTo>
                  <a:pt x="469" y="1092"/>
                </a:lnTo>
                <a:lnTo>
                  <a:pt x="467" y="1064"/>
                </a:lnTo>
                <a:lnTo>
                  <a:pt x="466" y="1038"/>
                </a:lnTo>
                <a:lnTo>
                  <a:pt x="467" y="1010"/>
                </a:lnTo>
                <a:lnTo>
                  <a:pt x="469" y="983"/>
                </a:lnTo>
                <a:lnTo>
                  <a:pt x="472" y="956"/>
                </a:lnTo>
                <a:lnTo>
                  <a:pt x="477" y="929"/>
                </a:lnTo>
                <a:lnTo>
                  <a:pt x="483" y="902"/>
                </a:lnTo>
                <a:lnTo>
                  <a:pt x="490" y="875"/>
                </a:lnTo>
                <a:lnTo>
                  <a:pt x="499" y="848"/>
                </a:lnTo>
                <a:lnTo>
                  <a:pt x="507" y="822"/>
                </a:lnTo>
                <a:lnTo>
                  <a:pt x="519" y="797"/>
                </a:lnTo>
                <a:lnTo>
                  <a:pt x="531" y="772"/>
                </a:lnTo>
                <a:lnTo>
                  <a:pt x="546" y="747"/>
                </a:lnTo>
                <a:lnTo>
                  <a:pt x="560" y="724"/>
                </a:lnTo>
                <a:lnTo>
                  <a:pt x="577" y="700"/>
                </a:lnTo>
                <a:lnTo>
                  <a:pt x="594" y="677"/>
                </a:lnTo>
                <a:lnTo>
                  <a:pt x="613" y="655"/>
                </a:lnTo>
                <a:lnTo>
                  <a:pt x="633" y="634"/>
                </a:lnTo>
                <a:lnTo>
                  <a:pt x="654" y="614"/>
                </a:lnTo>
                <a:lnTo>
                  <a:pt x="677" y="595"/>
                </a:lnTo>
                <a:lnTo>
                  <a:pt x="699" y="577"/>
                </a:lnTo>
                <a:lnTo>
                  <a:pt x="723" y="560"/>
                </a:lnTo>
                <a:lnTo>
                  <a:pt x="747" y="546"/>
                </a:lnTo>
                <a:lnTo>
                  <a:pt x="772" y="532"/>
                </a:lnTo>
                <a:lnTo>
                  <a:pt x="797" y="520"/>
                </a:lnTo>
                <a:lnTo>
                  <a:pt x="822" y="509"/>
                </a:lnTo>
                <a:lnTo>
                  <a:pt x="848" y="499"/>
                </a:lnTo>
                <a:lnTo>
                  <a:pt x="875" y="490"/>
                </a:lnTo>
                <a:lnTo>
                  <a:pt x="901" y="483"/>
                </a:lnTo>
                <a:lnTo>
                  <a:pt x="928" y="477"/>
                </a:lnTo>
                <a:lnTo>
                  <a:pt x="956" y="473"/>
                </a:lnTo>
                <a:lnTo>
                  <a:pt x="983" y="469"/>
                </a:lnTo>
                <a:lnTo>
                  <a:pt x="1009" y="467"/>
                </a:lnTo>
                <a:lnTo>
                  <a:pt x="1037" y="466"/>
                </a:lnTo>
                <a:lnTo>
                  <a:pt x="1064" y="467"/>
                </a:lnTo>
                <a:lnTo>
                  <a:pt x="1092" y="469"/>
                </a:lnTo>
                <a:lnTo>
                  <a:pt x="1119" y="473"/>
                </a:lnTo>
                <a:lnTo>
                  <a:pt x="1146" y="477"/>
                </a:lnTo>
                <a:lnTo>
                  <a:pt x="1173" y="483"/>
                </a:lnTo>
                <a:lnTo>
                  <a:pt x="1200" y="490"/>
                </a:lnTo>
                <a:lnTo>
                  <a:pt x="1226" y="499"/>
                </a:lnTo>
                <a:lnTo>
                  <a:pt x="1251" y="509"/>
                </a:lnTo>
                <a:lnTo>
                  <a:pt x="1277" y="520"/>
                </a:lnTo>
                <a:lnTo>
                  <a:pt x="1303" y="532"/>
                </a:lnTo>
                <a:lnTo>
                  <a:pt x="1328" y="546"/>
                </a:lnTo>
                <a:lnTo>
                  <a:pt x="1351" y="560"/>
                </a:lnTo>
                <a:lnTo>
                  <a:pt x="1375" y="577"/>
                </a:lnTo>
                <a:lnTo>
                  <a:pt x="1397" y="595"/>
                </a:lnTo>
                <a:lnTo>
                  <a:pt x="1420" y="614"/>
                </a:lnTo>
                <a:lnTo>
                  <a:pt x="1441" y="634"/>
                </a:lnTo>
                <a:lnTo>
                  <a:pt x="1460" y="654"/>
                </a:lnTo>
                <a:lnTo>
                  <a:pt x="1478" y="675"/>
                </a:lnTo>
                <a:lnTo>
                  <a:pt x="1495" y="696"/>
                </a:lnTo>
                <a:lnTo>
                  <a:pt x="1510" y="718"/>
                </a:lnTo>
                <a:lnTo>
                  <a:pt x="1525" y="741"/>
                </a:lnTo>
                <a:lnTo>
                  <a:pt x="1538" y="764"/>
                </a:lnTo>
                <a:lnTo>
                  <a:pt x="1551" y="788"/>
                </a:lnTo>
                <a:lnTo>
                  <a:pt x="1562" y="812"/>
                </a:lnTo>
                <a:lnTo>
                  <a:pt x="1572" y="836"/>
                </a:lnTo>
                <a:lnTo>
                  <a:pt x="1580" y="862"/>
                </a:lnTo>
                <a:lnTo>
                  <a:pt x="1588" y="886"/>
                </a:lnTo>
                <a:lnTo>
                  <a:pt x="1594" y="912"/>
                </a:lnTo>
                <a:lnTo>
                  <a:pt x="1599" y="937"/>
                </a:lnTo>
                <a:lnTo>
                  <a:pt x="1603" y="963"/>
                </a:lnTo>
                <a:lnTo>
                  <a:pt x="1606" y="988"/>
                </a:lnTo>
                <a:lnTo>
                  <a:pt x="1608" y="1014"/>
                </a:lnTo>
                <a:lnTo>
                  <a:pt x="1609" y="1032"/>
                </a:lnTo>
                <a:lnTo>
                  <a:pt x="1610" y="1050"/>
                </a:lnTo>
                <a:lnTo>
                  <a:pt x="1612" y="1068"/>
                </a:lnTo>
                <a:lnTo>
                  <a:pt x="1616" y="1086"/>
                </a:lnTo>
                <a:lnTo>
                  <a:pt x="1619" y="1103"/>
                </a:lnTo>
                <a:lnTo>
                  <a:pt x="1622" y="1119"/>
                </a:lnTo>
                <a:lnTo>
                  <a:pt x="1627" y="1136"/>
                </a:lnTo>
                <a:lnTo>
                  <a:pt x="1632" y="1152"/>
                </a:lnTo>
                <a:lnTo>
                  <a:pt x="1638" y="1169"/>
                </a:lnTo>
                <a:lnTo>
                  <a:pt x="1644" y="1184"/>
                </a:lnTo>
                <a:lnTo>
                  <a:pt x="1650" y="1200"/>
                </a:lnTo>
                <a:lnTo>
                  <a:pt x="1657" y="1215"/>
                </a:lnTo>
                <a:lnTo>
                  <a:pt x="1665" y="1230"/>
                </a:lnTo>
                <a:lnTo>
                  <a:pt x="1674" y="1245"/>
                </a:lnTo>
                <a:lnTo>
                  <a:pt x="1682" y="1259"/>
                </a:lnTo>
                <a:lnTo>
                  <a:pt x="1692" y="1273"/>
                </a:lnTo>
                <a:lnTo>
                  <a:pt x="1701" y="1286"/>
                </a:lnTo>
                <a:lnTo>
                  <a:pt x="1712" y="1300"/>
                </a:lnTo>
                <a:lnTo>
                  <a:pt x="1722" y="1313"/>
                </a:lnTo>
                <a:lnTo>
                  <a:pt x="1733" y="1326"/>
                </a:lnTo>
                <a:lnTo>
                  <a:pt x="1746" y="1338"/>
                </a:lnTo>
                <a:lnTo>
                  <a:pt x="1757" y="1349"/>
                </a:lnTo>
                <a:lnTo>
                  <a:pt x="1770" y="1361"/>
                </a:lnTo>
                <a:lnTo>
                  <a:pt x="1783" y="1371"/>
                </a:lnTo>
                <a:lnTo>
                  <a:pt x="1796" y="1383"/>
                </a:lnTo>
                <a:lnTo>
                  <a:pt x="1811" y="1393"/>
                </a:lnTo>
                <a:lnTo>
                  <a:pt x="1824" y="1403"/>
                </a:lnTo>
                <a:lnTo>
                  <a:pt x="1840" y="1412"/>
                </a:lnTo>
                <a:lnTo>
                  <a:pt x="1854" y="1421"/>
                </a:lnTo>
                <a:lnTo>
                  <a:pt x="1870" y="1429"/>
                </a:lnTo>
                <a:lnTo>
                  <a:pt x="1886" y="1436"/>
                </a:lnTo>
                <a:lnTo>
                  <a:pt x="1902" y="1444"/>
                </a:lnTo>
                <a:lnTo>
                  <a:pt x="1904" y="1444"/>
                </a:lnTo>
                <a:lnTo>
                  <a:pt x="1922" y="1452"/>
                </a:lnTo>
                <a:lnTo>
                  <a:pt x="1939" y="1459"/>
                </a:lnTo>
                <a:lnTo>
                  <a:pt x="1956" y="1464"/>
                </a:lnTo>
                <a:lnTo>
                  <a:pt x="1974" y="1470"/>
                </a:lnTo>
                <a:lnTo>
                  <a:pt x="1993" y="1475"/>
                </a:lnTo>
                <a:lnTo>
                  <a:pt x="2011" y="1478"/>
                </a:lnTo>
                <a:lnTo>
                  <a:pt x="2029" y="1481"/>
                </a:lnTo>
                <a:lnTo>
                  <a:pt x="2047" y="1484"/>
                </a:lnTo>
                <a:lnTo>
                  <a:pt x="2065" y="1485"/>
                </a:lnTo>
                <a:lnTo>
                  <a:pt x="2083" y="1486"/>
                </a:lnTo>
                <a:lnTo>
                  <a:pt x="2101" y="1486"/>
                </a:lnTo>
                <a:lnTo>
                  <a:pt x="2119" y="1486"/>
                </a:lnTo>
                <a:lnTo>
                  <a:pt x="2137" y="1485"/>
                </a:lnTo>
                <a:lnTo>
                  <a:pt x="2155" y="1484"/>
                </a:lnTo>
                <a:lnTo>
                  <a:pt x="2173" y="1481"/>
                </a:lnTo>
                <a:lnTo>
                  <a:pt x="2189" y="1478"/>
                </a:lnTo>
                <a:lnTo>
                  <a:pt x="2207" y="1475"/>
                </a:lnTo>
                <a:lnTo>
                  <a:pt x="2224" y="1470"/>
                </a:lnTo>
                <a:lnTo>
                  <a:pt x="2242" y="1464"/>
                </a:lnTo>
                <a:lnTo>
                  <a:pt x="2259" y="1459"/>
                </a:lnTo>
                <a:lnTo>
                  <a:pt x="2276" y="1453"/>
                </a:lnTo>
                <a:lnTo>
                  <a:pt x="2292" y="1445"/>
                </a:lnTo>
                <a:lnTo>
                  <a:pt x="2308" y="1439"/>
                </a:lnTo>
                <a:lnTo>
                  <a:pt x="2325" y="1430"/>
                </a:lnTo>
                <a:lnTo>
                  <a:pt x="2341" y="1421"/>
                </a:lnTo>
                <a:lnTo>
                  <a:pt x="2356" y="1412"/>
                </a:lnTo>
                <a:lnTo>
                  <a:pt x="2372" y="1402"/>
                </a:lnTo>
                <a:lnTo>
                  <a:pt x="2387" y="1391"/>
                </a:lnTo>
                <a:lnTo>
                  <a:pt x="2401" y="1379"/>
                </a:lnTo>
                <a:lnTo>
                  <a:pt x="2416" y="1367"/>
                </a:lnTo>
                <a:lnTo>
                  <a:pt x="2430" y="1355"/>
                </a:lnTo>
                <a:lnTo>
                  <a:pt x="2444" y="1341"/>
                </a:lnTo>
                <a:lnTo>
                  <a:pt x="3556" y="229"/>
                </a:lnTo>
                <a:lnTo>
                  <a:pt x="3585" y="201"/>
                </a:lnTo>
                <a:lnTo>
                  <a:pt x="3616" y="175"/>
                </a:lnTo>
                <a:lnTo>
                  <a:pt x="3647" y="151"/>
                </a:lnTo>
                <a:lnTo>
                  <a:pt x="3680" y="129"/>
                </a:lnTo>
                <a:lnTo>
                  <a:pt x="3712" y="109"/>
                </a:lnTo>
                <a:lnTo>
                  <a:pt x="3746" y="90"/>
                </a:lnTo>
                <a:lnTo>
                  <a:pt x="3780" y="73"/>
                </a:lnTo>
                <a:lnTo>
                  <a:pt x="3815" y="57"/>
                </a:lnTo>
                <a:lnTo>
                  <a:pt x="3851" y="44"/>
                </a:lnTo>
                <a:lnTo>
                  <a:pt x="3887" y="32"/>
                </a:lnTo>
                <a:lnTo>
                  <a:pt x="3924" y="22"/>
                </a:lnTo>
                <a:lnTo>
                  <a:pt x="3961" y="15"/>
                </a:lnTo>
                <a:lnTo>
                  <a:pt x="3998" y="8"/>
                </a:lnTo>
                <a:lnTo>
                  <a:pt x="4036" y="3"/>
                </a:lnTo>
                <a:lnTo>
                  <a:pt x="4073" y="1"/>
                </a:lnTo>
                <a:lnTo>
                  <a:pt x="4111" y="0"/>
                </a:lnTo>
                <a:lnTo>
                  <a:pt x="4149" y="1"/>
                </a:lnTo>
                <a:lnTo>
                  <a:pt x="4186" y="3"/>
                </a:lnTo>
                <a:lnTo>
                  <a:pt x="4224" y="8"/>
                </a:lnTo>
                <a:lnTo>
                  <a:pt x="4261" y="15"/>
                </a:lnTo>
                <a:lnTo>
                  <a:pt x="4298" y="22"/>
                </a:lnTo>
                <a:lnTo>
                  <a:pt x="4335" y="32"/>
                </a:lnTo>
                <a:lnTo>
                  <a:pt x="4371" y="44"/>
                </a:lnTo>
                <a:lnTo>
                  <a:pt x="4407" y="57"/>
                </a:lnTo>
                <a:lnTo>
                  <a:pt x="4442" y="73"/>
                </a:lnTo>
                <a:lnTo>
                  <a:pt x="4476" y="90"/>
                </a:lnTo>
                <a:lnTo>
                  <a:pt x="4510" y="109"/>
                </a:lnTo>
                <a:lnTo>
                  <a:pt x="4542" y="129"/>
                </a:lnTo>
                <a:lnTo>
                  <a:pt x="4575" y="151"/>
                </a:lnTo>
                <a:lnTo>
                  <a:pt x="4606" y="175"/>
                </a:lnTo>
                <a:lnTo>
                  <a:pt x="4637" y="201"/>
                </a:lnTo>
                <a:lnTo>
                  <a:pt x="4666" y="229"/>
                </a:lnTo>
                <a:close/>
              </a:path>
            </a:pathLst>
          </a:custGeom>
          <a:solidFill>
            <a:srgbClr val="17406D"/>
          </a:solidFill>
          <a:ln w="25400" cap="flat" cmpd="sng" algn="ctr">
            <a:noFill/>
            <a:prstDash val="solid"/>
            <a:miter lim="800000"/>
          </a:ln>
          <a:effectLst>
            <a:outerShdw blurRad="50800" dist="381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7" name="Freeform 6"/>
          <p:cNvSpPr>
            <a:spLocks noChangeAspect="1"/>
          </p:cNvSpPr>
          <p:nvPr/>
        </p:nvSpPr>
        <p:spPr bwMode="auto">
          <a:xfrm>
            <a:off x="6260704" y="2796748"/>
            <a:ext cx="1835845" cy="1834506"/>
          </a:xfrm>
          <a:custGeom>
            <a:avLst/>
            <a:gdLst>
              <a:gd name="T0" fmla="*/ 4372 w 8223"/>
              <a:gd name="T1" fmla="*/ 8178 h 8222"/>
              <a:gd name="T2" fmla="*/ 3962 w 8223"/>
              <a:gd name="T3" fmla="*/ 8209 h 8222"/>
              <a:gd name="T4" fmla="*/ 3586 w 8223"/>
              <a:gd name="T5" fmla="*/ 8022 h 8222"/>
              <a:gd name="T6" fmla="*/ 2309 w 8223"/>
              <a:gd name="T7" fmla="*/ 6785 h 8222"/>
              <a:gd name="T8" fmla="*/ 2120 w 8223"/>
              <a:gd name="T9" fmla="*/ 6736 h 8222"/>
              <a:gd name="T10" fmla="*/ 1921 w 8223"/>
              <a:gd name="T11" fmla="*/ 6770 h 8222"/>
              <a:gd name="T12" fmla="*/ 1770 w 8223"/>
              <a:gd name="T13" fmla="*/ 6862 h 8222"/>
              <a:gd name="T14" fmla="*/ 1658 w 8223"/>
              <a:gd name="T15" fmla="*/ 7007 h 8222"/>
              <a:gd name="T16" fmla="*/ 1609 w 8223"/>
              <a:gd name="T17" fmla="*/ 7190 h 8222"/>
              <a:gd name="T18" fmla="*/ 1539 w 8223"/>
              <a:gd name="T19" fmla="*/ 7458 h 8222"/>
              <a:gd name="T20" fmla="*/ 1327 w 8223"/>
              <a:gd name="T21" fmla="*/ 7676 h 8222"/>
              <a:gd name="T22" fmla="*/ 1037 w 8223"/>
              <a:gd name="T23" fmla="*/ 7756 h 8222"/>
              <a:gd name="T24" fmla="*/ 747 w 8223"/>
              <a:gd name="T25" fmla="*/ 7676 h 8222"/>
              <a:gd name="T26" fmla="*/ 532 w 8223"/>
              <a:gd name="T27" fmla="*/ 7450 h 8222"/>
              <a:gd name="T28" fmla="*/ 467 w 8223"/>
              <a:gd name="T29" fmla="*/ 7158 h 8222"/>
              <a:gd name="T30" fmla="*/ 561 w 8223"/>
              <a:gd name="T31" fmla="*/ 6871 h 8222"/>
              <a:gd name="T32" fmla="*/ 788 w 8223"/>
              <a:gd name="T33" fmla="*/ 6671 h 8222"/>
              <a:gd name="T34" fmla="*/ 1051 w 8223"/>
              <a:gd name="T35" fmla="*/ 6612 h 8222"/>
              <a:gd name="T36" fmla="*/ 1230 w 8223"/>
              <a:gd name="T37" fmla="*/ 6557 h 8222"/>
              <a:gd name="T38" fmla="*/ 1372 w 8223"/>
              <a:gd name="T39" fmla="*/ 6439 h 8222"/>
              <a:gd name="T40" fmla="*/ 1459 w 8223"/>
              <a:gd name="T41" fmla="*/ 6283 h 8222"/>
              <a:gd name="T42" fmla="*/ 1485 w 8223"/>
              <a:gd name="T43" fmla="*/ 6085 h 8222"/>
              <a:gd name="T44" fmla="*/ 1431 w 8223"/>
              <a:gd name="T45" fmla="*/ 5897 h 8222"/>
              <a:gd name="T46" fmla="*/ 176 w 8223"/>
              <a:gd name="T47" fmla="*/ 4606 h 8222"/>
              <a:gd name="T48" fmla="*/ 9 w 8223"/>
              <a:gd name="T49" fmla="*/ 4224 h 8222"/>
              <a:gd name="T50" fmla="*/ 57 w 8223"/>
              <a:gd name="T51" fmla="*/ 3815 h 8222"/>
              <a:gd name="T52" fmla="*/ 1550 w 8223"/>
              <a:gd name="T53" fmla="*/ 2273 h 8222"/>
              <a:gd name="T54" fmla="*/ 1595 w 8223"/>
              <a:gd name="T55" fmla="*/ 2539 h 8222"/>
              <a:gd name="T56" fmla="*/ 1791 w 8223"/>
              <a:gd name="T57" fmla="*/ 2874 h 8222"/>
              <a:gd name="T58" fmla="*/ 2150 w 8223"/>
              <a:gd name="T59" fmla="*/ 3077 h 8222"/>
              <a:gd name="T60" fmla="*/ 2551 w 8223"/>
              <a:gd name="T61" fmla="*/ 3068 h 8222"/>
              <a:gd name="T62" fmla="*/ 2902 w 8223"/>
              <a:gd name="T63" fmla="*/ 2846 h 8222"/>
              <a:gd name="T64" fmla="*/ 3086 w 8223"/>
              <a:gd name="T65" fmla="*/ 2478 h 8222"/>
              <a:gd name="T66" fmla="*/ 3056 w 8223"/>
              <a:gd name="T67" fmla="*/ 2078 h 8222"/>
              <a:gd name="T68" fmla="*/ 2821 w 8223"/>
              <a:gd name="T69" fmla="*/ 1741 h 8222"/>
              <a:gd name="T70" fmla="*/ 2469 w 8223"/>
              <a:gd name="T71" fmla="*/ 1579 h 8222"/>
              <a:gd name="T72" fmla="*/ 2246 w 8223"/>
              <a:gd name="T73" fmla="*/ 1539 h 8222"/>
              <a:gd name="T74" fmla="*/ 3888 w 8223"/>
              <a:gd name="T75" fmla="*/ 31 h 8222"/>
              <a:gd name="T76" fmla="*/ 4299 w 8223"/>
              <a:gd name="T77" fmla="*/ 22 h 8222"/>
              <a:gd name="T78" fmla="*/ 4667 w 8223"/>
              <a:gd name="T79" fmla="*/ 228 h 8222"/>
              <a:gd name="T80" fmla="*/ 5930 w 8223"/>
              <a:gd name="T81" fmla="*/ 1445 h 8222"/>
              <a:gd name="T82" fmla="*/ 6122 w 8223"/>
              <a:gd name="T83" fmla="*/ 1486 h 8222"/>
              <a:gd name="T84" fmla="*/ 6319 w 8223"/>
              <a:gd name="T85" fmla="*/ 1444 h 8222"/>
              <a:gd name="T86" fmla="*/ 6465 w 8223"/>
              <a:gd name="T87" fmla="*/ 1349 h 8222"/>
              <a:gd name="T88" fmla="*/ 6573 w 8223"/>
              <a:gd name="T89" fmla="*/ 1199 h 8222"/>
              <a:gd name="T90" fmla="*/ 6615 w 8223"/>
              <a:gd name="T91" fmla="*/ 1014 h 8222"/>
              <a:gd name="T92" fmla="*/ 6698 w 8223"/>
              <a:gd name="T93" fmla="*/ 741 h 8222"/>
              <a:gd name="T94" fmla="*/ 6920 w 8223"/>
              <a:gd name="T95" fmla="*/ 531 h 8222"/>
              <a:gd name="T96" fmla="*/ 7213 w 8223"/>
              <a:gd name="T97" fmla="*/ 467 h 8222"/>
              <a:gd name="T98" fmla="*/ 7499 w 8223"/>
              <a:gd name="T99" fmla="*/ 560 h 8222"/>
              <a:gd name="T100" fmla="*/ 7703 w 8223"/>
              <a:gd name="T101" fmla="*/ 797 h 8222"/>
              <a:gd name="T102" fmla="*/ 7754 w 8223"/>
              <a:gd name="T103" fmla="*/ 1092 h 8222"/>
              <a:gd name="T104" fmla="*/ 7646 w 8223"/>
              <a:gd name="T105" fmla="*/ 1375 h 8222"/>
              <a:gd name="T106" fmla="*/ 7411 w 8223"/>
              <a:gd name="T107" fmla="*/ 1562 h 8222"/>
              <a:gd name="T108" fmla="*/ 7155 w 8223"/>
              <a:gd name="T109" fmla="*/ 1612 h 8222"/>
              <a:gd name="T110" fmla="*/ 6978 w 8223"/>
              <a:gd name="T111" fmla="*/ 1674 h 8222"/>
              <a:gd name="T112" fmla="*/ 6840 w 8223"/>
              <a:gd name="T113" fmla="*/ 1796 h 8222"/>
              <a:gd name="T114" fmla="*/ 6759 w 8223"/>
              <a:gd name="T115" fmla="*/ 1956 h 8222"/>
              <a:gd name="T116" fmla="*/ 6739 w 8223"/>
              <a:gd name="T117" fmla="*/ 2155 h 8222"/>
              <a:gd name="T118" fmla="*/ 6802 w 8223"/>
              <a:gd name="T119" fmla="*/ 2341 h 8222"/>
              <a:gd name="T120" fmla="*/ 8072 w 8223"/>
              <a:gd name="T121" fmla="*/ 3647 h 8222"/>
              <a:gd name="T122" fmla="*/ 8220 w 8223"/>
              <a:gd name="T123" fmla="*/ 4036 h 8222"/>
              <a:gd name="T124" fmla="*/ 8150 w 8223"/>
              <a:gd name="T125" fmla="*/ 4442 h 8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223" h="8222">
                <a:moveTo>
                  <a:pt x="7994" y="4666"/>
                </a:moveTo>
                <a:lnTo>
                  <a:pt x="4667" y="7994"/>
                </a:lnTo>
                <a:lnTo>
                  <a:pt x="4637" y="8022"/>
                </a:lnTo>
                <a:lnTo>
                  <a:pt x="4607" y="8047"/>
                </a:lnTo>
                <a:lnTo>
                  <a:pt x="4576" y="8071"/>
                </a:lnTo>
                <a:lnTo>
                  <a:pt x="4543" y="8093"/>
                </a:lnTo>
                <a:lnTo>
                  <a:pt x="4511" y="8115"/>
                </a:lnTo>
                <a:lnTo>
                  <a:pt x="4477" y="8134"/>
                </a:lnTo>
                <a:lnTo>
                  <a:pt x="4442" y="8150"/>
                </a:lnTo>
                <a:lnTo>
                  <a:pt x="4407" y="8165"/>
                </a:lnTo>
                <a:lnTo>
                  <a:pt x="4372" y="8178"/>
                </a:lnTo>
                <a:lnTo>
                  <a:pt x="4335" y="8191"/>
                </a:lnTo>
                <a:lnTo>
                  <a:pt x="4299" y="8200"/>
                </a:lnTo>
                <a:lnTo>
                  <a:pt x="4262" y="8209"/>
                </a:lnTo>
                <a:lnTo>
                  <a:pt x="4224" y="8214"/>
                </a:lnTo>
                <a:lnTo>
                  <a:pt x="4187" y="8219"/>
                </a:lnTo>
                <a:lnTo>
                  <a:pt x="4149" y="8221"/>
                </a:lnTo>
                <a:lnTo>
                  <a:pt x="4112" y="8222"/>
                </a:lnTo>
                <a:lnTo>
                  <a:pt x="4074" y="8221"/>
                </a:lnTo>
                <a:lnTo>
                  <a:pt x="4037" y="8219"/>
                </a:lnTo>
                <a:lnTo>
                  <a:pt x="3999" y="8214"/>
                </a:lnTo>
                <a:lnTo>
                  <a:pt x="3962" y="8209"/>
                </a:lnTo>
                <a:lnTo>
                  <a:pt x="3925" y="8200"/>
                </a:lnTo>
                <a:lnTo>
                  <a:pt x="3888" y="8191"/>
                </a:lnTo>
                <a:lnTo>
                  <a:pt x="3852" y="8178"/>
                </a:lnTo>
                <a:lnTo>
                  <a:pt x="3816" y="8165"/>
                </a:lnTo>
                <a:lnTo>
                  <a:pt x="3781" y="8150"/>
                </a:lnTo>
                <a:lnTo>
                  <a:pt x="3747" y="8134"/>
                </a:lnTo>
                <a:lnTo>
                  <a:pt x="3713" y="8115"/>
                </a:lnTo>
                <a:lnTo>
                  <a:pt x="3679" y="8093"/>
                </a:lnTo>
                <a:lnTo>
                  <a:pt x="3648" y="8071"/>
                </a:lnTo>
                <a:lnTo>
                  <a:pt x="3617" y="8047"/>
                </a:lnTo>
                <a:lnTo>
                  <a:pt x="3586" y="8022"/>
                </a:lnTo>
                <a:lnTo>
                  <a:pt x="3557" y="7994"/>
                </a:lnTo>
                <a:lnTo>
                  <a:pt x="2445" y="6881"/>
                </a:lnTo>
                <a:lnTo>
                  <a:pt x="2430" y="6867"/>
                </a:lnTo>
                <a:lnTo>
                  <a:pt x="2417" y="6855"/>
                </a:lnTo>
                <a:lnTo>
                  <a:pt x="2402" y="6843"/>
                </a:lnTo>
                <a:lnTo>
                  <a:pt x="2387" y="6832"/>
                </a:lnTo>
                <a:lnTo>
                  <a:pt x="2372" y="6820"/>
                </a:lnTo>
                <a:lnTo>
                  <a:pt x="2357" y="6810"/>
                </a:lnTo>
                <a:lnTo>
                  <a:pt x="2341" y="6801"/>
                </a:lnTo>
                <a:lnTo>
                  <a:pt x="2325" y="6792"/>
                </a:lnTo>
                <a:lnTo>
                  <a:pt x="2309" y="6785"/>
                </a:lnTo>
                <a:lnTo>
                  <a:pt x="2292" y="6777"/>
                </a:lnTo>
                <a:lnTo>
                  <a:pt x="2277" y="6770"/>
                </a:lnTo>
                <a:lnTo>
                  <a:pt x="2260" y="6763"/>
                </a:lnTo>
                <a:lnTo>
                  <a:pt x="2242" y="6758"/>
                </a:lnTo>
                <a:lnTo>
                  <a:pt x="2225" y="6752"/>
                </a:lnTo>
                <a:lnTo>
                  <a:pt x="2208" y="6749"/>
                </a:lnTo>
                <a:lnTo>
                  <a:pt x="2190" y="6744"/>
                </a:lnTo>
                <a:lnTo>
                  <a:pt x="2172" y="6742"/>
                </a:lnTo>
                <a:lnTo>
                  <a:pt x="2155" y="6740"/>
                </a:lnTo>
                <a:lnTo>
                  <a:pt x="2138" y="6737"/>
                </a:lnTo>
                <a:lnTo>
                  <a:pt x="2120" y="6736"/>
                </a:lnTo>
                <a:lnTo>
                  <a:pt x="2102" y="6736"/>
                </a:lnTo>
                <a:lnTo>
                  <a:pt x="2084" y="6736"/>
                </a:lnTo>
                <a:lnTo>
                  <a:pt x="2066" y="6737"/>
                </a:lnTo>
                <a:lnTo>
                  <a:pt x="2048" y="6740"/>
                </a:lnTo>
                <a:lnTo>
                  <a:pt x="2029" y="6742"/>
                </a:lnTo>
                <a:lnTo>
                  <a:pt x="2011" y="6744"/>
                </a:lnTo>
                <a:lnTo>
                  <a:pt x="1993" y="6749"/>
                </a:lnTo>
                <a:lnTo>
                  <a:pt x="1975" y="6753"/>
                </a:lnTo>
                <a:lnTo>
                  <a:pt x="1957" y="6758"/>
                </a:lnTo>
                <a:lnTo>
                  <a:pt x="1939" y="6764"/>
                </a:lnTo>
                <a:lnTo>
                  <a:pt x="1921" y="6770"/>
                </a:lnTo>
                <a:lnTo>
                  <a:pt x="1905" y="6778"/>
                </a:lnTo>
                <a:lnTo>
                  <a:pt x="1903" y="6778"/>
                </a:lnTo>
                <a:lnTo>
                  <a:pt x="1887" y="6786"/>
                </a:lnTo>
                <a:lnTo>
                  <a:pt x="1871" y="6793"/>
                </a:lnTo>
                <a:lnTo>
                  <a:pt x="1855" y="6801"/>
                </a:lnTo>
                <a:lnTo>
                  <a:pt x="1840" y="6810"/>
                </a:lnTo>
                <a:lnTo>
                  <a:pt x="1825" y="6820"/>
                </a:lnTo>
                <a:lnTo>
                  <a:pt x="1810" y="6829"/>
                </a:lnTo>
                <a:lnTo>
                  <a:pt x="1797" y="6839"/>
                </a:lnTo>
                <a:lnTo>
                  <a:pt x="1783" y="6851"/>
                </a:lnTo>
                <a:lnTo>
                  <a:pt x="1770" y="6862"/>
                </a:lnTo>
                <a:lnTo>
                  <a:pt x="1758" y="6873"/>
                </a:lnTo>
                <a:lnTo>
                  <a:pt x="1745" y="6884"/>
                </a:lnTo>
                <a:lnTo>
                  <a:pt x="1734" y="6897"/>
                </a:lnTo>
                <a:lnTo>
                  <a:pt x="1723" y="6910"/>
                </a:lnTo>
                <a:lnTo>
                  <a:pt x="1712" y="6922"/>
                </a:lnTo>
                <a:lnTo>
                  <a:pt x="1702" y="6936"/>
                </a:lnTo>
                <a:lnTo>
                  <a:pt x="1692" y="6949"/>
                </a:lnTo>
                <a:lnTo>
                  <a:pt x="1683" y="6964"/>
                </a:lnTo>
                <a:lnTo>
                  <a:pt x="1674" y="6977"/>
                </a:lnTo>
                <a:lnTo>
                  <a:pt x="1666" y="6993"/>
                </a:lnTo>
                <a:lnTo>
                  <a:pt x="1658" y="7007"/>
                </a:lnTo>
                <a:lnTo>
                  <a:pt x="1651" y="7023"/>
                </a:lnTo>
                <a:lnTo>
                  <a:pt x="1645" y="7038"/>
                </a:lnTo>
                <a:lnTo>
                  <a:pt x="1638" y="7055"/>
                </a:lnTo>
                <a:lnTo>
                  <a:pt x="1632" y="7070"/>
                </a:lnTo>
                <a:lnTo>
                  <a:pt x="1628" y="7087"/>
                </a:lnTo>
                <a:lnTo>
                  <a:pt x="1623" y="7103"/>
                </a:lnTo>
                <a:lnTo>
                  <a:pt x="1619" y="7121"/>
                </a:lnTo>
                <a:lnTo>
                  <a:pt x="1615" y="7137"/>
                </a:lnTo>
                <a:lnTo>
                  <a:pt x="1613" y="7154"/>
                </a:lnTo>
                <a:lnTo>
                  <a:pt x="1611" y="7172"/>
                </a:lnTo>
                <a:lnTo>
                  <a:pt x="1609" y="7190"/>
                </a:lnTo>
                <a:lnTo>
                  <a:pt x="1608" y="7208"/>
                </a:lnTo>
                <a:lnTo>
                  <a:pt x="1606" y="7234"/>
                </a:lnTo>
                <a:lnTo>
                  <a:pt x="1603" y="7260"/>
                </a:lnTo>
                <a:lnTo>
                  <a:pt x="1600" y="7285"/>
                </a:lnTo>
                <a:lnTo>
                  <a:pt x="1594" y="7311"/>
                </a:lnTo>
                <a:lnTo>
                  <a:pt x="1589" y="7336"/>
                </a:lnTo>
                <a:lnTo>
                  <a:pt x="1581" y="7362"/>
                </a:lnTo>
                <a:lnTo>
                  <a:pt x="1572" y="7386"/>
                </a:lnTo>
                <a:lnTo>
                  <a:pt x="1563" y="7411"/>
                </a:lnTo>
                <a:lnTo>
                  <a:pt x="1552" y="7434"/>
                </a:lnTo>
                <a:lnTo>
                  <a:pt x="1539" y="7458"/>
                </a:lnTo>
                <a:lnTo>
                  <a:pt x="1526" y="7481"/>
                </a:lnTo>
                <a:lnTo>
                  <a:pt x="1511" y="7504"/>
                </a:lnTo>
                <a:lnTo>
                  <a:pt x="1496" y="7526"/>
                </a:lnTo>
                <a:lnTo>
                  <a:pt x="1479" y="7548"/>
                </a:lnTo>
                <a:lnTo>
                  <a:pt x="1461" y="7569"/>
                </a:lnTo>
                <a:lnTo>
                  <a:pt x="1442" y="7589"/>
                </a:lnTo>
                <a:lnTo>
                  <a:pt x="1420" y="7609"/>
                </a:lnTo>
                <a:lnTo>
                  <a:pt x="1398" y="7628"/>
                </a:lnTo>
                <a:lnTo>
                  <a:pt x="1376" y="7645"/>
                </a:lnTo>
                <a:lnTo>
                  <a:pt x="1352" y="7662"/>
                </a:lnTo>
                <a:lnTo>
                  <a:pt x="1327" y="7676"/>
                </a:lnTo>
                <a:lnTo>
                  <a:pt x="1303" y="7691"/>
                </a:lnTo>
                <a:lnTo>
                  <a:pt x="1278" y="7703"/>
                </a:lnTo>
                <a:lnTo>
                  <a:pt x="1252" y="7715"/>
                </a:lnTo>
                <a:lnTo>
                  <a:pt x="1227" y="7723"/>
                </a:lnTo>
                <a:lnTo>
                  <a:pt x="1200" y="7732"/>
                </a:lnTo>
                <a:lnTo>
                  <a:pt x="1174" y="7739"/>
                </a:lnTo>
                <a:lnTo>
                  <a:pt x="1147" y="7746"/>
                </a:lnTo>
                <a:lnTo>
                  <a:pt x="1120" y="7750"/>
                </a:lnTo>
                <a:lnTo>
                  <a:pt x="1092" y="7753"/>
                </a:lnTo>
                <a:lnTo>
                  <a:pt x="1065" y="7755"/>
                </a:lnTo>
                <a:lnTo>
                  <a:pt x="1037" y="7756"/>
                </a:lnTo>
                <a:lnTo>
                  <a:pt x="1010" y="7755"/>
                </a:lnTo>
                <a:lnTo>
                  <a:pt x="983" y="7753"/>
                </a:lnTo>
                <a:lnTo>
                  <a:pt x="955" y="7750"/>
                </a:lnTo>
                <a:lnTo>
                  <a:pt x="929" y="7746"/>
                </a:lnTo>
                <a:lnTo>
                  <a:pt x="902" y="7739"/>
                </a:lnTo>
                <a:lnTo>
                  <a:pt x="875" y="7732"/>
                </a:lnTo>
                <a:lnTo>
                  <a:pt x="849" y="7723"/>
                </a:lnTo>
                <a:lnTo>
                  <a:pt x="823" y="7715"/>
                </a:lnTo>
                <a:lnTo>
                  <a:pt x="797" y="7703"/>
                </a:lnTo>
                <a:lnTo>
                  <a:pt x="772" y="7691"/>
                </a:lnTo>
                <a:lnTo>
                  <a:pt x="747" y="7676"/>
                </a:lnTo>
                <a:lnTo>
                  <a:pt x="723" y="7662"/>
                </a:lnTo>
                <a:lnTo>
                  <a:pt x="700" y="7645"/>
                </a:lnTo>
                <a:lnTo>
                  <a:pt x="678" y="7628"/>
                </a:lnTo>
                <a:lnTo>
                  <a:pt x="655" y="7609"/>
                </a:lnTo>
                <a:lnTo>
                  <a:pt x="634" y="7589"/>
                </a:lnTo>
                <a:lnTo>
                  <a:pt x="614" y="7568"/>
                </a:lnTo>
                <a:lnTo>
                  <a:pt x="595" y="7545"/>
                </a:lnTo>
                <a:lnTo>
                  <a:pt x="577" y="7523"/>
                </a:lnTo>
                <a:lnTo>
                  <a:pt x="561" y="7499"/>
                </a:lnTo>
                <a:lnTo>
                  <a:pt x="545" y="7475"/>
                </a:lnTo>
                <a:lnTo>
                  <a:pt x="532" y="7450"/>
                </a:lnTo>
                <a:lnTo>
                  <a:pt x="520" y="7425"/>
                </a:lnTo>
                <a:lnTo>
                  <a:pt x="508" y="7400"/>
                </a:lnTo>
                <a:lnTo>
                  <a:pt x="498" y="7374"/>
                </a:lnTo>
                <a:lnTo>
                  <a:pt x="490" y="7347"/>
                </a:lnTo>
                <a:lnTo>
                  <a:pt x="483" y="7321"/>
                </a:lnTo>
                <a:lnTo>
                  <a:pt x="477" y="7294"/>
                </a:lnTo>
                <a:lnTo>
                  <a:pt x="473" y="7266"/>
                </a:lnTo>
                <a:lnTo>
                  <a:pt x="469" y="7239"/>
                </a:lnTo>
                <a:lnTo>
                  <a:pt x="467" y="7213"/>
                </a:lnTo>
                <a:lnTo>
                  <a:pt x="467" y="7185"/>
                </a:lnTo>
                <a:lnTo>
                  <a:pt x="467" y="7158"/>
                </a:lnTo>
                <a:lnTo>
                  <a:pt x="469" y="7131"/>
                </a:lnTo>
                <a:lnTo>
                  <a:pt x="473" y="7103"/>
                </a:lnTo>
                <a:lnTo>
                  <a:pt x="477" y="7076"/>
                </a:lnTo>
                <a:lnTo>
                  <a:pt x="483" y="7049"/>
                </a:lnTo>
                <a:lnTo>
                  <a:pt x="490" y="7022"/>
                </a:lnTo>
                <a:lnTo>
                  <a:pt x="498" y="6996"/>
                </a:lnTo>
                <a:lnTo>
                  <a:pt x="508" y="6971"/>
                </a:lnTo>
                <a:lnTo>
                  <a:pt x="520" y="6945"/>
                </a:lnTo>
                <a:lnTo>
                  <a:pt x="532" y="6919"/>
                </a:lnTo>
                <a:lnTo>
                  <a:pt x="545" y="6894"/>
                </a:lnTo>
                <a:lnTo>
                  <a:pt x="561" y="6871"/>
                </a:lnTo>
                <a:lnTo>
                  <a:pt x="577" y="6847"/>
                </a:lnTo>
                <a:lnTo>
                  <a:pt x="595" y="6825"/>
                </a:lnTo>
                <a:lnTo>
                  <a:pt x="614" y="6802"/>
                </a:lnTo>
                <a:lnTo>
                  <a:pt x="634" y="6781"/>
                </a:lnTo>
                <a:lnTo>
                  <a:pt x="654" y="6762"/>
                </a:lnTo>
                <a:lnTo>
                  <a:pt x="675" y="6744"/>
                </a:lnTo>
                <a:lnTo>
                  <a:pt x="697" y="6727"/>
                </a:lnTo>
                <a:lnTo>
                  <a:pt x="719" y="6712"/>
                </a:lnTo>
                <a:lnTo>
                  <a:pt x="741" y="6697"/>
                </a:lnTo>
                <a:lnTo>
                  <a:pt x="764" y="6684"/>
                </a:lnTo>
                <a:lnTo>
                  <a:pt x="788" y="6671"/>
                </a:lnTo>
                <a:lnTo>
                  <a:pt x="812" y="6660"/>
                </a:lnTo>
                <a:lnTo>
                  <a:pt x="837" y="6650"/>
                </a:lnTo>
                <a:lnTo>
                  <a:pt x="861" y="6642"/>
                </a:lnTo>
                <a:lnTo>
                  <a:pt x="886" y="6634"/>
                </a:lnTo>
                <a:lnTo>
                  <a:pt x="912" y="6628"/>
                </a:lnTo>
                <a:lnTo>
                  <a:pt x="938" y="6623"/>
                </a:lnTo>
                <a:lnTo>
                  <a:pt x="963" y="6619"/>
                </a:lnTo>
                <a:lnTo>
                  <a:pt x="989" y="6616"/>
                </a:lnTo>
                <a:lnTo>
                  <a:pt x="1015" y="6614"/>
                </a:lnTo>
                <a:lnTo>
                  <a:pt x="1033" y="6613"/>
                </a:lnTo>
                <a:lnTo>
                  <a:pt x="1051" y="6612"/>
                </a:lnTo>
                <a:lnTo>
                  <a:pt x="1067" y="6610"/>
                </a:lnTo>
                <a:lnTo>
                  <a:pt x="1085" y="6606"/>
                </a:lnTo>
                <a:lnTo>
                  <a:pt x="1102" y="6603"/>
                </a:lnTo>
                <a:lnTo>
                  <a:pt x="1119" y="6600"/>
                </a:lnTo>
                <a:lnTo>
                  <a:pt x="1136" y="6595"/>
                </a:lnTo>
                <a:lnTo>
                  <a:pt x="1153" y="6590"/>
                </a:lnTo>
                <a:lnTo>
                  <a:pt x="1168" y="6584"/>
                </a:lnTo>
                <a:lnTo>
                  <a:pt x="1184" y="6578"/>
                </a:lnTo>
                <a:lnTo>
                  <a:pt x="1200" y="6572"/>
                </a:lnTo>
                <a:lnTo>
                  <a:pt x="1215" y="6565"/>
                </a:lnTo>
                <a:lnTo>
                  <a:pt x="1230" y="6557"/>
                </a:lnTo>
                <a:lnTo>
                  <a:pt x="1245" y="6548"/>
                </a:lnTo>
                <a:lnTo>
                  <a:pt x="1259" y="6540"/>
                </a:lnTo>
                <a:lnTo>
                  <a:pt x="1274" y="6530"/>
                </a:lnTo>
                <a:lnTo>
                  <a:pt x="1287" y="6521"/>
                </a:lnTo>
                <a:lnTo>
                  <a:pt x="1301" y="6510"/>
                </a:lnTo>
                <a:lnTo>
                  <a:pt x="1313" y="6500"/>
                </a:lnTo>
                <a:lnTo>
                  <a:pt x="1325" y="6489"/>
                </a:lnTo>
                <a:lnTo>
                  <a:pt x="1338" y="6477"/>
                </a:lnTo>
                <a:lnTo>
                  <a:pt x="1350" y="6465"/>
                </a:lnTo>
                <a:lnTo>
                  <a:pt x="1361" y="6452"/>
                </a:lnTo>
                <a:lnTo>
                  <a:pt x="1372" y="6439"/>
                </a:lnTo>
                <a:lnTo>
                  <a:pt x="1382" y="6426"/>
                </a:lnTo>
                <a:lnTo>
                  <a:pt x="1392" y="6411"/>
                </a:lnTo>
                <a:lnTo>
                  <a:pt x="1403" y="6398"/>
                </a:lnTo>
                <a:lnTo>
                  <a:pt x="1411" y="6382"/>
                </a:lnTo>
                <a:lnTo>
                  <a:pt x="1420" y="6368"/>
                </a:lnTo>
                <a:lnTo>
                  <a:pt x="1429" y="6352"/>
                </a:lnTo>
                <a:lnTo>
                  <a:pt x="1437" y="6336"/>
                </a:lnTo>
                <a:lnTo>
                  <a:pt x="1444" y="6320"/>
                </a:lnTo>
                <a:lnTo>
                  <a:pt x="1445" y="6318"/>
                </a:lnTo>
                <a:lnTo>
                  <a:pt x="1452" y="6300"/>
                </a:lnTo>
                <a:lnTo>
                  <a:pt x="1459" y="6283"/>
                </a:lnTo>
                <a:lnTo>
                  <a:pt x="1464" y="6266"/>
                </a:lnTo>
                <a:lnTo>
                  <a:pt x="1470" y="6248"/>
                </a:lnTo>
                <a:lnTo>
                  <a:pt x="1474" y="6229"/>
                </a:lnTo>
                <a:lnTo>
                  <a:pt x="1478" y="6211"/>
                </a:lnTo>
                <a:lnTo>
                  <a:pt x="1481" y="6193"/>
                </a:lnTo>
                <a:lnTo>
                  <a:pt x="1483" y="6175"/>
                </a:lnTo>
                <a:lnTo>
                  <a:pt x="1485" y="6157"/>
                </a:lnTo>
                <a:lnTo>
                  <a:pt x="1487" y="6139"/>
                </a:lnTo>
                <a:lnTo>
                  <a:pt x="1487" y="6121"/>
                </a:lnTo>
                <a:lnTo>
                  <a:pt x="1487" y="6103"/>
                </a:lnTo>
                <a:lnTo>
                  <a:pt x="1485" y="6085"/>
                </a:lnTo>
                <a:lnTo>
                  <a:pt x="1483" y="6067"/>
                </a:lnTo>
                <a:lnTo>
                  <a:pt x="1481" y="6049"/>
                </a:lnTo>
                <a:lnTo>
                  <a:pt x="1478" y="6033"/>
                </a:lnTo>
                <a:lnTo>
                  <a:pt x="1474" y="6015"/>
                </a:lnTo>
                <a:lnTo>
                  <a:pt x="1470" y="5998"/>
                </a:lnTo>
                <a:lnTo>
                  <a:pt x="1465" y="5980"/>
                </a:lnTo>
                <a:lnTo>
                  <a:pt x="1460" y="5963"/>
                </a:lnTo>
                <a:lnTo>
                  <a:pt x="1453" y="5946"/>
                </a:lnTo>
                <a:lnTo>
                  <a:pt x="1446" y="5930"/>
                </a:lnTo>
                <a:lnTo>
                  <a:pt x="1438" y="5914"/>
                </a:lnTo>
                <a:lnTo>
                  <a:pt x="1431" y="5897"/>
                </a:lnTo>
                <a:lnTo>
                  <a:pt x="1422" y="5881"/>
                </a:lnTo>
                <a:lnTo>
                  <a:pt x="1411" y="5866"/>
                </a:lnTo>
                <a:lnTo>
                  <a:pt x="1401" y="5850"/>
                </a:lnTo>
                <a:lnTo>
                  <a:pt x="1391" y="5835"/>
                </a:lnTo>
                <a:lnTo>
                  <a:pt x="1380" y="5821"/>
                </a:lnTo>
                <a:lnTo>
                  <a:pt x="1368" y="5806"/>
                </a:lnTo>
                <a:lnTo>
                  <a:pt x="1355" y="5792"/>
                </a:lnTo>
                <a:lnTo>
                  <a:pt x="1342" y="5778"/>
                </a:lnTo>
                <a:lnTo>
                  <a:pt x="229" y="4666"/>
                </a:lnTo>
                <a:lnTo>
                  <a:pt x="201" y="4637"/>
                </a:lnTo>
                <a:lnTo>
                  <a:pt x="176" y="4606"/>
                </a:lnTo>
                <a:lnTo>
                  <a:pt x="151" y="4575"/>
                </a:lnTo>
                <a:lnTo>
                  <a:pt x="129" y="4542"/>
                </a:lnTo>
                <a:lnTo>
                  <a:pt x="108" y="4510"/>
                </a:lnTo>
                <a:lnTo>
                  <a:pt x="89" y="4476"/>
                </a:lnTo>
                <a:lnTo>
                  <a:pt x="72" y="4442"/>
                </a:lnTo>
                <a:lnTo>
                  <a:pt x="57" y="4407"/>
                </a:lnTo>
                <a:lnTo>
                  <a:pt x="44" y="4371"/>
                </a:lnTo>
                <a:lnTo>
                  <a:pt x="32" y="4335"/>
                </a:lnTo>
                <a:lnTo>
                  <a:pt x="22" y="4298"/>
                </a:lnTo>
                <a:lnTo>
                  <a:pt x="14" y="4261"/>
                </a:lnTo>
                <a:lnTo>
                  <a:pt x="9" y="4224"/>
                </a:lnTo>
                <a:lnTo>
                  <a:pt x="4" y="4186"/>
                </a:lnTo>
                <a:lnTo>
                  <a:pt x="1" y="4149"/>
                </a:lnTo>
                <a:lnTo>
                  <a:pt x="0" y="4111"/>
                </a:lnTo>
                <a:lnTo>
                  <a:pt x="1" y="4073"/>
                </a:lnTo>
                <a:lnTo>
                  <a:pt x="4" y="4036"/>
                </a:lnTo>
                <a:lnTo>
                  <a:pt x="9" y="3998"/>
                </a:lnTo>
                <a:lnTo>
                  <a:pt x="14" y="3961"/>
                </a:lnTo>
                <a:lnTo>
                  <a:pt x="22" y="3924"/>
                </a:lnTo>
                <a:lnTo>
                  <a:pt x="32" y="3887"/>
                </a:lnTo>
                <a:lnTo>
                  <a:pt x="44" y="3851"/>
                </a:lnTo>
                <a:lnTo>
                  <a:pt x="57" y="3815"/>
                </a:lnTo>
                <a:lnTo>
                  <a:pt x="72" y="3780"/>
                </a:lnTo>
                <a:lnTo>
                  <a:pt x="89" y="3746"/>
                </a:lnTo>
                <a:lnTo>
                  <a:pt x="108" y="3712"/>
                </a:lnTo>
                <a:lnTo>
                  <a:pt x="129" y="3680"/>
                </a:lnTo>
                <a:lnTo>
                  <a:pt x="151" y="3647"/>
                </a:lnTo>
                <a:lnTo>
                  <a:pt x="176" y="3616"/>
                </a:lnTo>
                <a:lnTo>
                  <a:pt x="201" y="3585"/>
                </a:lnTo>
                <a:lnTo>
                  <a:pt x="229" y="3556"/>
                </a:lnTo>
                <a:lnTo>
                  <a:pt x="1539" y="2245"/>
                </a:lnTo>
                <a:lnTo>
                  <a:pt x="1546" y="2259"/>
                </a:lnTo>
                <a:lnTo>
                  <a:pt x="1550" y="2273"/>
                </a:lnTo>
                <a:lnTo>
                  <a:pt x="1555" y="2287"/>
                </a:lnTo>
                <a:lnTo>
                  <a:pt x="1559" y="2301"/>
                </a:lnTo>
                <a:lnTo>
                  <a:pt x="1562" y="2317"/>
                </a:lnTo>
                <a:lnTo>
                  <a:pt x="1565" y="2332"/>
                </a:lnTo>
                <a:lnTo>
                  <a:pt x="1566" y="2347"/>
                </a:lnTo>
                <a:lnTo>
                  <a:pt x="1567" y="2363"/>
                </a:lnTo>
                <a:lnTo>
                  <a:pt x="1569" y="2399"/>
                </a:lnTo>
                <a:lnTo>
                  <a:pt x="1574" y="2434"/>
                </a:lnTo>
                <a:lnTo>
                  <a:pt x="1578" y="2469"/>
                </a:lnTo>
                <a:lnTo>
                  <a:pt x="1586" y="2504"/>
                </a:lnTo>
                <a:lnTo>
                  <a:pt x="1595" y="2539"/>
                </a:lnTo>
                <a:lnTo>
                  <a:pt x="1605" y="2573"/>
                </a:lnTo>
                <a:lnTo>
                  <a:pt x="1618" y="2606"/>
                </a:lnTo>
                <a:lnTo>
                  <a:pt x="1631" y="2640"/>
                </a:lnTo>
                <a:lnTo>
                  <a:pt x="1646" y="2672"/>
                </a:lnTo>
                <a:lnTo>
                  <a:pt x="1662" y="2703"/>
                </a:lnTo>
                <a:lnTo>
                  <a:pt x="1679" y="2734"/>
                </a:lnTo>
                <a:lnTo>
                  <a:pt x="1699" y="2763"/>
                </a:lnTo>
                <a:lnTo>
                  <a:pt x="1720" y="2792"/>
                </a:lnTo>
                <a:lnTo>
                  <a:pt x="1742" y="2820"/>
                </a:lnTo>
                <a:lnTo>
                  <a:pt x="1766" y="2848"/>
                </a:lnTo>
                <a:lnTo>
                  <a:pt x="1791" y="2874"/>
                </a:lnTo>
                <a:lnTo>
                  <a:pt x="1819" y="2902"/>
                </a:lnTo>
                <a:lnTo>
                  <a:pt x="1848" y="2927"/>
                </a:lnTo>
                <a:lnTo>
                  <a:pt x="1880" y="2951"/>
                </a:lnTo>
                <a:lnTo>
                  <a:pt x="1911" y="2973"/>
                </a:lnTo>
                <a:lnTo>
                  <a:pt x="1944" y="2993"/>
                </a:lnTo>
                <a:lnTo>
                  <a:pt x="1976" y="3012"/>
                </a:lnTo>
                <a:lnTo>
                  <a:pt x="2010" y="3027"/>
                </a:lnTo>
                <a:lnTo>
                  <a:pt x="2045" y="3043"/>
                </a:lnTo>
                <a:lnTo>
                  <a:pt x="2079" y="3055"/>
                </a:lnTo>
                <a:lnTo>
                  <a:pt x="2115" y="3068"/>
                </a:lnTo>
                <a:lnTo>
                  <a:pt x="2150" y="3077"/>
                </a:lnTo>
                <a:lnTo>
                  <a:pt x="2187" y="3085"/>
                </a:lnTo>
                <a:lnTo>
                  <a:pt x="2223" y="3091"/>
                </a:lnTo>
                <a:lnTo>
                  <a:pt x="2260" y="3096"/>
                </a:lnTo>
                <a:lnTo>
                  <a:pt x="2297" y="3098"/>
                </a:lnTo>
                <a:lnTo>
                  <a:pt x="2333" y="3099"/>
                </a:lnTo>
                <a:lnTo>
                  <a:pt x="2370" y="3098"/>
                </a:lnTo>
                <a:lnTo>
                  <a:pt x="2406" y="3096"/>
                </a:lnTo>
                <a:lnTo>
                  <a:pt x="2443" y="3091"/>
                </a:lnTo>
                <a:lnTo>
                  <a:pt x="2479" y="3085"/>
                </a:lnTo>
                <a:lnTo>
                  <a:pt x="2515" y="3077"/>
                </a:lnTo>
                <a:lnTo>
                  <a:pt x="2551" y="3068"/>
                </a:lnTo>
                <a:lnTo>
                  <a:pt x="2587" y="3055"/>
                </a:lnTo>
                <a:lnTo>
                  <a:pt x="2622" y="3043"/>
                </a:lnTo>
                <a:lnTo>
                  <a:pt x="2655" y="3027"/>
                </a:lnTo>
                <a:lnTo>
                  <a:pt x="2690" y="3012"/>
                </a:lnTo>
                <a:lnTo>
                  <a:pt x="2722" y="2993"/>
                </a:lnTo>
                <a:lnTo>
                  <a:pt x="2755" y="2973"/>
                </a:lnTo>
                <a:lnTo>
                  <a:pt x="2786" y="2951"/>
                </a:lnTo>
                <a:lnTo>
                  <a:pt x="2817" y="2927"/>
                </a:lnTo>
                <a:lnTo>
                  <a:pt x="2847" y="2902"/>
                </a:lnTo>
                <a:lnTo>
                  <a:pt x="2875" y="2874"/>
                </a:lnTo>
                <a:lnTo>
                  <a:pt x="2902" y="2846"/>
                </a:lnTo>
                <a:lnTo>
                  <a:pt x="2928" y="2816"/>
                </a:lnTo>
                <a:lnTo>
                  <a:pt x="2951" y="2785"/>
                </a:lnTo>
                <a:lnTo>
                  <a:pt x="2973" y="2754"/>
                </a:lnTo>
                <a:lnTo>
                  <a:pt x="2994" y="2722"/>
                </a:lnTo>
                <a:lnTo>
                  <a:pt x="3012" y="2689"/>
                </a:lnTo>
                <a:lnTo>
                  <a:pt x="3028" y="2655"/>
                </a:lnTo>
                <a:lnTo>
                  <a:pt x="3043" y="2621"/>
                </a:lnTo>
                <a:lnTo>
                  <a:pt x="3056" y="2586"/>
                </a:lnTo>
                <a:lnTo>
                  <a:pt x="3068" y="2550"/>
                </a:lnTo>
                <a:lnTo>
                  <a:pt x="3078" y="2515"/>
                </a:lnTo>
                <a:lnTo>
                  <a:pt x="3086" y="2478"/>
                </a:lnTo>
                <a:lnTo>
                  <a:pt x="3091" y="2443"/>
                </a:lnTo>
                <a:lnTo>
                  <a:pt x="3096" y="2406"/>
                </a:lnTo>
                <a:lnTo>
                  <a:pt x="3099" y="2369"/>
                </a:lnTo>
                <a:lnTo>
                  <a:pt x="3100" y="2333"/>
                </a:lnTo>
                <a:lnTo>
                  <a:pt x="3099" y="2296"/>
                </a:lnTo>
                <a:lnTo>
                  <a:pt x="3096" y="2259"/>
                </a:lnTo>
                <a:lnTo>
                  <a:pt x="3091" y="2222"/>
                </a:lnTo>
                <a:lnTo>
                  <a:pt x="3086" y="2186"/>
                </a:lnTo>
                <a:lnTo>
                  <a:pt x="3078" y="2150"/>
                </a:lnTo>
                <a:lnTo>
                  <a:pt x="3068" y="2114"/>
                </a:lnTo>
                <a:lnTo>
                  <a:pt x="3056" y="2078"/>
                </a:lnTo>
                <a:lnTo>
                  <a:pt x="3043" y="2044"/>
                </a:lnTo>
                <a:lnTo>
                  <a:pt x="3028" y="2010"/>
                </a:lnTo>
                <a:lnTo>
                  <a:pt x="3012" y="1975"/>
                </a:lnTo>
                <a:lnTo>
                  <a:pt x="2994" y="1943"/>
                </a:lnTo>
                <a:lnTo>
                  <a:pt x="2973" y="1910"/>
                </a:lnTo>
                <a:lnTo>
                  <a:pt x="2951" y="1879"/>
                </a:lnTo>
                <a:lnTo>
                  <a:pt x="2928" y="1849"/>
                </a:lnTo>
                <a:lnTo>
                  <a:pt x="2902" y="1818"/>
                </a:lnTo>
                <a:lnTo>
                  <a:pt x="2875" y="1790"/>
                </a:lnTo>
                <a:lnTo>
                  <a:pt x="2849" y="1765"/>
                </a:lnTo>
                <a:lnTo>
                  <a:pt x="2821" y="1741"/>
                </a:lnTo>
                <a:lnTo>
                  <a:pt x="2793" y="1719"/>
                </a:lnTo>
                <a:lnTo>
                  <a:pt x="2764" y="1699"/>
                </a:lnTo>
                <a:lnTo>
                  <a:pt x="2734" y="1680"/>
                </a:lnTo>
                <a:lnTo>
                  <a:pt x="2703" y="1662"/>
                </a:lnTo>
                <a:lnTo>
                  <a:pt x="2672" y="1645"/>
                </a:lnTo>
                <a:lnTo>
                  <a:pt x="2641" y="1630"/>
                </a:lnTo>
                <a:lnTo>
                  <a:pt x="2607" y="1617"/>
                </a:lnTo>
                <a:lnTo>
                  <a:pt x="2573" y="1604"/>
                </a:lnTo>
                <a:lnTo>
                  <a:pt x="2539" y="1594"/>
                </a:lnTo>
                <a:lnTo>
                  <a:pt x="2505" y="1585"/>
                </a:lnTo>
                <a:lnTo>
                  <a:pt x="2469" y="1579"/>
                </a:lnTo>
                <a:lnTo>
                  <a:pt x="2434" y="1573"/>
                </a:lnTo>
                <a:lnTo>
                  <a:pt x="2400" y="1569"/>
                </a:lnTo>
                <a:lnTo>
                  <a:pt x="2364" y="1566"/>
                </a:lnTo>
                <a:lnTo>
                  <a:pt x="2348" y="1565"/>
                </a:lnTo>
                <a:lnTo>
                  <a:pt x="2333" y="1564"/>
                </a:lnTo>
                <a:lnTo>
                  <a:pt x="2317" y="1562"/>
                </a:lnTo>
                <a:lnTo>
                  <a:pt x="2302" y="1559"/>
                </a:lnTo>
                <a:lnTo>
                  <a:pt x="2288" y="1554"/>
                </a:lnTo>
                <a:lnTo>
                  <a:pt x="2273" y="1550"/>
                </a:lnTo>
                <a:lnTo>
                  <a:pt x="2260" y="1545"/>
                </a:lnTo>
                <a:lnTo>
                  <a:pt x="2246" y="1539"/>
                </a:lnTo>
                <a:lnTo>
                  <a:pt x="3557" y="228"/>
                </a:lnTo>
                <a:lnTo>
                  <a:pt x="3586" y="200"/>
                </a:lnTo>
                <a:lnTo>
                  <a:pt x="3617" y="175"/>
                </a:lnTo>
                <a:lnTo>
                  <a:pt x="3648" y="151"/>
                </a:lnTo>
                <a:lnTo>
                  <a:pt x="3679" y="129"/>
                </a:lnTo>
                <a:lnTo>
                  <a:pt x="3713" y="107"/>
                </a:lnTo>
                <a:lnTo>
                  <a:pt x="3747" y="88"/>
                </a:lnTo>
                <a:lnTo>
                  <a:pt x="3781" y="72"/>
                </a:lnTo>
                <a:lnTo>
                  <a:pt x="3816" y="57"/>
                </a:lnTo>
                <a:lnTo>
                  <a:pt x="3852" y="44"/>
                </a:lnTo>
                <a:lnTo>
                  <a:pt x="3888" y="31"/>
                </a:lnTo>
                <a:lnTo>
                  <a:pt x="3925" y="22"/>
                </a:lnTo>
                <a:lnTo>
                  <a:pt x="3962" y="13"/>
                </a:lnTo>
                <a:lnTo>
                  <a:pt x="3999" y="8"/>
                </a:lnTo>
                <a:lnTo>
                  <a:pt x="4037" y="3"/>
                </a:lnTo>
                <a:lnTo>
                  <a:pt x="4074" y="1"/>
                </a:lnTo>
                <a:lnTo>
                  <a:pt x="4112" y="0"/>
                </a:lnTo>
                <a:lnTo>
                  <a:pt x="4149" y="1"/>
                </a:lnTo>
                <a:lnTo>
                  <a:pt x="4187" y="3"/>
                </a:lnTo>
                <a:lnTo>
                  <a:pt x="4224" y="8"/>
                </a:lnTo>
                <a:lnTo>
                  <a:pt x="4262" y="13"/>
                </a:lnTo>
                <a:lnTo>
                  <a:pt x="4299" y="22"/>
                </a:lnTo>
                <a:lnTo>
                  <a:pt x="4335" y="31"/>
                </a:lnTo>
                <a:lnTo>
                  <a:pt x="4372" y="44"/>
                </a:lnTo>
                <a:lnTo>
                  <a:pt x="4407" y="57"/>
                </a:lnTo>
                <a:lnTo>
                  <a:pt x="4442" y="72"/>
                </a:lnTo>
                <a:lnTo>
                  <a:pt x="4477" y="88"/>
                </a:lnTo>
                <a:lnTo>
                  <a:pt x="4511" y="107"/>
                </a:lnTo>
                <a:lnTo>
                  <a:pt x="4543" y="129"/>
                </a:lnTo>
                <a:lnTo>
                  <a:pt x="4576" y="151"/>
                </a:lnTo>
                <a:lnTo>
                  <a:pt x="4607" y="175"/>
                </a:lnTo>
                <a:lnTo>
                  <a:pt x="4637" y="200"/>
                </a:lnTo>
                <a:lnTo>
                  <a:pt x="4667" y="228"/>
                </a:lnTo>
                <a:lnTo>
                  <a:pt x="5779" y="1341"/>
                </a:lnTo>
                <a:lnTo>
                  <a:pt x="5793" y="1355"/>
                </a:lnTo>
                <a:lnTo>
                  <a:pt x="5807" y="1367"/>
                </a:lnTo>
                <a:lnTo>
                  <a:pt x="5822" y="1379"/>
                </a:lnTo>
                <a:lnTo>
                  <a:pt x="5836" y="1390"/>
                </a:lnTo>
                <a:lnTo>
                  <a:pt x="5851" y="1402"/>
                </a:lnTo>
                <a:lnTo>
                  <a:pt x="5867" y="1412"/>
                </a:lnTo>
                <a:lnTo>
                  <a:pt x="5882" y="1421"/>
                </a:lnTo>
                <a:lnTo>
                  <a:pt x="5898" y="1430"/>
                </a:lnTo>
                <a:lnTo>
                  <a:pt x="5914" y="1437"/>
                </a:lnTo>
                <a:lnTo>
                  <a:pt x="5930" y="1445"/>
                </a:lnTo>
                <a:lnTo>
                  <a:pt x="5947" y="1452"/>
                </a:lnTo>
                <a:lnTo>
                  <a:pt x="5964" y="1459"/>
                </a:lnTo>
                <a:lnTo>
                  <a:pt x="5981" y="1464"/>
                </a:lnTo>
                <a:lnTo>
                  <a:pt x="5998" y="1470"/>
                </a:lnTo>
                <a:lnTo>
                  <a:pt x="6016" y="1473"/>
                </a:lnTo>
                <a:lnTo>
                  <a:pt x="6032" y="1478"/>
                </a:lnTo>
                <a:lnTo>
                  <a:pt x="6050" y="1480"/>
                </a:lnTo>
                <a:lnTo>
                  <a:pt x="6068" y="1482"/>
                </a:lnTo>
                <a:lnTo>
                  <a:pt x="6086" y="1485"/>
                </a:lnTo>
                <a:lnTo>
                  <a:pt x="6104" y="1486"/>
                </a:lnTo>
                <a:lnTo>
                  <a:pt x="6122" y="1486"/>
                </a:lnTo>
                <a:lnTo>
                  <a:pt x="6140" y="1486"/>
                </a:lnTo>
                <a:lnTo>
                  <a:pt x="6158" y="1485"/>
                </a:lnTo>
                <a:lnTo>
                  <a:pt x="6176" y="1482"/>
                </a:lnTo>
                <a:lnTo>
                  <a:pt x="6194" y="1480"/>
                </a:lnTo>
                <a:lnTo>
                  <a:pt x="6212" y="1478"/>
                </a:lnTo>
                <a:lnTo>
                  <a:pt x="6230" y="1473"/>
                </a:lnTo>
                <a:lnTo>
                  <a:pt x="6248" y="1469"/>
                </a:lnTo>
                <a:lnTo>
                  <a:pt x="6265" y="1464"/>
                </a:lnTo>
                <a:lnTo>
                  <a:pt x="6283" y="1458"/>
                </a:lnTo>
                <a:lnTo>
                  <a:pt x="6301" y="1452"/>
                </a:lnTo>
                <a:lnTo>
                  <a:pt x="6319" y="1444"/>
                </a:lnTo>
                <a:lnTo>
                  <a:pt x="6320" y="1444"/>
                </a:lnTo>
                <a:lnTo>
                  <a:pt x="6336" y="1436"/>
                </a:lnTo>
                <a:lnTo>
                  <a:pt x="6353" y="1429"/>
                </a:lnTo>
                <a:lnTo>
                  <a:pt x="6369" y="1421"/>
                </a:lnTo>
                <a:lnTo>
                  <a:pt x="6383" y="1412"/>
                </a:lnTo>
                <a:lnTo>
                  <a:pt x="6398" y="1402"/>
                </a:lnTo>
                <a:lnTo>
                  <a:pt x="6412" y="1393"/>
                </a:lnTo>
                <a:lnTo>
                  <a:pt x="6427" y="1383"/>
                </a:lnTo>
                <a:lnTo>
                  <a:pt x="6440" y="1371"/>
                </a:lnTo>
                <a:lnTo>
                  <a:pt x="6453" y="1360"/>
                </a:lnTo>
                <a:lnTo>
                  <a:pt x="6465" y="1349"/>
                </a:lnTo>
                <a:lnTo>
                  <a:pt x="6477" y="1338"/>
                </a:lnTo>
                <a:lnTo>
                  <a:pt x="6490" y="1325"/>
                </a:lnTo>
                <a:lnTo>
                  <a:pt x="6501" y="1313"/>
                </a:lnTo>
                <a:lnTo>
                  <a:pt x="6511" y="1300"/>
                </a:lnTo>
                <a:lnTo>
                  <a:pt x="6521" y="1286"/>
                </a:lnTo>
                <a:lnTo>
                  <a:pt x="6531" y="1273"/>
                </a:lnTo>
                <a:lnTo>
                  <a:pt x="6540" y="1258"/>
                </a:lnTo>
                <a:lnTo>
                  <a:pt x="6549" y="1245"/>
                </a:lnTo>
                <a:lnTo>
                  <a:pt x="6557" y="1229"/>
                </a:lnTo>
                <a:lnTo>
                  <a:pt x="6565" y="1215"/>
                </a:lnTo>
                <a:lnTo>
                  <a:pt x="6573" y="1199"/>
                </a:lnTo>
                <a:lnTo>
                  <a:pt x="6579" y="1184"/>
                </a:lnTo>
                <a:lnTo>
                  <a:pt x="6585" y="1167"/>
                </a:lnTo>
                <a:lnTo>
                  <a:pt x="6590" y="1152"/>
                </a:lnTo>
                <a:lnTo>
                  <a:pt x="6596" y="1135"/>
                </a:lnTo>
                <a:lnTo>
                  <a:pt x="6601" y="1119"/>
                </a:lnTo>
                <a:lnTo>
                  <a:pt x="6604" y="1102"/>
                </a:lnTo>
                <a:lnTo>
                  <a:pt x="6607" y="1085"/>
                </a:lnTo>
                <a:lnTo>
                  <a:pt x="6611" y="1068"/>
                </a:lnTo>
                <a:lnTo>
                  <a:pt x="6613" y="1050"/>
                </a:lnTo>
                <a:lnTo>
                  <a:pt x="6614" y="1032"/>
                </a:lnTo>
                <a:lnTo>
                  <a:pt x="6615" y="1014"/>
                </a:lnTo>
                <a:lnTo>
                  <a:pt x="6616" y="988"/>
                </a:lnTo>
                <a:lnTo>
                  <a:pt x="6620" y="962"/>
                </a:lnTo>
                <a:lnTo>
                  <a:pt x="6623" y="937"/>
                </a:lnTo>
                <a:lnTo>
                  <a:pt x="6629" y="911"/>
                </a:lnTo>
                <a:lnTo>
                  <a:pt x="6635" y="886"/>
                </a:lnTo>
                <a:lnTo>
                  <a:pt x="6642" y="860"/>
                </a:lnTo>
                <a:lnTo>
                  <a:pt x="6651" y="836"/>
                </a:lnTo>
                <a:lnTo>
                  <a:pt x="6661" y="811"/>
                </a:lnTo>
                <a:lnTo>
                  <a:pt x="6672" y="788"/>
                </a:lnTo>
                <a:lnTo>
                  <a:pt x="6685" y="764"/>
                </a:lnTo>
                <a:lnTo>
                  <a:pt x="6698" y="741"/>
                </a:lnTo>
                <a:lnTo>
                  <a:pt x="6711" y="718"/>
                </a:lnTo>
                <a:lnTo>
                  <a:pt x="6727" y="696"/>
                </a:lnTo>
                <a:lnTo>
                  <a:pt x="6745" y="674"/>
                </a:lnTo>
                <a:lnTo>
                  <a:pt x="6763" y="653"/>
                </a:lnTo>
                <a:lnTo>
                  <a:pt x="6782" y="633"/>
                </a:lnTo>
                <a:lnTo>
                  <a:pt x="6803" y="613"/>
                </a:lnTo>
                <a:lnTo>
                  <a:pt x="6825" y="594"/>
                </a:lnTo>
                <a:lnTo>
                  <a:pt x="6848" y="577"/>
                </a:lnTo>
                <a:lnTo>
                  <a:pt x="6872" y="560"/>
                </a:lnTo>
                <a:lnTo>
                  <a:pt x="6895" y="546"/>
                </a:lnTo>
                <a:lnTo>
                  <a:pt x="6920" y="531"/>
                </a:lnTo>
                <a:lnTo>
                  <a:pt x="6946" y="519"/>
                </a:lnTo>
                <a:lnTo>
                  <a:pt x="6970" y="507"/>
                </a:lnTo>
                <a:lnTo>
                  <a:pt x="6997" y="499"/>
                </a:lnTo>
                <a:lnTo>
                  <a:pt x="7023" y="490"/>
                </a:lnTo>
                <a:lnTo>
                  <a:pt x="7050" y="483"/>
                </a:lnTo>
                <a:lnTo>
                  <a:pt x="7077" y="477"/>
                </a:lnTo>
                <a:lnTo>
                  <a:pt x="7104" y="472"/>
                </a:lnTo>
                <a:lnTo>
                  <a:pt x="7131" y="469"/>
                </a:lnTo>
                <a:lnTo>
                  <a:pt x="7159" y="467"/>
                </a:lnTo>
                <a:lnTo>
                  <a:pt x="7185" y="466"/>
                </a:lnTo>
                <a:lnTo>
                  <a:pt x="7213" y="467"/>
                </a:lnTo>
                <a:lnTo>
                  <a:pt x="7240" y="469"/>
                </a:lnTo>
                <a:lnTo>
                  <a:pt x="7267" y="472"/>
                </a:lnTo>
                <a:lnTo>
                  <a:pt x="7294" y="477"/>
                </a:lnTo>
                <a:lnTo>
                  <a:pt x="7321" y="483"/>
                </a:lnTo>
                <a:lnTo>
                  <a:pt x="7348" y="490"/>
                </a:lnTo>
                <a:lnTo>
                  <a:pt x="7375" y="499"/>
                </a:lnTo>
                <a:lnTo>
                  <a:pt x="7401" y="507"/>
                </a:lnTo>
                <a:lnTo>
                  <a:pt x="7426" y="519"/>
                </a:lnTo>
                <a:lnTo>
                  <a:pt x="7451" y="531"/>
                </a:lnTo>
                <a:lnTo>
                  <a:pt x="7476" y="546"/>
                </a:lnTo>
                <a:lnTo>
                  <a:pt x="7499" y="560"/>
                </a:lnTo>
                <a:lnTo>
                  <a:pt x="7523" y="577"/>
                </a:lnTo>
                <a:lnTo>
                  <a:pt x="7546" y="594"/>
                </a:lnTo>
                <a:lnTo>
                  <a:pt x="7568" y="613"/>
                </a:lnTo>
                <a:lnTo>
                  <a:pt x="7589" y="633"/>
                </a:lnTo>
                <a:lnTo>
                  <a:pt x="7609" y="654"/>
                </a:lnTo>
                <a:lnTo>
                  <a:pt x="7628" y="677"/>
                </a:lnTo>
                <a:lnTo>
                  <a:pt x="7646" y="699"/>
                </a:lnTo>
                <a:lnTo>
                  <a:pt x="7663" y="723"/>
                </a:lnTo>
                <a:lnTo>
                  <a:pt x="7677" y="747"/>
                </a:lnTo>
                <a:lnTo>
                  <a:pt x="7691" y="772"/>
                </a:lnTo>
                <a:lnTo>
                  <a:pt x="7703" y="797"/>
                </a:lnTo>
                <a:lnTo>
                  <a:pt x="7714" y="822"/>
                </a:lnTo>
                <a:lnTo>
                  <a:pt x="7724" y="848"/>
                </a:lnTo>
                <a:lnTo>
                  <a:pt x="7733" y="875"/>
                </a:lnTo>
                <a:lnTo>
                  <a:pt x="7740" y="901"/>
                </a:lnTo>
                <a:lnTo>
                  <a:pt x="7746" y="928"/>
                </a:lnTo>
                <a:lnTo>
                  <a:pt x="7750" y="956"/>
                </a:lnTo>
                <a:lnTo>
                  <a:pt x="7754" y="983"/>
                </a:lnTo>
                <a:lnTo>
                  <a:pt x="7756" y="1009"/>
                </a:lnTo>
                <a:lnTo>
                  <a:pt x="7757" y="1037"/>
                </a:lnTo>
                <a:lnTo>
                  <a:pt x="7756" y="1064"/>
                </a:lnTo>
                <a:lnTo>
                  <a:pt x="7754" y="1092"/>
                </a:lnTo>
                <a:lnTo>
                  <a:pt x="7750" y="1119"/>
                </a:lnTo>
                <a:lnTo>
                  <a:pt x="7746" y="1146"/>
                </a:lnTo>
                <a:lnTo>
                  <a:pt x="7740" y="1173"/>
                </a:lnTo>
                <a:lnTo>
                  <a:pt x="7733" y="1200"/>
                </a:lnTo>
                <a:lnTo>
                  <a:pt x="7724" y="1226"/>
                </a:lnTo>
                <a:lnTo>
                  <a:pt x="7714" y="1251"/>
                </a:lnTo>
                <a:lnTo>
                  <a:pt x="7703" y="1277"/>
                </a:lnTo>
                <a:lnTo>
                  <a:pt x="7691" y="1303"/>
                </a:lnTo>
                <a:lnTo>
                  <a:pt x="7677" y="1328"/>
                </a:lnTo>
                <a:lnTo>
                  <a:pt x="7663" y="1351"/>
                </a:lnTo>
                <a:lnTo>
                  <a:pt x="7646" y="1375"/>
                </a:lnTo>
                <a:lnTo>
                  <a:pt x="7628" y="1397"/>
                </a:lnTo>
                <a:lnTo>
                  <a:pt x="7609" y="1420"/>
                </a:lnTo>
                <a:lnTo>
                  <a:pt x="7589" y="1441"/>
                </a:lnTo>
                <a:lnTo>
                  <a:pt x="7569" y="1460"/>
                </a:lnTo>
                <a:lnTo>
                  <a:pt x="7548" y="1478"/>
                </a:lnTo>
                <a:lnTo>
                  <a:pt x="7527" y="1495"/>
                </a:lnTo>
                <a:lnTo>
                  <a:pt x="7505" y="1510"/>
                </a:lnTo>
                <a:lnTo>
                  <a:pt x="7482" y="1525"/>
                </a:lnTo>
                <a:lnTo>
                  <a:pt x="7459" y="1538"/>
                </a:lnTo>
                <a:lnTo>
                  <a:pt x="7435" y="1551"/>
                </a:lnTo>
                <a:lnTo>
                  <a:pt x="7411" y="1562"/>
                </a:lnTo>
                <a:lnTo>
                  <a:pt x="7387" y="1572"/>
                </a:lnTo>
                <a:lnTo>
                  <a:pt x="7361" y="1580"/>
                </a:lnTo>
                <a:lnTo>
                  <a:pt x="7337" y="1588"/>
                </a:lnTo>
                <a:lnTo>
                  <a:pt x="7311" y="1594"/>
                </a:lnTo>
                <a:lnTo>
                  <a:pt x="7286" y="1599"/>
                </a:lnTo>
                <a:lnTo>
                  <a:pt x="7260" y="1603"/>
                </a:lnTo>
                <a:lnTo>
                  <a:pt x="7235" y="1606"/>
                </a:lnTo>
                <a:lnTo>
                  <a:pt x="7209" y="1608"/>
                </a:lnTo>
                <a:lnTo>
                  <a:pt x="7191" y="1609"/>
                </a:lnTo>
                <a:lnTo>
                  <a:pt x="7173" y="1610"/>
                </a:lnTo>
                <a:lnTo>
                  <a:pt x="7155" y="1612"/>
                </a:lnTo>
                <a:lnTo>
                  <a:pt x="7138" y="1616"/>
                </a:lnTo>
                <a:lnTo>
                  <a:pt x="7120" y="1619"/>
                </a:lnTo>
                <a:lnTo>
                  <a:pt x="7104" y="1622"/>
                </a:lnTo>
                <a:lnTo>
                  <a:pt x="7087" y="1627"/>
                </a:lnTo>
                <a:lnTo>
                  <a:pt x="7071" y="1632"/>
                </a:lnTo>
                <a:lnTo>
                  <a:pt x="7054" y="1638"/>
                </a:lnTo>
                <a:lnTo>
                  <a:pt x="7039" y="1644"/>
                </a:lnTo>
                <a:lnTo>
                  <a:pt x="7023" y="1650"/>
                </a:lnTo>
                <a:lnTo>
                  <a:pt x="7008" y="1657"/>
                </a:lnTo>
                <a:lnTo>
                  <a:pt x="6993" y="1665"/>
                </a:lnTo>
                <a:lnTo>
                  <a:pt x="6978" y="1674"/>
                </a:lnTo>
                <a:lnTo>
                  <a:pt x="6964" y="1682"/>
                </a:lnTo>
                <a:lnTo>
                  <a:pt x="6950" y="1692"/>
                </a:lnTo>
                <a:lnTo>
                  <a:pt x="6937" y="1701"/>
                </a:lnTo>
                <a:lnTo>
                  <a:pt x="6923" y="1712"/>
                </a:lnTo>
                <a:lnTo>
                  <a:pt x="6910" y="1722"/>
                </a:lnTo>
                <a:lnTo>
                  <a:pt x="6897" y="1733"/>
                </a:lnTo>
                <a:lnTo>
                  <a:pt x="6885" y="1746"/>
                </a:lnTo>
                <a:lnTo>
                  <a:pt x="6874" y="1757"/>
                </a:lnTo>
                <a:lnTo>
                  <a:pt x="6862" y="1770"/>
                </a:lnTo>
                <a:lnTo>
                  <a:pt x="6852" y="1783"/>
                </a:lnTo>
                <a:lnTo>
                  <a:pt x="6840" y="1796"/>
                </a:lnTo>
                <a:lnTo>
                  <a:pt x="6830" y="1811"/>
                </a:lnTo>
                <a:lnTo>
                  <a:pt x="6820" y="1824"/>
                </a:lnTo>
                <a:lnTo>
                  <a:pt x="6811" y="1840"/>
                </a:lnTo>
                <a:lnTo>
                  <a:pt x="6802" y="1854"/>
                </a:lnTo>
                <a:lnTo>
                  <a:pt x="6794" y="1870"/>
                </a:lnTo>
                <a:lnTo>
                  <a:pt x="6787" y="1886"/>
                </a:lnTo>
                <a:lnTo>
                  <a:pt x="6779" y="1902"/>
                </a:lnTo>
                <a:lnTo>
                  <a:pt x="6779" y="1904"/>
                </a:lnTo>
                <a:lnTo>
                  <a:pt x="6771" y="1922"/>
                </a:lnTo>
                <a:lnTo>
                  <a:pt x="6764" y="1939"/>
                </a:lnTo>
                <a:lnTo>
                  <a:pt x="6759" y="1956"/>
                </a:lnTo>
                <a:lnTo>
                  <a:pt x="6753" y="1974"/>
                </a:lnTo>
                <a:lnTo>
                  <a:pt x="6748" y="1993"/>
                </a:lnTo>
                <a:lnTo>
                  <a:pt x="6745" y="2011"/>
                </a:lnTo>
                <a:lnTo>
                  <a:pt x="6742" y="2029"/>
                </a:lnTo>
                <a:lnTo>
                  <a:pt x="6739" y="2047"/>
                </a:lnTo>
                <a:lnTo>
                  <a:pt x="6738" y="2065"/>
                </a:lnTo>
                <a:lnTo>
                  <a:pt x="6737" y="2083"/>
                </a:lnTo>
                <a:lnTo>
                  <a:pt x="6737" y="2101"/>
                </a:lnTo>
                <a:lnTo>
                  <a:pt x="6737" y="2119"/>
                </a:lnTo>
                <a:lnTo>
                  <a:pt x="6738" y="2137"/>
                </a:lnTo>
                <a:lnTo>
                  <a:pt x="6739" y="2155"/>
                </a:lnTo>
                <a:lnTo>
                  <a:pt x="6742" y="2173"/>
                </a:lnTo>
                <a:lnTo>
                  <a:pt x="6745" y="2189"/>
                </a:lnTo>
                <a:lnTo>
                  <a:pt x="6748" y="2207"/>
                </a:lnTo>
                <a:lnTo>
                  <a:pt x="6753" y="2224"/>
                </a:lnTo>
                <a:lnTo>
                  <a:pt x="6759" y="2242"/>
                </a:lnTo>
                <a:lnTo>
                  <a:pt x="6764" y="2259"/>
                </a:lnTo>
                <a:lnTo>
                  <a:pt x="6770" y="2276"/>
                </a:lnTo>
                <a:lnTo>
                  <a:pt x="6778" y="2292"/>
                </a:lnTo>
                <a:lnTo>
                  <a:pt x="6784" y="2308"/>
                </a:lnTo>
                <a:lnTo>
                  <a:pt x="6793" y="2325"/>
                </a:lnTo>
                <a:lnTo>
                  <a:pt x="6802" y="2341"/>
                </a:lnTo>
                <a:lnTo>
                  <a:pt x="6811" y="2356"/>
                </a:lnTo>
                <a:lnTo>
                  <a:pt x="6821" y="2372"/>
                </a:lnTo>
                <a:lnTo>
                  <a:pt x="6832" y="2387"/>
                </a:lnTo>
                <a:lnTo>
                  <a:pt x="6844" y="2401"/>
                </a:lnTo>
                <a:lnTo>
                  <a:pt x="6856" y="2416"/>
                </a:lnTo>
                <a:lnTo>
                  <a:pt x="6868" y="2430"/>
                </a:lnTo>
                <a:lnTo>
                  <a:pt x="6882" y="2444"/>
                </a:lnTo>
                <a:lnTo>
                  <a:pt x="7994" y="3556"/>
                </a:lnTo>
                <a:lnTo>
                  <a:pt x="8022" y="3585"/>
                </a:lnTo>
                <a:lnTo>
                  <a:pt x="8048" y="3616"/>
                </a:lnTo>
                <a:lnTo>
                  <a:pt x="8072" y="3647"/>
                </a:lnTo>
                <a:lnTo>
                  <a:pt x="8094" y="3680"/>
                </a:lnTo>
                <a:lnTo>
                  <a:pt x="8114" y="3712"/>
                </a:lnTo>
                <a:lnTo>
                  <a:pt x="8133" y="3746"/>
                </a:lnTo>
                <a:lnTo>
                  <a:pt x="8150" y="3780"/>
                </a:lnTo>
                <a:lnTo>
                  <a:pt x="8166" y="3815"/>
                </a:lnTo>
                <a:lnTo>
                  <a:pt x="8179" y="3851"/>
                </a:lnTo>
                <a:lnTo>
                  <a:pt x="8191" y="3887"/>
                </a:lnTo>
                <a:lnTo>
                  <a:pt x="8201" y="3924"/>
                </a:lnTo>
                <a:lnTo>
                  <a:pt x="8208" y="3961"/>
                </a:lnTo>
                <a:lnTo>
                  <a:pt x="8215" y="3998"/>
                </a:lnTo>
                <a:lnTo>
                  <a:pt x="8220" y="4036"/>
                </a:lnTo>
                <a:lnTo>
                  <a:pt x="8222" y="4073"/>
                </a:lnTo>
                <a:lnTo>
                  <a:pt x="8223" y="4111"/>
                </a:lnTo>
                <a:lnTo>
                  <a:pt x="8222" y="4149"/>
                </a:lnTo>
                <a:lnTo>
                  <a:pt x="8220" y="4186"/>
                </a:lnTo>
                <a:lnTo>
                  <a:pt x="8215" y="4224"/>
                </a:lnTo>
                <a:lnTo>
                  <a:pt x="8208" y="4261"/>
                </a:lnTo>
                <a:lnTo>
                  <a:pt x="8201" y="4298"/>
                </a:lnTo>
                <a:lnTo>
                  <a:pt x="8191" y="4335"/>
                </a:lnTo>
                <a:lnTo>
                  <a:pt x="8179" y="4371"/>
                </a:lnTo>
                <a:lnTo>
                  <a:pt x="8166" y="4407"/>
                </a:lnTo>
                <a:lnTo>
                  <a:pt x="8150" y="4442"/>
                </a:lnTo>
                <a:lnTo>
                  <a:pt x="8133" y="4476"/>
                </a:lnTo>
                <a:lnTo>
                  <a:pt x="8114" y="4510"/>
                </a:lnTo>
                <a:lnTo>
                  <a:pt x="8094" y="4542"/>
                </a:lnTo>
                <a:lnTo>
                  <a:pt x="8072" y="4575"/>
                </a:lnTo>
                <a:lnTo>
                  <a:pt x="8048" y="4606"/>
                </a:lnTo>
                <a:lnTo>
                  <a:pt x="8022" y="4637"/>
                </a:lnTo>
                <a:lnTo>
                  <a:pt x="7994" y="4666"/>
                </a:lnTo>
                <a:close/>
              </a:path>
            </a:pathLst>
          </a:custGeom>
          <a:solidFill>
            <a:srgbClr val="C00000"/>
          </a:solidFill>
          <a:ln w="25400" cap="flat" cmpd="sng" algn="ctr">
            <a:noFill/>
            <a:prstDash val="solid"/>
            <a:miter lim="800000"/>
          </a:ln>
          <a:effectLst>
            <a:outerShdw blurRad="50800" dist="381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8" name="Freeform 7"/>
          <p:cNvSpPr>
            <a:spLocks noChangeAspect="1"/>
          </p:cNvSpPr>
          <p:nvPr/>
        </p:nvSpPr>
        <p:spPr bwMode="auto">
          <a:xfrm>
            <a:off x="5178747" y="3878705"/>
            <a:ext cx="1834506" cy="1835845"/>
          </a:xfrm>
          <a:custGeom>
            <a:avLst/>
            <a:gdLst>
              <a:gd name="T0" fmla="*/ 44 w 8222"/>
              <a:gd name="T1" fmla="*/ 4372 h 8223"/>
              <a:gd name="T2" fmla="*/ 13 w 8222"/>
              <a:gd name="T3" fmla="*/ 3962 h 8223"/>
              <a:gd name="T4" fmla="*/ 200 w 8222"/>
              <a:gd name="T5" fmla="*/ 3586 h 8223"/>
              <a:gd name="T6" fmla="*/ 1437 w 8222"/>
              <a:gd name="T7" fmla="*/ 2309 h 8223"/>
              <a:gd name="T8" fmla="*/ 1486 w 8222"/>
              <a:gd name="T9" fmla="*/ 2120 h 8223"/>
              <a:gd name="T10" fmla="*/ 1452 w 8222"/>
              <a:gd name="T11" fmla="*/ 1921 h 8223"/>
              <a:gd name="T12" fmla="*/ 1360 w 8222"/>
              <a:gd name="T13" fmla="*/ 1770 h 8223"/>
              <a:gd name="T14" fmla="*/ 1215 w 8222"/>
              <a:gd name="T15" fmla="*/ 1658 h 8223"/>
              <a:gd name="T16" fmla="*/ 1032 w 8222"/>
              <a:gd name="T17" fmla="*/ 1609 h 8223"/>
              <a:gd name="T18" fmla="*/ 764 w 8222"/>
              <a:gd name="T19" fmla="*/ 1539 h 8223"/>
              <a:gd name="T20" fmla="*/ 546 w 8222"/>
              <a:gd name="T21" fmla="*/ 1327 h 8223"/>
              <a:gd name="T22" fmla="*/ 466 w 8222"/>
              <a:gd name="T23" fmla="*/ 1037 h 8223"/>
              <a:gd name="T24" fmla="*/ 546 w 8222"/>
              <a:gd name="T25" fmla="*/ 747 h 8223"/>
              <a:gd name="T26" fmla="*/ 772 w 8222"/>
              <a:gd name="T27" fmla="*/ 532 h 8223"/>
              <a:gd name="T28" fmla="*/ 1064 w 8222"/>
              <a:gd name="T29" fmla="*/ 467 h 8223"/>
              <a:gd name="T30" fmla="*/ 1351 w 8222"/>
              <a:gd name="T31" fmla="*/ 561 h 8223"/>
              <a:gd name="T32" fmla="*/ 1551 w 8222"/>
              <a:gd name="T33" fmla="*/ 788 h 8223"/>
              <a:gd name="T34" fmla="*/ 1610 w 8222"/>
              <a:gd name="T35" fmla="*/ 1051 h 8223"/>
              <a:gd name="T36" fmla="*/ 1665 w 8222"/>
              <a:gd name="T37" fmla="*/ 1230 h 8223"/>
              <a:gd name="T38" fmla="*/ 1783 w 8222"/>
              <a:gd name="T39" fmla="*/ 1372 h 8223"/>
              <a:gd name="T40" fmla="*/ 1939 w 8222"/>
              <a:gd name="T41" fmla="*/ 1459 h 8223"/>
              <a:gd name="T42" fmla="*/ 2137 w 8222"/>
              <a:gd name="T43" fmla="*/ 1485 h 8223"/>
              <a:gd name="T44" fmla="*/ 2325 w 8222"/>
              <a:gd name="T45" fmla="*/ 1431 h 8223"/>
              <a:gd name="T46" fmla="*/ 3616 w 8222"/>
              <a:gd name="T47" fmla="*/ 176 h 8223"/>
              <a:gd name="T48" fmla="*/ 3998 w 8222"/>
              <a:gd name="T49" fmla="*/ 9 h 8223"/>
              <a:gd name="T50" fmla="*/ 4407 w 8222"/>
              <a:gd name="T51" fmla="*/ 57 h 8223"/>
              <a:gd name="T52" fmla="*/ 5949 w 8222"/>
              <a:gd name="T53" fmla="*/ 1550 h 8223"/>
              <a:gd name="T54" fmla="*/ 5683 w 8222"/>
              <a:gd name="T55" fmla="*/ 1595 h 8223"/>
              <a:gd name="T56" fmla="*/ 5348 w 8222"/>
              <a:gd name="T57" fmla="*/ 1791 h 8223"/>
              <a:gd name="T58" fmla="*/ 5145 w 8222"/>
              <a:gd name="T59" fmla="*/ 2150 h 8223"/>
              <a:gd name="T60" fmla="*/ 5154 w 8222"/>
              <a:gd name="T61" fmla="*/ 2551 h 8223"/>
              <a:gd name="T62" fmla="*/ 5376 w 8222"/>
              <a:gd name="T63" fmla="*/ 2902 h 8223"/>
              <a:gd name="T64" fmla="*/ 5744 w 8222"/>
              <a:gd name="T65" fmla="*/ 3086 h 8223"/>
              <a:gd name="T66" fmla="*/ 6144 w 8222"/>
              <a:gd name="T67" fmla="*/ 3056 h 8223"/>
              <a:gd name="T68" fmla="*/ 6481 w 8222"/>
              <a:gd name="T69" fmla="*/ 2821 h 8223"/>
              <a:gd name="T70" fmla="*/ 6643 w 8222"/>
              <a:gd name="T71" fmla="*/ 2469 h 8223"/>
              <a:gd name="T72" fmla="*/ 6683 w 8222"/>
              <a:gd name="T73" fmla="*/ 2246 h 8223"/>
              <a:gd name="T74" fmla="*/ 8191 w 8222"/>
              <a:gd name="T75" fmla="*/ 3888 h 8223"/>
              <a:gd name="T76" fmla="*/ 8200 w 8222"/>
              <a:gd name="T77" fmla="*/ 4299 h 8223"/>
              <a:gd name="T78" fmla="*/ 7994 w 8222"/>
              <a:gd name="T79" fmla="*/ 4667 h 8223"/>
              <a:gd name="T80" fmla="*/ 6777 w 8222"/>
              <a:gd name="T81" fmla="*/ 5930 h 8223"/>
              <a:gd name="T82" fmla="*/ 6736 w 8222"/>
              <a:gd name="T83" fmla="*/ 6122 h 8223"/>
              <a:gd name="T84" fmla="*/ 6778 w 8222"/>
              <a:gd name="T85" fmla="*/ 6319 h 8223"/>
              <a:gd name="T86" fmla="*/ 6873 w 8222"/>
              <a:gd name="T87" fmla="*/ 6465 h 8223"/>
              <a:gd name="T88" fmla="*/ 7023 w 8222"/>
              <a:gd name="T89" fmla="*/ 6573 h 8223"/>
              <a:gd name="T90" fmla="*/ 7208 w 8222"/>
              <a:gd name="T91" fmla="*/ 6615 h 8223"/>
              <a:gd name="T92" fmla="*/ 7481 w 8222"/>
              <a:gd name="T93" fmla="*/ 6698 h 8223"/>
              <a:gd name="T94" fmla="*/ 7691 w 8222"/>
              <a:gd name="T95" fmla="*/ 6920 h 8223"/>
              <a:gd name="T96" fmla="*/ 7755 w 8222"/>
              <a:gd name="T97" fmla="*/ 7213 h 8223"/>
              <a:gd name="T98" fmla="*/ 7662 w 8222"/>
              <a:gd name="T99" fmla="*/ 7499 h 8223"/>
              <a:gd name="T100" fmla="*/ 7425 w 8222"/>
              <a:gd name="T101" fmla="*/ 7703 h 8223"/>
              <a:gd name="T102" fmla="*/ 7131 w 8222"/>
              <a:gd name="T103" fmla="*/ 7754 h 8223"/>
              <a:gd name="T104" fmla="*/ 6847 w 8222"/>
              <a:gd name="T105" fmla="*/ 7646 h 8223"/>
              <a:gd name="T106" fmla="*/ 6660 w 8222"/>
              <a:gd name="T107" fmla="*/ 7411 h 8223"/>
              <a:gd name="T108" fmla="*/ 6610 w 8222"/>
              <a:gd name="T109" fmla="*/ 7155 h 8223"/>
              <a:gd name="T110" fmla="*/ 6548 w 8222"/>
              <a:gd name="T111" fmla="*/ 6978 h 8223"/>
              <a:gd name="T112" fmla="*/ 6426 w 8222"/>
              <a:gd name="T113" fmla="*/ 6840 h 8223"/>
              <a:gd name="T114" fmla="*/ 6266 w 8222"/>
              <a:gd name="T115" fmla="*/ 6759 h 8223"/>
              <a:gd name="T116" fmla="*/ 6067 w 8222"/>
              <a:gd name="T117" fmla="*/ 6739 h 8223"/>
              <a:gd name="T118" fmla="*/ 5881 w 8222"/>
              <a:gd name="T119" fmla="*/ 6802 h 8223"/>
              <a:gd name="T120" fmla="*/ 4575 w 8222"/>
              <a:gd name="T121" fmla="*/ 8072 h 8223"/>
              <a:gd name="T122" fmla="*/ 4186 w 8222"/>
              <a:gd name="T123" fmla="*/ 8220 h 8223"/>
              <a:gd name="T124" fmla="*/ 3780 w 8222"/>
              <a:gd name="T125" fmla="*/ 8150 h 8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222" h="8223">
                <a:moveTo>
                  <a:pt x="3556" y="7994"/>
                </a:moveTo>
                <a:lnTo>
                  <a:pt x="228" y="4667"/>
                </a:lnTo>
                <a:lnTo>
                  <a:pt x="200" y="4637"/>
                </a:lnTo>
                <a:lnTo>
                  <a:pt x="175" y="4607"/>
                </a:lnTo>
                <a:lnTo>
                  <a:pt x="151" y="4576"/>
                </a:lnTo>
                <a:lnTo>
                  <a:pt x="129" y="4543"/>
                </a:lnTo>
                <a:lnTo>
                  <a:pt x="107" y="4511"/>
                </a:lnTo>
                <a:lnTo>
                  <a:pt x="88" y="4477"/>
                </a:lnTo>
                <a:lnTo>
                  <a:pt x="72" y="4442"/>
                </a:lnTo>
                <a:lnTo>
                  <a:pt x="57" y="4407"/>
                </a:lnTo>
                <a:lnTo>
                  <a:pt x="44" y="4372"/>
                </a:lnTo>
                <a:lnTo>
                  <a:pt x="31" y="4335"/>
                </a:lnTo>
                <a:lnTo>
                  <a:pt x="22" y="4299"/>
                </a:lnTo>
                <a:lnTo>
                  <a:pt x="13" y="4262"/>
                </a:lnTo>
                <a:lnTo>
                  <a:pt x="8" y="4224"/>
                </a:lnTo>
                <a:lnTo>
                  <a:pt x="3" y="4187"/>
                </a:lnTo>
                <a:lnTo>
                  <a:pt x="1" y="4149"/>
                </a:lnTo>
                <a:lnTo>
                  <a:pt x="0" y="4112"/>
                </a:lnTo>
                <a:lnTo>
                  <a:pt x="1" y="4074"/>
                </a:lnTo>
                <a:lnTo>
                  <a:pt x="3" y="4037"/>
                </a:lnTo>
                <a:lnTo>
                  <a:pt x="8" y="3999"/>
                </a:lnTo>
                <a:lnTo>
                  <a:pt x="13" y="3962"/>
                </a:lnTo>
                <a:lnTo>
                  <a:pt x="22" y="3925"/>
                </a:lnTo>
                <a:lnTo>
                  <a:pt x="31" y="3888"/>
                </a:lnTo>
                <a:lnTo>
                  <a:pt x="44" y="3852"/>
                </a:lnTo>
                <a:lnTo>
                  <a:pt x="57" y="3816"/>
                </a:lnTo>
                <a:lnTo>
                  <a:pt x="72" y="3781"/>
                </a:lnTo>
                <a:lnTo>
                  <a:pt x="88" y="3747"/>
                </a:lnTo>
                <a:lnTo>
                  <a:pt x="107" y="3713"/>
                </a:lnTo>
                <a:lnTo>
                  <a:pt x="129" y="3679"/>
                </a:lnTo>
                <a:lnTo>
                  <a:pt x="151" y="3648"/>
                </a:lnTo>
                <a:lnTo>
                  <a:pt x="175" y="3617"/>
                </a:lnTo>
                <a:lnTo>
                  <a:pt x="200" y="3586"/>
                </a:lnTo>
                <a:lnTo>
                  <a:pt x="228" y="3557"/>
                </a:lnTo>
                <a:lnTo>
                  <a:pt x="1341" y="2445"/>
                </a:lnTo>
                <a:lnTo>
                  <a:pt x="1355" y="2430"/>
                </a:lnTo>
                <a:lnTo>
                  <a:pt x="1367" y="2417"/>
                </a:lnTo>
                <a:lnTo>
                  <a:pt x="1379" y="2402"/>
                </a:lnTo>
                <a:lnTo>
                  <a:pt x="1390" y="2387"/>
                </a:lnTo>
                <a:lnTo>
                  <a:pt x="1402" y="2372"/>
                </a:lnTo>
                <a:lnTo>
                  <a:pt x="1412" y="2357"/>
                </a:lnTo>
                <a:lnTo>
                  <a:pt x="1421" y="2341"/>
                </a:lnTo>
                <a:lnTo>
                  <a:pt x="1430" y="2325"/>
                </a:lnTo>
                <a:lnTo>
                  <a:pt x="1437" y="2309"/>
                </a:lnTo>
                <a:lnTo>
                  <a:pt x="1445" y="2292"/>
                </a:lnTo>
                <a:lnTo>
                  <a:pt x="1452" y="2277"/>
                </a:lnTo>
                <a:lnTo>
                  <a:pt x="1459" y="2260"/>
                </a:lnTo>
                <a:lnTo>
                  <a:pt x="1464" y="2242"/>
                </a:lnTo>
                <a:lnTo>
                  <a:pt x="1470" y="2225"/>
                </a:lnTo>
                <a:lnTo>
                  <a:pt x="1473" y="2208"/>
                </a:lnTo>
                <a:lnTo>
                  <a:pt x="1478" y="2190"/>
                </a:lnTo>
                <a:lnTo>
                  <a:pt x="1480" y="2172"/>
                </a:lnTo>
                <a:lnTo>
                  <a:pt x="1482" y="2155"/>
                </a:lnTo>
                <a:lnTo>
                  <a:pt x="1485" y="2138"/>
                </a:lnTo>
                <a:lnTo>
                  <a:pt x="1486" y="2120"/>
                </a:lnTo>
                <a:lnTo>
                  <a:pt x="1486" y="2102"/>
                </a:lnTo>
                <a:lnTo>
                  <a:pt x="1486" y="2084"/>
                </a:lnTo>
                <a:lnTo>
                  <a:pt x="1485" y="2066"/>
                </a:lnTo>
                <a:lnTo>
                  <a:pt x="1482" y="2048"/>
                </a:lnTo>
                <a:lnTo>
                  <a:pt x="1480" y="2029"/>
                </a:lnTo>
                <a:lnTo>
                  <a:pt x="1478" y="2011"/>
                </a:lnTo>
                <a:lnTo>
                  <a:pt x="1473" y="1993"/>
                </a:lnTo>
                <a:lnTo>
                  <a:pt x="1469" y="1975"/>
                </a:lnTo>
                <a:lnTo>
                  <a:pt x="1464" y="1957"/>
                </a:lnTo>
                <a:lnTo>
                  <a:pt x="1458" y="1939"/>
                </a:lnTo>
                <a:lnTo>
                  <a:pt x="1452" y="1921"/>
                </a:lnTo>
                <a:lnTo>
                  <a:pt x="1444" y="1905"/>
                </a:lnTo>
                <a:lnTo>
                  <a:pt x="1444" y="1903"/>
                </a:lnTo>
                <a:lnTo>
                  <a:pt x="1436" y="1887"/>
                </a:lnTo>
                <a:lnTo>
                  <a:pt x="1429" y="1871"/>
                </a:lnTo>
                <a:lnTo>
                  <a:pt x="1421" y="1855"/>
                </a:lnTo>
                <a:lnTo>
                  <a:pt x="1412" y="1840"/>
                </a:lnTo>
                <a:lnTo>
                  <a:pt x="1402" y="1825"/>
                </a:lnTo>
                <a:lnTo>
                  <a:pt x="1393" y="1810"/>
                </a:lnTo>
                <a:lnTo>
                  <a:pt x="1383" y="1797"/>
                </a:lnTo>
                <a:lnTo>
                  <a:pt x="1371" y="1783"/>
                </a:lnTo>
                <a:lnTo>
                  <a:pt x="1360" y="1770"/>
                </a:lnTo>
                <a:lnTo>
                  <a:pt x="1349" y="1758"/>
                </a:lnTo>
                <a:lnTo>
                  <a:pt x="1338" y="1745"/>
                </a:lnTo>
                <a:lnTo>
                  <a:pt x="1325" y="1734"/>
                </a:lnTo>
                <a:lnTo>
                  <a:pt x="1312" y="1723"/>
                </a:lnTo>
                <a:lnTo>
                  <a:pt x="1300" y="1712"/>
                </a:lnTo>
                <a:lnTo>
                  <a:pt x="1286" y="1702"/>
                </a:lnTo>
                <a:lnTo>
                  <a:pt x="1273" y="1692"/>
                </a:lnTo>
                <a:lnTo>
                  <a:pt x="1258" y="1683"/>
                </a:lnTo>
                <a:lnTo>
                  <a:pt x="1245" y="1674"/>
                </a:lnTo>
                <a:lnTo>
                  <a:pt x="1229" y="1666"/>
                </a:lnTo>
                <a:lnTo>
                  <a:pt x="1215" y="1658"/>
                </a:lnTo>
                <a:lnTo>
                  <a:pt x="1199" y="1651"/>
                </a:lnTo>
                <a:lnTo>
                  <a:pt x="1184" y="1645"/>
                </a:lnTo>
                <a:lnTo>
                  <a:pt x="1167" y="1638"/>
                </a:lnTo>
                <a:lnTo>
                  <a:pt x="1152" y="1632"/>
                </a:lnTo>
                <a:lnTo>
                  <a:pt x="1135" y="1628"/>
                </a:lnTo>
                <a:lnTo>
                  <a:pt x="1119" y="1623"/>
                </a:lnTo>
                <a:lnTo>
                  <a:pt x="1102" y="1619"/>
                </a:lnTo>
                <a:lnTo>
                  <a:pt x="1085" y="1615"/>
                </a:lnTo>
                <a:lnTo>
                  <a:pt x="1068" y="1613"/>
                </a:lnTo>
                <a:lnTo>
                  <a:pt x="1050" y="1611"/>
                </a:lnTo>
                <a:lnTo>
                  <a:pt x="1032" y="1609"/>
                </a:lnTo>
                <a:lnTo>
                  <a:pt x="1014" y="1608"/>
                </a:lnTo>
                <a:lnTo>
                  <a:pt x="988" y="1606"/>
                </a:lnTo>
                <a:lnTo>
                  <a:pt x="962" y="1603"/>
                </a:lnTo>
                <a:lnTo>
                  <a:pt x="937" y="1600"/>
                </a:lnTo>
                <a:lnTo>
                  <a:pt x="911" y="1594"/>
                </a:lnTo>
                <a:lnTo>
                  <a:pt x="886" y="1589"/>
                </a:lnTo>
                <a:lnTo>
                  <a:pt x="860" y="1581"/>
                </a:lnTo>
                <a:lnTo>
                  <a:pt x="836" y="1572"/>
                </a:lnTo>
                <a:lnTo>
                  <a:pt x="811" y="1563"/>
                </a:lnTo>
                <a:lnTo>
                  <a:pt x="788" y="1552"/>
                </a:lnTo>
                <a:lnTo>
                  <a:pt x="764" y="1539"/>
                </a:lnTo>
                <a:lnTo>
                  <a:pt x="741" y="1526"/>
                </a:lnTo>
                <a:lnTo>
                  <a:pt x="718" y="1511"/>
                </a:lnTo>
                <a:lnTo>
                  <a:pt x="696" y="1496"/>
                </a:lnTo>
                <a:lnTo>
                  <a:pt x="674" y="1479"/>
                </a:lnTo>
                <a:lnTo>
                  <a:pt x="653" y="1461"/>
                </a:lnTo>
                <a:lnTo>
                  <a:pt x="633" y="1442"/>
                </a:lnTo>
                <a:lnTo>
                  <a:pt x="613" y="1420"/>
                </a:lnTo>
                <a:lnTo>
                  <a:pt x="594" y="1398"/>
                </a:lnTo>
                <a:lnTo>
                  <a:pt x="577" y="1376"/>
                </a:lnTo>
                <a:lnTo>
                  <a:pt x="560" y="1352"/>
                </a:lnTo>
                <a:lnTo>
                  <a:pt x="546" y="1327"/>
                </a:lnTo>
                <a:lnTo>
                  <a:pt x="531" y="1303"/>
                </a:lnTo>
                <a:lnTo>
                  <a:pt x="519" y="1278"/>
                </a:lnTo>
                <a:lnTo>
                  <a:pt x="507" y="1252"/>
                </a:lnTo>
                <a:lnTo>
                  <a:pt x="499" y="1227"/>
                </a:lnTo>
                <a:lnTo>
                  <a:pt x="490" y="1200"/>
                </a:lnTo>
                <a:lnTo>
                  <a:pt x="483" y="1174"/>
                </a:lnTo>
                <a:lnTo>
                  <a:pt x="477" y="1147"/>
                </a:lnTo>
                <a:lnTo>
                  <a:pt x="472" y="1120"/>
                </a:lnTo>
                <a:lnTo>
                  <a:pt x="469" y="1092"/>
                </a:lnTo>
                <a:lnTo>
                  <a:pt x="467" y="1065"/>
                </a:lnTo>
                <a:lnTo>
                  <a:pt x="466" y="1037"/>
                </a:lnTo>
                <a:lnTo>
                  <a:pt x="467" y="1010"/>
                </a:lnTo>
                <a:lnTo>
                  <a:pt x="469" y="983"/>
                </a:lnTo>
                <a:lnTo>
                  <a:pt x="472" y="955"/>
                </a:lnTo>
                <a:lnTo>
                  <a:pt x="477" y="929"/>
                </a:lnTo>
                <a:lnTo>
                  <a:pt x="483" y="902"/>
                </a:lnTo>
                <a:lnTo>
                  <a:pt x="490" y="875"/>
                </a:lnTo>
                <a:lnTo>
                  <a:pt x="499" y="849"/>
                </a:lnTo>
                <a:lnTo>
                  <a:pt x="507" y="823"/>
                </a:lnTo>
                <a:lnTo>
                  <a:pt x="519" y="797"/>
                </a:lnTo>
                <a:lnTo>
                  <a:pt x="531" y="772"/>
                </a:lnTo>
                <a:lnTo>
                  <a:pt x="546" y="747"/>
                </a:lnTo>
                <a:lnTo>
                  <a:pt x="560" y="723"/>
                </a:lnTo>
                <a:lnTo>
                  <a:pt x="577" y="700"/>
                </a:lnTo>
                <a:lnTo>
                  <a:pt x="594" y="678"/>
                </a:lnTo>
                <a:lnTo>
                  <a:pt x="613" y="655"/>
                </a:lnTo>
                <a:lnTo>
                  <a:pt x="633" y="634"/>
                </a:lnTo>
                <a:lnTo>
                  <a:pt x="654" y="614"/>
                </a:lnTo>
                <a:lnTo>
                  <a:pt x="677" y="595"/>
                </a:lnTo>
                <a:lnTo>
                  <a:pt x="699" y="577"/>
                </a:lnTo>
                <a:lnTo>
                  <a:pt x="723" y="561"/>
                </a:lnTo>
                <a:lnTo>
                  <a:pt x="747" y="545"/>
                </a:lnTo>
                <a:lnTo>
                  <a:pt x="772" y="532"/>
                </a:lnTo>
                <a:lnTo>
                  <a:pt x="797" y="520"/>
                </a:lnTo>
                <a:lnTo>
                  <a:pt x="822" y="508"/>
                </a:lnTo>
                <a:lnTo>
                  <a:pt x="848" y="498"/>
                </a:lnTo>
                <a:lnTo>
                  <a:pt x="875" y="490"/>
                </a:lnTo>
                <a:lnTo>
                  <a:pt x="901" y="483"/>
                </a:lnTo>
                <a:lnTo>
                  <a:pt x="928" y="477"/>
                </a:lnTo>
                <a:lnTo>
                  <a:pt x="956" y="473"/>
                </a:lnTo>
                <a:lnTo>
                  <a:pt x="983" y="469"/>
                </a:lnTo>
                <a:lnTo>
                  <a:pt x="1009" y="467"/>
                </a:lnTo>
                <a:lnTo>
                  <a:pt x="1037" y="467"/>
                </a:lnTo>
                <a:lnTo>
                  <a:pt x="1064" y="467"/>
                </a:lnTo>
                <a:lnTo>
                  <a:pt x="1091" y="469"/>
                </a:lnTo>
                <a:lnTo>
                  <a:pt x="1119" y="473"/>
                </a:lnTo>
                <a:lnTo>
                  <a:pt x="1146" y="477"/>
                </a:lnTo>
                <a:lnTo>
                  <a:pt x="1173" y="483"/>
                </a:lnTo>
                <a:lnTo>
                  <a:pt x="1200" y="490"/>
                </a:lnTo>
                <a:lnTo>
                  <a:pt x="1226" y="498"/>
                </a:lnTo>
                <a:lnTo>
                  <a:pt x="1251" y="508"/>
                </a:lnTo>
                <a:lnTo>
                  <a:pt x="1277" y="520"/>
                </a:lnTo>
                <a:lnTo>
                  <a:pt x="1303" y="532"/>
                </a:lnTo>
                <a:lnTo>
                  <a:pt x="1328" y="545"/>
                </a:lnTo>
                <a:lnTo>
                  <a:pt x="1351" y="561"/>
                </a:lnTo>
                <a:lnTo>
                  <a:pt x="1375" y="577"/>
                </a:lnTo>
                <a:lnTo>
                  <a:pt x="1397" y="595"/>
                </a:lnTo>
                <a:lnTo>
                  <a:pt x="1420" y="614"/>
                </a:lnTo>
                <a:lnTo>
                  <a:pt x="1441" y="634"/>
                </a:lnTo>
                <a:lnTo>
                  <a:pt x="1460" y="654"/>
                </a:lnTo>
                <a:lnTo>
                  <a:pt x="1478" y="675"/>
                </a:lnTo>
                <a:lnTo>
                  <a:pt x="1495" y="697"/>
                </a:lnTo>
                <a:lnTo>
                  <a:pt x="1510" y="719"/>
                </a:lnTo>
                <a:lnTo>
                  <a:pt x="1525" y="741"/>
                </a:lnTo>
                <a:lnTo>
                  <a:pt x="1538" y="764"/>
                </a:lnTo>
                <a:lnTo>
                  <a:pt x="1551" y="788"/>
                </a:lnTo>
                <a:lnTo>
                  <a:pt x="1562" y="812"/>
                </a:lnTo>
                <a:lnTo>
                  <a:pt x="1572" y="837"/>
                </a:lnTo>
                <a:lnTo>
                  <a:pt x="1580" y="861"/>
                </a:lnTo>
                <a:lnTo>
                  <a:pt x="1588" y="886"/>
                </a:lnTo>
                <a:lnTo>
                  <a:pt x="1594" y="912"/>
                </a:lnTo>
                <a:lnTo>
                  <a:pt x="1599" y="938"/>
                </a:lnTo>
                <a:lnTo>
                  <a:pt x="1603" y="963"/>
                </a:lnTo>
                <a:lnTo>
                  <a:pt x="1606" y="989"/>
                </a:lnTo>
                <a:lnTo>
                  <a:pt x="1608" y="1015"/>
                </a:lnTo>
                <a:lnTo>
                  <a:pt x="1609" y="1033"/>
                </a:lnTo>
                <a:lnTo>
                  <a:pt x="1610" y="1051"/>
                </a:lnTo>
                <a:lnTo>
                  <a:pt x="1612" y="1067"/>
                </a:lnTo>
                <a:lnTo>
                  <a:pt x="1616" y="1085"/>
                </a:lnTo>
                <a:lnTo>
                  <a:pt x="1619" y="1102"/>
                </a:lnTo>
                <a:lnTo>
                  <a:pt x="1622" y="1119"/>
                </a:lnTo>
                <a:lnTo>
                  <a:pt x="1627" y="1136"/>
                </a:lnTo>
                <a:lnTo>
                  <a:pt x="1632" y="1153"/>
                </a:lnTo>
                <a:lnTo>
                  <a:pt x="1638" y="1168"/>
                </a:lnTo>
                <a:lnTo>
                  <a:pt x="1644" y="1184"/>
                </a:lnTo>
                <a:lnTo>
                  <a:pt x="1650" y="1200"/>
                </a:lnTo>
                <a:lnTo>
                  <a:pt x="1657" y="1215"/>
                </a:lnTo>
                <a:lnTo>
                  <a:pt x="1665" y="1230"/>
                </a:lnTo>
                <a:lnTo>
                  <a:pt x="1674" y="1245"/>
                </a:lnTo>
                <a:lnTo>
                  <a:pt x="1682" y="1259"/>
                </a:lnTo>
                <a:lnTo>
                  <a:pt x="1692" y="1274"/>
                </a:lnTo>
                <a:lnTo>
                  <a:pt x="1701" y="1287"/>
                </a:lnTo>
                <a:lnTo>
                  <a:pt x="1712" y="1301"/>
                </a:lnTo>
                <a:lnTo>
                  <a:pt x="1722" y="1313"/>
                </a:lnTo>
                <a:lnTo>
                  <a:pt x="1733" y="1325"/>
                </a:lnTo>
                <a:lnTo>
                  <a:pt x="1745" y="1338"/>
                </a:lnTo>
                <a:lnTo>
                  <a:pt x="1757" y="1350"/>
                </a:lnTo>
                <a:lnTo>
                  <a:pt x="1770" y="1361"/>
                </a:lnTo>
                <a:lnTo>
                  <a:pt x="1783" y="1372"/>
                </a:lnTo>
                <a:lnTo>
                  <a:pt x="1796" y="1382"/>
                </a:lnTo>
                <a:lnTo>
                  <a:pt x="1811" y="1392"/>
                </a:lnTo>
                <a:lnTo>
                  <a:pt x="1824" y="1403"/>
                </a:lnTo>
                <a:lnTo>
                  <a:pt x="1840" y="1411"/>
                </a:lnTo>
                <a:lnTo>
                  <a:pt x="1854" y="1420"/>
                </a:lnTo>
                <a:lnTo>
                  <a:pt x="1870" y="1429"/>
                </a:lnTo>
                <a:lnTo>
                  <a:pt x="1886" y="1437"/>
                </a:lnTo>
                <a:lnTo>
                  <a:pt x="1902" y="1444"/>
                </a:lnTo>
                <a:lnTo>
                  <a:pt x="1904" y="1445"/>
                </a:lnTo>
                <a:lnTo>
                  <a:pt x="1922" y="1452"/>
                </a:lnTo>
                <a:lnTo>
                  <a:pt x="1939" y="1459"/>
                </a:lnTo>
                <a:lnTo>
                  <a:pt x="1956" y="1464"/>
                </a:lnTo>
                <a:lnTo>
                  <a:pt x="1974" y="1470"/>
                </a:lnTo>
                <a:lnTo>
                  <a:pt x="1993" y="1474"/>
                </a:lnTo>
                <a:lnTo>
                  <a:pt x="2011" y="1478"/>
                </a:lnTo>
                <a:lnTo>
                  <a:pt x="2029" y="1481"/>
                </a:lnTo>
                <a:lnTo>
                  <a:pt x="2047" y="1483"/>
                </a:lnTo>
                <a:lnTo>
                  <a:pt x="2065" y="1485"/>
                </a:lnTo>
                <a:lnTo>
                  <a:pt x="2083" y="1487"/>
                </a:lnTo>
                <a:lnTo>
                  <a:pt x="2101" y="1487"/>
                </a:lnTo>
                <a:lnTo>
                  <a:pt x="2119" y="1487"/>
                </a:lnTo>
                <a:lnTo>
                  <a:pt x="2137" y="1485"/>
                </a:lnTo>
                <a:lnTo>
                  <a:pt x="2155" y="1483"/>
                </a:lnTo>
                <a:lnTo>
                  <a:pt x="2173" y="1481"/>
                </a:lnTo>
                <a:lnTo>
                  <a:pt x="2189" y="1478"/>
                </a:lnTo>
                <a:lnTo>
                  <a:pt x="2207" y="1474"/>
                </a:lnTo>
                <a:lnTo>
                  <a:pt x="2224" y="1470"/>
                </a:lnTo>
                <a:lnTo>
                  <a:pt x="2242" y="1465"/>
                </a:lnTo>
                <a:lnTo>
                  <a:pt x="2259" y="1460"/>
                </a:lnTo>
                <a:lnTo>
                  <a:pt x="2276" y="1453"/>
                </a:lnTo>
                <a:lnTo>
                  <a:pt x="2292" y="1446"/>
                </a:lnTo>
                <a:lnTo>
                  <a:pt x="2308" y="1438"/>
                </a:lnTo>
                <a:lnTo>
                  <a:pt x="2325" y="1431"/>
                </a:lnTo>
                <a:lnTo>
                  <a:pt x="2341" y="1422"/>
                </a:lnTo>
                <a:lnTo>
                  <a:pt x="2356" y="1411"/>
                </a:lnTo>
                <a:lnTo>
                  <a:pt x="2372" y="1401"/>
                </a:lnTo>
                <a:lnTo>
                  <a:pt x="2387" y="1391"/>
                </a:lnTo>
                <a:lnTo>
                  <a:pt x="2401" y="1380"/>
                </a:lnTo>
                <a:lnTo>
                  <a:pt x="2416" y="1368"/>
                </a:lnTo>
                <a:lnTo>
                  <a:pt x="2430" y="1355"/>
                </a:lnTo>
                <a:lnTo>
                  <a:pt x="2444" y="1342"/>
                </a:lnTo>
                <a:lnTo>
                  <a:pt x="3556" y="229"/>
                </a:lnTo>
                <a:lnTo>
                  <a:pt x="3585" y="201"/>
                </a:lnTo>
                <a:lnTo>
                  <a:pt x="3616" y="176"/>
                </a:lnTo>
                <a:lnTo>
                  <a:pt x="3647" y="151"/>
                </a:lnTo>
                <a:lnTo>
                  <a:pt x="3680" y="129"/>
                </a:lnTo>
                <a:lnTo>
                  <a:pt x="3712" y="108"/>
                </a:lnTo>
                <a:lnTo>
                  <a:pt x="3746" y="89"/>
                </a:lnTo>
                <a:lnTo>
                  <a:pt x="3780" y="72"/>
                </a:lnTo>
                <a:lnTo>
                  <a:pt x="3815" y="57"/>
                </a:lnTo>
                <a:lnTo>
                  <a:pt x="3851" y="44"/>
                </a:lnTo>
                <a:lnTo>
                  <a:pt x="3887" y="32"/>
                </a:lnTo>
                <a:lnTo>
                  <a:pt x="3924" y="22"/>
                </a:lnTo>
                <a:lnTo>
                  <a:pt x="3961" y="14"/>
                </a:lnTo>
                <a:lnTo>
                  <a:pt x="3998" y="9"/>
                </a:lnTo>
                <a:lnTo>
                  <a:pt x="4036" y="4"/>
                </a:lnTo>
                <a:lnTo>
                  <a:pt x="4073" y="1"/>
                </a:lnTo>
                <a:lnTo>
                  <a:pt x="4111" y="0"/>
                </a:lnTo>
                <a:lnTo>
                  <a:pt x="4149" y="1"/>
                </a:lnTo>
                <a:lnTo>
                  <a:pt x="4186" y="4"/>
                </a:lnTo>
                <a:lnTo>
                  <a:pt x="4224" y="9"/>
                </a:lnTo>
                <a:lnTo>
                  <a:pt x="4261" y="14"/>
                </a:lnTo>
                <a:lnTo>
                  <a:pt x="4298" y="22"/>
                </a:lnTo>
                <a:lnTo>
                  <a:pt x="4335" y="32"/>
                </a:lnTo>
                <a:lnTo>
                  <a:pt x="4371" y="44"/>
                </a:lnTo>
                <a:lnTo>
                  <a:pt x="4407" y="57"/>
                </a:lnTo>
                <a:lnTo>
                  <a:pt x="4442" y="72"/>
                </a:lnTo>
                <a:lnTo>
                  <a:pt x="4476" y="89"/>
                </a:lnTo>
                <a:lnTo>
                  <a:pt x="4510" y="108"/>
                </a:lnTo>
                <a:lnTo>
                  <a:pt x="4542" y="129"/>
                </a:lnTo>
                <a:lnTo>
                  <a:pt x="4575" y="151"/>
                </a:lnTo>
                <a:lnTo>
                  <a:pt x="4606" y="176"/>
                </a:lnTo>
                <a:lnTo>
                  <a:pt x="4637" y="201"/>
                </a:lnTo>
                <a:lnTo>
                  <a:pt x="4666" y="229"/>
                </a:lnTo>
                <a:lnTo>
                  <a:pt x="5977" y="1539"/>
                </a:lnTo>
                <a:lnTo>
                  <a:pt x="5963" y="1546"/>
                </a:lnTo>
                <a:lnTo>
                  <a:pt x="5949" y="1550"/>
                </a:lnTo>
                <a:lnTo>
                  <a:pt x="5935" y="1555"/>
                </a:lnTo>
                <a:lnTo>
                  <a:pt x="5921" y="1559"/>
                </a:lnTo>
                <a:lnTo>
                  <a:pt x="5905" y="1562"/>
                </a:lnTo>
                <a:lnTo>
                  <a:pt x="5890" y="1565"/>
                </a:lnTo>
                <a:lnTo>
                  <a:pt x="5875" y="1566"/>
                </a:lnTo>
                <a:lnTo>
                  <a:pt x="5859" y="1567"/>
                </a:lnTo>
                <a:lnTo>
                  <a:pt x="5823" y="1569"/>
                </a:lnTo>
                <a:lnTo>
                  <a:pt x="5788" y="1574"/>
                </a:lnTo>
                <a:lnTo>
                  <a:pt x="5753" y="1578"/>
                </a:lnTo>
                <a:lnTo>
                  <a:pt x="5718" y="1586"/>
                </a:lnTo>
                <a:lnTo>
                  <a:pt x="5683" y="1595"/>
                </a:lnTo>
                <a:lnTo>
                  <a:pt x="5649" y="1605"/>
                </a:lnTo>
                <a:lnTo>
                  <a:pt x="5616" y="1618"/>
                </a:lnTo>
                <a:lnTo>
                  <a:pt x="5582" y="1631"/>
                </a:lnTo>
                <a:lnTo>
                  <a:pt x="5550" y="1646"/>
                </a:lnTo>
                <a:lnTo>
                  <a:pt x="5519" y="1662"/>
                </a:lnTo>
                <a:lnTo>
                  <a:pt x="5488" y="1679"/>
                </a:lnTo>
                <a:lnTo>
                  <a:pt x="5459" y="1699"/>
                </a:lnTo>
                <a:lnTo>
                  <a:pt x="5430" y="1720"/>
                </a:lnTo>
                <a:lnTo>
                  <a:pt x="5402" y="1742"/>
                </a:lnTo>
                <a:lnTo>
                  <a:pt x="5374" y="1766"/>
                </a:lnTo>
                <a:lnTo>
                  <a:pt x="5348" y="1791"/>
                </a:lnTo>
                <a:lnTo>
                  <a:pt x="5320" y="1819"/>
                </a:lnTo>
                <a:lnTo>
                  <a:pt x="5295" y="1848"/>
                </a:lnTo>
                <a:lnTo>
                  <a:pt x="5271" y="1880"/>
                </a:lnTo>
                <a:lnTo>
                  <a:pt x="5249" y="1911"/>
                </a:lnTo>
                <a:lnTo>
                  <a:pt x="5229" y="1944"/>
                </a:lnTo>
                <a:lnTo>
                  <a:pt x="5210" y="1976"/>
                </a:lnTo>
                <a:lnTo>
                  <a:pt x="5195" y="2010"/>
                </a:lnTo>
                <a:lnTo>
                  <a:pt x="5179" y="2045"/>
                </a:lnTo>
                <a:lnTo>
                  <a:pt x="5167" y="2079"/>
                </a:lnTo>
                <a:lnTo>
                  <a:pt x="5154" y="2115"/>
                </a:lnTo>
                <a:lnTo>
                  <a:pt x="5145" y="2150"/>
                </a:lnTo>
                <a:lnTo>
                  <a:pt x="5137" y="2187"/>
                </a:lnTo>
                <a:lnTo>
                  <a:pt x="5131" y="2223"/>
                </a:lnTo>
                <a:lnTo>
                  <a:pt x="5126" y="2260"/>
                </a:lnTo>
                <a:lnTo>
                  <a:pt x="5124" y="2297"/>
                </a:lnTo>
                <a:lnTo>
                  <a:pt x="5123" y="2333"/>
                </a:lnTo>
                <a:lnTo>
                  <a:pt x="5124" y="2370"/>
                </a:lnTo>
                <a:lnTo>
                  <a:pt x="5126" y="2406"/>
                </a:lnTo>
                <a:lnTo>
                  <a:pt x="5131" y="2443"/>
                </a:lnTo>
                <a:lnTo>
                  <a:pt x="5137" y="2479"/>
                </a:lnTo>
                <a:lnTo>
                  <a:pt x="5145" y="2515"/>
                </a:lnTo>
                <a:lnTo>
                  <a:pt x="5154" y="2551"/>
                </a:lnTo>
                <a:lnTo>
                  <a:pt x="5167" y="2587"/>
                </a:lnTo>
                <a:lnTo>
                  <a:pt x="5179" y="2622"/>
                </a:lnTo>
                <a:lnTo>
                  <a:pt x="5195" y="2655"/>
                </a:lnTo>
                <a:lnTo>
                  <a:pt x="5210" y="2690"/>
                </a:lnTo>
                <a:lnTo>
                  <a:pt x="5229" y="2722"/>
                </a:lnTo>
                <a:lnTo>
                  <a:pt x="5249" y="2755"/>
                </a:lnTo>
                <a:lnTo>
                  <a:pt x="5271" y="2786"/>
                </a:lnTo>
                <a:lnTo>
                  <a:pt x="5295" y="2817"/>
                </a:lnTo>
                <a:lnTo>
                  <a:pt x="5320" y="2847"/>
                </a:lnTo>
                <a:lnTo>
                  <a:pt x="5348" y="2875"/>
                </a:lnTo>
                <a:lnTo>
                  <a:pt x="5376" y="2902"/>
                </a:lnTo>
                <a:lnTo>
                  <a:pt x="5406" y="2928"/>
                </a:lnTo>
                <a:lnTo>
                  <a:pt x="5437" y="2951"/>
                </a:lnTo>
                <a:lnTo>
                  <a:pt x="5468" y="2973"/>
                </a:lnTo>
                <a:lnTo>
                  <a:pt x="5500" y="2994"/>
                </a:lnTo>
                <a:lnTo>
                  <a:pt x="5533" y="3012"/>
                </a:lnTo>
                <a:lnTo>
                  <a:pt x="5567" y="3028"/>
                </a:lnTo>
                <a:lnTo>
                  <a:pt x="5601" y="3043"/>
                </a:lnTo>
                <a:lnTo>
                  <a:pt x="5636" y="3056"/>
                </a:lnTo>
                <a:lnTo>
                  <a:pt x="5672" y="3068"/>
                </a:lnTo>
                <a:lnTo>
                  <a:pt x="5707" y="3078"/>
                </a:lnTo>
                <a:lnTo>
                  <a:pt x="5744" y="3086"/>
                </a:lnTo>
                <a:lnTo>
                  <a:pt x="5779" y="3091"/>
                </a:lnTo>
                <a:lnTo>
                  <a:pt x="5816" y="3096"/>
                </a:lnTo>
                <a:lnTo>
                  <a:pt x="5853" y="3099"/>
                </a:lnTo>
                <a:lnTo>
                  <a:pt x="5889" y="3100"/>
                </a:lnTo>
                <a:lnTo>
                  <a:pt x="5926" y="3099"/>
                </a:lnTo>
                <a:lnTo>
                  <a:pt x="5963" y="3096"/>
                </a:lnTo>
                <a:lnTo>
                  <a:pt x="6000" y="3091"/>
                </a:lnTo>
                <a:lnTo>
                  <a:pt x="6036" y="3086"/>
                </a:lnTo>
                <a:lnTo>
                  <a:pt x="6072" y="3078"/>
                </a:lnTo>
                <a:lnTo>
                  <a:pt x="6108" y="3068"/>
                </a:lnTo>
                <a:lnTo>
                  <a:pt x="6144" y="3056"/>
                </a:lnTo>
                <a:lnTo>
                  <a:pt x="6178" y="3043"/>
                </a:lnTo>
                <a:lnTo>
                  <a:pt x="6212" y="3028"/>
                </a:lnTo>
                <a:lnTo>
                  <a:pt x="6247" y="3012"/>
                </a:lnTo>
                <a:lnTo>
                  <a:pt x="6279" y="2994"/>
                </a:lnTo>
                <a:lnTo>
                  <a:pt x="6312" y="2973"/>
                </a:lnTo>
                <a:lnTo>
                  <a:pt x="6343" y="2951"/>
                </a:lnTo>
                <a:lnTo>
                  <a:pt x="6373" y="2928"/>
                </a:lnTo>
                <a:lnTo>
                  <a:pt x="6404" y="2902"/>
                </a:lnTo>
                <a:lnTo>
                  <a:pt x="6432" y="2875"/>
                </a:lnTo>
                <a:lnTo>
                  <a:pt x="6457" y="2849"/>
                </a:lnTo>
                <a:lnTo>
                  <a:pt x="6481" y="2821"/>
                </a:lnTo>
                <a:lnTo>
                  <a:pt x="6503" y="2793"/>
                </a:lnTo>
                <a:lnTo>
                  <a:pt x="6523" y="2764"/>
                </a:lnTo>
                <a:lnTo>
                  <a:pt x="6542" y="2734"/>
                </a:lnTo>
                <a:lnTo>
                  <a:pt x="6560" y="2703"/>
                </a:lnTo>
                <a:lnTo>
                  <a:pt x="6577" y="2672"/>
                </a:lnTo>
                <a:lnTo>
                  <a:pt x="6592" y="2641"/>
                </a:lnTo>
                <a:lnTo>
                  <a:pt x="6605" y="2607"/>
                </a:lnTo>
                <a:lnTo>
                  <a:pt x="6618" y="2573"/>
                </a:lnTo>
                <a:lnTo>
                  <a:pt x="6628" y="2539"/>
                </a:lnTo>
                <a:lnTo>
                  <a:pt x="6637" y="2505"/>
                </a:lnTo>
                <a:lnTo>
                  <a:pt x="6643" y="2469"/>
                </a:lnTo>
                <a:lnTo>
                  <a:pt x="6649" y="2434"/>
                </a:lnTo>
                <a:lnTo>
                  <a:pt x="6653" y="2400"/>
                </a:lnTo>
                <a:lnTo>
                  <a:pt x="6656" y="2364"/>
                </a:lnTo>
                <a:lnTo>
                  <a:pt x="6657" y="2348"/>
                </a:lnTo>
                <a:lnTo>
                  <a:pt x="6658" y="2333"/>
                </a:lnTo>
                <a:lnTo>
                  <a:pt x="6660" y="2317"/>
                </a:lnTo>
                <a:lnTo>
                  <a:pt x="6663" y="2302"/>
                </a:lnTo>
                <a:lnTo>
                  <a:pt x="6668" y="2288"/>
                </a:lnTo>
                <a:lnTo>
                  <a:pt x="6672" y="2273"/>
                </a:lnTo>
                <a:lnTo>
                  <a:pt x="6677" y="2260"/>
                </a:lnTo>
                <a:lnTo>
                  <a:pt x="6683" y="2246"/>
                </a:lnTo>
                <a:lnTo>
                  <a:pt x="7994" y="3557"/>
                </a:lnTo>
                <a:lnTo>
                  <a:pt x="8022" y="3586"/>
                </a:lnTo>
                <a:lnTo>
                  <a:pt x="8047" y="3617"/>
                </a:lnTo>
                <a:lnTo>
                  <a:pt x="8071" y="3648"/>
                </a:lnTo>
                <a:lnTo>
                  <a:pt x="8093" y="3679"/>
                </a:lnTo>
                <a:lnTo>
                  <a:pt x="8115" y="3713"/>
                </a:lnTo>
                <a:lnTo>
                  <a:pt x="8134" y="3747"/>
                </a:lnTo>
                <a:lnTo>
                  <a:pt x="8150" y="3781"/>
                </a:lnTo>
                <a:lnTo>
                  <a:pt x="8165" y="3816"/>
                </a:lnTo>
                <a:lnTo>
                  <a:pt x="8178" y="3852"/>
                </a:lnTo>
                <a:lnTo>
                  <a:pt x="8191" y="3888"/>
                </a:lnTo>
                <a:lnTo>
                  <a:pt x="8200" y="3925"/>
                </a:lnTo>
                <a:lnTo>
                  <a:pt x="8209" y="3962"/>
                </a:lnTo>
                <a:lnTo>
                  <a:pt x="8214" y="3999"/>
                </a:lnTo>
                <a:lnTo>
                  <a:pt x="8219" y="4037"/>
                </a:lnTo>
                <a:lnTo>
                  <a:pt x="8221" y="4074"/>
                </a:lnTo>
                <a:lnTo>
                  <a:pt x="8222" y="4112"/>
                </a:lnTo>
                <a:lnTo>
                  <a:pt x="8221" y="4149"/>
                </a:lnTo>
                <a:lnTo>
                  <a:pt x="8219" y="4187"/>
                </a:lnTo>
                <a:lnTo>
                  <a:pt x="8214" y="4224"/>
                </a:lnTo>
                <a:lnTo>
                  <a:pt x="8209" y="4262"/>
                </a:lnTo>
                <a:lnTo>
                  <a:pt x="8200" y="4299"/>
                </a:lnTo>
                <a:lnTo>
                  <a:pt x="8191" y="4335"/>
                </a:lnTo>
                <a:lnTo>
                  <a:pt x="8178" y="4372"/>
                </a:lnTo>
                <a:lnTo>
                  <a:pt x="8165" y="4407"/>
                </a:lnTo>
                <a:lnTo>
                  <a:pt x="8150" y="4442"/>
                </a:lnTo>
                <a:lnTo>
                  <a:pt x="8134" y="4477"/>
                </a:lnTo>
                <a:lnTo>
                  <a:pt x="8115" y="4511"/>
                </a:lnTo>
                <a:lnTo>
                  <a:pt x="8093" y="4543"/>
                </a:lnTo>
                <a:lnTo>
                  <a:pt x="8071" y="4576"/>
                </a:lnTo>
                <a:lnTo>
                  <a:pt x="8047" y="4607"/>
                </a:lnTo>
                <a:lnTo>
                  <a:pt x="8022" y="4637"/>
                </a:lnTo>
                <a:lnTo>
                  <a:pt x="7994" y="4667"/>
                </a:lnTo>
                <a:lnTo>
                  <a:pt x="6881" y="5779"/>
                </a:lnTo>
                <a:lnTo>
                  <a:pt x="6867" y="5793"/>
                </a:lnTo>
                <a:lnTo>
                  <a:pt x="6855" y="5807"/>
                </a:lnTo>
                <a:lnTo>
                  <a:pt x="6843" y="5822"/>
                </a:lnTo>
                <a:lnTo>
                  <a:pt x="6832" y="5836"/>
                </a:lnTo>
                <a:lnTo>
                  <a:pt x="6820" y="5851"/>
                </a:lnTo>
                <a:lnTo>
                  <a:pt x="6810" y="5867"/>
                </a:lnTo>
                <a:lnTo>
                  <a:pt x="6801" y="5882"/>
                </a:lnTo>
                <a:lnTo>
                  <a:pt x="6792" y="5898"/>
                </a:lnTo>
                <a:lnTo>
                  <a:pt x="6785" y="5914"/>
                </a:lnTo>
                <a:lnTo>
                  <a:pt x="6777" y="5930"/>
                </a:lnTo>
                <a:lnTo>
                  <a:pt x="6770" y="5947"/>
                </a:lnTo>
                <a:lnTo>
                  <a:pt x="6763" y="5964"/>
                </a:lnTo>
                <a:lnTo>
                  <a:pt x="6758" y="5981"/>
                </a:lnTo>
                <a:lnTo>
                  <a:pt x="6752" y="5998"/>
                </a:lnTo>
                <a:lnTo>
                  <a:pt x="6749" y="6016"/>
                </a:lnTo>
                <a:lnTo>
                  <a:pt x="6744" y="6032"/>
                </a:lnTo>
                <a:lnTo>
                  <a:pt x="6742" y="6050"/>
                </a:lnTo>
                <a:lnTo>
                  <a:pt x="6740" y="6068"/>
                </a:lnTo>
                <a:lnTo>
                  <a:pt x="6737" y="6086"/>
                </a:lnTo>
                <a:lnTo>
                  <a:pt x="6736" y="6104"/>
                </a:lnTo>
                <a:lnTo>
                  <a:pt x="6736" y="6122"/>
                </a:lnTo>
                <a:lnTo>
                  <a:pt x="6736" y="6140"/>
                </a:lnTo>
                <a:lnTo>
                  <a:pt x="6737" y="6158"/>
                </a:lnTo>
                <a:lnTo>
                  <a:pt x="6740" y="6176"/>
                </a:lnTo>
                <a:lnTo>
                  <a:pt x="6742" y="6194"/>
                </a:lnTo>
                <a:lnTo>
                  <a:pt x="6744" y="6212"/>
                </a:lnTo>
                <a:lnTo>
                  <a:pt x="6749" y="6230"/>
                </a:lnTo>
                <a:lnTo>
                  <a:pt x="6753" y="6248"/>
                </a:lnTo>
                <a:lnTo>
                  <a:pt x="6758" y="6265"/>
                </a:lnTo>
                <a:lnTo>
                  <a:pt x="6764" y="6283"/>
                </a:lnTo>
                <a:lnTo>
                  <a:pt x="6770" y="6301"/>
                </a:lnTo>
                <a:lnTo>
                  <a:pt x="6778" y="6319"/>
                </a:lnTo>
                <a:lnTo>
                  <a:pt x="6778" y="6320"/>
                </a:lnTo>
                <a:lnTo>
                  <a:pt x="6786" y="6336"/>
                </a:lnTo>
                <a:lnTo>
                  <a:pt x="6793" y="6353"/>
                </a:lnTo>
                <a:lnTo>
                  <a:pt x="6801" y="6369"/>
                </a:lnTo>
                <a:lnTo>
                  <a:pt x="6810" y="6383"/>
                </a:lnTo>
                <a:lnTo>
                  <a:pt x="6820" y="6398"/>
                </a:lnTo>
                <a:lnTo>
                  <a:pt x="6829" y="6412"/>
                </a:lnTo>
                <a:lnTo>
                  <a:pt x="6839" y="6427"/>
                </a:lnTo>
                <a:lnTo>
                  <a:pt x="6851" y="6440"/>
                </a:lnTo>
                <a:lnTo>
                  <a:pt x="6862" y="6453"/>
                </a:lnTo>
                <a:lnTo>
                  <a:pt x="6873" y="6465"/>
                </a:lnTo>
                <a:lnTo>
                  <a:pt x="6884" y="6477"/>
                </a:lnTo>
                <a:lnTo>
                  <a:pt x="6897" y="6490"/>
                </a:lnTo>
                <a:lnTo>
                  <a:pt x="6910" y="6501"/>
                </a:lnTo>
                <a:lnTo>
                  <a:pt x="6922" y="6511"/>
                </a:lnTo>
                <a:lnTo>
                  <a:pt x="6936" y="6521"/>
                </a:lnTo>
                <a:lnTo>
                  <a:pt x="6949" y="6531"/>
                </a:lnTo>
                <a:lnTo>
                  <a:pt x="6964" y="6540"/>
                </a:lnTo>
                <a:lnTo>
                  <a:pt x="6977" y="6549"/>
                </a:lnTo>
                <a:lnTo>
                  <a:pt x="6993" y="6557"/>
                </a:lnTo>
                <a:lnTo>
                  <a:pt x="7007" y="6565"/>
                </a:lnTo>
                <a:lnTo>
                  <a:pt x="7023" y="6573"/>
                </a:lnTo>
                <a:lnTo>
                  <a:pt x="7038" y="6579"/>
                </a:lnTo>
                <a:lnTo>
                  <a:pt x="7055" y="6585"/>
                </a:lnTo>
                <a:lnTo>
                  <a:pt x="7070" y="6590"/>
                </a:lnTo>
                <a:lnTo>
                  <a:pt x="7087" y="6596"/>
                </a:lnTo>
                <a:lnTo>
                  <a:pt x="7103" y="6601"/>
                </a:lnTo>
                <a:lnTo>
                  <a:pt x="7121" y="6604"/>
                </a:lnTo>
                <a:lnTo>
                  <a:pt x="7137" y="6607"/>
                </a:lnTo>
                <a:lnTo>
                  <a:pt x="7154" y="6611"/>
                </a:lnTo>
                <a:lnTo>
                  <a:pt x="7172" y="6613"/>
                </a:lnTo>
                <a:lnTo>
                  <a:pt x="7190" y="6614"/>
                </a:lnTo>
                <a:lnTo>
                  <a:pt x="7208" y="6615"/>
                </a:lnTo>
                <a:lnTo>
                  <a:pt x="7234" y="6616"/>
                </a:lnTo>
                <a:lnTo>
                  <a:pt x="7260" y="6620"/>
                </a:lnTo>
                <a:lnTo>
                  <a:pt x="7285" y="6623"/>
                </a:lnTo>
                <a:lnTo>
                  <a:pt x="7311" y="6629"/>
                </a:lnTo>
                <a:lnTo>
                  <a:pt x="7336" y="6635"/>
                </a:lnTo>
                <a:lnTo>
                  <a:pt x="7362" y="6642"/>
                </a:lnTo>
                <a:lnTo>
                  <a:pt x="7386" y="6651"/>
                </a:lnTo>
                <a:lnTo>
                  <a:pt x="7411" y="6661"/>
                </a:lnTo>
                <a:lnTo>
                  <a:pt x="7434" y="6672"/>
                </a:lnTo>
                <a:lnTo>
                  <a:pt x="7458" y="6685"/>
                </a:lnTo>
                <a:lnTo>
                  <a:pt x="7481" y="6698"/>
                </a:lnTo>
                <a:lnTo>
                  <a:pt x="7504" y="6711"/>
                </a:lnTo>
                <a:lnTo>
                  <a:pt x="7526" y="6727"/>
                </a:lnTo>
                <a:lnTo>
                  <a:pt x="7548" y="6745"/>
                </a:lnTo>
                <a:lnTo>
                  <a:pt x="7569" y="6763"/>
                </a:lnTo>
                <a:lnTo>
                  <a:pt x="7589" y="6782"/>
                </a:lnTo>
                <a:lnTo>
                  <a:pt x="7609" y="6803"/>
                </a:lnTo>
                <a:lnTo>
                  <a:pt x="7628" y="6825"/>
                </a:lnTo>
                <a:lnTo>
                  <a:pt x="7645" y="6848"/>
                </a:lnTo>
                <a:lnTo>
                  <a:pt x="7662" y="6872"/>
                </a:lnTo>
                <a:lnTo>
                  <a:pt x="7676" y="6895"/>
                </a:lnTo>
                <a:lnTo>
                  <a:pt x="7691" y="6920"/>
                </a:lnTo>
                <a:lnTo>
                  <a:pt x="7703" y="6946"/>
                </a:lnTo>
                <a:lnTo>
                  <a:pt x="7715" y="6970"/>
                </a:lnTo>
                <a:lnTo>
                  <a:pt x="7723" y="6997"/>
                </a:lnTo>
                <a:lnTo>
                  <a:pt x="7732" y="7023"/>
                </a:lnTo>
                <a:lnTo>
                  <a:pt x="7739" y="7050"/>
                </a:lnTo>
                <a:lnTo>
                  <a:pt x="7746" y="7077"/>
                </a:lnTo>
                <a:lnTo>
                  <a:pt x="7750" y="7104"/>
                </a:lnTo>
                <a:lnTo>
                  <a:pt x="7753" y="7131"/>
                </a:lnTo>
                <a:lnTo>
                  <a:pt x="7755" y="7159"/>
                </a:lnTo>
                <a:lnTo>
                  <a:pt x="7756" y="7185"/>
                </a:lnTo>
                <a:lnTo>
                  <a:pt x="7755" y="7213"/>
                </a:lnTo>
                <a:lnTo>
                  <a:pt x="7753" y="7240"/>
                </a:lnTo>
                <a:lnTo>
                  <a:pt x="7750" y="7267"/>
                </a:lnTo>
                <a:lnTo>
                  <a:pt x="7746" y="7294"/>
                </a:lnTo>
                <a:lnTo>
                  <a:pt x="7739" y="7321"/>
                </a:lnTo>
                <a:lnTo>
                  <a:pt x="7732" y="7348"/>
                </a:lnTo>
                <a:lnTo>
                  <a:pt x="7723" y="7375"/>
                </a:lnTo>
                <a:lnTo>
                  <a:pt x="7715" y="7401"/>
                </a:lnTo>
                <a:lnTo>
                  <a:pt x="7703" y="7426"/>
                </a:lnTo>
                <a:lnTo>
                  <a:pt x="7691" y="7451"/>
                </a:lnTo>
                <a:lnTo>
                  <a:pt x="7676" y="7476"/>
                </a:lnTo>
                <a:lnTo>
                  <a:pt x="7662" y="7499"/>
                </a:lnTo>
                <a:lnTo>
                  <a:pt x="7645" y="7523"/>
                </a:lnTo>
                <a:lnTo>
                  <a:pt x="7628" y="7546"/>
                </a:lnTo>
                <a:lnTo>
                  <a:pt x="7609" y="7568"/>
                </a:lnTo>
                <a:lnTo>
                  <a:pt x="7589" y="7589"/>
                </a:lnTo>
                <a:lnTo>
                  <a:pt x="7568" y="7609"/>
                </a:lnTo>
                <a:lnTo>
                  <a:pt x="7545" y="7628"/>
                </a:lnTo>
                <a:lnTo>
                  <a:pt x="7523" y="7646"/>
                </a:lnTo>
                <a:lnTo>
                  <a:pt x="7499" y="7663"/>
                </a:lnTo>
                <a:lnTo>
                  <a:pt x="7475" y="7677"/>
                </a:lnTo>
                <a:lnTo>
                  <a:pt x="7450" y="7691"/>
                </a:lnTo>
                <a:lnTo>
                  <a:pt x="7425" y="7703"/>
                </a:lnTo>
                <a:lnTo>
                  <a:pt x="7400" y="7714"/>
                </a:lnTo>
                <a:lnTo>
                  <a:pt x="7374" y="7724"/>
                </a:lnTo>
                <a:lnTo>
                  <a:pt x="7347" y="7733"/>
                </a:lnTo>
                <a:lnTo>
                  <a:pt x="7321" y="7740"/>
                </a:lnTo>
                <a:lnTo>
                  <a:pt x="7294" y="7746"/>
                </a:lnTo>
                <a:lnTo>
                  <a:pt x="7266" y="7750"/>
                </a:lnTo>
                <a:lnTo>
                  <a:pt x="7239" y="7754"/>
                </a:lnTo>
                <a:lnTo>
                  <a:pt x="7213" y="7756"/>
                </a:lnTo>
                <a:lnTo>
                  <a:pt x="7185" y="7757"/>
                </a:lnTo>
                <a:lnTo>
                  <a:pt x="7158" y="7756"/>
                </a:lnTo>
                <a:lnTo>
                  <a:pt x="7131" y="7754"/>
                </a:lnTo>
                <a:lnTo>
                  <a:pt x="7103" y="7750"/>
                </a:lnTo>
                <a:lnTo>
                  <a:pt x="7076" y="7746"/>
                </a:lnTo>
                <a:lnTo>
                  <a:pt x="7049" y="7740"/>
                </a:lnTo>
                <a:lnTo>
                  <a:pt x="7022" y="7733"/>
                </a:lnTo>
                <a:lnTo>
                  <a:pt x="6996" y="7724"/>
                </a:lnTo>
                <a:lnTo>
                  <a:pt x="6971" y="7714"/>
                </a:lnTo>
                <a:lnTo>
                  <a:pt x="6945" y="7703"/>
                </a:lnTo>
                <a:lnTo>
                  <a:pt x="6919" y="7691"/>
                </a:lnTo>
                <a:lnTo>
                  <a:pt x="6894" y="7677"/>
                </a:lnTo>
                <a:lnTo>
                  <a:pt x="6871" y="7663"/>
                </a:lnTo>
                <a:lnTo>
                  <a:pt x="6847" y="7646"/>
                </a:lnTo>
                <a:lnTo>
                  <a:pt x="6825" y="7628"/>
                </a:lnTo>
                <a:lnTo>
                  <a:pt x="6802" y="7609"/>
                </a:lnTo>
                <a:lnTo>
                  <a:pt x="6781" y="7589"/>
                </a:lnTo>
                <a:lnTo>
                  <a:pt x="6762" y="7569"/>
                </a:lnTo>
                <a:lnTo>
                  <a:pt x="6744" y="7548"/>
                </a:lnTo>
                <a:lnTo>
                  <a:pt x="6727" y="7527"/>
                </a:lnTo>
                <a:lnTo>
                  <a:pt x="6712" y="7505"/>
                </a:lnTo>
                <a:lnTo>
                  <a:pt x="6697" y="7482"/>
                </a:lnTo>
                <a:lnTo>
                  <a:pt x="6684" y="7459"/>
                </a:lnTo>
                <a:lnTo>
                  <a:pt x="6671" y="7435"/>
                </a:lnTo>
                <a:lnTo>
                  <a:pt x="6660" y="7411"/>
                </a:lnTo>
                <a:lnTo>
                  <a:pt x="6650" y="7387"/>
                </a:lnTo>
                <a:lnTo>
                  <a:pt x="6642" y="7361"/>
                </a:lnTo>
                <a:lnTo>
                  <a:pt x="6634" y="7337"/>
                </a:lnTo>
                <a:lnTo>
                  <a:pt x="6628" y="7311"/>
                </a:lnTo>
                <a:lnTo>
                  <a:pt x="6623" y="7286"/>
                </a:lnTo>
                <a:lnTo>
                  <a:pt x="6619" y="7260"/>
                </a:lnTo>
                <a:lnTo>
                  <a:pt x="6616" y="7235"/>
                </a:lnTo>
                <a:lnTo>
                  <a:pt x="6614" y="7209"/>
                </a:lnTo>
                <a:lnTo>
                  <a:pt x="6613" y="7191"/>
                </a:lnTo>
                <a:lnTo>
                  <a:pt x="6612" y="7173"/>
                </a:lnTo>
                <a:lnTo>
                  <a:pt x="6610" y="7155"/>
                </a:lnTo>
                <a:lnTo>
                  <a:pt x="6606" y="7138"/>
                </a:lnTo>
                <a:lnTo>
                  <a:pt x="6603" y="7120"/>
                </a:lnTo>
                <a:lnTo>
                  <a:pt x="6600" y="7104"/>
                </a:lnTo>
                <a:lnTo>
                  <a:pt x="6595" y="7087"/>
                </a:lnTo>
                <a:lnTo>
                  <a:pt x="6590" y="7071"/>
                </a:lnTo>
                <a:lnTo>
                  <a:pt x="6584" y="7054"/>
                </a:lnTo>
                <a:lnTo>
                  <a:pt x="6578" y="7039"/>
                </a:lnTo>
                <a:lnTo>
                  <a:pt x="6572" y="7023"/>
                </a:lnTo>
                <a:lnTo>
                  <a:pt x="6565" y="7008"/>
                </a:lnTo>
                <a:lnTo>
                  <a:pt x="6557" y="6993"/>
                </a:lnTo>
                <a:lnTo>
                  <a:pt x="6548" y="6978"/>
                </a:lnTo>
                <a:lnTo>
                  <a:pt x="6540" y="6964"/>
                </a:lnTo>
                <a:lnTo>
                  <a:pt x="6530" y="6950"/>
                </a:lnTo>
                <a:lnTo>
                  <a:pt x="6521" y="6937"/>
                </a:lnTo>
                <a:lnTo>
                  <a:pt x="6510" y="6923"/>
                </a:lnTo>
                <a:lnTo>
                  <a:pt x="6500" y="6910"/>
                </a:lnTo>
                <a:lnTo>
                  <a:pt x="6489" y="6897"/>
                </a:lnTo>
                <a:lnTo>
                  <a:pt x="6476" y="6885"/>
                </a:lnTo>
                <a:lnTo>
                  <a:pt x="6465" y="6874"/>
                </a:lnTo>
                <a:lnTo>
                  <a:pt x="6452" y="6862"/>
                </a:lnTo>
                <a:lnTo>
                  <a:pt x="6439" y="6852"/>
                </a:lnTo>
                <a:lnTo>
                  <a:pt x="6426" y="6840"/>
                </a:lnTo>
                <a:lnTo>
                  <a:pt x="6411" y="6830"/>
                </a:lnTo>
                <a:lnTo>
                  <a:pt x="6398" y="6820"/>
                </a:lnTo>
                <a:lnTo>
                  <a:pt x="6382" y="6811"/>
                </a:lnTo>
                <a:lnTo>
                  <a:pt x="6368" y="6802"/>
                </a:lnTo>
                <a:lnTo>
                  <a:pt x="6352" y="6794"/>
                </a:lnTo>
                <a:lnTo>
                  <a:pt x="6336" y="6787"/>
                </a:lnTo>
                <a:lnTo>
                  <a:pt x="6320" y="6779"/>
                </a:lnTo>
                <a:lnTo>
                  <a:pt x="6318" y="6779"/>
                </a:lnTo>
                <a:lnTo>
                  <a:pt x="6300" y="6771"/>
                </a:lnTo>
                <a:lnTo>
                  <a:pt x="6283" y="6764"/>
                </a:lnTo>
                <a:lnTo>
                  <a:pt x="6266" y="6759"/>
                </a:lnTo>
                <a:lnTo>
                  <a:pt x="6248" y="6753"/>
                </a:lnTo>
                <a:lnTo>
                  <a:pt x="6229" y="6748"/>
                </a:lnTo>
                <a:lnTo>
                  <a:pt x="6211" y="6745"/>
                </a:lnTo>
                <a:lnTo>
                  <a:pt x="6193" y="6742"/>
                </a:lnTo>
                <a:lnTo>
                  <a:pt x="6175" y="6739"/>
                </a:lnTo>
                <a:lnTo>
                  <a:pt x="6157" y="6738"/>
                </a:lnTo>
                <a:lnTo>
                  <a:pt x="6139" y="6737"/>
                </a:lnTo>
                <a:lnTo>
                  <a:pt x="6121" y="6737"/>
                </a:lnTo>
                <a:lnTo>
                  <a:pt x="6103" y="6737"/>
                </a:lnTo>
                <a:lnTo>
                  <a:pt x="6085" y="6738"/>
                </a:lnTo>
                <a:lnTo>
                  <a:pt x="6067" y="6739"/>
                </a:lnTo>
                <a:lnTo>
                  <a:pt x="6049" y="6742"/>
                </a:lnTo>
                <a:lnTo>
                  <a:pt x="6033" y="6745"/>
                </a:lnTo>
                <a:lnTo>
                  <a:pt x="6015" y="6748"/>
                </a:lnTo>
                <a:lnTo>
                  <a:pt x="5998" y="6753"/>
                </a:lnTo>
                <a:lnTo>
                  <a:pt x="5980" y="6759"/>
                </a:lnTo>
                <a:lnTo>
                  <a:pt x="5963" y="6764"/>
                </a:lnTo>
                <a:lnTo>
                  <a:pt x="5946" y="6770"/>
                </a:lnTo>
                <a:lnTo>
                  <a:pt x="5930" y="6778"/>
                </a:lnTo>
                <a:lnTo>
                  <a:pt x="5914" y="6784"/>
                </a:lnTo>
                <a:lnTo>
                  <a:pt x="5897" y="6793"/>
                </a:lnTo>
                <a:lnTo>
                  <a:pt x="5881" y="6802"/>
                </a:lnTo>
                <a:lnTo>
                  <a:pt x="5866" y="6811"/>
                </a:lnTo>
                <a:lnTo>
                  <a:pt x="5850" y="6821"/>
                </a:lnTo>
                <a:lnTo>
                  <a:pt x="5835" y="6832"/>
                </a:lnTo>
                <a:lnTo>
                  <a:pt x="5821" y="6844"/>
                </a:lnTo>
                <a:lnTo>
                  <a:pt x="5806" y="6856"/>
                </a:lnTo>
                <a:lnTo>
                  <a:pt x="5792" y="6868"/>
                </a:lnTo>
                <a:lnTo>
                  <a:pt x="5778" y="6882"/>
                </a:lnTo>
                <a:lnTo>
                  <a:pt x="4666" y="7994"/>
                </a:lnTo>
                <a:lnTo>
                  <a:pt x="4637" y="8022"/>
                </a:lnTo>
                <a:lnTo>
                  <a:pt x="4606" y="8048"/>
                </a:lnTo>
                <a:lnTo>
                  <a:pt x="4575" y="8072"/>
                </a:lnTo>
                <a:lnTo>
                  <a:pt x="4542" y="8094"/>
                </a:lnTo>
                <a:lnTo>
                  <a:pt x="4510" y="8114"/>
                </a:lnTo>
                <a:lnTo>
                  <a:pt x="4476" y="8133"/>
                </a:lnTo>
                <a:lnTo>
                  <a:pt x="4442" y="8150"/>
                </a:lnTo>
                <a:lnTo>
                  <a:pt x="4407" y="8166"/>
                </a:lnTo>
                <a:lnTo>
                  <a:pt x="4371" y="8179"/>
                </a:lnTo>
                <a:lnTo>
                  <a:pt x="4335" y="8191"/>
                </a:lnTo>
                <a:lnTo>
                  <a:pt x="4298" y="8201"/>
                </a:lnTo>
                <a:lnTo>
                  <a:pt x="4261" y="8208"/>
                </a:lnTo>
                <a:lnTo>
                  <a:pt x="4224" y="8215"/>
                </a:lnTo>
                <a:lnTo>
                  <a:pt x="4186" y="8220"/>
                </a:lnTo>
                <a:lnTo>
                  <a:pt x="4149" y="8222"/>
                </a:lnTo>
                <a:lnTo>
                  <a:pt x="4111" y="8223"/>
                </a:lnTo>
                <a:lnTo>
                  <a:pt x="4073" y="8222"/>
                </a:lnTo>
                <a:lnTo>
                  <a:pt x="4036" y="8220"/>
                </a:lnTo>
                <a:lnTo>
                  <a:pt x="3998" y="8215"/>
                </a:lnTo>
                <a:lnTo>
                  <a:pt x="3961" y="8208"/>
                </a:lnTo>
                <a:lnTo>
                  <a:pt x="3924" y="8201"/>
                </a:lnTo>
                <a:lnTo>
                  <a:pt x="3887" y="8191"/>
                </a:lnTo>
                <a:lnTo>
                  <a:pt x="3851" y="8179"/>
                </a:lnTo>
                <a:lnTo>
                  <a:pt x="3815" y="8166"/>
                </a:lnTo>
                <a:lnTo>
                  <a:pt x="3780" y="8150"/>
                </a:lnTo>
                <a:lnTo>
                  <a:pt x="3746" y="8133"/>
                </a:lnTo>
                <a:lnTo>
                  <a:pt x="3712" y="8114"/>
                </a:lnTo>
                <a:lnTo>
                  <a:pt x="3680" y="8094"/>
                </a:lnTo>
                <a:lnTo>
                  <a:pt x="3647" y="8072"/>
                </a:lnTo>
                <a:lnTo>
                  <a:pt x="3616" y="8048"/>
                </a:lnTo>
                <a:lnTo>
                  <a:pt x="3585" y="8022"/>
                </a:lnTo>
                <a:lnTo>
                  <a:pt x="3556" y="7994"/>
                </a:lnTo>
                <a:close/>
              </a:path>
            </a:pathLst>
          </a:custGeom>
          <a:solidFill>
            <a:srgbClr val="17406D"/>
          </a:solidFill>
          <a:ln w="25400" cap="flat" cmpd="sng" algn="ctr">
            <a:noFill/>
            <a:prstDash val="solid"/>
            <a:miter lim="800000"/>
          </a:ln>
          <a:effectLst>
            <a:outerShdw blurRad="50800" dist="381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9" name="Freeform 8"/>
          <p:cNvSpPr>
            <a:spLocks noChangeAspect="1"/>
          </p:cNvSpPr>
          <p:nvPr/>
        </p:nvSpPr>
        <p:spPr bwMode="auto">
          <a:xfrm>
            <a:off x="4095451" y="2796748"/>
            <a:ext cx="1835845" cy="1834506"/>
          </a:xfrm>
          <a:custGeom>
            <a:avLst/>
            <a:gdLst>
              <a:gd name="T0" fmla="*/ 6654 w 8223"/>
              <a:gd name="T1" fmla="*/ 5823 h 8222"/>
              <a:gd name="T2" fmla="*/ 6524 w 8223"/>
              <a:gd name="T3" fmla="*/ 5459 h 8222"/>
              <a:gd name="T4" fmla="*/ 6213 w 8223"/>
              <a:gd name="T5" fmla="*/ 5195 h 8222"/>
              <a:gd name="T6" fmla="*/ 5817 w 8223"/>
              <a:gd name="T7" fmla="*/ 5126 h 8222"/>
              <a:gd name="T8" fmla="*/ 5437 w 8223"/>
              <a:gd name="T9" fmla="*/ 5271 h 8222"/>
              <a:gd name="T10" fmla="*/ 5180 w 8223"/>
              <a:gd name="T11" fmla="*/ 5601 h 8222"/>
              <a:gd name="T12" fmla="*/ 5132 w 8223"/>
              <a:gd name="T13" fmla="*/ 6000 h 8222"/>
              <a:gd name="T14" fmla="*/ 5295 w 8223"/>
              <a:gd name="T15" fmla="*/ 6373 h 8222"/>
              <a:gd name="T16" fmla="*/ 5616 w 8223"/>
              <a:gd name="T17" fmla="*/ 6605 h 8222"/>
              <a:gd name="T18" fmla="*/ 5921 w 8223"/>
              <a:gd name="T19" fmla="*/ 6663 h 8222"/>
              <a:gd name="T20" fmla="*/ 4476 w 8223"/>
              <a:gd name="T21" fmla="*/ 8134 h 8222"/>
              <a:gd name="T22" fmla="*/ 4074 w 8223"/>
              <a:gd name="T23" fmla="*/ 8221 h 8222"/>
              <a:gd name="T24" fmla="*/ 3680 w 8223"/>
              <a:gd name="T25" fmla="*/ 8093 h 8222"/>
              <a:gd name="T26" fmla="*/ 2356 w 8223"/>
              <a:gd name="T27" fmla="*/ 6810 h 8222"/>
              <a:gd name="T28" fmla="*/ 2173 w 8223"/>
              <a:gd name="T29" fmla="*/ 6742 h 8222"/>
              <a:gd name="T30" fmla="*/ 1975 w 8223"/>
              <a:gd name="T31" fmla="*/ 6753 h 8222"/>
              <a:gd name="T32" fmla="*/ 1811 w 8223"/>
              <a:gd name="T33" fmla="*/ 6829 h 8222"/>
              <a:gd name="T34" fmla="*/ 1683 w 8223"/>
              <a:gd name="T35" fmla="*/ 6964 h 8222"/>
              <a:gd name="T36" fmla="*/ 1616 w 8223"/>
              <a:gd name="T37" fmla="*/ 7137 h 8222"/>
              <a:gd name="T38" fmla="*/ 1572 w 8223"/>
              <a:gd name="T39" fmla="*/ 7386 h 8222"/>
              <a:gd name="T40" fmla="*/ 1398 w 8223"/>
              <a:gd name="T41" fmla="*/ 7628 h 8222"/>
              <a:gd name="T42" fmla="*/ 1119 w 8223"/>
              <a:gd name="T43" fmla="*/ 7750 h 8222"/>
              <a:gd name="T44" fmla="*/ 822 w 8223"/>
              <a:gd name="T45" fmla="*/ 7715 h 8222"/>
              <a:gd name="T46" fmla="*/ 577 w 8223"/>
              <a:gd name="T47" fmla="*/ 7523 h 8222"/>
              <a:gd name="T48" fmla="*/ 469 w 8223"/>
              <a:gd name="T49" fmla="*/ 7239 h 8222"/>
              <a:gd name="T50" fmla="*/ 520 w 8223"/>
              <a:gd name="T51" fmla="*/ 6945 h 8222"/>
              <a:gd name="T52" fmla="*/ 718 w 8223"/>
              <a:gd name="T53" fmla="*/ 6712 h 8222"/>
              <a:gd name="T54" fmla="*/ 988 w 8223"/>
              <a:gd name="T55" fmla="*/ 6616 h 8222"/>
              <a:gd name="T56" fmla="*/ 1184 w 8223"/>
              <a:gd name="T57" fmla="*/ 6578 h 8222"/>
              <a:gd name="T58" fmla="*/ 1338 w 8223"/>
              <a:gd name="T59" fmla="*/ 6477 h 8222"/>
              <a:gd name="T60" fmla="*/ 1444 w 8223"/>
              <a:gd name="T61" fmla="*/ 6320 h 8222"/>
              <a:gd name="T62" fmla="*/ 1486 w 8223"/>
              <a:gd name="T63" fmla="*/ 6139 h 8222"/>
              <a:gd name="T64" fmla="*/ 1453 w 8223"/>
              <a:gd name="T65" fmla="*/ 5946 h 8222"/>
              <a:gd name="T66" fmla="*/ 1341 w 8223"/>
              <a:gd name="T67" fmla="*/ 5778 h 8222"/>
              <a:gd name="T68" fmla="*/ 32 w 8223"/>
              <a:gd name="T69" fmla="*/ 4335 h 8222"/>
              <a:gd name="T70" fmla="*/ 22 w 8223"/>
              <a:gd name="T71" fmla="*/ 3924 h 8222"/>
              <a:gd name="T72" fmla="*/ 229 w 8223"/>
              <a:gd name="T73" fmla="*/ 3556 h 8222"/>
              <a:gd name="T74" fmla="*/ 3888 w 8223"/>
              <a:gd name="T75" fmla="*/ 31 h 8222"/>
              <a:gd name="T76" fmla="*/ 4298 w 8223"/>
              <a:gd name="T77" fmla="*/ 22 h 8222"/>
              <a:gd name="T78" fmla="*/ 4666 w 8223"/>
              <a:gd name="T79" fmla="*/ 228 h 8222"/>
              <a:gd name="T80" fmla="*/ 5931 w 8223"/>
              <a:gd name="T81" fmla="*/ 1445 h 8222"/>
              <a:gd name="T82" fmla="*/ 6121 w 8223"/>
              <a:gd name="T83" fmla="*/ 1486 h 8222"/>
              <a:gd name="T84" fmla="*/ 6318 w 8223"/>
              <a:gd name="T85" fmla="*/ 1444 h 8222"/>
              <a:gd name="T86" fmla="*/ 6465 w 8223"/>
              <a:gd name="T87" fmla="*/ 1349 h 8222"/>
              <a:gd name="T88" fmla="*/ 6572 w 8223"/>
              <a:gd name="T89" fmla="*/ 1199 h 8222"/>
              <a:gd name="T90" fmla="*/ 6615 w 8223"/>
              <a:gd name="T91" fmla="*/ 1014 h 8222"/>
              <a:gd name="T92" fmla="*/ 6697 w 8223"/>
              <a:gd name="T93" fmla="*/ 741 h 8222"/>
              <a:gd name="T94" fmla="*/ 6920 w 8223"/>
              <a:gd name="T95" fmla="*/ 531 h 8222"/>
              <a:gd name="T96" fmla="*/ 7213 w 8223"/>
              <a:gd name="T97" fmla="*/ 467 h 8222"/>
              <a:gd name="T98" fmla="*/ 7500 w 8223"/>
              <a:gd name="T99" fmla="*/ 560 h 8222"/>
              <a:gd name="T100" fmla="*/ 7703 w 8223"/>
              <a:gd name="T101" fmla="*/ 797 h 8222"/>
              <a:gd name="T102" fmla="*/ 7754 w 8223"/>
              <a:gd name="T103" fmla="*/ 1092 h 8222"/>
              <a:gd name="T104" fmla="*/ 7646 w 8223"/>
              <a:gd name="T105" fmla="*/ 1375 h 8222"/>
              <a:gd name="T106" fmla="*/ 7411 w 8223"/>
              <a:gd name="T107" fmla="*/ 1562 h 8222"/>
              <a:gd name="T108" fmla="*/ 7156 w 8223"/>
              <a:gd name="T109" fmla="*/ 1612 h 8222"/>
              <a:gd name="T110" fmla="*/ 6978 w 8223"/>
              <a:gd name="T111" fmla="*/ 1674 h 8222"/>
              <a:gd name="T112" fmla="*/ 6841 w 8223"/>
              <a:gd name="T113" fmla="*/ 1796 h 8222"/>
              <a:gd name="T114" fmla="*/ 6759 w 8223"/>
              <a:gd name="T115" fmla="*/ 1956 h 8222"/>
              <a:gd name="T116" fmla="*/ 6740 w 8223"/>
              <a:gd name="T117" fmla="*/ 2155 h 8222"/>
              <a:gd name="T118" fmla="*/ 6801 w 8223"/>
              <a:gd name="T119" fmla="*/ 2341 h 8222"/>
              <a:gd name="T120" fmla="*/ 8072 w 8223"/>
              <a:gd name="T121" fmla="*/ 3647 h 8222"/>
              <a:gd name="T122" fmla="*/ 8219 w 8223"/>
              <a:gd name="T123" fmla="*/ 4036 h 8222"/>
              <a:gd name="T124" fmla="*/ 8151 w 8223"/>
              <a:gd name="T125" fmla="*/ 4442 h 8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223" h="8222">
                <a:moveTo>
                  <a:pt x="7994" y="4666"/>
                </a:moveTo>
                <a:lnTo>
                  <a:pt x="6684" y="5977"/>
                </a:lnTo>
                <a:lnTo>
                  <a:pt x="6677" y="5963"/>
                </a:lnTo>
                <a:lnTo>
                  <a:pt x="6673" y="5949"/>
                </a:lnTo>
                <a:lnTo>
                  <a:pt x="6668" y="5935"/>
                </a:lnTo>
                <a:lnTo>
                  <a:pt x="6664" y="5921"/>
                </a:lnTo>
                <a:lnTo>
                  <a:pt x="6661" y="5905"/>
                </a:lnTo>
                <a:lnTo>
                  <a:pt x="6658" y="5890"/>
                </a:lnTo>
                <a:lnTo>
                  <a:pt x="6657" y="5875"/>
                </a:lnTo>
                <a:lnTo>
                  <a:pt x="6656" y="5859"/>
                </a:lnTo>
                <a:lnTo>
                  <a:pt x="6654" y="5823"/>
                </a:lnTo>
                <a:lnTo>
                  <a:pt x="6649" y="5788"/>
                </a:lnTo>
                <a:lnTo>
                  <a:pt x="6645" y="5753"/>
                </a:lnTo>
                <a:lnTo>
                  <a:pt x="6637" y="5718"/>
                </a:lnTo>
                <a:lnTo>
                  <a:pt x="6628" y="5683"/>
                </a:lnTo>
                <a:lnTo>
                  <a:pt x="6618" y="5649"/>
                </a:lnTo>
                <a:lnTo>
                  <a:pt x="6605" y="5616"/>
                </a:lnTo>
                <a:lnTo>
                  <a:pt x="6592" y="5582"/>
                </a:lnTo>
                <a:lnTo>
                  <a:pt x="6577" y="5550"/>
                </a:lnTo>
                <a:lnTo>
                  <a:pt x="6561" y="5519"/>
                </a:lnTo>
                <a:lnTo>
                  <a:pt x="6544" y="5488"/>
                </a:lnTo>
                <a:lnTo>
                  <a:pt x="6524" y="5459"/>
                </a:lnTo>
                <a:lnTo>
                  <a:pt x="6503" y="5430"/>
                </a:lnTo>
                <a:lnTo>
                  <a:pt x="6481" y="5402"/>
                </a:lnTo>
                <a:lnTo>
                  <a:pt x="6457" y="5374"/>
                </a:lnTo>
                <a:lnTo>
                  <a:pt x="6432" y="5348"/>
                </a:lnTo>
                <a:lnTo>
                  <a:pt x="6404" y="5320"/>
                </a:lnTo>
                <a:lnTo>
                  <a:pt x="6375" y="5295"/>
                </a:lnTo>
                <a:lnTo>
                  <a:pt x="6343" y="5271"/>
                </a:lnTo>
                <a:lnTo>
                  <a:pt x="6312" y="5249"/>
                </a:lnTo>
                <a:lnTo>
                  <a:pt x="6279" y="5229"/>
                </a:lnTo>
                <a:lnTo>
                  <a:pt x="6247" y="5210"/>
                </a:lnTo>
                <a:lnTo>
                  <a:pt x="6213" y="5195"/>
                </a:lnTo>
                <a:lnTo>
                  <a:pt x="6178" y="5179"/>
                </a:lnTo>
                <a:lnTo>
                  <a:pt x="6144" y="5167"/>
                </a:lnTo>
                <a:lnTo>
                  <a:pt x="6108" y="5154"/>
                </a:lnTo>
                <a:lnTo>
                  <a:pt x="6073" y="5145"/>
                </a:lnTo>
                <a:lnTo>
                  <a:pt x="6036" y="5137"/>
                </a:lnTo>
                <a:lnTo>
                  <a:pt x="6000" y="5131"/>
                </a:lnTo>
                <a:lnTo>
                  <a:pt x="5963" y="5126"/>
                </a:lnTo>
                <a:lnTo>
                  <a:pt x="5926" y="5124"/>
                </a:lnTo>
                <a:lnTo>
                  <a:pt x="5890" y="5123"/>
                </a:lnTo>
                <a:lnTo>
                  <a:pt x="5853" y="5124"/>
                </a:lnTo>
                <a:lnTo>
                  <a:pt x="5817" y="5126"/>
                </a:lnTo>
                <a:lnTo>
                  <a:pt x="5780" y="5131"/>
                </a:lnTo>
                <a:lnTo>
                  <a:pt x="5744" y="5137"/>
                </a:lnTo>
                <a:lnTo>
                  <a:pt x="5708" y="5145"/>
                </a:lnTo>
                <a:lnTo>
                  <a:pt x="5672" y="5154"/>
                </a:lnTo>
                <a:lnTo>
                  <a:pt x="5636" y="5167"/>
                </a:lnTo>
                <a:lnTo>
                  <a:pt x="5601" y="5179"/>
                </a:lnTo>
                <a:lnTo>
                  <a:pt x="5568" y="5195"/>
                </a:lnTo>
                <a:lnTo>
                  <a:pt x="5533" y="5210"/>
                </a:lnTo>
                <a:lnTo>
                  <a:pt x="5501" y="5229"/>
                </a:lnTo>
                <a:lnTo>
                  <a:pt x="5468" y="5249"/>
                </a:lnTo>
                <a:lnTo>
                  <a:pt x="5437" y="5271"/>
                </a:lnTo>
                <a:lnTo>
                  <a:pt x="5406" y="5295"/>
                </a:lnTo>
                <a:lnTo>
                  <a:pt x="5376" y="5320"/>
                </a:lnTo>
                <a:lnTo>
                  <a:pt x="5348" y="5348"/>
                </a:lnTo>
                <a:lnTo>
                  <a:pt x="5321" y="5376"/>
                </a:lnTo>
                <a:lnTo>
                  <a:pt x="5295" y="5406"/>
                </a:lnTo>
                <a:lnTo>
                  <a:pt x="5272" y="5437"/>
                </a:lnTo>
                <a:lnTo>
                  <a:pt x="5250" y="5468"/>
                </a:lnTo>
                <a:lnTo>
                  <a:pt x="5229" y="5500"/>
                </a:lnTo>
                <a:lnTo>
                  <a:pt x="5211" y="5533"/>
                </a:lnTo>
                <a:lnTo>
                  <a:pt x="5195" y="5567"/>
                </a:lnTo>
                <a:lnTo>
                  <a:pt x="5180" y="5601"/>
                </a:lnTo>
                <a:lnTo>
                  <a:pt x="5167" y="5636"/>
                </a:lnTo>
                <a:lnTo>
                  <a:pt x="5155" y="5672"/>
                </a:lnTo>
                <a:lnTo>
                  <a:pt x="5145" y="5707"/>
                </a:lnTo>
                <a:lnTo>
                  <a:pt x="5137" y="5744"/>
                </a:lnTo>
                <a:lnTo>
                  <a:pt x="5132" y="5779"/>
                </a:lnTo>
                <a:lnTo>
                  <a:pt x="5127" y="5816"/>
                </a:lnTo>
                <a:lnTo>
                  <a:pt x="5124" y="5853"/>
                </a:lnTo>
                <a:lnTo>
                  <a:pt x="5123" y="5889"/>
                </a:lnTo>
                <a:lnTo>
                  <a:pt x="5124" y="5926"/>
                </a:lnTo>
                <a:lnTo>
                  <a:pt x="5127" y="5963"/>
                </a:lnTo>
                <a:lnTo>
                  <a:pt x="5132" y="6000"/>
                </a:lnTo>
                <a:lnTo>
                  <a:pt x="5137" y="6036"/>
                </a:lnTo>
                <a:lnTo>
                  <a:pt x="5145" y="6072"/>
                </a:lnTo>
                <a:lnTo>
                  <a:pt x="5155" y="6108"/>
                </a:lnTo>
                <a:lnTo>
                  <a:pt x="5167" y="6144"/>
                </a:lnTo>
                <a:lnTo>
                  <a:pt x="5180" y="6178"/>
                </a:lnTo>
                <a:lnTo>
                  <a:pt x="5195" y="6212"/>
                </a:lnTo>
                <a:lnTo>
                  <a:pt x="5211" y="6247"/>
                </a:lnTo>
                <a:lnTo>
                  <a:pt x="5229" y="6279"/>
                </a:lnTo>
                <a:lnTo>
                  <a:pt x="5250" y="6312"/>
                </a:lnTo>
                <a:lnTo>
                  <a:pt x="5272" y="6343"/>
                </a:lnTo>
                <a:lnTo>
                  <a:pt x="5295" y="6373"/>
                </a:lnTo>
                <a:lnTo>
                  <a:pt x="5321" y="6404"/>
                </a:lnTo>
                <a:lnTo>
                  <a:pt x="5348" y="6432"/>
                </a:lnTo>
                <a:lnTo>
                  <a:pt x="5374" y="6457"/>
                </a:lnTo>
                <a:lnTo>
                  <a:pt x="5402" y="6481"/>
                </a:lnTo>
                <a:lnTo>
                  <a:pt x="5430" y="6503"/>
                </a:lnTo>
                <a:lnTo>
                  <a:pt x="5459" y="6523"/>
                </a:lnTo>
                <a:lnTo>
                  <a:pt x="5489" y="6542"/>
                </a:lnTo>
                <a:lnTo>
                  <a:pt x="5520" y="6560"/>
                </a:lnTo>
                <a:lnTo>
                  <a:pt x="5551" y="6577"/>
                </a:lnTo>
                <a:lnTo>
                  <a:pt x="5582" y="6592"/>
                </a:lnTo>
                <a:lnTo>
                  <a:pt x="5616" y="6605"/>
                </a:lnTo>
                <a:lnTo>
                  <a:pt x="5650" y="6618"/>
                </a:lnTo>
                <a:lnTo>
                  <a:pt x="5684" y="6628"/>
                </a:lnTo>
                <a:lnTo>
                  <a:pt x="5718" y="6637"/>
                </a:lnTo>
                <a:lnTo>
                  <a:pt x="5754" y="6643"/>
                </a:lnTo>
                <a:lnTo>
                  <a:pt x="5789" y="6649"/>
                </a:lnTo>
                <a:lnTo>
                  <a:pt x="5823" y="6653"/>
                </a:lnTo>
                <a:lnTo>
                  <a:pt x="5859" y="6656"/>
                </a:lnTo>
                <a:lnTo>
                  <a:pt x="5875" y="6657"/>
                </a:lnTo>
                <a:lnTo>
                  <a:pt x="5890" y="6658"/>
                </a:lnTo>
                <a:lnTo>
                  <a:pt x="5906" y="6660"/>
                </a:lnTo>
                <a:lnTo>
                  <a:pt x="5921" y="6663"/>
                </a:lnTo>
                <a:lnTo>
                  <a:pt x="5935" y="6668"/>
                </a:lnTo>
                <a:lnTo>
                  <a:pt x="5950" y="6672"/>
                </a:lnTo>
                <a:lnTo>
                  <a:pt x="5963" y="6677"/>
                </a:lnTo>
                <a:lnTo>
                  <a:pt x="5977" y="6683"/>
                </a:lnTo>
                <a:lnTo>
                  <a:pt x="4666" y="7994"/>
                </a:lnTo>
                <a:lnTo>
                  <a:pt x="4637" y="8022"/>
                </a:lnTo>
                <a:lnTo>
                  <a:pt x="4606" y="8047"/>
                </a:lnTo>
                <a:lnTo>
                  <a:pt x="4575" y="8071"/>
                </a:lnTo>
                <a:lnTo>
                  <a:pt x="4544" y="8093"/>
                </a:lnTo>
                <a:lnTo>
                  <a:pt x="4510" y="8115"/>
                </a:lnTo>
                <a:lnTo>
                  <a:pt x="4476" y="8134"/>
                </a:lnTo>
                <a:lnTo>
                  <a:pt x="4442" y="8150"/>
                </a:lnTo>
                <a:lnTo>
                  <a:pt x="4407" y="8165"/>
                </a:lnTo>
                <a:lnTo>
                  <a:pt x="4371" y="8178"/>
                </a:lnTo>
                <a:lnTo>
                  <a:pt x="4335" y="8191"/>
                </a:lnTo>
                <a:lnTo>
                  <a:pt x="4298" y="8200"/>
                </a:lnTo>
                <a:lnTo>
                  <a:pt x="4261" y="8209"/>
                </a:lnTo>
                <a:lnTo>
                  <a:pt x="4224" y="8214"/>
                </a:lnTo>
                <a:lnTo>
                  <a:pt x="4186" y="8219"/>
                </a:lnTo>
                <a:lnTo>
                  <a:pt x="4149" y="8221"/>
                </a:lnTo>
                <a:lnTo>
                  <a:pt x="4111" y="8222"/>
                </a:lnTo>
                <a:lnTo>
                  <a:pt x="4074" y="8221"/>
                </a:lnTo>
                <a:lnTo>
                  <a:pt x="4036" y="8219"/>
                </a:lnTo>
                <a:lnTo>
                  <a:pt x="3999" y="8214"/>
                </a:lnTo>
                <a:lnTo>
                  <a:pt x="3961" y="8209"/>
                </a:lnTo>
                <a:lnTo>
                  <a:pt x="3924" y="8200"/>
                </a:lnTo>
                <a:lnTo>
                  <a:pt x="3888" y="8191"/>
                </a:lnTo>
                <a:lnTo>
                  <a:pt x="3851" y="8178"/>
                </a:lnTo>
                <a:lnTo>
                  <a:pt x="3816" y="8165"/>
                </a:lnTo>
                <a:lnTo>
                  <a:pt x="3781" y="8150"/>
                </a:lnTo>
                <a:lnTo>
                  <a:pt x="3746" y="8134"/>
                </a:lnTo>
                <a:lnTo>
                  <a:pt x="3712" y="8115"/>
                </a:lnTo>
                <a:lnTo>
                  <a:pt x="3680" y="8093"/>
                </a:lnTo>
                <a:lnTo>
                  <a:pt x="3647" y="8071"/>
                </a:lnTo>
                <a:lnTo>
                  <a:pt x="3616" y="8047"/>
                </a:lnTo>
                <a:lnTo>
                  <a:pt x="3586" y="8022"/>
                </a:lnTo>
                <a:lnTo>
                  <a:pt x="3556" y="7994"/>
                </a:lnTo>
                <a:lnTo>
                  <a:pt x="2444" y="6881"/>
                </a:lnTo>
                <a:lnTo>
                  <a:pt x="2430" y="6867"/>
                </a:lnTo>
                <a:lnTo>
                  <a:pt x="2416" y="6855"/>
                </a:lnTo>
                <a:lnTo>
                  <a:pt x="2401" y="6843"/>
                </a:lnTo>
                <a:lnTo>
                  <a:pt x="2387" y="6832"/>
                </a:lnTo>
                <a:lnTo>
                  <a:pt x="2372" y="6820"/>
                </a:lnTo>
                <a:lnTo>
                  <a:pt x="2356" y="6810"/>
                </a:lnTo>
                <a:lnTo>
                  <a:pt x="2341" y="6801"/>
                </a:lnTo>
                <a:lnTo>
                  <a:pt x="2325" y="6792"/>
                </a:lnTo>
                <a:lnTo>
                  <a:pt x="2309" y="6785"/>
                </a:lnTo>
                <a:lnTo>
                  <a:pt x="2293" y="6777"/>
                </a:lnTo>
                <a:lnTo>
                  <a:pt x="2276" y="6770"/>
                </a:lnTo>
                <a:lnTo>
                  <a:pt x="2259" y="6763"/>
                </a:lnTo>
                <a:lnTo>
                  <a:pt x="2242" y="6758"/>
                </a:lnTo>
                <a:lnTo>
                  <a:pt x="2225" y="6752"/>
                </a:lnTo>
                <a:lnTo>
                  <a:pt x="2207" y="6749"/>
                </a:lnTo>
                <a:lnTo>
                  <a:pt x="2191" y="6744"/>
                </a:lnTo>
                <a:lnTo>
                  <a:pt x="2173" y="6742"/>
                </a:lnTo>
                <a:lnTo>
                  <a:pt x="2155" y="6740"/>
                </a:lnTo>
                <a:lnTo>
                  <a:pt x="2137" y="6737"/>
                </a:lnTo>
                <a:lnTo>
                  <a:pt x="2119" y="6736"/>
                </a:lnTo>
                <a:lnTo>
                  <a:pt x="2101" y="6736"/>
                </a:lnTo>
                <a:lnTo>
                  <a:pt x="2083" y="6736"/>
                </a:lnTo>
                <a:lnTo>
                  <a:pt x="2065" y="6737"/>
                </a:lnTo>
                <a:lnTo>
                  <a:pt x="2047" y="6740"/>
                </a:lnTo>
                <a:lnTo>
                  <a:pt x="2029" y="6742"/>
                </a:lnTo>
                <a:lnTo>
                  <a:pt x="2011" y="6744"/>
                </a:lnTo>
                <a:lnTo>
                  <a:pt x="1993" y="6749"/>
                </a:lnTo>
                <a:lnTo>
                  <a:pt x="1975" y="6753"/>
                </a:lnTo>
                <a:lnTo>
                  <a:pt x="1958" y="6758"/>
                </a:lnTo>
                <a:lnTo>
                  <a:pt x="1940" y="6764"/>
                </a:lnTo>
                <a:lnTo>
                  <a:pt x="1922" y="6770"/>
                </a:lnTo>
                <a:lnTo>
                  <a:pt x="1904" y="6778"/>
                </a:lnTo>
                <a:lnTo>
                  <a:pt x="1903" y="6778"/>
                </a:lnTo>
                <a:lnTo>
                  <a:pt x="1887" y="6786"/>
                </a:lnTo>
                <a:lnTo>
                  <a:pt x="1870" y="6793"/>
                </a:lnTo>
                <a:lnTo>
                  <a:pt x="1854" y="6801"/>
                </a:lnTo>
                <a:lnTo>
                  <a:pt x="1840" y="6810"/>
                </a:lnTo>
                <a:lnTo>
                  <a:pt x="1825" y="6820"/>
                </a:lnTo>
                <a:lnTo>
                  <a:pt x="1811" y="6829"/>
                </a:lnTo>
                <a:lnTo>
                  <a:pt x="1797" y="6839"/>
                </a:lnTo>
                <a:lnTo>
                  <a:pt x="1783" y="6851"/>
                </a:lnTo>
                <a:lnTo>
                  <a:pt x="1770" y="6862"/>
                </a:lnTo>
                <a:lnTo>
                  <a:pt x="1758" y="6873"/>
                </a:lnTo>
                <a:lnTo>
                  <a:pt x="1746" y="6884"/>
                </a:lnTo>
                <a:lnTo>
                  <a:pt x="1733" y="6897"/>
                </a:lnTo>
                <a:lnTo>
                  <a:pt x="1722" y="6910"/>
                </a:lnTo>
                <a:lnTo>
                  <a:pt x="1712" y="6922"/>
                </a:lnTo>
                <a:lnTo>
                  <a:pt x="1702" y="6936"/>
                </a:lnTo>
                <a:lnTo>
                  <a:pt x="1692" y="6949"/>
                </a:lnTo>
                <a:lnTo>
                  <a:pt x="1683" y="6964"/>
                </a:lnTo>
                <a:lnTo>
                  <a:pt x="1674" y="6977"/>
                </a:lnTo>
                <a:lnTo>
                  <a:pt x="1666" y="6993"/>
                </a:lnTo>
                <a:lnTo>
                  <a:pt x="1658" y="7007"/>
                </a:lnTo>
                <a:lnTo>
                  <a:pt x="1650" y="7023"/>
                </a:lnTo>
                <a:lnTo>
                  <a:pt x="1644" y="7038"/>
                </a:lnTo>
                <a:lnTo>
                  <a:pt x="1638" y="7055"/>
                </a:lnTo>
                <a:lnTo>
                  <a:pt x="1633" y="7070"/>
                </a:lnTo>
                <a:lnTo>
                  <a:pt x="1627" y="7087"/>
                </a:lnTo>
                <a:lnTo>
                  <a:pt x="1622" y="7103"/>
                </a:lnTo>
                <a:lnTo>
                  <a:pt x="1619" y="7121"/>
                </a:lnTo>
                <a:lnTo>
                  <a:pt x="1616" y="7137"/>
                </a:lnTo>
                <a:lnTo>
                  <a:pt x="1612" y="7154"/>
                </a:lnTo>
                <a:lnTo>
                  <a:pt x="1610" y="7172"/>
                </a:lnTo>
                <a:lnTo>
                  <a:pt x="1609" y="7190"/>
                </a:lnTo>
                <a:lnTo>
                  <a:pt x="1608" y="7208"/>
                </a:lnTo>
                <a:lnTo>
                  <a:pt x="1607" y="7234"/>
                </a:lnTo>
                <a:lnTo>
                  <a:pt x="1603" y="7260"/>
                </a:lnTo>
                <a:lnTo>
                  <a:pt x="1600" y="7285"/>
                </a:lnTo>
                <a:lnTo>
                  <a:pt x="1594" y="7311"/>
                </a:lnTo>
                <a:lnTo>
                  <a:pt x="1588" y="7336"/>
                </a:lnTo>
                <a:lnTo>
                  <a:pt x="1581" y="7362"/>
                </a:lnTo>
                <a:lnTo>
                  <a:pt x="1572" y="7386"/>
                </a:lnTo>
                <a:lnTo>
                  <a:pt x="1562" y="7411"/>
                </a:lnTo>
                <a:lnTo>
                  <a:pt x="1551" y="7434"/>
                </a:lnTo>
                <a:lnTo>
                  <a:pt x="1538" y="7458"/>
                </a:lnTo>
                <a:lnTo>
                  <a:pt x="1526" y="7481"/>
                </a:lnTo>
                <a:lnTo>
                  <a:pt x="1512" y="7504"/>
                </a:lnTo>
                <a:lnTo>
                  <a:pt x="1496" y="7526"/>
                </a:lnTo>
                <a:lnTo>
                  <a:pt x="1478" y="7548"/>
                </a:lnTo>
                <a:lnTo>
                  <a:pt x="1460" y="7569"/>
                </a:lnTo>
                <a:lnTo>
                  <a:pt x="1441" y="7589"/>
                </a:lnTo>
                <a:lnTo>
                  <a:pt x="1420" y="7609"/>
                </a:lnTo>
                <a:lnTo>
                  <a:pt x="1398" y="7628"/>
                </a:lnTo>
                <a:lnTo>
                  <a:pt x="1375" y="7645"/>
                </a:lnTo>
                <a:lnTo>
                  <a:pt x="1351" y="7662"/>
                </a:lnTo>
                <a:lnTo>
                  <a:pt x="1328" y="7676"/>
                </a:lnTo>
                <a:lnTo>
                  <a:pt x="1303" y="7691"/>
                </a:lnTo>
                <a:lnTo>
                  <a:pt x="1277" y="7703"/>
                </a:lnTo>
                <a:lnTo>
                  <a:pt x="1253" y="7715"/>
                </a:lnTo>
                <a:lnTo>
                  <a:pt x="1227" y="7723"/>
                </a:lnTo>
                <a:lnTo>
                  <a:pt x="1200" y="7732"/>
                </a:lnTo>
                <a:lnTo>
                  <a:pt x="1173" y="7739"/>
                </a:lnTo>
                <a:lnTo>
                  <a:pt x="1146" y="7746"/>
                </a:lnTo>
                <a:lnTo>
                  <a:pt x="1119" y="7750"/>
                </a:lnTo>
                <a:lnTo>
                  <a:pt x="1092" y="7753"/>
                </a:lnTo>
                <a:lnTo>
                  <a:pt x="1064" y="7755"/>
                </a:lnTo>
                <a:lnTo>
                  <a:pt x="1038" y="7756"/>
                </a:lnTo>
                <a:lnTo>
                  <a:pt x="1011" y="7755"/>
                </a:lnTo>
                <a:lnTo>
                  <a:pt x="983" y="7753"/>
                </a:lnTo>
                <a:lnTo>
                  <a:pt x="956" y="7750"/>
                </a:lnTo>
                <a:lnTo>
                  <a:pt x="929" y="7746"/>
                </a:lnTo>
                <a:lnTo>
                  <a:pt x="902" y="7739"/>
                </a:lnTo>
                <a:lnTo>
                  <a:pt x="875" y="7732"/>
                </a:lnTo>
                <a:lnTo>
                  <a:pt x="848" y="7723"/>
                </a:lnTo>
                <a:lnTo>
                  <a:pt x="822" y="7715"/>
                </a:lnTo>
                <a:lnTo>
                  <a:pt x="797" y="7703"/>
                </a:lnTo>
                <a:lnTo>
                  <a:pt x="772" y="7691"/>
                </a:lnTo>
                <a:lnTo>
                  <a:pt x="747" y="7676"/>
                </a:lnTo>
                <a:lnTo>
                  <a:pt x="724" y="7662"/>
                </a:lnTo>
                <a:lnTo>
                  <a:pt x="700" y="7645"/>
                </a:lnTo>
                <a:lnTo>
                  <a:pt x="677" y="7628"/>
                </a:lnTo>
                <a:lnTo>
                  <a:pt x="655" y="7609"/>
                </a:lnTo>
                <a:lnTo>
                  <a:pt x="634" y="7589"/>
                </a:lnTo>
                <a:lnTo>
                  <a:pt x="614" y="7568"/>
                </a:lnTo>
                <a:lnTo>
                  <a:pt x="595" y="7545"/>
                </a:lnTo>
                <a:lnTo>
                  <a:pt x="577" y="7523"/>
                </a:lnTo>
                <a:lnTo>
                  <a:pt x="560" y="7499"/>
                </a:lnTo>
                <a:lnTo>
                  <a:pt x="546" y="7475"/>
                </a:lnTo>
                <a:lnTo>
                  <a:pt x="532" y="7450"/>
                </a:lnTo>
                <a:lnTo>
                  <a:pt x="520" y="7425"/>
                </a:lnTo>
                <a:lnTo>
                  <a:pt x="509" y="7400"/>
                </a:lnTo>
                <a:lnTo>
                  <a:pt x="499" y="7374"/>
                </a:lnTo>
                <a:lnTo>
                  <a:pt x="490" y="7347"/>
                </a:lnTo>
                <a:lnTo>
                  <a:pt x="483" y="7321"/>
                </a:lnTo>
                <a:lnTo>
                  <a:pt x="477" y="7294"/>
                </a:lnTo>
                <a:lnTo>
                  <a:pt x="473" y="7266"/>
                </a:lnTo>
                <a:lnTo>
                  <a:pt x="469" y="7239"/>
                </a:lnTo>
                <a:lnTo>
                  <a:pt x="467" y="7213"/>
                </a:lnTo>
                <a:lnTo>
                  <a:pt x="466" y="7185"/>
                </a:lnTo>
                <a:lnTo>
                  <a:pt x="467" y="7158"/>
                </a:lnTo>
                <a:lnTo>
                  <a:pt x="469" y="7131"/>
                </a:lnTo>
                <a:lnTo>
                  <a:pt x="473" y="7103"/>
                </a:lnTo>
                <a:lnTo>
                  <a:pt x="477" y="7076"/>
                </a:lnTo>
                <a:lnTo>
                  <a:pt x="483" y="7049"/>
                </a:lnTo>
                <a:lnTo>
                  <a:pt x="490" y="7022"/>
                </a:lnTo>
                <a:lnTo>
                  <a:pt x="499" y="6996"/>
                </a:lnTo>
                <a:lnTo>
                  <a:pt x="509" y="6971"/>
                </a:lnTo>
                <a:lnTo>
                  <a:pt x="520" y="6945"/>
                </a:lnTo>
                <a:lnTo>
                  <a:pt x="532" y="6919"/>
                </a:lnTo>
                <a:lnTo>
                  <a:pt x="546" y="6894"/>
                </a:lnTo>
                <a:lnTo>
                  <a:pt x="560" y="6871"/>
                </a:lnTo>
                <a:lnTo>
                  <a:pt x="577" y="6847"/>
                </a:lnTo>
                <a:lnTo>
                  <a:pt x="595" y="6825"/>
                </a:lnTo>
                <a:lnTo>
                  <a:pt x="614" y="6802"/>
                </a:lnTo>
                <a:lnTo>
                  <a:pt x="634" y="6781"/>
                </a:lnTo>
                <a:lnTo>
                  <a:pt x="654" y="6762"/>
                </a:lnTo>
                <a:lnTo>
                  <a:pt x="675" y="6744"/>
                </a:lnTo>
                <a:lnTo>
                  <a:pt x="696" y="6727"/>
                </a:lnTo>
                <a:lnTo>
                  <a:pt x="718" y="6712"/>
                </a:lnTo>
                <a:lnTo>
                  <a:pt x="741" y="6697"/>
                </a:lnTo>
                <a:lnTo>
                  <a:pt x="764" y="6684"/>
                </a:lnTo>
                <a:lnTo>
                  <a:pt x="788" y="6671"/>
                </a:lnTo>
                <a:lnTo>
                  <a:pt x="812" y="6660"/>
                </a:lnTo>
                <a:lnTo>
                  <a:pt x="836" y="6650"/>
                </a:lnTo>
                <a:lnTo>
                  <a:pt x="862" y="6642"/>
                </a:lnTo>
                <a:lnTo>
                  <a:pt x="886" y="6634"/>
                </a:lnTo>
                <a:lnTo>
                  <a:pt x="912" y="6628"/>
                </a:lnTo>
                <a:lnTo>
                  <a:pt x="937" y="6623"/>
                </a:lnTo>
                <a:lnTo>
                  <a:pt x="963" y="6619"/>
                </a:lnTo>
                <a:lnTo>
                  <a:pt x="988" y="6616"/>
                </a:lnTo>
                <a:lnTo>
                  <a:pt x="1014" y="6614"/>
                </a:lnTo>
                <a:lnTo>
                  <a:pt x="1032" y="6613"/>
                </a:lnTo>
                <a:lnTo>
                  <a:pt x="1050" y="6612"/>
                </a:lnTo>
                <a:lnTo>
                  <a:pt x="1068" y="6610"/>
                </a:lnTo>
                <a:lnTo>
                  <a:pt x="1085" y="6606"/>
                </a:lnTo>
                <a:lnTo>
                  <a:pt x="1103" y="6603"/>
                </a:lnTo>
                <a:lnTo>
                  <a:pt x="1119" y="6600"/>
                </a:lnTo>
                <a:lnTo>
                  <a:pt x="1136" y="6595"/>
                </a:lnTo>
                <a:lnTo>
                  <a:pt x="1152" y="6590"/>
                </a:lnTo>
                <a:lnTo>
                  <a:pt x="1169" y="6584"/>
                </a:lnTo>
                <a:lnTo>
                  <a:pt x="1184" y="6578"/>
                </a:lnTo>
                <a:lnTo>
                  <a:pt x="1200" y="6572"/>
                </a:lnTo>
                <a:lnTo>
                  <a:pt x="1215" y="6565"/>
                </a:lnTo>
                <a:lnTo>
                  <a:pt x="1230" y="6557"/>
                </a:lnTo>
                <a:lnTo>
                  <a:pt x="1245" y="6548"/>
                </a:lnTo>
                <a:lnTo>
                  <a:pt x="1259" y="6540"/>
                </a:lnTo>
                <a:lnTo>
                  <a:pt x="1273" y="6530"/>
                </a:lnTo>
                <a:lnTo>
                  <a:pt x="1286" y="6521"/>
                </a:lnTo>
                <a:lnTo>
                  <a:pt x="1300" y="6510"/>
                </a:lnTo>
                <a:lnTo>
                  <a:pt x="1313" y="6500"/>
                </a:lnTo>
                <a:lnTo>
                  <a:pt x="1326" y="6489"/>
                </a:lnTo>
                <a:lnTo>
                  <a:pt x="1338" y="6477"/>
                </a:lnTo>
                <a:lnTo>
                  <a:pt x="1349" y="6465"/>
                </a:lnTo>
                <a:lnTo>
                  <a:pt x="1361" y="6452"/>
                </a:lnTo>
                <a:lnTo>
                  <a:pt x="1371" y="6439"/>
                </a:lnTo>
                <a:lnTo>
                  <a:pt x="1383" y="6426"/>
                </a:lnTo>
                <a:lnTo>
                  <a:pt x="1393" y="6411"/>
                </a:lnTo>
                <a:lnTo>
                  <a:pt x="1403" y="6398"/>
                </a:lnTo>
                <a:lnTo>
                  <a:pt x="1412" y="6382"/>
                </a:lnTo>
                <a:lnTo>
                  <a:pt x="1421" y="6368"/>
                </a:lnTo>
                <a:lnTo>
                  <a:pt x="1429" y="6352"/>
                </a:lnTo>
                <a:lnTo>
                  <a:pt x="1436" y="6336"/>
                </a:lnTo>
                <a:lnTo>
                  <a:pt x="1444" y="6320"/>
                </a:lnTo>
                <a:lnTo>
                  <a:pt x="1444" y="6318"/>
                </a:lnTo>
                <a:lnTo>
                  <a:pt x="1452" y="6300"/>
                </a:lnTo>
                <a:lnTo>
                  <a:pt x="1459" y="6283"/>
                </a:lnTo>
                <a:lnTo>
                  <a:pt x="1464" y="6266"/>
                </a:lnTo>
                <a:lnTo>
                  <a:pt x="1470" y="6248"/>
                </a:lnTo>
                <a:lnTo>
                  <a:pt x="1475" y="6229"/>
                </a:lnTo>
                <a:lnTo>
                  <a:pt x="1478" y="6211"/>
                </a:lnTo>
                <a:lnTo>
                  <a:pt x="1481" y="6193"/>
                </a:lnTo>
                <a:lnTo>
                  <a:pt x="1484" y="6175"/>
                </a:lnTo>
                <a:lnTo>
                  <a:pt x="1485" y="6157"/>
                </a:lnTo>
                <a:lnTo>
                  <a:pt x="1486" y="6139"/>
                </a:lnTo>
                <a:lnTo>
                  <a:pt x="1486" y="6121"/>
                </a:lnTo>
                <a:lnTo>
                  <a:pt x="1486" y="6103"/>
                </a:lnTo>
                <a:lnTo>
                  <a:pt x="1485" y="6085"/>
                </a:lnTo>
                <a:lnTo>
                  <a:pt x="1484" y="6067"/>
                </a:lnTo>
                <a:lnTo>
                  <a:pt x="1481" y="6049"/>
                </a:lnTo>
                <a:lnTo>
                  <a:pt x="1478" y="6033"/>
                </a:lnTo>
                <a:lnTo>
                  <a:pt x="1475" y="6015"/>
                </a:lnTo>
                <a:lnTo>
                  <a:pt x="1470" y="5998"/>
                </a:lnTo>
                <a:lnTo>
                  <a:pt x="1464" y="5980"/>
                </a:lnTo>
                <a:lnTo>
                  <a:pt x="1459" y="5963"/>
                </a:lnTo>
                <a:lnTo>
                  <a:pt x="1453" y="5946"/>
                </a:lnTo>
                <a:lnTo>
                  <a:pt x="1445" y="5930"/>
                </a:lnTo>
                <a:lnTo>
                  <a:pt x="1439" y="5914"/>
                </a:lnTo>
                <a:lnTo>
                  <a:pt x="1430" y="5897"/>
                </a:lnTo>
                <a:lnTo>
                  <a:pt x="1421" y="5881"/>
                </a:lnTo>
                <a:lnTo>
                  <a:pt x="1412" y="5866"/>
                </a:lnTo>
                <a:lnTo>
                  <a:pt x="1402" y="5850"/>
                </a:lnTo>
                <a:lnTo>
                  <a:pt x="1391" y="5835"/>
                </a:lnTo>
                <a:lnTo>
                  <a:pt x="1379" y="5821"/>
                </a:lnTo>
                <a:lnTo>
                  <a:pt x="1367" y="5806"/>
                </a:lnTo>
                <a:lnTo>
                  <a:pt x="1355" y="5792"/>
                </a:lnTo>
                <a:lnTo>
                  <a:pt x="1341" y="5778"/>
                </a:lnTo>
                <a:lnTo>
                  <a:pt x="229" y="4666"/>
                </a:lnTo>
                <a:lnTo>
                  <a:pt x="201" y="4637"/>
                </a:lnTo>
                <a:lnTo>
                  <a:pt x="175" y="4606"/>
                </a:lnTo>
                <a:lnTo>
                  <a:pt x="151" y="4575"/>
                </a:lnTo>
                <a:lnTo>
                  <a:pt x="129" y="4542"/>
                </a:lnTo>
                <a:lnTo>
                  <a:pt x="109" y="4510"/>
                </a:lnTo>
                <a:lnTo>
                  <a:pt x="90" y="4476"/>
                </a:lnTo>
                <a:lnTo>
                  <a:pt x="73" y="4442"/>
                </a:lnTo>
                <a:lnTo>
                  <a:pt x="57" y="4407"/>
                </a:lnTo>
                <a:lnTo>
                  <a:pt x="44" y="4371"/>
                </a:lnTo>
                <a:lnTo>
                  <a:pt x="32" y="4335"/>
                </a:lnTo>
                <a:lnTo>
                  <a:pt x="22" y="4298"/>
                </a:lnTo>
                <a:lnTo>
                  <a:pt x="15" y="4261"/>
                </a:lnTo>
                <a:lnTo>
                  <a:pt x="8" y="4224"/>
                </a:lnTo>
                <a:lnTo>
                  <a:pt x="3" y="4186"/>
                </a:lnTo>
                <a:lnTo>
                  <a:pt x="1" y="4149"/>
                </a:lnTo>
                <a:lnTo>
                  <a:pt x="0" y="4111"/>
                </a:lnTo>
                <a:lnTo>
                  <a:pt x="1" y="4073"/>
                </a:lnTo>
                <a:lnTo>
                  <a:pt x="3" y="4036"/>
                </a:lnTo>
                <a:lnTo>
                  <a:pt x="8" y="3998"/>
                </a:lnTo>
                <a:lnTo>
                  <a:pt x="15" y="3961"/>
                </a:lnTo>
                <a:lnTo>
                  <a:pt x="22" y="3924"/>
                </a:lnTo>
                <a:lnTo>
                  <a:pt x="32" y="3887"/>
                </a:lnTo>
                <a:lnTo>
                  <a:pt x="44" y="3851"/>
                </a:lnTo>
                <a:lnTo>
                  <a:pt x="57" y="3815"/>
                </a:lnTo>
                <a:lnTo>
                  <a:pt x="73" y="3780"/>
                </a:lnTo>
                <a:lnTo>
                  <a:pt x="90" y="3746"/>
                </a:lnTo>
                <a:lnTo>
                  <a:pt x="109" y="3712"/>
                </a:lnTo>
                <a:lnTo>
                  <a:pt x="129" y="3680"/>
                </a:lnTo>
                <a:lnTo>
                  <a:pt x="151" y="3647"/>
                </a:lnTo>
                <a:lnTo>
                  <a:pt x="175" y="3616"/>
                </a:lnTo>
                <a:lnTo>
                  <a:pt x="201" y="3585"/>
                </a:lnTo>
                <a:lnTo>
                  <a:pt x="229" y="3556"/>
                </a:lnTo>
                <a:lnTo>
                  <a:pt x="3556" y="228"/>
                </a:lnTo>
                <a:lnTo>
                  <a:pt x="3586" y="200"/>
                </a:lnTo>
                <a:lnTo>
                  <a:pt x="3616" y="175"/>
                </a:lnTo>
                <a:lnTo>
                  <a:pt x="3647" y="151"/>
                </a:lnTo>
                <a:lnTo>
                  <a:pt x="3680" y="129"/>
                </a:lnTo>
                <a:lnTo>
                  <a:pt x="3712" y="107"/>
                </a:lnTo>
                <a:lnTo>
                  <a:pt x="3746" y="88"/>
                </a:lnTo>
                <a:lnTo>
                  <a:pt x="3781" y="72"/>
                </a:lnTo>
                <a:lnTo>
                  <a:pt x="3816" y="57"/>
                </a:lnTo>
                <a:lnTo>
                  <a:pt x="3851" y="44"/>
                </a:lnTo>
                <a:lnTo>
                  <a:pt x="3888" y="31"/>
                </a:lnTo>
                <a:lnTo>
                  <a:pt x="3924" y="22"/>
                </a:lnTo>
                <a:lnTo>
                  <a:pt x="3961" y="13"/>
                </a:lnTo>
                <a:lnTo>
                  <a:pt x="3999" y="8"/>
                </a:lnTo>
                <a:lnTo>
                  <a:pt x="4036" y="3"/>
                </a:lnTo>
                <a:lnTo>
                  <a:pt x="4074" y="1"/>
                </a:lnTo>
                <a:lnTo>
                  <a:pt x="4111" y="0"/>
                </a:lnTo>
                <a:lnTo>
                  <a:pt x="4149" y="1"/>
                </a:lnTo>
                <a:lnTo>
                  <a:pt x="4186" y="3"/>
                </a:lnTo>
                <a:lnTo>
                  <a:pt x="4224" y="8"/>
                </a:lnTo>
                <a:lnTo>
                  <a:pt x="4261" y="13"/>
                </a:lnTo>
                <a:lnTo>
                  <a:pt x="4298" y="22"/>
                </a:lnTo>
                <a:lnTo>
                  <a:pt x="4335" y="31"/>
                </a:lnTo>
                <a:lnTo>
                  <a:pt x="4371" y="44"/>
                </a:lnTo>
                <a:lnTo>
                  <a:pt x="4407" y="57"/>
                </a:lnTo>
                <a:lnTo>
                  <a:pt x="4442" y="72"/>
                </a:lnTo>
                <a:lnTo>
                  <a:pt x="4476" y="88"/>
                </a:lnTo>
                <a:lnTo>
                  <a:pt x="4510" y="107"/>
                </a:lnTo>
                <a:lnTo>
                  <a:pt x="4544" y="129"/>
                </a:lnTo>
                <a:lnTo>
                  <a:pt x="4575" y="151"/>
                </a:lnTo>
                <a:lnTo>
                  <a:pt x="4606" y="175"/>
                </a:lnTo>
                <a:lnTo>
                  <a:pt x="4637" y="200"/>
                </a:lnTo>
                <a:lnTo>
                  <a:pt x="4666" y="228"/>
                </a:lnTo>
                <a:lnTo>
                  <a:pt x="5778" y="1341"/>
                </a:lnTo>
                <a:lnTo>
                  <a:pt x="5793" y="1355"/>
                </a:lnTo>
                <a:lnTo>
                  <a:pt x="5806" y="1367"/>
                </a:lnTo>
                <a:lnTo>
                  <a:pt x="5821" y="1379"/>
                </a:lnTo>
                <a:lnTo>
                  <a:pt x="5836" y="1390"/>
                </a:lnTo>
                <a:lnTo>
                  <a:pt x="5851" y="1402"/>
                </a:lnTo>
                <a:lnTo>
                  <a:pt x="5866" y="1412"/>
                </a:lnTo>
                <a:lnTo>
                  <a:pt x="5882" y="1421"/>
                </a:lnTo>
                <a:lnTo>
                  <a:pt x="5898" y="1430"/>
                </a:lnTo>
                <a:lnTo>
                  <a:pt x="5914" y="1437"/>
                </a:lnTo>
                <a:lnTo>
                  <a:pt x="5931" y="1445"/>
                </a:lnTo>
                <a:lnTo>
                  <a:pt x="5946" y="1452"/>
                </a:lnTo>
                <a:lnTo>
                  <a:pt x="5963" y="1459"/>
                </a:lnTo>
                <a:lnTo>
                  <a:pt x="5981" y="1464"/>
                </a:lnTo>
                <a:lnTo>
                  <a:pt x="5998" y="1470"/>
                </a:lnTo>
                <a:lnTo>
                  <a:pt x="6015" y="1473"/>
                </a:lnTo>
                <a:lnTo>
                  <a:pt x="6033" y="1478"/>
                </a:lnTo>
                <a:lnTo>
                  <a:pt x="6051" y="1480"/>
                </a:lnTo>
                <a:lnTo>
                  <a:pt x="6068" y="1482"/>
                </a:lnTo>
                <a:lnTo>
                  <a:pt x="6085" y="1485"/>
                </a:lnTo>
                <a:lnTo>
                  <a:pt x="6103" y="1486"/>
                </a:lnTo>
                <a:lnTo>
                  <a:pt x="6121" y="1486"/>
                </a:lnTo>
                <a:lnTo>
                  <a:pt x="6139" y="1486"/>
                </a:lnTo>
                <a:lnTo>
                  <a:pt x="6157" y="1485"/>
                </a:lnTo>
                <a:lnTo>
                  <a:pt x="6175" y="1482"/>
                </a:lnTo>
                <a:lnTo>
                  <a:pt x="6194" y="1480"/>
                </a:lnTo>
                <a:lnTo>
                  <a:pt x="6212" y="1478"/>
                </a:lnTo>
                <a:lnTo>
                  <a:pt x="6230" y="1473"/>
                </a:lnTo>
                <a:lnTo>
                  <a:pt x="6248" y="1469"/>
                </a:lnTo>
                <a:lnTo>
                  <a:pt x="6266" y="1464"/>
                </a:lnTo>
                <a:lnTo>
                  <a:pt x="6284" y="1458"/>
                </a:lnTo>
                <a:lnTo>
                  <a:pt x="6302" y="1452"/>
                </a:lnTo>
                <a:lnTo>
                  <a:pt x="6318" y="1444"/>
                </a:lnTo>
                <a:lnTo>
                  <a:pt x="6320" y="1444"/>
                </a:lnTo>
                <a:lnTo>
                  <a:pt x="6336" y="1436"/>
                </a:lnTo>
                <a:lnTo>
                  <a:pt x="6352" y="1429"/>
                </a:lnTo>
                <a:lnTo>
                  <a:pt x="6368" y="1421"/>
                </a:lnTo>
                <a:lnTo>
                  <a:pt x="6383" y="1412"/>
                </a:lnTo>
                <a:lnTo>
                  <a:pt x="6398" y="1402"/>
                </a:lnTo>
                <a:lnTo>
                  <a:pt x="6413" y="1393"/>
                </a:lnTo>
                <a:lnTo>
                  <a:pt x="6426" y="1383"/>
                </a:lnTo>
                <a:lnTo>
                  <a:pt x="6440" y="1371"/>
                </a:lnTo>
                <a:lnTo>
                  <a:pt x="6453" y="1360"/>
                </a:lnTo>
                <a:lnTo>
                  <a:pt x="6465" y="1349"/>
                </a:lnTo>
                <a:lnTo>
                  <a:pt x="6478" y="1338"/>
                </a:lnTo>
                <a:lnTo>
                  <a:pt x="6489" y="1325"/>
                </a:lnTo>
                <a:lnTo>
                  <a:pt x="6500" y="1313"/>
                </a:lnTo>
                <a:lnTo>
                  <a:pt x="6511" y="1300"/>
                </a:lnTo>
                <a:lnTo>
                  <a:pt x="6521" y="1286"/>
                </a:lnTo>
                <a:lnTo>
                  <a:pt x="6531" y="1273"/>
                </a:lnTo>
                <a:lnTo>
                  <a:pt x="6540" y="1258"/>
                </a:lnTo>
                <a:lnTo>
                  <a:pt x="6549" y="1245"/>
                </a:lnTo>
                <a:lnTo>
                  <a:pt x="6557" y="1229"/>
                </a:lnTo>
                <a:lnTo>
                  <a:pt x="6565" y="1215"/>
                </a:lnTo>
                <a:lnTo>
                  <a:pt x="6572" y="1199"/>
                </a:lnTo>
                <a:lnTo>
                  <a:pt x="6578" y="1184"/>
                </a:lnTo>
                <a:lnTo>
                  <a:pt x="6585" y="1167"/>
                </a:lnTo>
                <a:lnTo>
                  <a:pt x="6591" y="1152"/>
                </a:lnTo>
                <a:lnTo>
                  <a:pt x="6595" y="1135"/>
                </a:lnTo>
                <a:lnTo>
                  <a:pt x="6600" y="1119"/>
                </a:lnTo>
                <a:lnTo>
                  <a:pt x="6604" y="1102"/>
                </a:lnTo>
                <a:lnTo>
                  <a:pt x="6608" y="1085"/>
                </a:lnTo>
                <a:lnTo>
                  <a:pt x="6610" y="1068"/>
                </a:lnTo>
                <a:lnTo>
                  <a:pt x="6612" y="1050"/>
                </a:lnTo>
                <a:lnTo>
                  <a:pt x="6614" y="1032"/>
                </a:lnTo>
                <a:lnTo>
                  <a:pt x="6615" y="1014"/>
                </a:lnTo>
                <a:lnTo>
                  <a:pt x="6617" y="988"/>
                </a:lnTo>
                <a:lnTo>
                  <a:pt x="6620" y="962"/>
                </a:lnTo>
                <a:lnTo>
                  <a:pt x="6623" y="937"/>
                </a:lnTo>
                <a:lnTo>
                  <a:pt x="6629" y="911"/>
                </a:lnTo>
                <a:lnTo>
                  <a:pt x="6634" y="886"/>
                </a:lnTo>
                <a:lnTo>
                  <a:pt x="6642" y="860"/>
                </a:lnTo>
                <a:lnTo>
                  <a:pt x="6651" y="836"/>
                </a:lnTo>
                <a:lnTo>
                  <a:pt x="6660" y="811"/>
                </a:lnTo>
                <a:lnTo>
                  <a:pt x="6671" y="788"/>
                </a:lnTo>
                <a:lnTo>
                  <a:pt x="6684" y="764"/>
                </a:lnTo>
                <a:lnTo>
                  <a:pt x="6697" y="741"/>
                </a:lnTo>
                <a:lnTo>
                  <a:pt x="6712" y="718"/>
                </a:lnTo>
                <a:lnTo>
                  <a:pt x="6727" y="696"/>
                </a:lnTo>
                <a:lnTo>
                  <a:pt x="6744" y="674"/>
                </a:lnTo>
                <a:lnTo>
                  <a:pt x="6762" y="653"/>
                </a:lnTo>
                <a:lnTo>
                  <a:pt x="6781" y="633"/>
                </a:lnTo>
                <a:lnTo>
                  <a:pt x="6803" y="613"/>
                </a:lnTo>
                <a:lnTo>
                  <a:pt x="6825" y="594"/>
                </a:lnTo>
                <a:lnTo>
                  <a:pt x="6847" y="577"/>
                </a:lnTo>
                <a:lnTo>
                  <a:pt x="6871" y="560"/>
                </a:lnTo>
                <a:lnTo>
                  <a:pt x="6896" y="546"/>
                </a:lnTo>
                <a:lnTo>
                  <a:pt x="6920" y="531"/>
                </a:lnTo>
                <a:lnTo>
                  <a:pt x="6945" y="519"/>
                </a:lnTo>
                <a:lnTo>
                  <a:pt x="6971" y="507"/>
                </a:lnTo>
                <a:lnTo>
                  <a:pt x="6996" y="499"/>
                </a:lnTo>
                <a:lnTo>
                  <a:pt x="7023" y="490"/>
                </a:lnTo>
                <a:lnTo>
                  <a:pt x="7049" y="483"/>
                </a:lnTo>
                <a:lnTo>
                  <a:pt x="7076" y="477"/>
                </a:lnTo>
                <a:lnTo>
                  <a:pt x="7103" y="472"/>
                </a:lnTo>
                <a:lnTo>
                  <a:pt x="7131" y="469"/>
                </a:lnTo>
                <a:lnTo>
                  <a:pt x="7158" y="467"/>
                </a:lnTo>
                <a:lnTo>
                  <a:pt x="7186" y="466"/>
                </a:lnTo>
                <a:lnTo>
                  <a:pt x="7213" y="467"/>
                </a:lnTo>
                <a:lnTo>
                  <a:pt x="7240" y="469"/>
                </a:lnTo>
                <a:lnTo>
                  <a:pt x="7268" y="472"/>
                </a:lnTo>
                <a:lnTo>
                  <a:pt x="7294" y="477"/>
                </a:lnTo>
                <a:lnTo>
                  <a:pt x="7321" y="483"/>
                </a:lnTo>
                <a:lnTo>
                  <a:pt x="7348" y="490"/>
                </a:lnTo>
                <a:lnTo>
                  <a:pt x="7374" y="499"/>
                </a:lnTo>
                <a:lnTo>
                  <a:pt x="7400" y="507"/>
                </a:lnTo>
                <a:lnTo>
                  <a:pt x="7426" y="519"/>
                </a:lnTo>
                <a:lnTo>
                  <a:pt x="7451" y="531"/>
                </a:lnTo>
                <a:lnTo>
                  <a:pt x="7476" y="546"/>
                </a:lnTo>
                <a:lnTo>
                  <a:pt x="7500" y="560"/>
                </a:lnTo>
                <a:lnTo>
                  <a:pt x="7523" y="577"/>
                </a:lnTo>
                <a:lnTo>
                  <a:pt x="7545" y="594"/>
                </a:lnTo>
                <a:lnTo>
                  <a:pt x="7568" y="613"/>
                </a:lnTo>
                <a:lnTo>
                  <a:pt x="7589" y="633"/>
                </a:lnTo>
                <a:lnTo>
                  <a:pt x="7609" y="654"/>
                </a:lnTo>
                <a:lnTo>
                  <a:pt x="7628" y="677"/>
                </a:lnTo>
                <a:lnTo>
                  <a:pt x="7646" y="699"/>
                </a:lnTo>
                <a:lnTo>
                  <a:pt x="7662" y="723"/>
                </a:lnTo>
                <a:lnTo>
                  <a:pt x="7678" y="747"/>
                </a:lnTo>
                <a:lnTo>
                  <a:pt x="7691" y="772"/>
                </a:lnTo>
                <a:lnTo>
                  <a:pt x="7703" y="797"/>
                </a:lnTo>
                <a:lnTo>
                  <a:pt x="7715" y="822"/>
                </a:lnTo>
                <a:lnTo>
                  <a:pt x="7725" y="848"/>
                </a:lnTo>
                <a:lnTo>
                  <a:pt x="7733" y="875"/>
                </a:lnTo>
                <a:lnTo>
                  <a:pt x="7740" y="901"/>
                </a:lnTo>
                <a:lnTo>
                  <a:pt x="7746" y="928"/>
                </a:lnTo>
                <a:lnTo>
                  <a:pt x="7750" y="956"/>
                </a:lnTo>
                <a:lnTo>
                  <a:pt x="7754" y="983"/>
                </a:lnTo>
                <a:lnTo>
                  <a:pt x="7756" y="1009"/>
                </a:lnTo>
                <a:lnTo>
                  <a:pt x="7756" y="1037"/>
                </a:lnTo>
                <a:lnTo>
                  <a:pt x="7756" y="1064"/>
                </a:lnTo>
                <a:lnTo>
                  <a:pt x="7754" y="1092"/>
                </a:lnTo>
                <a:lnTo>
                  <a:pt x="7750" y="1119"/>
                </a:lnTo>
                <a:lnTo>
                  <a:pt x="7746" y="1146"/>
                </a:lnTo>
                <a:lnTo>
                  <a:pt x="7740" y="1173"/>
                </a:lnTo>
                <a:lnTo>
                  <a:pt x="7733" y="1200"/>
                </a:lnTo>
                <a:lnTo>
                  <a:pt x="7725" y="1226"/>
                </a:lnTo>
                <a:lnTo>
                  <a:pt x="7715" y="1251"/>
                </a:lnTo>
                <a:lnTo>
                  <a:pt x="7703" y="1277"/>
                </a:lnTo>
                <a:lnTo>
                  <a:pt x="7691" y="1303"/>
                </a:lnTo>
                <a:lnTo>
                  <a:pt x="7678" y="1328"/>
                </a:lnTo>
                <a:lnTo>
                  <a:pt x="7662" y="1351"/>
                </a:lnTo>
                <a:lnTo>
                  <a:pt x="7646" y="1375"/>
                </a:lnTo>
                <a:lnTo>
                  <a:pt x="7628" y="1397"/>
                </a:lnTo>
                <a:lnTo>
                  <a:pt x="7609" y="1420"/>
                </a:lnTo>
                <a:lnTo>
                  <a:pt x="7589" y="1441"/>
                </a:lnTo>
                <a:lnTo>
                  <a:pt x="7569" y="1460"/>
                </a:lnTo>
                <a:lnTo>
                  <a:pt x="7548" y="1478"/>
                </a:lnTo>
                <a:lnTo>
                  <a:pt x="7526" y="1495"/>
                </a:lnTo>
                <a:lnTo>
                  <a:pt x="7504" y="1510"/>
                </a:lnTo>
                <a:lnTo>
                  <a:pt x="7482" y="1525"/>
                </a:lnTo>
                <a:lnTo>
                  <a:pt x="7459" y="1538"/>
                </a:lnTo>
                <a:lnTo>
                  <a:pt x="7435" y="1551"/>
                </a:lnTo>
                <a:lnTo>
                  <a:pt x="7411" y="1562"/>
                </a:lnTo>
                <a:lnTo>
                  <a:pt x="7386" y="1572"/>
                </a:lnTo>
                <a:lnTo>
                  <a:pt x="7362" y="1580"/>
                </a:lnTo>
                <a:lnTo>
                  <a:pt x="7337" y="1588"/>
                </a:lnTo>
                <a:lnTo>
                  <a:pt x="7311" y="1594"/>
                </a:lnTo>
                <a:lnTo>
                  <a:pt x="7285" y="1599"/>
                </a:lnTo>
                <a:lnTo>
                  <a:pt x="7260" y="1603"/>
                </a:lnTo>
                <a:lnTo>
                  <a:pt x="7234" y="1606"/>
                </a:lnTo>
                <a:lnTo>
                  <a:pt x="7208" y="1608"/>
                </a:lnTo>
                <a:lnTo>
                  <a:pt x="7190" y="1609"/>
                </a:lnTo>
                <a:lnTo>
                  <a:pt x="7172" y="1610"/>
                </a:lnTo>
                <a:lnTo>
                  <a:pt x="7156" y="1612"/>
                </a:lnTo>
                <a:lnTo>
                  <a:pt x="7138" y="1616"/>
                </a:lnTo>
                <a:lnTo>
                  <a:pt x="7121" y="1619"/>
                </a:lnTo>
                <a:lnTo>
                  <a:pt x="7104" y="1622"/>
                </a:lnTo>
                <a:lnTo>
                  <a:pt x="7087" y="1627"/>
                </a:lnTo>
                <a:lnTo>
                  <a:pt x="7070" y="1632"/>
                </a:lnTo>
                <a:lnTo>
                  <a:pt x="7055" y="1638"/>
                </a:lnTo>
                <a:lnTo>
                  <a:pt x="7039" y="1644"/>
                </a:lnTo>
                <a:lnTo>
                  <a:pt x="7023" y="1650"/>
                </a:lnTo>
                <a:lnTo>
                  <a:pt x="7008" y="1657"/>
                </a:lnTo>
                <a:lnTo>
                  <a:pt x="6993" y="1665"/>
                </a:lnTo>
                <a:lnTo>
                  <a:pt x="6978" y="1674"/>
                </a:lnTo>
                <a:lnTo>
                  <a:pt x="6964" y="1682"/>
                </a:lnTo>
                <a:lnTo>
                  <a:pt x="6949" y="1692"/>
                </a:lnTo>
                <a:lnTo>
                  <a:pt x="6936" y="1701"/>
                </a:lnTo>
                <a:lnTo>
                  <a:pt x="6922" y="1712"/>
                </a:lnTo>
                <a:lnTo>
                  <a:pt x="6910" y="1722"/>
                </a:lnTo>
                <a:lnTo>
                  <a:pt x="6898" y="1733"/>
                </a:lnTo>
                <a:lnTo>
                  <a:pt x="6885" y="1746"/>
                </a:lnTo>
                <a:lnTo>
                  <a:pt x="6873" y="1757"/>
                </a:lnTo>
                <a:lnTo>
                  <a:pt x="6862" y="1770"/>
                </a:lnTo>
                <a:lnTo>
                  <a:pt x="6851" y="1783"/>
                </a:lnTo>
                <a:lnTo>
                  <a:pt x="6841" y="1796"/>
                </a:lnTo>
                <a:lnTo>
                  <a:pt x="6831" y="1811"/>
                </a:lnTo>
                <a:lnTo>
                  <a:pt x="6820" y="1824"/>
                </a:lnTo>
                <a:lnTo>
                  <a:pt x="6812" y="1840"/>
                </a:lnTo>
                <a:lnTo>
                  <a:pt x="6803" y="1854"/>
                </a:lnTo>
                <a:lnTo>
                  <a:pt x="6794" y="1870"/>
                </a:lnTo>
                <a:lnTo>
                  <a:pt x="6786" y="1886"/>
                </a:lnTo>
                <a:lnTo>
                  <a:pt x="6779" y="1902"/>
                </a:lnTo>
                <a:lnTo>
                  <a:pt x="6778" y="1904"/>
                </a:lnTo>
                <a:lnTo>
                  <a:pt x="6771" y="1922"/>
                </a:lnTo>
                <a:lnTo>
                  <a:pt x="6764" y="1939"/>
                </a:lnTo>
                <a:lnTo>
                  <a:pt x="6759" y="1956"/>
                </a:lnTo>
                <a:lnTo>
                  <a:pt x="6753" y="1974"/>
                </a:lnTo>
                <a:lnTo>
                  <a:pt x="6749" y="1993"/>
                </a:lnTo>
                <a:lnTo>
                  <a:pt x="6745" y="2011"/>
                </a:lnTo>
                <a:lnTo>
                  <a:pt x="6742" y="2029"/>
                </a:lnTo>
                <a:lnTo>
                  <a:pt x="6740" y="2047"/>
                </a:lnTo>
                <a:lnTo>
                  <a:pt x="6738" y="2065"/>
                </a:lnTo>
                <a:lnTo>
                  <a:pt x="6736" y="2083"/>
                </a:lnTo>
                <a:lnTo>
                  <a:pt x="6736" y="2101"/>
                </a:lnTo>
                <a:lnTo>
                  <a:pt x="6736" y="2119"/>
                </a:lnTo>
                <a:lnTo>
                  <a:pt x="6738" y="2137"/>
                </a:lnTo>
                <a:lnTo>
                  <a:pt x="6740" y="2155"/>
                </a:lnTo>
                <a:lnTo>
                  <a:pt x="6742" y="2173"/>
                </a:lnTo>
                <a:lnTo>
                  <a:pt x="6745" y="2189"/>
                </a:lnTo>
                <a:lnTo>
                  <a:pt x="6749" y="2207"/>
                </a:lnTo>
                <a:lnTo>
                  <a:pt x="6753" y="2224"/>
                </a:lnTo>
                <a:lnTo>
                  <a:pt x="6758" y="2242"/>
                </a:lnTo>
                <a:lnTo>
                  <a:pt x="6763" y="2259"/>
                </a:lnTo>
                <a:lnTo>
                  <a:pt x="6770" y="2276"/>
                </a:lnTo>
                <a:lnTo>
                  <a:pt x="6777" y="2292"/>
                </a:lnTo>
                <a:lnTo>
                  <a:pt x="6785" y="2308"/>
                </a:lnTo>
                <a:lnTo>
                  <a:pt x="6792" y="2325"/>
                </a:lnTo>
                <a:lnTo>
                  <a:pt x="6801" y="2341"/>
                </a:lnTo>
                <a:lnTo>
                  <a:pt x="6812" y="2356"/>
                </a:lnTo>
                <a:lnTo>
                  <a:pt x="6822" y="2372"/>
                </a:lnTo>
                <a:lnTo>
                  <a:pt x="6832" y="2387"/>
                </a:lnTo>
                <a:lnTo>
                  <a:pt x="6843" y="2401"/>
                </a:lnTo>
                <a:lnTo>
                  <a:pt x="6855" y="2416"/>
                </a:lnTo>
                <a:lnTo>
                  <a:pt x="6868" y="2430"/>
                </a:lnTo>
                <a:lnTo>
                  <a:pt x="6881" y="2444"/>
                </a:lnTo>
                <a:lnTo>
                  <a:pt x="7994" y="3556"/>
                </a:lnTo>
                <a:lnTo>
                  <a:pt x="8022" y="3585"/>
                </a:lnTo>
                <a:lnTo>
                  <a:pt x="8047" y="3616"/>
                </a:lnTo>
                <a:lnTo>
                  <a:pt x="8072" y="3647"/>
                </a:lnTo>
                <a:lnTo>
                  <a:pt x="8094" y="3680"/>
                </a:lnTo>
                <a:lnTo>
                  <a:pt x="8115" y="3712"/>
                </a:lnTo>
                <a:lnTo>
                  <a:pt x="8134" y="3746"/>
                </a:lnTo>
                <a:lnTo>
                  <a:pt x="8151" y="3780"/>
                </a:lnTo>
                <a:lnTo>
                  <a:pt x="8166" y="3815"/>
                </a:lnTo>
                <a:lnTo>
                  <a:pt x="8179" y="3851"/>
                </a:lnTo>
                <a:lnTo>
                  <a:pt x="8191" y="3887"/>
                </a:lnTo>
                <a:lnTo>
                  <a:pt x="8201" y="3924"/>
                </a:lnTo>
                <a:lnTo>
                  <a:pt x="8209" y="3961"/>
                </a:lnTo>
                <a:lnTo>
                  <a:pt x="8214" y="3998"/>
                </a:lnTo>
                <a:lnTo>
                  <a:pt x="8219" y="4036"/>
                </a:lnTo>
                <a:lnTo>
                  <a:pt x="8222" y="4073"/>
                </a:lnTo>
                <a:lnTo>
                  <a:pt x="8223" y="4111"/>
                </a:lnTo>
                <a:lnTo>
                  <a:pt x="8222" y="4149"/>
                </a:lnTo>
                <a:lnTo>
                  <a:pt x="8219" y="4186"/>
                </a:lnTo>
                <a:lnTo>
                  <a:pt x="8214" y="4224"/>
                </a:lnTo>
                <a:lnTo>
                  <a:pt x="8209" y="4261"/>
                </a:lnTo>
                <a:lnTo>
                  <a:pt x="8201" y="4298"/>
                </a:lnTo>
                <a:lnTo>
                  <a:pt x="8191" y="4335"/>
                </a:lnTo>
                <a:lnTo>
                  <a:pt x="8179" y="4371"/>
                </a:lnTo>
                <a:lnTo>
                  <a:pt x="8166" y="4407"/>
                </a:lnTo>
                <a:lnTo>
                  <a:pt x="8151" y="4442"/>
                </a:lnTo>
                <a:lnTo>
                  <a:pt x="8134" y="4476"/>
                </a:lnTo>
                <a:lnTo>
                  <a:pt x="8115" y="4510"/>
                </a:lnTo>
                <a:lnTo>
                  <a:pt x="8094" y="4542"/>
                </a:lnTo>
                <a:lnTo>
                  <a:pt x="8072" y="4575"/>
                </a:lnTo>
                <a:lnTo>
                  <a:pt x="8047" y="4606"/>
                </a:lnTo>
                <a:lnTo>
                  <a:pt x="8022" y="4637"/>
                </a:lnTo>
                <a:lnTo>
                  <a:pt x="7994" y="4666"/>
                </a:lnTo>
                <a:close/>
              </a:path>
            </a:pathLst>
          </a:custGeom>
          <a:solidFill>
            <a:srgbClr val="C00000"/>
          </a:solidFill>
          <a:ln w="25400" cap="flat" cmpd="sng" algn="ctr">
            <a:noFill/>
            <a:prstDash val="solid"/>
            <a:miter lim="800000"/>
          </a:ln>
          <a:effectLst>
            <a:outerShdw blurRad="50800" dist="381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0" name="文本框 39"/>
          <p:cNvSpPr txBox="1"/>
          <p:nvPr/>
        </p:nvSpPr>
        <p:spPr>
          <a:xfrm>
            <a:off x="5840962" y="2061069"/>
            <a:ext cx="495649" cy="707886"/>
          </a:xfrm>
          <a:prstGeom prst="rect">
            <a:avLst/>
          </a:prstGeom>
          <a:noFill/>
        </p:spPr>
        <p:txBody>
          <a:bodyPr wrap="none" rtlCol="0">
            <a:spAutoFit/>
          </a:bodyPr>
          <a:lstStyle/>
          <a:p>
            <a:r>
              <a:rPr lang="en-US" altLang="zh-CN" sz="4000" b="1" dirty="0">
                <a:solidFill>
                  <a:srgbClr val="FFFFFF"/>
                </a:solidFill>
                <a:ea typeface="微软雅黑" panose="020B0503020204020204" pitchFamily="34" charset="-122"/>
              </a:rPr>
              <a:t>A</a:t>
            </a:r>
            <a:endParaRPr lang="zh-CN" altLang="en-US" sz="4000" b="1" dirty="0">
              <a:solidFill>
                <a:srgbClr val="FFFFFF"/>
              </a:solidFill>
              <a:ea typeface="微软雅黑" panose="020B0503020204020204" pitchFamily="34" charset="-122"/>
            </a:endParaRPr>
          </a:p>
        </p:txBody>
      </p:sp>
      <p:sp>
        <p:nvSpPr>
          <p:cNvPr id="41" name="文本框 40"/>
          <p:cNvSpPr txBox="1"/>
          <p:nvPr/>
        </p:nvSpPr>
        <p:spPr>
          <a:xfrm>
            <a:off x="7188361" y="3390836"/>
            <a:ext cx="471604" cy="707886"/>
          </a:xfrm>
          <a:prstGeom prst="rect">
            <a:avLst/>
          </a:prstGeom>
          <a:noFill/>
        </p:spPr>
        <p:txBody>
          <a:bodyPr wrap="none" rtlCol="0">
            <a:spAutoFit/>
          </a:bodyPr>
          <a:lstStyle/>
          <a:p>
            <a:r>
              <a:rPr lang="en-US" altLang="zh-CN" sz="4000" b="1" dirty="0">
                <a:solidFill>
                  <a:srgbClr val="FFFFFF"/>
                </a:solidFill>
                <a:ea typeface="微软雅黑" panose="020B0503020204020204" pitchFamily="34" charset="-122"/>
              </a:rPr>
              <a:t>B</a:t>
            </a:r>
            <a:endParaRPr lang="zh-CN" altLang="en-US" sz="4000" b="1" dirty="0">
              <a:solidFill>
                <a:srgbClr val="FFFFFF"/>
              </a:solidFill>
              <a:ea typeface="微软雅黑" panose="020B0503020204020204" pitchFamily="34" charset="-122"/>
            </a:endParaRPr>
          </a:p>
        </p:txBody>
      </p:sp>
      <p:sp>
        <p:nvSpPr>
          <p:cNvPr id="42" name="文本框 41"/>
          <p:cNvSpPr txBox="1"/>
          <p:nvPr/>
        </p:nvSpPr>
        <p:spPr>
          <a:xfrm>
            <a:off x="5860999" y="4700506"/>
            <a:ext cx="455574" cy="707886"/>
          </a:xfrm>
          <a:prstGeom prst="rect">
            <a:avLst/>
          </a:prstGeom>
          <a:noFill/>
        </p:spPr>
        <p:txBody>
          <a:bodyPr wrap="none" rtlCol="0">
            <a:spAutoFit/>
          </a:bodyPr>
          <a:lstStyle/>
          <a:p>
            <a:r>
              <a:rPr lang="en-US" altLang="zh-CN" sz="4000" b="1" dirty="0">
                <a:solidFill>
                  <a:srgbClr val="FFFFFF"/>
                </a:solidFill>
                <a:ea typeface="微软雅黑" panose="020B0503020204020204" pitchFamily="34" charset="-122"/>
              </a:rPr>
              <a:t>C</a:t>
            </a:r>
            <a:endParaRPr lang="zh-CN" altLang="en-US" sz="4000" b="1" dirty="0">
              <a:solidFill>
                <a:srgbClr val="FFFFFF"/>
              </a:solidFill>
              <a:ea typeface="微软雅黑" panose="020B0503020204020204" pitchFamily="34" charset="-122"/>
            </a:endParaRPr>
          </a:p>
        </p:txBody>
      </p:sp>
      <p:sp>
        <p:nvSpPr>
          <p:cNvPr id="43" name="文本框 42"/>
          <p:cNvSpPr txBox="1"/>
          <p:nvPr/>
        </p:nvSpPr>
        <p:spPr>
          <a:xfrm>
            <a:off x="4491158" y="3390836"/>
            <a:ext cx="508473" cy="707886"/>
          </a:xfrm>
          <a:prstGeom prst="rect">
            <a:avLst/>
          </a:prstGeom>
          <a:noFill/>
        </p:spPr>
        <p:txBody>
          <a:bodyPr wrap="none" rtlCol="0">
            <a:spAutoFit/>
          </a:bodyPr>
          <a:lstStyle/>
          <a:p>
            <a:r>
              <a:rPr lang="en-US" altLang="zh-CN" sz="4000" b="1" dirty="0">
                <a:solidFill>
                  <a:srgbClr val="FFFFFF"/>
                </a:solidFill>
                <a:ea typeface="微软雅黑" panose="020B0503020204020204" pitchFamily="34" charset="-122"/>
              </a:rPr>
              <a:t>D</a:t>
            </a:r>
            <a:endParaRPr lang="zh-CN" altLang="en-US" sz="4000" b="1" dirty="0">
              <a:solidFill>
                <a:srgbClr val="FFFFFF"/>
              </a:solidFill>
              <a:ea typeface="微软雅黑" panose="020B0503020204020204" pitchFamily="34" charset="-122"/>
            </a:endParaRPr>
          </a:p>
        </p:txBody>
      </p:sp>
      <p:sp>
        <p:nvSpPr>
          <p:cNvPr id="44" name="椭圆 43"/>
          <p:cNvSpPr>
            <a:spLocks noChangeAspect="1"/>
          </p:cNvSpPr>
          <p:nvPr/>
        </p:nvSpPr>
        <p:spPr>
          <a:xfrm>
            <a:off x="683193" y="2436317"/>
            <a:ext cx="593493" cy="593493"/>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5" name="文本框 44"/>
          <p:cNvSpPr txBox="1">
            <a:spLocks/>
          </p:cNvSpPr>
          <p:nvPr/>
        </p:nvSpPr>
        <p:spPr>
          <a:xfrm>
            <a:off x="1331982" y="2445706"/>
            <a:ext cx="288020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46" name="文本框 45"/>
          <p:cNvSpPr txBox="1">
            <a:spLocks/>
          </p:cNvSpPr>
          <p:nvPr/>
        </p:nvSpPr>
        <p:spPr>
          <a:xfrm>
            <a:off x="1331982" y="2066314"/>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7" name="椭圆 46"/>
          <p:cNvSpPr>
            <a:spLocks noChangeAspect="1"/>
          </p:cNvSpPr>
          <p:nvPr/>
        </p:nvSpPr>
        <p:spPr>
          <a:xfrm>
            <a:off x="683193" y="4404452"/>
            <a:ext cx="593493" cy="593493"/>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8" name="文本框 47"/>
          <p:cNvSpPr txBox="1">
            <a:spLocks/>
          </p:cNvSpPr>
          <p:nvPr/>
        </p:nvSpPr>
        <p:spPr>
          <a:xfrm>
            <a:off x="1331982" y="4413841"/>
            <a:ext cx="288020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49" name="文本框 48"/>
          <p:cNvSpPr txBox="1">
            <a:spLocks/>
          </p:cNvSpPr>
          <p:nvPr/>
        </p:nvSpPr>
        <p:spPr>
          <a:xfrm>
            <a:off x="1331982" y="4034449"/>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0" name="椭圆 49"/>
          <p:cNvSpPr>
            <a:spLocks noChangeAspect="1"/>
          </p:cNvSpPr>
          <p:nvPr/>
        </p:nvSpPr>
        <p:spPr>
          <a:xfrm>
            <a:off x="10915314" y="2436317"/>
            <a:ext cx="593493" cy="593493"/>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1" name="文本框 50"/>
          <p:cNvSpPr txBox="1">
            <a:spLocks/>
          </p:cNvSpPr>
          <p:nvPr/>
        </p:nvSpPr>
        <p:spPr>
          <a:xfrm flipH="1">
            <a:off x="7979811" y="2445706"/>
            <a:ext cx="2880207" cy="954107"/>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52" name="文本框 51"/>
          <p:cNvSpPr txBox="1">
            <a:spLocks/>
          </p:cNvSpPr>
          <p:nvPr/>
        </p:nvSpPr>
        <p:spPr>
          <a:xfrm flipH="1">
            <a:off x="7980170" y="2066314"/>
            <a:ext cx="2879848"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3" name="椭圆 52"/>
          <p:cNvSpPr>
            <a:spLocks noChangeAspect="1"/>
          </p:cNvSpPr>
          <p:nvPr/>
        </p:nvSpPr>
        <p:spPr>
          <a:xfrm>
            <a:off x="10915314" y="4404452"/>
            <a:ext cx="593493" cy="593493"/>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4" name="文本框 53"/>
          <p:cNvSpPr txBox="1">
            <a:spLocks/>
          </p:cNvSpPr>
          <p:nvPr/>
        </p:nvSpPr>
        <p:spPr>
          <a:xfrm flipH="1">
            <a:off x="7979811" y="4413841"/>
            <a:ext cx="2880207" cy="954107"/>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55" name="文本框 54"/>
          <p:cNvSpPr txBox="1">
            <a:spLocks/>
          </p:cNvSpPr>
          <p:nvPr/>
        </p:nvSpPr>
        <p:spPr>
          <a:xfrm flipH="1">
            <a:off x="7980170" y="4034449"/>
            <a:ext cx="2879848"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6" name="文本框 55"/>
          <p:cNvSpPr txBox="1"/>
          <p:nvPr/>
        </p:nvSpPr>
        <p:spPr>
          <a:xfrm>
            <a:off x="763373" y="2431261"/>
            <a:ext cx="433132" cy="584775"/>
          </a:xfrm>
          <a:prstGeom prst="rect">
            <a:avLst/>
          </a:prstGeom>
          <a:noFill/>
        </p:spPr>
        <p:txBody>
          <a:bodyPr wrap="none" rtlCol="0">
            <a:spAutoFit/>
          </a:bodyPr>
          <a:lstStyle/>
          <a:p>
            <a:r>
              <a:rPr lang="en-US" altLang="zh-CN" sz="3200" dirty="0">
                <a:solidFill>
                  <a:srgbClr val="FFFFFF"/>
                </a:solidFill>
                <a:ea typeface="微软雅黑" panose="020B0503020204020204" pitchFamily="34" charset="-122"/>
              </a:rPr>
              <a:t>A</a:t>
            </a:r>
            <a:endParaRPr lang="zh-CN" altLang="en-US" sz="3200" dirty="0">
              <a:solidFill>
                <a:srgbClr val="FFFFFF"/>
              </a:solidFill>
              <a:ea typeface="微软雅黑" panose="020B0503020204020204" pitchFamily="34" charset="-122"/>
            </a:endParaRPr>
          </a:p>
        </p:txBody>
      </p:sp>
      <p:sp>
        <p:nvSpPr>
          <p:cNvPr id="57" name="文本框 56"/>
          <p:cNvSpPr txBox="1"/>
          <p:nvPr/>
        </p:nvSpPr>
        <p:spPr>
          <a:xfrm>
            <a:off x="11004311" y="2431261"/>
            <a:ext cx="415498" cy="584775"/>
          </a:xfrm>
          <a:prstGeom prst="rect">
            <a:avLst/>
          </a:prstGeom>
          <a:noFill/>
        </p:spPr>
        <p:txBody>
          <a:bodyPr wrap="none" rtlCol="0">
            <a:spAutoFit/>
          </a:bodyPr>
          <a:lstStyle/>
          <a:p>
            <a:r>
              <a:rPr lang="en-US" altLang="zh-CN" sz="3200" dirty="0">
                <a:solidFill>
                  <a:srgbClr val="FFFFFF"/>
                </a:solidFill>
                <a:ea typeface="微软雅黑" panose="020B0503020204020204" pitchFamily="34" charset="-122"/>
              </a:rPr>
              <a:t>B</a:t>
            </a:r>
            <a:endParaRPr lang="zh-CN" altLang="en-US" sz="3200" dirty="0">
              <a:solidFill>
                <a:srgbClr val="FFFFFF"/>
              </a:solidFill>
              <a:ea typeface="微软雅黑" panose="020B0503020204020204" pitchFamily="34" charset="-122"/>
            </a:endParaRPr>
          </a:p>
        </p:txBody>
      </p:sp>
      <p:sp>
        <p:nvSpPr>
          <p:cNvPr id="58" name="文本框 57"/>
          <p:cNvSpPr txBox="1"/>
          <p:nvPr/>
        </p:nvSpPr>
        <p:spPr>
          <a:xfrm>
            <a:off x="11010723" y="4399396"/>
            <a:ext cx="402674" cy="584775"/>
          </a:xfrm>
          <a:prstGeom prst="rect">
            <a:avLst/>
          </a:prstGeom>
          <a:noFill/>
        </p:spPr>
        <p:txBody>
          <a:bodyPr wrap="none" rtlCol="0">
            <a:spAutoFit/>
          </a:bodyPr>
          <a:lstStyle/>
          <a:p>
            <a:r>
              <a:rPr lang="en-US" altLang="zh-CN" sz="3200" dirty="0">
                <a:solidFill>
                  <a:srgbClr val="FFFFFF"/>
                </a:solidFill>
                <a:ea typeface="微软雅黑" panose="020B0503020204020204" pitchFamily="34" charset="-122"/>
              </a:rPr>
              <a:t>C</a:t>
            </a:r>
            <a:endParaRPr lang="zh-CN" altLang="en-US" sz="3200" dirty="0">
              <a:solidFill>
                <a:srgbClr val="FFFFFF"/>
              </a:solidFill>
              <a:ea typeface="微软雅黑" panose="020B0503020204020204" pitchFamily="34" charset="-122"/>
            </a:endParaRPr>
          </a:p>
        </p:txBody>
      </p:sp>
      <p:sp>
        <p:nvSpPr>
          <p:cNvPr id="59" name="文本框 58"/>
          <p:cNvSpPr txBox="1"/>
          <p:nvPr/>
        </p:nvSpPr>
        <p:spPr>
          <a:xfrm>
            <a:off x="758564" y="4399396"/>
            <a:ext cx="442750" cy="584775"/>
          </a:xfrm>
          <a:prstGeom prst="rect">
            <a:avLst/>
          </a:prstGeom>
          <a:noFill/>
        </p:spPr>
        <p:txBody>
          <a:bodyPr wrap="none" rtlCol="0">
            <a:spAutoFit/>
          </a:bodyPr>
          <a:lstStyle/>
          <a:p>
            <a:r>
              <a:rPr lang="en-US" altLang="zh-CN" sz="3200" dirty="0">
                <a:solidFill>
                  <a:srgbClr val="FFFFFF"/>
                </a:solidFill>
                <a:ea typeface="微软雅黑" panose="020B0503020204020204" pitchFamily="34" charset="-122"/>
              </a:rPr>
              <a:t>D</a:t>
            </a:r>
            <a:endParaRPr lang="zh-CN" altLang="en-US" sz="3200" dirty="0">
              <a:solidFill>
                <a:srgbClr val="FFFFFF"/>
              </a:solidFill>
              <a:ea typeface="微软雅黑" panose="020B0503020204020204" pitchFamily="34" charset="-122"/>
            </a:endParaRPr>
          </a:p>
        </p:txBody>
      </p:sp>
    </p:spTree>
    <p:extLst>
      <p:ext uri="{BB962C8B-B14F-4D97-AF65-F5344CB8AC3E}">
        <p14:creationId xmlns:p14="http://schemas.microsoft.com/office/powerpoint/2010/main" val="334900330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1"/>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4"/>
                                        </p:tgtEl>
                                        <p:attrNameLst>
                                          <p:attrName>style.visibility</p:attrName>
                                        </p:attrNameLst>
                                      </p:cBhvr>
                                      <p:to>
                                        <p:strVal val="visible"/>
                                      </p:to>
                                    </p:set>
                                    <p:anim calcmode="lin" valueType="num">
                                      <p:cBhvr>
                                        <p:cTn id="14" dur="500" fill="hold"/>
                                        <p:tgtEl>
                                          <p:spTgt spid="34"/>
                                        </p:tgtEl>
                                        <p:attrNameLst>
                                          <p:attrName>ppt_w</p:attrName>
                                        </p:attrNameLst>
                                      </p:cBhvr>
                                      <p:tavLst>
                                        <p:tav tm="0">
                                          <p:val>
                                            <p:fltVal val="0"/>
                                          </p:val>
                                        </p:tav>
                                        <p:tav tm="100000">
                                          <p:val>
                                            <p:strVal val="#ppt_w"/>
                                          </p:val>
                                        </p:tav>
                                      </p:tavLst>
                                    </p:anim>
                                    <p:anim calcmode="lin" valueType="num">
                                      <p:cBhvr>
                                        <p:cTn id="15" dur="500" fill="hold"/>
                                        <p:tgtEl>
                                          <p:spTgt spid="34"/>
                                        </p:tgtEl>
                                        <p:attrNameLst>
                                          <p:attrName>ppt_h</p:attrName>
                                        </p:attrNameLst>
                                      </p:cBhvr>
                                      <p:tavLst>
                                        <p:tav tm="0">
                                          <p:val>
                                            <p:fltVal val="0"/>
                                          </p:val>
                                        </p:tav>
                                        <p:tav tm="100000">
                                          <p:val>
                                            <p:strVal val="#ppt_h"/>
                                          </p:val>
                                        </p:tav>
                                      </p:tavLst>
                                    </p:anim>
                                    <p:animEffect transition="in" filter="fade">
                                      <p:cBhvr>
                                        <p:cTn id="16" dur="500"/>
                                        <p:tgtEl>
                                          <p:spTgt spid="34"/>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4"/>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5"/>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36"/>
                                        </p:tgtEl>
                                        <p:attrNameLst>
                                          <p:attrName>style.visibility</p:attrName>
                                        </p:attrNameLst>
                                      </p:cBhvr>
                                      <p:to>
                                        <p:strVal val="visible"/>
                                      </p:to>
                                    </p:set>
                                    <p:anim calcmode="lin" valueType="num">
                                      <p:cBhvr>
                                        <p:cTn id="29" dur="500" fill="hold"/>
                                        <p:tgtEl>
                                          <p:spTgt spid="36"/>
                                        </p:tgtEl>
                                        <p:attrNameLst>
                                          <p:attrName>ppt_w</p:attrName>
                                        </p:attrNameLst>
                                      </p:cBhvr>
                                      <p:tavLst>
                                        <p:tav tm="0">
                                          <p:val>
                                            <p:fltVal val="0"/>
                                          </p:val>
                                        </p:tav>
                                        <p:tav tm="100000">
                                          <p:val>
                                            <p:strVal val="#ppt_w"/>
                                          </p:val>
                                        </p:tav>
                                      </p:tavLst>
                                    </p:anim>
                                    <p:anim calcmode="lin" valueType="num">
                                      <p:cBhvr>
                                        <p:cTn id="30" dur="500" fill="hold"/>
                                        <p:tgtEl>
                                          <p:spTgt spid="36"/>
                                        </p:tgtEl>
                                        <p:attrNameLst>
                                          <p:attrName>ppt_h</p:attrName>
                                        </p:attrNameLst>
                                      </p:cBhvr>
                                      <p:tavLst>
                                        <p:tav tm="0">
                                          <p:val>
                                            <p:fltVal val="0"/>
                                          </p:val>
                                        </p:tav>
                                        <p:tav tm="100000">
                                          <p:val>
                                            <p:strVal val="#ppt_h"/>
                                          </p:val>
                                        </p:tav>
                                      </p:tavLst>
                                    </p:anim>
                                    <p:animEffect transition="in" filter="fade">
                                      <p:cBhvr>
                                        <p:cTn id="31" dur="500"/>
                                        <p:tgtEl>
                                          <p:spTgt spid="36"/>
                                        </p:tgtEl>
                                      </p:cBhvr>
                                    </p:animEffect>
                                  </p:childTnLst>
                                </p:cTn>
                              </p:par>
                              <p:par>
                                <p:cTn id="32" presetID="64" presetClass="path" presetSubtype="0" accel="50000" decel="50000" fill="hold" grpId="1" nodeType="withEffect">
                                  <p:stCondLst>
                                    <p:cond delay="0"/>
                                  </p:stCondLst>
                                  <p:childTnLst>
                                    <p:animMotion origin="layout" path="M 0 -4.81481E-6 L 0 -0.25 " pathEditMode="relative" rAng="0" ptsTypes="AA">
                                      <p:cBhvr>
                                        <p:cTn id="33" dur="1000" spd="-100000" fill="hold"/>
                                        <p:tgtEl>
                                          <p:spTgt spid="36"/>
                                        </p:tgtEl>
                                        <p:attrNameLst>
                                          <p:attrName>ppt_x</p:attrName>
                                          <p:attrName>ppt_y</p:attrName>
                                        </p:attrNameLst>
                                      </p:cBhvr>
                                      <p:rCtr x="0" y="-12500"/>
                                    </p:animMotion>
                                  </p:childTnLst>
                                </p:cTn>
                              </p:par>
                              <p:par>
                                <p:cTn id="34" presetID="53" presetClass="entr" presetSubtype="16" fill="hold" grpId="0" nodeType="withEffect">
                                  <p:stCondLst>
                                    <p:cond delay="250"/>
                                  </p:stCondLst>
                                  <p:childTnLst>
                                    <p:set>
                                      <p:cBhvr>
                                        <p:cTn id="35" dur="1" fill="hold">
                                          <p:stCondLst>
                                            <p:cond delay="0"/>
                                          </p:stCondLst>
                                        </p:cTn>
                                        <p:tgtEl>
                                          <p:spTgt spid="37"/>
                                        </p:tgtEl>
                                        <p:attrNameLst>
                                          <p:attrName>style.visibility</p:attrName>
                                        </p:attrNameLst>
                                      </p:cBhvr>
                                      <p:to>
                                        <p:strVal val="visible"/>
                                      </p:to>
                                    </p:set>
                                    <p:anim calcmode="lin" valueType="num">
                                      <p:cBhvr>
                                        <p:cTn id="36" dur="500" fill="hold"/>
                                        <p:tgtEl>
                                          <p:spTgt spid="37"/>
                                        </p:tgtEl>
                                        <p:attrNameLst>
                                          <p:attrName>ppt_w</p:attrName>
                                        </p:attrNameLst>
                                      </p:cBhvr>
                                      <p:tavLst>
                                        <p:tav tm="0">
                                          <p:val>
                                            <p:fltVal val="0"/>
                                          </p:val>
                                        </p:tav>
                                        <p:tav tm="100000">
                                          <p:val>
                                            <p:strVal val="#ppt_w"/>
                                          </p:val>
                                        </p:tav>
                                      </p:tavLst>
                                    </p:anim>
                                    <p:anim calcmode="lin" valueType="num">
                                      <p:cBhvr>
                                        <p:cTn id="37" dur="500" fill="hold"/>
                                        <p:tgtEl>
                                          <p:spTgt spid="37"/>
                                        </p:tgtEl>
                                        <p:attrNameLst>
                                          <p:attrName>ppt_h</p:attrName>
                                        </p:attrNameLst>
                                      </p:cBhvr>
                                      <p:tavLst>
                                        <p:tav tm="0">
                                          <p:val>
                                            <p:fltVal val="0"/>
                                          </p:val>
                                        </p:tav>
                                        <p:tav tm="100000">
                                          <p:val>
                                            <p:strVal val="#ppt_h"/>
                                          </p:val>
                                        </p:tav>
                                      </p:tavLst>
                                    </p:anim>
                                    <p:animEffect transition="in" filter="fade">
                                      <p:cBhvr>
                                        <p:cTn id="38" dur="500"/>
                                        <p:tgtEl>
                                          <p:spTgt spid="37"/>
                                        </p:tgtEl>
                                      </p:cBhvr>
                                    </p:animEffect>
                                  </p:childTnLst>
                                </p:cTn>
                              </p:par>
                              <p:par>
                                <p:cTn id="39" presetID="63" presetClass="path" presetSubtype="0" accel="50000" decel="50000" fill="hold" grpId="1" nodeType="withEffect">
                                  <p:stCondLst>
                                    <p:cond delay="250"/>
                                  </p:stCondLst>
                                  <p:childTnLst>
                                    <p:animMotion origin="layout" path="M -2.08333E-6 4.81481E-6 L 0.15677 4.81481E-6 " pathEditMode="relative" rAng="0" ptsTypes="AA">
                                      <p:cBhvr>
                                        <p:cTn id="40" dur="1000" spd="-100000" fill="hold"/>
                                        <p:tgtEl>
                                          <p:spTgt spid="37"/>
                                        </p:tgtEl>
                                        <p:attrNameLst>
                                          <p:attrName>ppt_x</p:attrName>
                                          <p:attrName>ppt_y</p:attrName>
                                        </p:attrNameLst>
                                      </p:cBhvr>
                                      <p:rCtr x="7839" y="0"/>
                                    </p:animMotion>
                                  </p:childTnLst>
                                </p:cTn>
                              </p:par>
                              <p:par>
                                <p:cTn id="41" presetID="53" presetClass="entr" presetSubtype="16" fill="hold" grpId="0" nodeType="withEffect">
                                  <p:stCondLst>
                                    <p:cond delay="500"/>
                                  </p:stCondLst>
                                  <p:childTnLst>
                                    <p:set>
                                      <p:cBhvr>
                                        <p:cTn id="42" dur="1" fill="hold">
                                          <p:stCondLst>
                                            <p:cond delay="0"/>
                                          </p:stCondLst>
                                        </p:cTn>
                                        <p:tgtEl>
                                          <p:spTgt spid="38"/>
                                        </p:tgtEl>
                                        <p:attrNameLst>
                                          <p:attrName>style.visibility</p:attrName>
                                        </p:attrNameLst>
                                      </p:cBhvr>
                                      <p:to>
                                        <p:strVal val="visible"/>
                                      </p:to>
                                    </p:set>
                                    <p:anim calcmode="lin" valueType="num">
                                      <p:cBhvr>
                                        <p:cTn id="43" dur="500" fill="hold"/>
                                        <p:tgtEl>
                                          <p:spTgt spid="38"/>
                                        </p:tgtEl>
                                        <p:attrNameLst>
                                          <p:attrName>ppt_w</p:attrName>
                                        </p:attrNameLst>
                                      </p:cBhvr>
                                      <p:tavLst>
                                        <p:tav tm="0">
                                          <p:val>
                                            <p:fltVal val="0"/>
                                          </p:val>
                                        </p:tav>
                                        <p:tav tm="100000">
                                          <p:val>
                                            <p:strVal val="#ppt_w"/>
                                          </p:val>
                                        </p:tav>
                                      </p:tavLst>
                                    </p:anim>
                                    <p:anim calcmode="lin" valueType="num">
                                      <p:cBhvr>
                                        <p:cTn id="44" dur="500" fill="hold"/>
                                        <p:tgtEl>
                                          <p:spTgt spid="38"/>
                                        </p:tgtEl>
                                        <p:attrNameLst>
                                          <p:attrName>ppt_h</p:attrName>
                                        </p:attrNameLst>
                                      </p:cBhvr>
                                      <p:tavLst>
                                        <p:tav tm="0">
                                          <p:val>
                                            <p:fltVal val="0"/>
                                          </p:val>
                                        </p:tav>
                                        <p:tav tm="100000">
                                          <p:val>
                                            <p:strVal val="#ppt_h"/>
                                          </p:val>
                                        </p:tav>
                                      </p:tavLst>
                                    </p:anim>
                                    <p:animEffect transition="in" filter="fade">
                                      <p:cBhvr>
                                        <p:cTn id="45" dur="500"/>
                                        <p:tgtEl>
                                          <p:spTgt spid="38"/>
                                        </p:tgtEl>
                                      </p:cBhvr>
                                    </p:animEffect>
                                  </p:childTnLst>
                                </p:cTn>
                              </p:par>
                              <p:par>
                                <p:cTn id="46" presetID="42" presetClass="path" presetSubtype="0" accel="50000" decel="50000" fill="hold" grpId="1" nodeType="withEffect">
                                  <p:stCondLst>
                                    <p:cond delay="500"/>
                                  </p:stCondLst>
                                  <p:childTnLst>
                                    <p:animMotion origin="layout" path="M 0 4.44444E-6 L 0 0.25 " pathEditMode="relative" rAng="0" ptsTypes="AA">
                                      <p:cBhvr>
                                        <p:cTn id="47" dur="1000" spd="-100000" fill="hold"/>
                                        <p:tgtEl>
                                          <p:spTgt spid="38"/>
                                        </p:tgtEl>
                                        <p:attrNameLst>
                                          <p:attrName>ppt_x</p:attrName>
                                          <p:attrName>ppt_y</p:attrName>
                                        </p:attrNameLst>
                                      </p:cBhvr>
                                      <p:rCtr x="0" y="12500"/>
                                    </p:animMotion>
                                  </p:childTnLst>
                                </p:cTn>
                              </p:par>
                              <p:par>
                                <p:cTn id="48" presetID="53" presetClass="entr" presetSubtype="16" fill="hold" grpId="0" nodeType="withEffect">
                                  <p:stCondLst>
                                    <p:cond delay="750"/>
                                  </p:stCondLst>
                                  <p:childTnLst>
                                    <p:set>
                                      <p:cBhvr>
                                        <p:cTn id="49" dur="1" fill="hold">
                                          <p:stCondLst>
                                            <p:cond delay="0"/>
                                          </p:stCondLst>
                                        </p:cTn>
                                        <p:tgtEl>
                                          <p:spTgt spid="39"/>
                                        </p:tgtEl>
                                        <p:attrNameLst>
                                          <p:attrName>style.visibility</p:attrName>
                                        </p:attrNameLst>
                                      </p:cBhvr>
                                      <p:to>
                                        <p:strVal val="visible"/>
                                      </p:to>
                                    </p:set>
                                    <p:anim calcmode="lin" valueType="num">
                                      <p:cBhvr>
                                        <p:cTn id="50" dur="500" fill="hold"/>
                                        <p:tgtEl>
                                          <p:spTgt spid="39"/>
                                        </p:tgtEl>
                                        <p:attrNameLst>
                                          <p:attrName>ppt_w</p:attrName>
                                        </p:attrNameLst>
                                      </p:cBhvr>
                                      <p:tavLst>
                                        <p:tav tm="0">
                                          <p:val>
                                            <p:fltVal val="0"/>
                                          </p:val>
                                        </p:tav>
                                        <p:tav tm="100000">
                                          <p:val>
                                            <p:strVal val="#ppt_w"/>
                                          </p:val>
                                        </p:tav>
                                      </p:tavLst>
                                    </p:anim>
                                    <p:anim calcmode="lin" valueType="num">
                                      <p:cBhvr>
                                        <p:cTn id="51" dur="500" fill="hold"/>
                                        <p:tgtEl>
                                          <p:spTgt spid="39"/>
                                        </p:tgtEl>
                                        <p:attrNameLst>
                                          <p:attrName>ppt_h</p:attrName>
                                        </p:attrNameLst>
                                      </p:cBhvr>
                                      <p:tavLst>
                                        <p:tav tm="0">
                                          <p:val>
                                            <p:fltVal val="0"/>
                                          </p:val>
                                        </p:tav>
                                        <p:tav tm="100000">
                                          <p:val>
                                            <p:strVal val="#ppt_h"/>
                                          </p:val>
                                        </p:tav>
                                      </p:tavLst>
                                    </p:anim>
                                    <p:animEffect transition="in" filter="fade">
                                      <p:cBhvr>
                                        <p:cTn id="52" dur="500"/>
                                        <p:tgtEl>
                                          <p:spTgt spid="39"/>
                                        </p:tgtEl>
                                      </p:cBhvr>
                                    </p:animEffect>
                                  </p:childTnLst>
                                </p:cTn>
                              </p:par>
                              <p:par>
                                <p:cTn id="53" presetID="35" presetClass="path" presetSubtype="0" accel="50000" decel="50000" fill="hold" grpId="1" nodeType="withEffect">
                                  <p:stCondLst>
                                    <p:cond delay="750"/>
                                  </p:stCondLst>
                                  <p:childTnLst>
                                    <p:animMotion origin="layout" path="M 2.08333E-6 4.81481E-6 L -0.15677 4.81481E-6 " pathEditMode="relative" rAng="0" ptsTypes="AA">
                                      <p:cBhvr>
                                        <p:cTn id="54" dur="1000" spd="-100000" fill="hold"/>
                                        <p:tgtEl>
                                          <p:spTgt spid="39"/>
                                        </p:tgtEl>
                                        <p:attrNameLst>
                                          <p:attrName>ppt_x</p:attrName>
                                          <p:attrName>ppt_y</p:attrName>
                                        </p:attrNameLst>
                                      </p:cBhvr>
                                      <p:rCtr x="-7839" y="0"/>
                                    </p:animMotion>
                                  </p:childTnLst>
                                </p:cTn>
                              </p:par>
                            </p:childTnLst>
                          </p:cTn>
                        </p:par>
                        <p:par>
                          <p:cTn id="55" fill="hold">
                            <p:stCondLst>
                              <p:cond delay="3250"/>
                            </p:stCondLst>
                            <p:childTnLst>
                              <p:par>
                                <p:cTn id="56" presetID="23" presetClass="entr" presetSubtype="528" fill="hold" grpId="0" nodeType="afterEffect">
                                  <p:stCondLst>
                                    <p:cond delay="0"/>
                                  </p:stCondLst>
                                  <p:childTnLst>
                                    <p:set>
                                      <p:cBhvr>
                                        <p:cTn id="57" dur="1" fill="hold">
                                          <p:stCondLst>
                                            <p:cond delay="0"/>
                                          </p:stCondLst>
                                        </p:cTn>
                                        <p:tgtEl>
                                          <p:spTgt spid="40"/>
                                        </p:tgtEl>
                                        <p:attrNameLst>
                                          <p:attrName>style.visibility</p:attrName>
                                        </p:attrNameLst>
                                      </p:cBhvr>
                                      <p:to>
                                        <p:strVal val="visible"/>
                                      </p:to>
                                    </p:set>
                                    <p:anim calcmode="lin" valueType="num">
                                      <p:cBhvr>
                                        <p:cTn id="58" dur="250" fill="hold"/>
                                        <p:tgtEl>
                                          <p:spTgt spid="40"/>
                                        </p:tgtEl>
                                        <p:attrNameLst>
                                          <p:attrName>ppt_w</p:attrName>
                                        </p:attrNameLst>
                                      </p:cBhvr>
                                      <p:tavLst>
                                        <p:tav tm="0">
                                          <p:val>
                                            <p:fltVal val="0"/>
                                          </p:val>
                                        </p:tav>
                                        <p:tav tm="100000">
                                          <p:val>
                                            <p:strVal val="#ppt_w"/>
                                          </p:val>
                                        </p:tav>
                                      </p:tavLst>
                                    </p:anim>
                                    <p:anim calcmode="lin" valueType="num">
                                      <p:cBhvr>
                                        <p:cTn id="59" dur="250" fill="hold"/>
                                        <p:tgtEl>
                                          <p:spTgt spid="40"/>
                                        </p:tgtEl>
                                        <p:attrNameLst>
                                          <p:attrName>ppt_h</p:attrName>
                                        </p:attrNameLst>
                                      </p:cBhvr>
                                      <p:tavLst>
                                        <p:tav tm="0">
                                          <p:val>
                                            <p:fltVal val="0"/>
                                          </p:val>
                                        </p:tav>
                                        <p:tav tm="100000">
                                          <p:val>
                                            <p:strVal val="#ppt_h"/>
                                          </p:val>
                                        </p:tav>
                                      </p:tavLst>
                                    </p:anim>
                                    <p:anim calcmode="lin" valueType="num">
                                      <p:cBhvr>
                                        <p:cTn id="60" dur="250" fill="hold"/>
                                        <p:tgtEl>
                                          <p:spTgt spid="40"/>
                                        </p:tgtEl>
                                        <p:attrNameLst>
                                          <p:attrName>ppt_x</p:attrName>
                                        </p:attrNameLst>
                                      </p:cBhvr>
                                      <p:tavLst>
                                        <p:tav tm="0">
                                          <p:val>
                                            <p:fltVal val="0.5"/>
                                          </p:val>
                                        </p:tav>
                                        <p:tav tm="100000">
                                          <p:val>
                                            <p:strVal val="#ppt_x"/>
                                          </p:val>
                                        </p:tav>
                                      </p:tavLst>
                                    </p:anim>
                                    <p:anim calcmode="lin" valueType="num">
                                      <p:cBhvr>
                                        <p:cTn id="61" dur="250" fill="hold"/>
                                        <p:tgtEl>
                                          <p:spTgt spid="40"/>
                                        </p:tgtEl>
                                        <p:attrNameLst>
                                          <p:attrName>ppt_y</p:attrName>
                                        </p:attrNameLst>
                                      </p:cBhvr>
                                      <p:tavLst>
                                        <p:tav tm="0">
                                          <p:val>
                                            <p:fltVal val="0.5"/>
                                          </p:val>
                                        </p:tav>
                                        <p:tav tm="100000">
                                          <p:val>
                                            <p:strVal val="#ppt_y"/>
                                          </p:val>
                                        </p:tav>
                                      </p:tavLst>
                                    </p:anim>
                                  </p:childTnLst>
                                </p:cTn>
                              </p:par>
                            </p:childTnLst>
                          </p:cTn>
                        </p:par>
                        <p:par>
                          <p:cTn id="62" fill="hold">
                            <p:stCondLst>
                              <p:cond delay="3500"/>
                            </p:stCondLst>
                            <p:childTnLst>
                              <p:par>
                                <p:cTn id="63" presetID="53" presetClass="entr" presetSubtype="16" fill="hold" grpId="0" nodeType="afterEffect">
                                  <p:stCondLst>
                                    <p:cond delay="0"/>
                                  </p:stCondLst>
                                  <p:childTnLst>
                                    <p:set>
                                      <p:cBhvr>
                                        <p:cTn id="64" dur="1" fill="hold">
                                          <p:stCondLst>
                                            <p:cond delay="0"/>
                                          </p:stCondLst>
                                        </p:cTn>
                                        <p:tgtEl>
                                          <p:spTgt spid="44"/>
                                        </p:tgtEl>
                                        <p:attrNameLst>
                                          <p:attrName>style.visibility</p:attrName>
                                        </p:attrNameLst>
                                      </p:cBhvr>
                                      <p:to>
                                        <p:strVal val="visible"/>
                                      </p:to>
                                    </p:set>
                                    <p:anim calcmode="lin" valueType="num">
                                      <p:cBhvr>
                                        <p:cTn id="65" dur="250" fill="hold"/>
                                        <p:tgtEl>
                                          <p:spTgt spid="44"/>
                                        </p:tgtEl>
                                        <p:attrNameLst>
                                          <p:attrName>ppt_w</p:attrName>
                                        </p:attrNameLst>
                                      </p:cBhvr>
                                      <p:tavLst>
                                        <p:tav tm="0">
                                          <p:val>
                                            <p:fltVal val="0"/>
                                          </p:val>
                                        </p:tav>
                                        <p:tav tm="100000">
                                          <p:val>
                                            <p:strVal val="#ppt_w"/>
                                          </p:val>
                                        </p:tav>
                                      </p:tavLst>
                                    </p:anim>
                                    <p:anim calcmode="lin" valueType="num">
                                      <p:cBhvr>
                                        <p:cTn id="66" dur="250" fill="hold"/>
                                        <p:tgtEl>
                                          <p:spTgt spid="44"/>
                                        </p:tgtEl>
                                        <p:attrNameLst>
                                          <p:attrName>ppt_h</p:attrName>
                                        </p:attrNameLst>
                                      </p:cBhvr>
                                      <p:tavLst>
                                        <p:tav tm="0">
                                          <p:val>
                                            <p:fltVal val="0"/>
                                          </p:val>
                                        </p:tav>
                                        <p:tav tm="100000">
                                          <p:val>
                                            <p:strVal val="#ppt_h"/>
                                          </p:val>
                                        </p:tav>
                                      </p:tavLst>
                                    </p:anim>
                                    <p:animEffect transition="in" filter="fade">
                                      <p:cBhvr>
                                        <p:cTn id="67" dur="250"/>
                                        <p:tgtEl>
                                          <p:spTgt spid="44"/>
                                        </p:tgtEl>
                                      </p:cBhvr>
                                    </p:animEffect>
                                  </p:childTnLst>
                                </p:cTn>
                              </p:par>
                              <p:par>
                                <p:cTn id="68" presetID="6" presetClass="emph" presetSubtype="0" decel="100000" fill="hold" grpId="1" nodeType="withEffect">
                                  <p:stCondLst>
                                    <p:cond delay="200"/>
                                  </p:stCondLst>
                                  <p:childTnLst>
                                    <p:animScale>
                                      <p:cBhvr>
                                        <p:cTn id="69" dur="250" fill="hold"/>
                                        <p:tgtEl>
                                          <p:spTgt spid="44"/>
                                        </p:tgtEl>
                                      </p:cBhvr>
                                      <p:by x="120000" y="120000"/>
                                    </p:animScale>
                                  </p:childTnLst>
                                </p:cTn>
                              </p:par>
                              <p:par>
                                <p:cTn id="70" presetID="6" presetClass="emph" presetSubtype="0" decel="100000" fill="hold" grpId="2" nodeType="withEffect">
                                  <p:stCondLst>
                                    <p:cond delay="400"/>
                                  </p:stCondLst>
                                  <p:childTnLst>
                                    <p:animScale>
                                      <p:cBhvr>
                                        <p:cTn id="71" dur="250" fill="hold"/>
                                        <p:tgtEl>
                                          <p:spTgt spid="44"/>
                                        </p:tgtEl>
                                      </p:cBhvr>
                                      <p:by x="83000" y="83000"/>
                                    </p:animScale>
                                  </p:childTnLst>
                                </p:cTn>
                              </p:par>
                              <p:par>
                                <p:cTn id="72" presetID="53" presetClass="entr" presetSubtype="16" fill="hold" grpId="0" nodeType="withEffect">
                                  <p:stCondLst>
                                    <p:cond delay="400"/>
                                  </p:stCondLst>
                                  <p:childTnLst>
                                    <p:set>
                                      <p:cBhvr>
                                        <p:cTn id="73" dur="1" fill="hold">
                                          <p:stCondLst>
                                            <p:cond delay="0"/>
                                          </p:stCondLst>
                                        </p:cTn>
                                        <p:tgtEl>
                                          <p:spTgt spid="56"/>
                                        </p:tgtEl>
                                        <p:attrNameLst>
                                          <p:attrName>style.visibility</p:attrName>
                                        </p:attrNameLst>
                                      </p:cBhvr>
                                      <p:to>
                                        <p:strVal val="visible"/>
                                      </p:to>
                                    </p:set>
                                    <p:anim calcmode="lin" valueType="num">
                                      <p:cBhvr>
                                        <p:cTn id="74" dur="250" fill="hold"/>
                                        <p:tgtEl>
                                          <p:spTgt spid="56"/>
                                        </p:tgtEl>
                                        <p:attrNameLst>
                                          <p:attrName>ppt_w</p:attrName>
                                        </p:attrNameLst>
                                      </p:cBhvr>
                                      <p:tavLst>
                                        <p:tav tm="0">
                                          <p:val>
                                            <p:fltVal val="0"/>
                                          </p:val>
                                        </p:tav>
                                        <p:tav tm="100000">
                                          <p:val>
                                            <p:strVal val="#ppt_w"/>
                                          </p:val>
                                        </p:tav>
                                      </p:tavLst>
                                    </p:anim>
                                    <p:anim calcmode="lin" valueType="num">
                                      <p:cBhvr>
                                        <p:cTn id="75" dur="250" fill="hold"/>
                                        <p:tgtEl>
                                          <p:spTgt spid="56"/>
                                        </p:tgtEl>
                                        <p:attrNameLst>
                                          <p:attrName>ppt_h</p:attrName>
                                        </p:attrNameLst>
                                      </p:cBhvr>
                                      <p:tavLst>
                                        <p:tav tm="0">
                                          <p:val>
                                            <p:fltVal val="0"/>
                                          </p:val>
                                        </p:tav>
                                        <p:tav tm="100000">
                                          <p:val>
                                            <p:strVal val="#ppt_h"/>
                                          </p:val>
                                        </p:tav>
                                      </p:tavLst>
                                    </p:anim>
                                    <p:animEffect transition="in" filter="fade">
                                      <p:cBhvr>
                                        <p:cTn id="76" dur="250"/>
                                        <p:tgtEl>
                                          <p:spTgt spid="56"/>
                                        </p:tgtEl>
                                      </p:cBhvr>
                                    </p:animEffect>
                                  </p:childTnLst>
                                </p:cTn>
                              </p:par>
                              <p:par>
                                <p:cTn id="77" presetID="6" presetClass="emph" presetSubtype="0" decel="100000" fill="hold" grpId="1" nodeType="withEffect">
                                  <p:stCondLst>
                                    <p:cond delay="600"/>
                                  </p:stCondLst>
                                  <p:childTnLst>
                                    <p:animScale>
                                      <p:cBhvr>
                                        <p:cTn id="78" dur="250" fill="hold"/>
                                        <p:tgtEl>
                                          <p:spTgt spid="56"/>
                                        </p:tgtEl>
                                      </p:cBhvr>
                                      <p:by x="120000" y="120000"/>
                                    </p:animScale>
                                  </p:childTnLst>
                                </p:cTn>
                              </p:par>
                              <p:par>
                                <p:cTn id="79" presetID="6" presetClass="emph" presetSubtype="0" decel="100000" fill="hold" grpId="2" nodeType="withEffect">
                                  <p:stCondLst>
                                    <p:cond delay="800"/>
                                  </p:stCondLst>
                                  <p:childTnLst>
                                    <p:animScale>
                                      <p:cBhvr>
                                        <p:cTn id="80" dur="250" fill="hold"/>
                                        <p:tgtEl>
                                          <p:spTgt spid="56"/>
                                        </p:tgtEl>
                                      </p:cBhvr>
                                      <p:by x="83000" y="83000"/>
                                    </p:animScale>
                                  </p:childTnLst>
                                </p:cTn>
                              </p:par>
                              <p:par>
                                <p:cTn id="81" presetID="53" presetClass="entr" presetSubtype="16" fill="hold" grpId="0" nodeType="withEffect">
                                  <p:stCondLst>
                                    <p:cond delay="500"/>
                                  </p:stCondLst>
                                  <p:childTnLst>
                                    <p:set>
                                      <p:cBhvr>
                                        <p:cTn id="82" dur="1" fill="hold">
                                          <p:stCondLst>
                                            <p:cond delay="0"/>
                                          </p:stCondLst>
                                        </p:cTn>
                                        <p:tgtEl>
                                          <p:spTgt spid="46"/>
                                        </p:tgtEl>
                                        <p:attrNameLst>
                                          <p:attrName>style.visibility</p:attrName>
                                        </p:attrNameLst>
                                      </p:cBhvr>
                                      <p:to>
                                        <p:strVal val="visible"/>
                                      </p:to>
                                    </p:set>
                                    <p:anim calcmode="lin" valueType="num">
                                      <p:cBhvr>
                                        <p:cTn id="83" dur="500" fill="hold"/>
                                        <p:tgtEl>
                                          <p:spTgt spid="46"/>
                                        </p:tgtEl>
                                        <p:attrNameLst>
                                          <p:attrName>ppt_w</p:attrName>
                                        </p:attrNameLst>
                                      </p:cBhvr>
                                      <p:tavLst>
                                        <p:tav tm="0">
                                          <p:val>
                                            <p:fltVal val="0"/>
                                          </p:val>
                                        </p:tav>
                                        <p:tav tm="100000">
                                          <p:val>
                                            <p:strVal val="#ppt_w"/>
                                          </p:val>
                                        </p:tav>
                                      </p:tavLst>
                                    </p:anim>
                                    <p:anim calcmode="lin" valueType="num">
                                      <p:cBhvr>
                                        <p:cTn id="84" dur="500" fill="hold"/>
                                        <p:tgtEl>
                                          <p:spTgt spid="46"/>
                                        </p:tgtEl>
                                        <p:attrNameLst>
                                          <p:attrName>ppt_h</p:attrName>
                                        </p:attrNameLst>
                                      </p:cBhvr>
                                      <p:tavLst>
                                        <p:tav tm="0">
                                          <p:val>
                                            <p:fltVal val="0"/>
                                          </p:val>
                                        </p:tav>
                                        <p:tav tm="100000">
                                          <p:val>
                                            <p:strVal val="#ppt_h"/>
                                          </p:val>
                                        </p:tav>
                                      </p:tavLst>
                                    </p:anim>
                                    <p:animEffect transition="in" filter="fade">
                                      <p:cBhvr>
                                        <p:cTn id="85" dur="500"/>
                                        <p:tgtEl>
                                          <p:spTgt spid="46"/>
                                        </p:tgtEl>
                                      </p:cBhvr>
                                    </p:animEffect>
                                  </p:childTnLst>
                                </p:cTn>
                              </p:par>
                              <p:par>
                                <p:cTn id="86" presetID="63" presetClass="path" presetSubtype="0" accel="50000" decel="50000" fill="hold" grpId="1" nodeType="withEffect">
                                  <p:stCondLst>
                                    <p:cond delay="500"/>
                                  </p:stCondLst>
                                  <p:childTnLst>
                                    <p:animMotion origin="layout" path="M -3.75E-6 2.96296E-6 L 0.14102 2.96296E-6 " pathEditMode="relative" rAng="0" ptsTypes="AA">
                                      <p:cBhvr>
                                        <p:cTn id="87" dur="1000" spd="-100000" fill="hold"/>
                                        <p:tgtEl>
                                          <p:spTgt spid="46"/>
                                        </p:tgtEl>
                                        <p:attrNameLst>
                                          <p:attrName>ppt_x</p:attrName>
                                          <p:attrName>ppt_y</p:attrName>
                                        </p:attrNameLst>
                                      </p:cBhvr>
                                      <p:rCtr x="7044" y="0"/>
                                    </p:animMotion>
                                  </p:childTnLst>
                                </p:cTn>
                              </p:par>
                              <p:par>
                                <p:cTn id="88" presetID="53" presetClass="entr" presetSubtype="16" fill="hold" grpId="0" nodeType="withEffect">
                                  <p:stCondLst>
                                    <p:cond delay="1250"/>
                                  </p:stCondLst>
                                  <p:iterate type="lt">
                                    <p:tmPct val="10000"/>
                                  </p:iterate>
                                  <p:childTnLst>
                                    <p:set>
                                      <p:cBhvr>
                                        <p:cTn id="89" dur="1" fill="hold">
                                          <p:stCondLst>
                                            <p:cond delay="0"/>
                                          </p:stCondLst>
                                        </p:cTn>
                                        <p:tgtEl>
                                          <p:spTgt spid="45"/>
                                        </p:tgtEl>
                                        <p:attrNameLst>
                                          <p:attrName>style.visibility</p:attrName>
                                        </p:attrNameLst>
                                      </p:cBhvr>
                                      <p:to>
                                        <p:strVal val="visible"/>
                                      </p:to>
                                    </p:set>
                                    <p:anim calcmode="lin" valueType="num">
                                      <p:cBhvr>
                                        <p:cTn id="90" dur="250" fill="hold"/>
                                        <p:tgtEl>
                                          <p:spTgt spid="45"/>
                                        </p:tgtEl>
                                        <p:attrNameLst>
                                          <p:attrName>ppt_w</p:attrName>
                                        </p:attrNameLst>
                                      </p:cBhvr>
                                      <p:tavLst>
                                        <p:tav tm="0">
                                          <p:val>
                                            <p:fltVal val="0"/>
                                          </p:val>
                                        </p:tav>
                                        <p:tav tm="100000">
                                          <p:val>
                                            <p:strVal val="#ppt_w"/>
                                          </p:val>
                                        </p:tav>
                                      </p:tavLst>
                                    </p:anim>
                                    <p:anim calcmode="lin" valueType="num">
                                      <p:cBhvr>
                                        <p:cTn id="91" dur="250" fill="hold"/>
                                        <p:tgtEl>
                                          <p:spTgt spid="45"/>
                                        </p:tgtEl>
                                        <p:attrNameLst>
                                          <p:attrName>ppt_h</p:attrName>
                                        </p:attrNameLst>
                                      </p:cBhvr>
                                      <p:tavLst>
                                        <p:tav tm="0">
                                          <p:val>
                                            <p:fltVal val="0"/>
                                          </p:val>
                                        </p:tav>
                                        <p:tav tm="100000">
                                          <p:val>
                                            <p:strVal val="#ppt_h"/>
                                          </p:val>
                                        </p:tav>
                                      </p:tavLst>
                                    </p:anim>
                                    <p:animEffect transition="in" filter="fade">
                                      <p:cBhvr>
                                        <p:cTn id="92" dur="250"/>
                                        <p:tgtEl>
                                          <p:spTgt spid="45"/>
                                        </p:tgtEl>
                                      </p:cBhvr>
                                    </p:animEffect>
                                  </p:childTnLst>
                                </p:cTn>
                              </p:par>
                            </p:childTnLst>
                          </p:cTn>
                        </p:par>
                        <p:par>
                          <p:cTn id="93" fill="hold">
                            <p:stCondLst>
                              <p:cond delay="6300"/>
                            </p:stCondLst>
                            <p:childTnLst>
                              <p:par>
                                <p:cTn id="94" presetID="23" presetClass="entr" presetSubtype="528" fill="hold" grpId="0" nodeType="afterEffect">
                                  <p:stCondLst>
                                    <p:cond delay="0"/>
                                  </p:stCondLst>
                                  <p:childTnLst>
                                    <p:set>
                                      <p:cBhvr>
                                        <p:cTn id="95" dur="1" fill="hold">
                                          <p:stCondLst>
                                            <p:cond delay="0"/>
                                          </p:stCondLst>
                                        </p:cTn>
                                        <p:tgtEl>
                                          <p:spTgt spid="41"/>
                                        </p:tgtEl>
                                        <p:attrNameLst>
                                          <p:attrName>style.visibility</p:attrName>
                                        </p:attrNameLst>
                                      </p:cBhvr>
                                      <p:to>
                                        <p:strVal val="visible"/>
                                      </p:to>
                                    </p:set>
                                    <p:anim calcmode="lin" valueType="num">
                                      <p:cBhvr>
                                        <p:cTn id="96" dur="250" fill="hold"/>
                                        <p:tgtEl>
                                          <p:spTgt spid="41"/>
                                        </p:tgtEl>
                                        <p:attrNameLst>
                                          <p:attrName>ppt_w</p:attrName>
                                        </p:attrNameLst>
                                      </p:cBhvr>
                                      <p:tavLst>
                                        <p:tav tm="0">
                                          <p:val>
                                            <p:fltVal val="0"/>
                                          </p:val>
                                        </p:tav>
                                        <p:tav tm="100000">
                                          <p:val>
                                            <p:strVal val="#ppt_w"/>
                                          </p:val>
                                        </p:tav>
                                      </p:tavLst>
                                    </p:anim>
                                    <p:anim calcmode="lin" valueType="num">
                                      <p:cBhvr>
                                        <p:cTn id="97" dur="250" fill="hold"/>
                                        <p:tgtEl>
                                          <p:spTgt spid="41"/>
                                        </p:tgtEl>
                                        <p:attrNameLst>
                                          <p:attrName>ppt_h</p:attrName>
                                        </p:attrNameLst>
                                      </p:cBhvr>
                                      <p:tavLst>
                                        <p:tav tm="0">
                                          <p:val>
                                            <p:fltVal val="0"/>
                                          </p:val>
                                        </p:tav>
                                        <p:tav tm="100000">
                                          <p:val>
                                            <p:strVal val="#ppt_h"/>
                                          </p:val>
                                        </p:tav>
                                      </p:tavLst>
                                    </p:anim>
                                    <p:anim calcmode="lin" valueType="num">
                                      <p:cBhvr>
                                        <p:cTn id="98" dur="250" fill="hold"/>
                                        <p:tgtEl>
                                          <p:spTgt spid="41"/>
                                        </p:tgtEl>
                                        <p:attrNameLst>
                                          <p:attrName>ppt_x</p:attrName>
                                        </p:attrNameLst>
                                      </p:cBhvr>
                                      <p:tavLst>
                                        <p:tav tm="0">
                                          <p:val>
                                            <p:fltVal val="0.5"/>
                                          </p:val>
                                        </p:tav>
                                        <p:tav tm="100000">
                                          <p:val>
                                            <p:strVal val="#ppt_x"/>
                                          </p:val>
                                        </p:tav>
                                      </p:tavLst>
                                    </p:anim>
                                    <p:anim calcmode="lin" valueType="num">
                                      <p:cBhvr>
                                        <p:cTn id="99" dur="250" fill="hold"/>
                                        <p:tgtEl>
                                          <p:spTgt spid="41"/>
                                        </p:tgtEl>
                                        <p:attrNameLst>
                                          <p:attrName>ppt_y</p:attrName>
                                        </p:attrNameLst>
                                      </p:cBhvr>
                                      <p:tavLst>
                                        <p:tav tm="0">
                                          <p:val>
                                            <p:fltVal val="0.5"/>
                                          </p:val>
                                        </p:tav>
                                        <p:tav tm="100000">
                                          <p:val>
                                            <p:strVal val="#ppt_y"/>
                                          </p:val>
                                        </p:tav>
                                      </p:tavLst>
                                    </p:anim>
                                  </p:childTnLst>
                                </p:cTn>
                              </p:par>
                            </p:childTnLst>
                          </p:cTn>
                        </p:par>
                        <p:par>
                          <p:cTn id="100" fill="hold">
                            <p:stCondLst>
                              <p:cond delay="6550"/>
                            </p:stCondLst>
                            <p:childTnLst>
                              <p:par>
                                <p:cTn id="101" presetID="53" presetClass="entr" presetSubtype="16" fill="hold" grpId="0" nodeType="afterEffect">
                                  <p:stCondLst>
                                    <p:cond delay="0"/>
                                  </p:stCondLst>
                                  <p:childTnLst>
                                    <p:set>
                                      <p:cBhvr>
                                        <p:cTn id="102" dur="1" fill="hold">
                                          <p:stCondLst>
                                            <p:cond delay="0"/>
                                          </p:stCondLst>
                                        </p:cTn>
                                        <p:tgtEl>
                                          <p:spTgt spid="50"/>
                                        </p:tgtEl>
                                        <p:attrNameLst>
                                          <p:attrName>style.visibility</p:attrName>
                                        </p:attrNameLst>
                                      </p:cBhvr>
                                      <p:to>
                                        <p:strVal val="visible"/>
                                      </p:to>
                                    </p:set>
                                    <p:anim calcmode="lin" valueType="num">
                                      <p:cBhvr>
                                        <p:cTn id="103" dur="250" fill="hold"/>
                                        <p:tgtEl>
                                          <p:spTgt spid="50"/>
                                        </p:tgtEl>
                                        <p:attrNameLst>
                                          <p:attrName>ppt_w</p:attrName>
                                        </p:attrNameLst>
                                      </p:cBhvr>
                                      <p:tavLst>
                                        <p:tav tm="0">
                                          <p:val>
                                            <p:fltVal val="0"/>
                                          </p:val>
                                        </p:tav>
                                        <p:tav tm="100000">
                                          <p:val>
                                            <p:strVal val="#ppt_w"/>
                                          </p:val>
                                        </p:tav>
                                      </p:tavLst>
                                    </p:anim>
                                    <p:anim calcmode="lin" valueType="num">
                                      <p:cBhvr>
                                        <p:cTn id="104" dur="250" fill="hold"/>
                                        <p:tgtEl>
                                          <p:spTgt spid="50"/>
                                        </p:tgtEl>
                                        <p:attrNameLst>
                                          <p:attrName>ppt_h</p:attrName>
                                        </p:attrNameLst>
                                      </p:cBhvr>
                                      <p:tavLst>
                                        <p:tav tm="0">
                                          <p:val>
                                            <p:fltVal val="0"/>
                                          </p:val>
                                        </p:tav>
                                        <p:tav tm="100000">
                                          <p:val>
                                            <p:strVal val="#ppt_h"/>
                                          </p:val>
                                        </p:tav>
                                      </p:tavLst>
                                    </p:anim>
                                    <p:animEffect transition="in" filter="fade">
                                      <p:cBhvr>
                                        <p:cTn id="105" dur="250"/>
                                        <p:tgtEl>
                                          <p:spTgt spid="50"/>
                                        </p:tgtEl>
                                      </p:cBhvr>
                                    </p:animEffect>
                                  </p:childTnLst>
                                </p:cTn>
                              </p:par>
                              <p:par>
                                <p:cTn id="106" presetID="6" presetClass="emph" presetSubtype="0" decel="100000" fill="hold" grpId="1" nodeType="withEffect">
                                  <p:stCondLst>
                                    <p:cond delay="200"/>
                                  </p:stCondLst>
                                  <p:childTnLst>
                                    <p:animScale>
                                      <p:cBhvr>
                                        <p:cTn id="107" dur="250" fill="hold"/>
                                        <p:tgtEl>
                                          <p:spTgt spid="50"/>
                                        </p:tgtEl>
                                      </p:cBhvr>
                                      <p:by x="120000" y="120000"/>
                                    </p:animScale>
                                  </p:childTnLst>
                                </p:cTn>
                              </p:par>
                              <p:par>
                                <p:cTn id="108" presetID="6" presetClass="emph" presetSubtype="0" decel="100000" fill="hold" grpId="2" nodeType="withEffect">
                                  <p:stCondLst>
                                    <p:cond delay="400"/>
                                  </p:stCondLst>
                                  <p:childTnLst>
                                    <p:animScale>
                                      <p:cBhvr>
                                        <p:cTn id="109" dur="250" fill="hold"/>
                                        <p:tgtEl>
                                          <p:spTgt spid="50"/>
                                        </p:tgtEl>
                                      </p:cBhvr>
                                      <p:by x="83000" y="83000"/>
                                    </p:animScale>
                                  </p:childTnLst>
                                </p:cTn>
                              </p:par>
                              <p:par>
                                <p:cTn id="110" presetID="53" presetClass="entr" presetSubtype="16" fill="hold" grpId="0" nodeType="withEffect">
                                  <p:stCondLst>
                                    <p:cond delay="400"/>
                                  </p:stCondLst>
                                  <p:childTnLst>
                                    <p:set>
                                      <p:cBhvr>
                                        <p:cTn id="111" dur="1" fill="hold">
                                          <p:stCondLst>
                                            <p:cond delay="0"/>
                                          </p:stCondLst>
                                        </p:cTn>
                                        <p:tgtEl>
                                          <p:spTgt spid="57"/>
                                        </p:tgtEl>
                                        <p:attrNameLst>
                                          <p:attrName>style.visibility</p:attrName>
                                        </p:attrNameLst>
                                      </p:cBhvr>
                                      <p:to>
                                        <p:strVal val="visible"/>
                                      </p:to>
                                    </p:set>
                                    <p:anim calcmode="lin" valueType="num">
                                      <p:cBhvr>
                                        <p:cTn id="112" dur="250" fill="hold"/>
                                        <p:tgtEl>
                                          <p:spTgt spid="57"/>
                                        </p:tgtEl>
                                        <p:attrNameLst>
                                          <p:attrName>ppt_w</p:attrName>
                                        </p:attrNameLst>
                                      </p:cBhvr>
                                      <p:tavLst>
                                        <p:tav tm="0">
                                          <p:val>
                                            <p:fltVal val="0"/>
                                          </p:val>
                                        </p:tav>
                                        <p:tav tm="100000">
                                          <p:val>
                                            <p:strVal val="#ppt_w"/>
                                          </p:val>
                                        </p:tav>
                                      </p:tavLst>
                                    </p:anim>
                                    <p:anim calcmode="lin" valueType="num">
                                      <p:cBhvr>
                                        <p:cTn id="113" dur="250" fill="hold"/>
                                        <p:tgtEl>
                                          <p:spTgt spid="57"/>
                                        </p:tgtEl>
                                        <p:attrNameLst>
                                          <p:attrName>ppt_h</p:attrName>
                                        </p:attrNameLst>
                                      </p:cBhvr>
                                      <p:tavLst>
                                        <p:tav tm="0">
                                          <p:val>
                                            <p:fltVal val="0"/>
                                          </p:val>
                                        </p:tav>
                                        <p:tav tm="100000">
                                          <p:val>
                                            <p:strVal val="#ppt_h"/>
                                          </p:val>
                                        </p:tav>
                                      </p:tavLst>
                                    </p:anim>
                                    <p:animEffect transition="in" filter="fade">
                                      <p:cBhvr>
                                        <p:cTn id="114" dur="250"/>
                                        <p:tgtEl>
                                          <p:spTgt spid="57"/>
                                        </p:tgtEl>
                                      </p:cBhvr>
                                    </p:animEffect>
                                  </p:childTnLst>
                                </p:cTn>
                              </p:par>
                              <p:par>
                                <p:cTn id="115" presetID="6" presetClass="emph" presetSubtype="0" decel="100000" fill="hold" grpId="1" nodeType="withEffect">
                                  <p:stCondLst>
                                    <p:cond delay="600"/>
                                  </p:stCondLst>
                                  <p:childTnLst>
                                    <p:animScale>
                                      <p:cBhvr>
                                        <p:cTn id="116" dur="250" fill="hold"/>
                                        <p:tgtEl>
                                          <p:spTgt spid="57"/>
                                        </p:tgtEl>
                                      </p:cBhvr>
                                      <p:by x="120000" y="120000"/>
                                    </p:animScale>
                                  </p:childTnLst>
                                </p:cTn>
                              </p:par>
                              <p:par>
                                <p:cTn id="117" presetID="6" presetClass="emph" presetSubtype="0" decel="100000" fill="hold" grpId="2" nodeType="withEffect">
                                  <p:stCondLst>
                                    <p:cond delay="800"/>
                                  </p:stCondLst>
                                  <p:childTnLst>
                                    <p:animScale>
                                      <p:cBhvr>
                                        <p:cTn id="118" dur="250" fill="hold"/>
                                        <p:tgtEl>
                                          <p:spTgt spid="57"/>
                                        </p:tgtEl>
                                      </p:cBhvr>
                                      <p:by x="83000" y="83000"/>
                                    </p:animScale>
                                  </p:childTnLst>
                                </p:cTn>
                              </p:par>
                              <p:par>
                                <p:cTn id="119" presetID="53" presetClass="entr" presetSubtype="16" fill="hold" grpId="0" nodeType="withEffect">
                                  <p:stCondLst>
                                    <p:cond delay="500"/>
                                  </p:stCondLst>
                                  <p:childTnLst>
                                    <p:set>
                                      <p:cBhvr>
                                        <p:cTn id="120" dur="1" fill="hold">
                                          <p:stCondLst>
                                            <p:cond delay="0"/>
                                          </p:stCondLst>
                                        </p:cTn>
                                        <p:tgtEl>
                                          <p:spTgt spid="52"/>
                                        </p:tgtEl>
                                        <p:attrNameLst>
                                          <p:attrName>style.visibility</p:attrName>
                                        </p:attrNameLst>
                                      </p:cBhvr>
                                      <p:to>
                                        <p:strVal val="visible"/>
                                      </p:to>
                                    </p:set>
                                    <p:anim calcmode="lin" valueType="num">
                                      <p:cBhvr>
                                        <p:cTn id="121" dur="500" fill="hold"/>
                                        <p:tgtEl>
                                          <p:spTgt spid="52"/>
                                        </p:tgtEl>
                                        <p:attrNameLst>
                                          <p:attrName>ppt_w</p:attrName>
                                        </p:attrNameLst>
                                      </p:cBhvr>
                                      <p:tavLst>
                                        <p:tav tm="0">
                                          <p:val>
                                            <p:fltVal val="0"/>
                                          </p:val>
                                        </p:tav>
                                        <p:tav tm="100000">
                                          <p:val>
                                            <p:strVal val="#ppt_w"/>
                                          </p:val>
                                        </p:tav>
                                      </p:tavLst>
                                    </p:anim>
                                    <p:anim calcmode="lin" valueType="num">
                                      <p:cBhvr>
                                        <p:cTn id="122" dur="500" fill="hold"/>
                                        <p:tgtEl>
                                          <p:spTgt spid="52"/>
                                        </p:tgtEl>
                                        <p:attrNameLst>
                                          <p:attrName>ppt_h</p:attrName>
                                        </p:attrNameLst>
                                      </p:cBhvr>
                                      <p:tavLst>
                                        <p:tav tm="0">
                                          <p:val>
                                            <p:fltVal val="0"/>
                                          </p:val>
                                        </p:tav>
                                        <p:tav tm="100000">
                                          <p:val>
                                            <p:strVal val="#ppt_h"/>
                                          </p:val>
                                        </p:tav>
                                      </p:tavLst>
                                    </p:anim>
                                    <p:animEffect transition="in" filter="fade">
                                      <p:cBhvr>
                                        <p:cTn id="123" dur="500"/>
                                        <p:tgtEl>
                                          <p:spTgt spid="52"/>
                                        </p:tgtEl>
                                      </p:cBhvr>
                                    </p:animEffect>
                                  </p:childTnLst>
                                </p:cTn>
                              </p:par>
                              <p:par>
                                <p:cTn id="124" presetID="35" presetClass="path" presetSubtype="0" accel="50000" decel="50000" fill="hold" grpId="1" nodeType="withEffect">
                                  <p:stCondLst>
                                    <p:cond delay="500"/>
                                  </p:stCondLst>
                                  <p:childTnLst>
                                    <p:animMotion origin="layout" path="M 3.75E-6 2.96296E-6 L -0.1444 2.96296E-6 " pathEditMode="relative" rAng="0" ptsTypes="AA">
                                      <p:cBhvr>
                                        <p:cTn id="125" dur="1000" spd="-100000" fill="hold"/>
                                        <p:tgtEl>
                                          <p:spTgt spid="52"/>
                                        </p:tgtEl>
                                        <p:attrNameLst>
                                          <p:attrName>ppt_x</p:attrName>
                                          <p:attrName>ppt_y</p:attrName>
                                        </p:attrNameLst>
                                      </p:cBhvr>
                                      <p:rCtr x="-7227" y="0"/>
                                    </p:animMotion>
                                  </p:childTnLst>
                                </p:cTn>
                              </p:par>
                              <p:par>
                                <p:cTn id="126" presetID="53" presetClass="entr" presetSubtype="16" fill="hold" grpId="0" nodeType="withEffect">
                                  <p:stCondLst>
                                    <p:cond delay="1250"/>
                                  </p:stCondLst>
                                  <p:iterate type="lt">
                                    <p:tmPct val="10000"/>
                                  </p:iterate>
                                  <p:childTnLst>
                                    <p:set>
                                      <p:cBhvr>
                                        <p:cTn id="127" dur="1" fill="hold">
                                          <p:stCondLst>
                                            <p:cond delay="0"/>
                                          </p:stCondLst>
                                        </p:cTn>
                                        <p:tgtEl>
                                          <p:spTgt spid="51"/>
                                        </p:tgtEl>
                                        <p:attrNameLst>
                                          <p:attrName>style.visibility</p:attrName>
                                        </p:attrNameLst>
                                      </p:cBhvr>
                                      <p:to>
                                        <p:strVal val="visible"/>
                                      </p:to>
                                    </p:set>
                                    <p:anim calcmode="lin" valueType="num">
                                      <p:cBhvr>
                                        <p:cTn id="128" dur="250" fill="hold"/>
                                        <p:tgtEl>
                                          <p:spTgt spid="51"/>
                                        </p:tgtEl>
                                        <p:attrNameLst>
                                          <p:attrName>ppt_w</p:attrName>
                                        </p:attrNameLst>
                                      </p:cBhvr>
                                      <p:tavLst>
                                        <p:tav tm="0">
                                          <p:val>
                                            <p:fltVal val="0"/>
                                          </p:val>
                                        </p:tav>
                                        <p:tav tm="100000">
                                          <p:val>
                                            <p:strVal val="#ppt_w"/>
                                          </p:val>
                                        </p:tav>
                                      </p:tavLst>
                                    </p:anim>
                                    <p:anim calcmode="lin" valueType="num">
                                      <p:cBhvr>
                                        <p:cTn id="129" dur="250" fill="hold"/>
                                        <p:tgtEl>
                                          <p:spTgt spid="51"/>
                                        </p:tgtEl>
                                        <p:attrNameLst>
                                          <p:attrName>ppt_h</p:attrName>
                                        </p:attrNameLst>
                                      </p:cBhvr>
                                      <p:tavLst>
                                        <p:tav tm="0">
                                          <p:val>
                                            <p:fltVal val="0"/>
                                          </p:val>
                                        </p:tav>
                                        <p:tav tm="100000">
                                          <p:val>
                                            <p:strVal val="#ppt_h"/>
                                          </p:val>
                                        </p:tav>
                                      </p:tavLst>
                                    </p:anim>
                                    <p:animEffect transition="in" filter="fade">
                                      <p:cBhvr>
                                        <p:cTn id="130" dur="250"/>
                                        <p:tgtEl>
                                          <p:spTgt spid="51"/>
                                        </p:tgtEl>
                                      </p:cBhvr>
                                    </p:animEffect>
                                  </p:childTnLst>
                                </p:cTn>
                              </p:par>
                            </p:childTnLst>
                          </p:cTn>
                        </p:par>
                        <p:par>
                          <p:cTn id="131" fill="hold">
                            <p:stCondLst>
                              <p:cond delay="9350"/>
                            </p:stCondLst>
                            <p:childTnLst>
                              <p:par>
                                <p:cTn id="132" presetID="23" presetClass="entr" presetSubtype="528" fill="hold" grpId="0" nodeType="afterEffect">
                                  <p:stCondLst>
                                    <p:cond delay="0"/>
                                  </p:stCondLst>
                                  <p:childTnLst>
                                    <p:set>
                                      <p:cBhvr>
                                        <p:cTn id="133" dur="1" fill="hold">
                                          <p:stCondLst>
                                            <p:cond delay="0"/>
                                          </p:stCondLst>
                                        </p:cTn>
                                        <p:tgtEl>
                                          <p:spTgt spid="42"/>
                                        </p:tgtEl>
                                        <p:attrNameLst>
                                          <p:attrName>style.visibility</p:attrName>
                                        </p:attrNameLst>
                                      </p:cBhvr>
                                      <p:to>
                                        <p:strVal val="visible"/>
                                      </p:to>
                                    </p:set>
                                    <p:anim calcmode="lin" valueType="num">
                                      <p:cBhvr>
                                        <p:cTn id="134" dur="250" fill="hold"/>
                                        <p:tgtEl>
                                          <p:spTgt spid="42"/>
                                        </p:tgtEl>
                                        <p:attrNameLst>
                                          <p:attrName>ppt_w</p:attrName>
                                        </p:attrNameLst>
                                      </p:cBhvr>
                                      <p:tavLst>
                                        <p:tav tm="0">
                                          <p:val>
                                            <p:fltVal val="0"/>
                                          </p:val>
                                        </p:tav>
                                        <p:tav tm="100000">
                                          <p:val>
                                            <p:strVal val="#ppt_w"/>
                                          </p:val>
                                        </p:tav>
                                      </p:tavLst>
                                    </p:anim>
                                    <p:anim calcmode="lin" valueType="num">
                                      <p:cBhvr>
                                        <p:cTn id="135" dur="250" fill="hold"/>
                                        <p:tgtEl>
                                          <p:spTgt spid="42"/>
                                        </p:tgtEl>
                                        <p:attrNameLst>
                                          <p:attrName>ppt_h</p:attrName>
                                        </p:attrNameLst>
                                      </p:cBhvr>
                                      <p:tavLst>
                                        <p:tav tm="0">
                                          <p:val>
                                            <p:fltVal val="0"/>
                                          </p:val>
                                        </p:tav>
                                        <p:tav tm="100000">
                                          <p:val>
                                            <p:strVal val="#ppt_h"/>
                                          </p:val>
                                        </p:tav>
                                      </p:tavLst>
                                    </p:anim>
                                    <p:anim calcmode="lin" valueType="num">
                                      <p:cBhvr>
                                        <p:cTn id="136" dur="250" fill="hold"/>
                                        <p:tgtEl>
                                          <p:spTgt spid="42"/>
                                        </p:tgtEl>
                                        <p:attrNameLst>
                                          <p:attrName>ppt_x</p:attrName>
                                        </p:attrNameLst>
                                      </p:cBhvr>
                                      <p:tavLst>
                                        <p:tav tm="0">
                                          <p:val>
                                            <p:fltVal val="0.5"/>
                                          </p:val>
                                        </p:tav>
                                        <p:tav tm="100000">
                                          <p:val>
                                            <p:strVal val="#ppt_x"/>
                                          </p:val>
                                        </p:tav>
                                      </p:tavLst>
                                    </p:anim>
                                    <p:anim calcmode="lin" valueType="num">
                                      <p:cBhvr>
                                        <p:cTn id="137" dur="250" fill="hold"/>
                                        <p:tgtEl>
                                          <p:spTgt spid="42"/>
                                        </p:tgtEl>
                                        <p:attrNameLst>
                                          <p:attrName>ppt_y</p:attrName>
                                        </p:attrNameLst>
                                      </p:cBhvr>
                                      <p:tavLst>
                                        <p:tav tm="0">
                                          <p:val>
                                            <p:fltVal val="0.5"/>
                                          </p:val>
                                        </p:tav>
                                        <p:tav tm="100000">
                                          <p:val>
                                            <p:strVal val="#ppt_y"/>
                                          </p:val>
                                        </p:tav>
                                      </p:tavLst>
                                    </p:anim>
                                  </p:childTnLst>
                                </p:cTn>
                              </p:par>
                            </p:childTnLst>
                          </p:cTn>
                        </p:par>
                        <p:par>
                          <p:cTn id="138" fill="hold">
                            <p:stCondLst>
                              <p:cond delay="9600"/>
                            </p:stCondLst>
                            <p:childTnLst>
                              <p:par>
                                <p:cTn id="139" presetID="53" presetClass="entr" presetSubtype="16" fill="hold" grpId="0" nodeType="afterEffect">
                                  <p:stCondLst>
                                    <p:cond delay="0"/>
                                  </p:stCondLst>
                                  <p:childTnLst>
                                    <p:set>
                                      <p:cBhvr>
                                        <p:cTn id="140" dur="1" fill="hold">
                                          <p:stCondLst>
                                            <p:cond delay="0"/>
                                          </p:stCondLst>
                                        </p:cTn>
                                        <p:tgtEl>
                                          <p:spTgt spid="53"/>
                                        </p:tgtEl>
                                        <p:attrNameLst>
                                          <p:attrName>style.visibility</p:attrName>
                                        </p:attrNameLst>
                                      </p:cBhvr>
                                      <p:to>
                                        <p:strVal val="visible"/>
                                      </p:to>
                                    </p:set>
                                    <p:anim calcmode="lin" valueType="num">
                                      <p:cBhvr>
                                        <p:cTn id="141" dur="250" fill="hold"/>
                                        <p:tgtEl>
                                          <p:spTgt spid="53"/>
                                        </p:tgtEl>
                                        <p:attrNameLst>
                                          <p:attrName>ppt_w</p:attrName>
                                        </p:attrNameLst>
                                      </p:cBhvr>
                                      <p:tavLst>
                                        <p:tav tm="0">
                                          <p:val>
                                            <p:fltVal val="0"/>
                                          </p:val>
                                        </p:tav>
                                        <p:tav tm="100000">
                                          <p:val>
                                            <p:strVal val="#ppt_w"/>
                                          </p:val>
                                        </p:tav>
                                      </p:tavLst>
                                    </p:anim>
                                    <p:anim calcmode="lin" valueType="num">
                                      <p:cBhvr>
                                        <p:cTn id="142" dur="250" fill="hold"/>
                                        <p:tgtEl>
                                          <p:spTgt spid="53"/>
                                        </p:tgtEl>
                                        <p:attrNameLst>
                                          <p:attrName>ppt_h</p:attrName>
                                        </p:attrNameLst>
                                      </p:cBhvr>
                                      <p:tavLst>
                                        <p:tav tm="0">
                                          <p:val>
                                            <p:fltVal val="0"/>
                                          </p:val>
                                        </p:tav>
                                        <p:tav tm="100000">
                                          <p:val>
                                            <p:strVal val="#ppt_h"/>
                                          </p:val>
                                        </p:tav>
                                      </p:tavLst>
                                    </p:anim>
                                    <p:animEffect transition="in" filter="fade">
                                      <p:cBhvr>
                                        <p:cTn id="143" dur="250"/>
                                        <p:tgtEl>
                                          <p:spTgt spid="53"/>
                                        </p:tgtEl>
                                      </p:cBhvr>
                                    </p:animEffect>
                                  </p:childTnLst>
                                </p:cTn>
                              </p:par>
                              <p:par>
                                <p:cTn id="144" presetID="6" presetClass="emph" presetSubtype="0" decel="100000" fill="hold" grpId="1" nodeType="withEffect">
                                  <p:stCondLst>
                                    <p:cond delay="200"/>
                                  </p:stCondLst>
                                  <p:childTnLst>
                                    <p:animScale>
                                      <p:cBhvr>
                                        <p:cTn id="145" dur="250" fill="hold"/>
                                        <p:tgtEl>
                                          <p:spTgt spid="53"/>
                                        </p:tgtEl>
                                      </p:cBhvr>
                                      <p:by x="120000" y="120000"/>
                                    </p:animScale>
                                  </p:childTnLst>
                                </p:cTn>
                              </p:par>
                              <p:par>
                                <p:cTn id="146" presetID="6" presetClass="emph" presetSubtype="0" decel="100000" fill="hold" grpId="2" nodeType="withEffect">
                                  <p:stCondLst>
                                    <p:cond delay="400"/>
                                  </p:stCondLst>
                                  <p:childTnLst>
                                    <p:animScale>
                                      <p:cBhvr>
                                        <p:cTn id="147" dur="250" fill="hold"/>
                                        <p:tgtEl>
                                          <p:spTgt spid="53"/>
                                        </p:tgtEl>
                                      </p:cBhvr>
                                      <p:by x="83000" y="83000"/>
                                    </p:animScale>
                                  </p:childTnLst>
                                </p:cTn>
                              </p:par>
                              <p:par>
                                <p:cTn id="148" presetID="53" presetClass="entr" presetSubtype="16" fill="hold" grpId="0" nodeType="withEffect">
                                  <p:stCondLst>
                                    <p:cond delay="400"/>
                                  </p:stCondLst>
                                  <p:childTnLst>
                                    <p:set>
                                      <p:cBhvr>
                                        <p:cTn id="149" dur="1" fill="hold">
                                          <p:stCondLst>
                                            <p:cond delay="0"/>
                                          </p:stCondLst>
                                        </p:cTn>
                                        <p:tgtEl>
                                          <p:spTgt spid="58"/>
                                        </p:tgtEl>
                                        <p:attrNameLst>
                                          <p:attrName>style.visibility</p:attrName>
                                        </p:attrNameLst>
                                      </p:cBhvr>
                                      <p:to>
                                        <p:strVal val="visible"/>
                                      </p:to>
                                    </p:set>
                                    <p:anim calcmode="lin" valueType="num">
                                      <p:cBhvr>
                                        <p:cTn id="150" dur="250" fill="hold"/>
                                        <p:tgtEl>
                                          <p:spTgt spid="58"/>
                                        </p:tgtEl>
                                        <p:attrNameLst>
                                          <p:attrName>ppt_w</p:attrName>
                                        </p:attrNameLst>
                                      </p:cBhvr>
                                      <p:tavLst>
                                        <p:tav tm="0">
                                          <p:val>
                                            <p:fltVal val="0"/>
                                          </p:val>
                                        </p:tav>
                                        <p:tav tm="100000">
                                          <p:val>
                                            <p:strVal val="#ppt_w"/>
                                          </p:val>
                                        </p:tav>
                                      </p:tavLst>
                                    </p:anim>
                                    <p:anim calcmode="lin" valueType="num">
                                      <p:cBhvr>
                                        <p:cTn id="151" dur="250" fill="hold"/>
                                        <p:tgtEl>
                                          <p:spTgt spid="58"/>
                                        </p:tgtEl>
                                        <p:attrNameLst>
                                          <p:attrName>ppt_h</p:attrName>
                                        </p:attrNameLst>
                                      </p:cBhvr>
                                      <p:tavLst>
                                        <p:tav tm="0">
                                          <p:val>
                                            <p:fltVal val="0"/>
                                          </p:val>
                                        </p:tav>
                                        <p:tav tm="100000">
                                          <p:val>
                                            <p:strVal val="#ppt_h"/>
                                          </p:val>
                                        </p:tav>
                                      </p:tavLst>
                                    </p:anim>
                                    <p:animEffect transition="in" filter="fade">
                                      <p:cBhvr>
                                        <p:cTn id="152" dur="250"/>
                                        <p:tgtEl>
                                          <p:spTgt spid="58"/>
                                        </p:tgtEl>
                                      </p:cBhvr>
                                    </p:animEffect>
                                  </p:childTnLst>
                                </p:cTn>
                              </p:par>
                              <p:par>
                                <p:cTn id="153" presetID="6" presetClass="emph" presetSubtype="0" decel="100000" fill="hold" grpId="1" nodeType="withEffect">
                                  <p:stCondLst>
                                    <p:cond delay="600"/>
                                  </p:stCondLst>
                                  <p:childTnLst>
                                    <p:animScale>
                                      <p:cBhvr>
                                        <p:cTn id="154" dur="250" fill="hold"/>
                                        <p:tgtEl>
                                          <p:spTgt spid="58"/>
                                        </p:tgtEl>
                                      </p:cBhvr>
                                      <p:by x="120000" y="120000"/>
                                    </p:animScale>
                                  </p:childTnLst>
                                </p:cTn>
                              </p:par>
                              <p:par>
                                <p:cTn id="155" presetID="6" presetClass="emph" presetSubtype="0" decel="100000" fill="hold" grpId="2" nodeType="withEffect">
                                  <p:stCondLst>
                                    <p:cond delay="800"/>
                                  </p:stCondLst>
                                  <p:childTnLst>
                                    <p:animScale>
                                      <p:cBhvr>
                                        <p:cTn id="156" dur="250" fill="hold"/>
                                        <p:tgtEl>
                                          <p:spTgt spid="58"/>
                                        </p:tgtEl>
                                      </p:cBhvr>
                                      <p:by x="83000" y="83000"/>
                                    </p:animScale>
                                  </p:childTnLst>
                                </p:cTn>
                              </p:par>
                              <p:par>
                                <p:cTn id="157" presetID="53" presetClass="entr" presetSubtype="16" fill="hold" grpId="0" nodeType="withEffect">
                                  <p:stCondLst>
                                    <p:cond delay="800"/>
                                  </p:stCondLst>
                                  <p:childTnLst>
                                    <p:set>
                                      <p:cBhvr>
                                        <p:cTn id="158" dur="1" fill="hold">
                                          <p:stCondLst>
                                            <p:cond delay="0"/>
                                          </p:stCondLst>
                                        </p:cTn>
                                        <p:tgtEl>
                                          <p:spTgt spid="55"/>
                                        </p:tgtEl>
                                        <p:attrNameLst>
                                          <p:attrName>style.visibility</p:attrName>
                                        </p:attrNameLst>
                                      </p:cBhvr>
                                      <p:to>
                                        <p:strVal val="visible"/>
                                      </p:to>
                                    </p:set>
                                    <p:anim calcmode="lin" valueType="num">
                                      <p:cBhvr>
                                        <p:cTn id="159" dur="500" fill="hold"/>
                                        <p:tgtEl>
                                          <p:spTgt spid="55"/>
                                        </p:tgtEl>
                                        <p:attrNameLst>
                                          <p:attrName>ppt_w</p:attrName>
                                        </p:attrNameLst>
                                      </p:cBhvr>
                                      <p:tavLst>
                                        <p:tav tm="0">
                                          <p:val>
                                            <p:fltVal val="0"/>
                                          </p:val>
                                        </p:tav>
                                        <p:tav tm="100000">
                                          <p:val>
                                            <p:strVal val="#ppt_w"/>
                                          </p:val>
                                        </p:tav>
                                      </p:tavLst>
                                    </p:anim>
                                    <p:anim calcmode="lin" valueType="num">
                                      <p:cBhvr>
                                        <p:cTn id="160" dur="500" fill="hold"/>
                                        <p:tgtEl>
                                          <p:spTgt spid="55"/>
                                        </p:tgtEl>
                                        <p:attrNameLst>
                                          <p:attrName>ppt_h</p:attrName>
                                        </p:attrNameLst>
                                      </p:cBhvr>
                                      <p:tavLst>
                                        <p:tav tm="0">
                                          <p:val>
                                            <p:fltVal val="0"/>
                                          </p:val>
                                        </p:tav>
                                        <p:tav tm="100000">
                                          <p:val>
                                            <p:strVal val="#ppt_h"/>
                                          </p:val>
                                        </p:tav>
                                      </p:tavLst>
                                    </p:anim>
                                    <p:animEffect transition="in" filter="fade">
                                      <p:cBhvr>
                                        <p:cTn id="161" dur="500"/>
                                        <p:tgtEl>
                                          <p:spTgt spid="55"/>
                                        </p:tgtEl>
                                      </p:cBhvr>
                                    </p:animEffect>
                                  </p:childTnLst>
                                </p:cTn>
                              </p:par>
                              <p:par>
                                <p:cTn id="162" presetID="35" presetClass="path" presetSubtype="0" accel="50000" decel="50000" fill="hold" grpId="1" nodeType="withEffect">
                                  <p:stCondLst>
                                    <p:cond delay="800"/>
                                  </p:stCondLst>
                                  <p:childTnLst>
                                    <p:animMotion origin="layout" path="M 3.75E-6 -4.07407E-6 L -0.1444 -4.07407E-6 " pathEditMode="relative" rAng="0" ptsTypes="AA">
                                      <p:cBhvr>
                                        <p:cTn id="163" dur="1000" spd="-100000" fill="hold"/>
                                        <p:tgtEl>
                                          <p:spTgt spid="55"/>
                                        </p:tgtEl>
                                        <p:attrNameLst>
                                          <p:attrName>ppt_x</p:attrName>
                                          <p:attrName>ppt_y</p:attrName>
                                        </p:attrNameLst>
                                      </p:cBhvr>
                                      <p:rCtr x="-7227" y="0"/>
                                    </p:animMotion>
                                  </p:childTnLst>
                                </p:cTn>
                              </p:par>
                              <p:par>
                                <p:cTn id="164" presetID="53" presetClass="entr" presetSubtype="16" fill="hold" grpId="0" nodeType="withEffect">
                                  <p:stCondLst>
                                    <p:cond delay="1250"/>
                                  </p:stCondLst>
                                  <p:iterate type="lt">
                                    <p:tmPct val="10000"/>
                                  </p:iterate>
                                  <p:childTnLst>
                                    <p:set>
                                      <p:cBhvr>
                                        <p:cTn id="165" dur="1" fill="hold">
                                          <p:stCondLst>
                                            <p:cond delay="0"/>
                                          </p:stCondLst>
                                        </p:cTn>
                                        <p:tgtEl>
                                          <p:spTgt spid="54"/>
                                        </p:tgtEl>
                                        <p:attrNameLst>
                                          <p:attrName>style.visibility</p:attrName>
                                        </p:attrNameLst>
                                      </p:cBhvr>
                                      <p:to>
                                        <p:strVal val="visible"/>
                                      </p:to>
                                    </p:set>
                                    <p:anim calcmode="lin" valueType="num">
                                      <p:cBhvr>
                                        <p:cTn id="166" dur="250" fill="hold"/>
                                        <p:tgtEl>
                                          <p:spTgt spid="54"/>
                                        </p:tgtEl>
                                        <p:attrNameLst>
                                          <p:attrName>ppt_w</p:attrName>
                                        </p:attrNameLst>
                                      </p:cBhvr>
                                      <p:tavLst>
                                        <p:tav tm="0">
                                          <p:val>
                                            <p:fltVal val="0"/>
                                          </p:val>
                                        </p:tav>
                                        <p:tav tm="100000">
                                          <p:val>
                                            <p:strVal val="#ppt_w"/>
                                          </p:val>
                                        </p:tav>
                                      </p:tavLst>
                                    </p:anim>
                                    <p:anim calcmode="lin" valueType="num">
                                      <p:cBhvr>
                                        <p:cTn id="167" dur="250" fill="hold"/>
                                        <p:tgtEl>
                                          <p:spTgt spid="54"/>
                                        </p:tgtEl>
                                        <p:attrNameLst>
                                          <p:attrName>ppt_h</p:attrName>
                                        </p:attrNameLst>
                                      </p:cBhvr>
                                      <p:tavLst>
                                        <p:tav tm="0">
                                          <p:val>
                                            <p:fltVal val="0"/>
                                          </p:val>
                                        </p:tav>
                                        <p:tav tm="100000">
                                          <p:val>
                                            <p:strVal val="#ppt_h"/>
                                          </p:val>
                                        </p:tav>
                                      </p:tavLst>
                                    </p:anim>
                                    <p:animEffect transition="in" filter="fade">
                                      <p:cBhvr>
                                        <p:cTn id="168" dur="250"/>
                                        <p:tgtEl>
                                          <p:spTgt spid="54"/>
                                        </p:tgtEl>
                                      </p:cBhvr>
                                    </p:animEffect>
                                  </p:childTnLst>
                                </p:cTn>
                              </p:par>
                            </p:childTnLst>
                          </p:cTn>
                        </p:par>
                        <p:par>
                          <p:cTn id="169" fill="hold">
                            <p:stCondLst>
                              <p:cond delay="12400"/>
                            </p:stCondLst>
                            <p:childTnLst>
                              <p:par>
                                <p:cTn id="170" presetID="23" presetClass="entr" presetSubtype="528"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 calcmode="lin" valueType="num">
                                      <p:cBhvr>
                                        <p:cTn id="172" dur="250" fill="hold"/>
                                        <p:tgtEl>
                                          <p:spTgt spid="43"/>
                                        </p:tgtEl>
                                        <p:attrNameLst>
                                          <p:attrName>ppt_w</p:attrName>
                                        </p:attrNameLst>
                                      </p:cBhvr>
                                      <p:tavLst>
                                        <p:tav tm="0">
                                          <p:val>
                                            <p:fltVal val="0"/>
                                          </p:val>
                                        </p:tav>
                                        <p:tav tm="100000">
                                          <p:val>
                                            <p:strVal val="#ppt_w"/>
                                          </p:val>
                                        </p:tav>
                                      </p:tavLst>
                                    </p:anim>
                                    <p:anim calcmode="lin" valueType="num">
                                      <p:cBhvr>
                                        <p:cTn id="173" dur="250" fill="hold"/>
                                        <p:tgtEl>
                                          <p:spTgt spid="43"/>
                                        </p:tgtEl>
                                        <p:attrNameLst>
                                          <p:attrName>ppt_h</p:attrName>
                                        </p:attrNameLst>
                                      </p:cBhvr>
                                      <p:tavLst>
                                        <p:tav tm="0">
                                          <p:val>
                                            <p:fltVal val="0"/>
                                          </p:val>
                                        </p:tav>
                                        <p:tav tm="100000">
                                          <p:val>
                                            <p:strVal val="#ppt_h"/>
                                          </p:val>
                                        </p:tav>
                                      </p:tavLst>
                                    </p:anim>
                                    <p:anim calcmode="lin" valueType="num">
                                      <p:cBhvr>
                                        <p:cTn id="174" dur="250" fill="hold"/>
                                        <p:tgtEl>
                                          <p:spTgt spid="43"/>
                                        </p:tgtEl>
                                        <p:attrNameLst>
                                          <p:attrName>ppt_x</p:attrName>
                                        </p:attrNameLst>
                                      </p:cBhvr>
                                      <p:tavLst>
                                        <p:tav tm="0">
                                          <p:val>
                                            <p:fltVal val="0.5"/>
                                          </p:val>
                                        </p:tav>
                                        <p:tav tm="100000">
                                          <p:val>
                                            <p:strVal val="#ppt_x"/>
                                          </p:val>
                                        </p:tav>
                                      </p:tavLst>
                                    </p:anim>
                                    <p:anim calcmode="lin" valueType="num">
                                      <p:cBhvr>
                                        <p:cTn id="175" dur="250" fill="hold"/>
                                        <p:tgtEl>
                                          <p:spTgt spid="43"/>
                                        </p:tgtEl>
                                        <p:attrNameLst>
                                          <p:attrName>ppt_y</p:attrName>
                                        </p:attrNameLst>
                                      </p:cBhvr>
                                      <p:tavLst>
                                        <p:tav tm="0">
                                          <p:val>
                                            <p:fltVal val="0.5"/>
                                          </p:val>
                                        </p:tav>
                                        <p:tav tm="100000">
                                          <p:val>
                                            <p:strVal val="#ppt_y"/>
                                          </p:val>
                                        </p:tav>
                                      </p:tavLst>
                                    </p:anim>
                                  </p:childTnLst>
                                </p:cTn>
                              </p:par>
                            </p:childTnLst>
                          </p:cTn>
                        </p:par>
                        <p:par>
                          <p:cTn id="176" fill="hold">
                            <p:stCondLst>
                              <p:cond delay="12650"/>
                            </p:stCondLst>
                            <p:childTnLst>
                              <p:par>
                                <p:cTn id="177" presetID="53" presetClass="entr" presetSubtype="16" fill="hold" grpId="0" nodeType="afterEffect">
                                  <p:stCondLst>
                                    <p:cond delay="0"/>
                                  </p:stCondLst>
                                  <p:childTnLst>
                                    <p:set>
                                      <p:cBhvr>
                                        <p:cTn id="178" dur="1" fill="hold">
                                          <p:stCondLst>
                                            <p:cond delay="0"/>
                                          </p:stCondLst>
                                        </p:cTn>
                                        <p:tgtEl>
                                          <p:spTgt spid="47"/>
                                        </p:tgtEl>
                                        <p:attrNameLst>
                                          <p:attrName>style.visibility</p:attrName>
                                        </p:attrNameLst>
                                      </p:cBhvr>
                                      <p:to>
                                        <p:strVal val="visible"/>
                                      </p:to>
                                    </p:set>
                                    <p:anim calcmode="lin" valueType="num">
                                      <p:cBhvr>
                                        <p:cTn id="179" dur="250" fill="hold"/>
                                        <p:tgtEl>
                                          <p:spTgt spid="47"/>
                                        </p:tgtEl>
                                        <p:attrNameLst>
                                          <p:attrName>ppt_w</p:attrName>
                                        </p:attrNameLst>
                                      </p:cBhvr>
                                      <p:tavLst>
                                        <p:tav tm="0">
                                          <p:val>
                                            <p:fltVal val="0"/>
                                          </p:val>
                                        </p:tav>
                                        <p:tav tm="100000">
                                          <p:val>
                                            <p:strVal val="#ppt_w"/>
                                          </p:val>
                                        </p:tav>
                                      </p:tavLst>
                                    </p:anim>
                                    <p:anim calcmode="lin" valueType="num">
                                      <p:cBhvr>
                                        <p:cTn id="180" dur="250" fill="hold"/>
                                        <p:tgtEl>
                                          <p:spTgt spid="47"/>
                                        </p:tgtEl>
                                        <p:attrNameLst>
                                          <p:attrName>ppt_h</p:attrName>
                                        </p:attrNameLst>
                                      </p:cBhvr>
                                      <p:tavLst>
                                        <p:tav tm="0">
                                          <p:val>
                                            <p:fltVal val="0"/>
                                          </p:val>
                                        </p:tav>
                                        <p:tav tm="100000">
                                          <p:val>
                                            <p:strVal val="#ppt_h"/>
                                          </p:val>
                                        </p:tav>
                                      </p:tavLst>
                                    </p:anim>
                                    <p:animEffect transition="in" filter="fade">
                                      <p:cBhvr>
                                        <p:cTn id="181" dur="250"/>
                                        <p:tgtEl>
                                          <p:spTgt spid="47"/>
                                        </p:tgtEl>
                                      </p:cBhvr>
                                    </p:animEffect>
                                  </p:childTnLst>
                                </p:cTn>
                              </p:par>
                              <p:par>
                                <p:cTn id="182" presetID="6" presetClass="emph" presetSubtype="0" decel="100000" fill="hold" grpId="1" nodeType="withEffect">
                                  <p:stCondLst>
                                    <p:cond delay="200"/>
                                  </p:stCondLst>
                                  <p:childTnLst>
                                    <p:animScale>
                                      <p:cBhvr>
                                        <p:cTn id="183" dur="250" fill="hold"/>
                                        <p:tgtEl>
                                          <p:spTgt spid="47"/>
                                        </p:tgtEl>
                                      </p:cBhvr>
                                      <p:by x="120000" y="120000"/>
                                    </p:animScale>
                                  </p:childTnLst>
                                </p:cTn>
                              </p:par>
                              <p:par>
                                <p:cTn id="184" presetID="6" presetClass="emph" presetSubtype="0" decel="100000" fill="hold" grpId="2" nodeType="withEffect">
                                  <p:stCondLst>
                                    <p:cond delay="400"/>
                                  </p:stCondLst>
                                  <p:childTnLst>
                                    <p:animScale>
                                      <p:cBhvr>
                                        <p:cTn id="185" dur="250" fill="hold"/>
                                        <p:tgtEl>
                                          <p:spTgt spid="47"/>
                                        </p:tgtEl>
                                      </p:cBhvr>
                                      <p:by x="83000" y="83000"/>
                                    </p:animScale>
                                  </p:childTnLst>
                                </p:cTn>
                              </p:par>
                              <p:par>
                                <p:cTn id="186" presetID="53" presetClass="entr" presetSubtype="16" fill="hold" grpId="0" nodeType="withEffect">
                                  <p:stCondLst>
                                    <p:cond delay="400"/>
                                  </p:stCondLst>
                                  <p:childTnLst>
                                    <p:set>
                                      <p:cBhvr>
                                        <p:cTn id="187" dur="1" fill="hold">
                                          <p:stCondLst>
                                            <p:cond delay="0"/>
                                          </p:stCondLst>
                                        </p:cTn>
                                        <p:tgtEl>
                                          <p:spTgt spid="59"/>
                                        </p:tgtEl>
                                        <p:attrNameLst>
                                          <p:attrName>style.visibility</p:attrName>
                                        </p:attrNameLst>
                                      </p:cBhvr>
                                      <p:to>
                                        <p:strVal val="visible"/>
                                      </p:to>
                                    </p:set>
                                    <p:anim calcmode="lin" valueType="num">
                                      <p:cBhvr>
                                        <p:cTn id="188" dur="250" fill="hold"/>
                                        <p:tgtEl>
                                          <p:spTgt spid="59"/>
                                        </p:tgtEl>
                                        <p:attrNameLst>
                                          <p:attrName>ppt_w</p:attrName>
                                        </p:attrNameLst>
                                      </p:cBhvr>
                                      <p:tavLst>
                                        <p:tav tm="0">
                                          <p:val>
                                            <p:fltVal val="0"/>
                                          </p:val>
                                        </p:tav>
                                        <p:tav tm="100000">
                                          <p:val>
                                            <p:strVal val="#ppt_w"/>
                                          </p:val>
                                        </p:tav>
                                      </p:tavLst>
                                    </p:anim>
                                    <p:anim calcmode="lin" valueType="num">
                                      <p:cBhvr>
                                        <p:cTn id="189" dur="250" fill="hold"/>
                                        <p:tgtEl>
                                          <p:spTgt spid="59"/>
                                        </p:tgtEl>
                                        <p:attrNameLst>
                                          <p:attrName>ppt_h</p:attrName>
                                        </p:attrNameLst>
                                      </p:cBhvr>
                                      <p:tavLst>
                                        <p:tav tm="0">
                                          <p:val>
                                            <p:fltVal val="0"/>
                                          </p:val>
                                        </p:tav>
                                        <p:tav tm="100000">
                                          <p:val>
                                            <p:strVal val="#ppt_h"/>
                                          </p:val>
                                        </p:tav>
                                      </p:tavLst>
                                    </p:anim>
                                    <p:animEffect transition="in" filter="fade">
                                      <p:cBhvr>
                                        <p:cTn id="190" dur="250"/>
                                        <p:tgtEl>
                                          <p:spTgt spid="59"/>
                                        </p:tgtEl>
                                      </p:cBhvr>
                                    </p:animEffect>
                                  </p:childTnLst>
                                </p:cTn>
                              </p:par>
                              <p:par>
                                <p:cTn id="191" presetID="6" presetClass="emph" presetSubtype="0" decel="100000" fill="hold" grpId="1" nodeType="withEffect">
                                  <p:stCondLst>
                                    <p:cond delay="600"/>
                                  </p:stCondLst>
                                  <p:childTnLst>
                                    <p:animScale>
                                      <p:cBhvr>
                                        <p:cTn id="192" dur="250" fill="hold"/>
                                        <p:tgtEl>
                                          <p:spTgt spid="59"/>
                                        </p:tgtEl>
                                      </p:cBhvr>
                                      <p:by x="120000" y="120000"/>
                                    </p:animScale>
                                  </p:childTnLst>
                                </p:cTn>
                              </p:par>
                              <p:par>
                                <p:cTn id="193" presetID="6" presetClass="emph" presetSubtype="0" decel="100000" fill="hold" grpId="2" nodeType="withEffect">
                                  <p:stCondLst>
                                    <p:cond delay="800"/>
                                  </p:stCondLst>
                                  <p:childTnLst>
                                    <p:animScale>
                                      <p:cBhvr>
                                        <p:cTn id="194" dur="250" fill="hold"/>
                                        <p:tgtEl>
                                          <p:spTgt spid="59"/>
                                        </p:tgtEl>
                                      </p:cBhvr>
                                      <p:by x="83000" y="83000"/>
                                    </p:animScale>
                                  </p:childTnLst>
                                </p:cTn>
                              </p:par>
                              <p:par>
                                <p:cTn id="195" presetID="53" presetClass="entr" presetSubtype="16" fill="hold" grpId="0" nodeType="withEffect">
                                  <p:stCondLst>
                                    <p:cond delay="800"/>
                                  </p:stCondLst>
                                  <p:childTnLst>
                                    <p:set>
                                      <p:cBhvr>
                                        <p:cTn id="196" dur="1" fill="hold">
                                          <p:stCondLst>
                                            <p:cond delay="0"/>
                                          </p:stCondLst>
                                        </p:cTn>
                                        <p:tgtEl>
                                          <p:spTgt spid="49"/>
                                        </p:tgtEl>
                                        <p:attrNameLst>
                                          <p:attrName>style.visibility</p:attrName>
                                        </p:attrNameLst>
                                      </p:cBhvr>
                                      <p:to>
                                        <p:strVal val="visible"/>
                                      </p:to>
                                    </p:set>
                                    <p:anim calcmode="lin" valueType="num">
                                      <p:cBhvr>
                                        <p:cTn id="197" dur="500" fill="hold"/>
                                        <p:tgtEl>
                                          <p:spTgt spid="49"/>
                                        </p:tgtEl>
                                        <p:attrNameLst>
                                          <p:attrName>ppt_w</p:attrName>
                                        </p:attrNameLst>
                                      </p:cBhvr>
                                      <p:tavLst>
                                        <p:tav tm="0">
                                          <p:val>
                                            <p:fltVal val="0"/>
                                          </p:val>
                                        </p:tav>
                                        <p:tav tm="100000">
                                          <p:val>
                                            <p:strVal val="#ppt_w"/>
                                          </p:val>
                                        </p:tav>
                                      </p:tavLst>
                                    </p:anim>
                                    <p:anim calcmode="lin" valueType="num">
                                      <p:cBhvr>
                                        <p:cTn id="198" dur="500" fill="hold"/>
                                        <p:tgtEl>
                                          <p:spTgt spid="49"/>
                                        </p:tgtEl>
                                        <p:attrNameLst>
                                          <p:attrName>ppt_h</p:attrName>
                                        </p:attrNameLst>
                                      </p:cBhvr>
                                      <p:tavLst>
                                        <p:tav tm="0">
                                          <p:val>
                                            <p:fltVal val="0"/>
                                          </p:val>
                                        </p:tav>
                                        <p:tav tm="100000">
                                          <p:val>
                                            <p:strVal val="#ppt_h"/>
                                          </p:val>
                                        </p:tav>
                                      </p:tavLst>
                                    </p:anim>
                                    <p:animEffect transition="in" filter="fade">
                                      <p:cBhvr>
                                        <p:cTn id="199" dur="500"/>
                                        <p:tgtEl>
                                          <p:spTgt spid="49"/>
                                        </p:tgtEl>
                                      </p:cBhvr>
                                    </p:animEffect>
                                  </p:childTnLst>
                                </p:cTn>
                              </p:par>
                              <p:par>
                                <p:cTn id="200" presetID="63" presetClass="path" presetSubtype="0" accel="50000" decel="50000" fill="hold" grpId="1" nodeType="withEffect">
                                  <p:stCondLst>
                                    <p:cond delay="800"/>
                                  </p:stCondLst>
                                  <p:childTnLst>
                                    <p:animMotion origin="layout" path="M -3.75E-6 -4.07407E-6 L 0.14102 -4.07407E-6 " pathEditMode="relative" rAng="0" ptsTypes="AA">
                                      <p:cBhvr>
                                        <p:cTn id="201" dur="1000" spd="-100000" fill="hold"/>
                                        <p:tgtEl>
                                          <p:spTgt spid="49"/>
                                        </p:tgtEl>
                                        <p:attrNameLst>
                                          <p:attrName>ppt_x</p:attrName>
                                          <p:attrName>ppt_y</p:attrName>
                                        </p:attrNameLst>
                                      </p:cBhvr>
                                      <p:rCtr x="7044" y="0"/>
                                    </p:animMotion>
                                  </p:childTnLst>
                                </p:cTn>
                              </p:par>
                              <p:par>
                                <p:cTn id="202" presetID="53" presetClass="entr" presetSubtype="16" fill="hold" grpId="0" nodeType="withEffect">
                                  <p:stCondLst>
                                    <p:cond delay="1250"/>
                                  </p:stCondLst>
                                  <p:iterate type="lt">
                                    <p:tmPct val="10000"/>
                                  </p:iterate>
                                  <p:childTnLst>
                                    <p:set>
                                      <p:cBhvr>
                                        <p:cTn id="203" dur="1" fill="hold">
                                          <p:stCondLst>
                                            <p:cond delay="0"/>
                                          </p:stCondLst>
                                        </p:cTn>
                                        <p:tgtEl>
                                          <p:spTgt spid="48"/>
                                        </p:tgtEl>
                                        <p:attrNameLst>
                                          <p:attrName>style.visibility</p:attrName>
                                        </p:attrNameLst>
                                      </p:cBhvr>
                                      <p:to>
                                        <p:strVal val="visible"/>
                                      </p:to>
                                    </p:set>
                                    <p:anim calcmode="lin" valueType="num">
                                      <p:cBhvr>
                                        <p:cTn id="204" dur="250" fill="hold"/>
                                        <p:tgtEl>
                                          <p:spTgt spid="48"/>
                                        </p:tgtEl>
                                        <p:attrNameLst>
                                          <p:attrName>ppt_w</p:attrName>
                                        </p:attrNameLst>
                                      </p:cBhvr>
                                      <p:tavLst>
                                        <p:tav tm="0">
                                          <p:val>
                                            <p:fltVal val="0"/>
                                          </p:val>
                                        </p:tav>
                                        <p:tav tm="100000">
                                          <p:val>
                                            <p:strVal val="#ppt_w"/>
                                          </p:val>
                                        </p:tav>
                                      </p:tavLst>
                                    </p:anim>
                                    <p:anim calcmode="lin" valueType="num">
                                      <p:cBhvr>
                                        <p:cTn id="205" dur="250" fill="hold"/>
                                        <p:tgtEl>
                                          <p:spTgt spid="48"/>
                                        </p:tgtEl>
                                        <p:attrNameLst>
                                          <p:attrName>ppt_h</p:attrName>
                                        </p:attrNameLst>
                                      </p:cBhvr>
                                      <p:tavLst>
                                        <p:tav tm="0">
                                          <p:val>
                                            <p:fltVal val="0"/>
                                          </p:val>
                                        </p:tav>
                                        <p:tav tm="100000">
                                          <p:val>
                                            <p:strVal val="#ppt_h"/>
                                          </p:val>
                                        </p:tav>
                                      </p:tavLst>
                                    </p:anim>
                                    <p:animEffect transition="in" filter="fade">
                                      <p:cBhvr>
                                        <p:cTn id="206" dur="2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4" grpId="1"/>
      <p:bldP spid="36" grpId="0" animBg="1"/>
      <p:bldP spid="36" grpId="1" animBg="1"/>
      <p:bldP spid="37" grpId="0" animBg="1"/>
      <p:bldP spid="37" grpId="1" animBg="1"/>
      <p:bldP spid="38" grpId="0" animBg="1"/>
      <p:bldP spid="38" grpId="1" animBg="1"/>
      <p:bldP spid="39" grpId="0" animBg="1"/>
      <p:bldP spid="39" grpId="1" animBg="1"/>
      <p:bldP spid="40" grpId="0"/>
      <p:bldP spid="41" grpId="0"/>
      <p:bldP spid="42" grpId="0"/>
      <p:bldP spid="43" grpId="0"/>
      <p:bldP spid="44" grpId="0" animBg="1"/>
      <p:bldP spid="44" grpId="1" animBg="1"/>
      <p:bldP spid="44" grpId="2" animBg="1"/>
      <p:bldP spid="45" grpId="0"/>
      <p:bldP spid="46" grpId="0"/>
      <p:bldP spid="46" grpId="1"/>
      <p:bldP spid="47" grpId="0" animBg="1"/>
      <p:bldP spid="47" grpId="1" animBg="1"/>
      <p:bldP spid="47" grpId="2" animBg="1"/>
      <p:bldP spid="48" grpId="0"/>
      <p:bldP spid="49" grpId="0"/>
      <p:bldP spid="49" grpId="1"/>
      <p:bldP spid="50" grpId="0" animBg="1"/>
      <p:bldP spid="50" grpId="1" animBg="1"/>
      <p:bldP spid="50" grpId="2" animBg="1"/>
      <p:bldP spid="51" grpId="0"/>
      <p:bldP spid="52" grpId="0"/>
      <p:bldP spid="52" grpId="1"/>
      <p:bldP spid="53" grpId="0" animBg="1"/>
      <p:bldP spid="53" grpId="1" animBg="1"/>
      <p:bldP spid="53" grpId="2" animBg="1"/>
      <p:bldP spid="54" grpId="0"/>
      <p:bldP spid="55" grpId="0"/>
      <p:bldP spid="55" grpId="1"/>
      <p:bldP spid="56" grpId="0"/>
      <p:bldP spid="56" grpId="1"/>
      <p:bldP spid="56" grpId="2"/>
      <p:bldP spid="57" grpId="0"/>
      <p:bldP spid="57" grpId="1"/>
      <p:bldP spid="57" grpId="2"/>
      <p:bldP spid="58" grpId="0"/>
      <p:bldP spid="58" grpId="1"/>
      <p:bldP spid="58" grpId="2"/>
      <p:bldP spid="59" grpId="0"/>
      <p:bldP spid="59" grpId="1"/>
      <p:bldP spid="59" grpId="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450633" y="228814"/>
            <a:ext cx="720000" cy="720000"/>
            <a:chOff x="450633" y="228814"/>
            <a:chExt cx="720000" cy="720000"/>
          </a:xfrm>
        </p:grpSpPr>
        <p:sp>
          <p:nvSpPr>
            <p:cNvPr id="27" name="椭圆 26"/>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28"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29" name="文本框 28"/>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已完成重点项目三</a:t>
            </a:r>
          </a:p>
        </p:txBody>
      </p:sp>
      <p:cxnSp>
        <p:nvCxnSpPr>
          <p:cNvPr id="30" name="直接连接符 29"/>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cxnSp>
        <p:nvCxnSpPr>
          <p:cNvPr id="31" name="直接连接符 30"/>
          <p:cNvCxnSpPr/>
          <p:nvPr/>
        </p:nvCxnSpPr>
        <p:spPr>
          <a:xfrm>
            <a:off x="7043351" y="3853866"/>
            <a:ext cx="1039126" cy="0"/>
          </a:xfrm>
          <a:prstGeom prst="line">
            <a:avLst/>
          </a:prstGeom>
          <a:noFill/>
          <a:ln w="12700" cap="flat" cmpd="sng" algn="ctr">
            <a:solidFill>
              <a:srgbClr val="FFFFFF">
                <a:lumMod val="50000"/>
              </a:srgbClr>
            </a:solidFill>
            <a:prstDash val="solid"/>
            <a:miter lim="800000"/>
            <a:tailEnd type="oval" w="lg" len="lg"/>
          </a:ln>
          <a:effectLst/>
        </p:spPr>
      </p:cxnSp>
      <p:sp>
        <p:nvSpPr>
          <p:cNvPr id="32" name="Freeform 7"/>
          <p:cNvSpPr>
            <a:spLocks noChangeAspect="1"/>
          </p:cNvSpPr>
          <p:nvPr/>
        </p:nvSpPr>
        <p:spPr bwMode="auto">
          <a:xfrm>
            <a:off x="3548484" y="2875002"/>
            <a:ext cx="1731963" cy="1965325"/>
          </a:xfrm>
          <a:custGeom>
            <a:avLst/>
            <a:gdLst>
              <a:gd name="T0" fmla="*/ 2966 w 3273"/>
              <a:gd name="T1" fmla="*/ 28 h 3716"/>
              <a:gd name="T2" fmla="*/ 2992 w 3273"/>
              <a:gd name="T3" fmla="*/ 16 h 3716"/>
              <a:gd name="T4" fmla="*/ 3017 w 3273"/>
              <a:gd name="T5" fmla="*/ 6 h 3716"/>
              <a:gd name="T6" fmla="*/ 3043 w 3273"/>
              <a:gd name="T7" fmla="*/ 1 h 3716"/>
              <a:gd name="T8" fmla="*/ 3068 w 3273"/>
              <a:gd name="T9" fmla="*/ 0 h 3716"/>
              <a:gd name="T10" fmla="*/ 3095 w 3273"/>
              <a:gd name="T11" fmla="*/ 1 h 3716"/>
              <a:gd name="T12" fmla="*/ 3121 w 3273"/>
              <a:gd name="T13" fmla="*/ 6 h 3716"/>
              <a:gd name="T14" fmla="*/ 3146 w 3273"/>
              <a:gd name="T15" fmla="*/ 16 h 3716"/>
              <a:gd name="T16" fmla="*/ 3171 w 3273"/>
              <a:gd name="T17" fmla="*/ 28 h 3716"/>
              <a:gd name="T18" fmla="*/ 3194 w 3273"/>
              <a:gd name="T19" fmla="*/ 43 h 3716"/>
              <a:gd name="T20" fmla="*/ 3214 w 3273"/>
              <a:gd name="T21" fmla="*/ 61 h 3716"/>
              <a:gd name="T22" fmla="*/ 3232 w 3273"/>
              <a:gd name="T23" fmla="*/ 80 h 3716"/>
              <a:gd name="T24" fmla="*/ 3247 w 3273"/>
              <a:gd name="T25" fmla="*/ 102 h 3716"/>
              <a:gd name="T26" fmla="*/ 3257 w 3273"/>
              <a:gd name="T27" fmla="*/ 125 h 3716"/>
              <a:gd name="T28" fmla="*/ 3267 w 3273"/>
              <a:gd name="T29" fmla="*/ 151 h 3716"/>
              <a:gd name="T30" fmla="*/ 3270 w 3273"/>
              <a:gd name="T31" fmla="*/ 177 h 3716"/>
              <a:gd name="T32" fmla="*/ 3273 w 3273"/>
              <a:gd name="T33" fmla="*/ 205 h 3716"/>
              <a:gd name="T34" fmla="*/ 3272 w 3273"/>
              <a:gd name="T35" fmla="*/ 3526 h 3716"/>
              <a:gd name="T36" fmla="*/ 3269 w 3273"/>
              <a:gd name="T37" fmla="*/ 3552 h 3716"/>
              <a:gd name="T38" fmla="*/ 3263 w 3273"/>
              <a:gd name="T39" fmla="*/ 3579 h 3716"/>
              <a:gd name="T40" fmla="*/ 3252 w 3273"/>
              <a:gd name="T41" fmla="*/ 3603 h 3716"/>
              <a:gd name="T42" fmla="*/ 3239 w 3273"/>
              <a:gd name="T43" fmla="*/ 3625 h 3716"/>
              <a:gd name="T44" fmla="*/ 3223 w 3273"/>
              <a:gd name="T45" fmla="*/ 3646 h 3716"/>
              <a:gd name="T46" fmla="*/ 3204 w 3273"/>
              <a:gd name="T47" fmla="*/ 3665 h 3716"/>
              <a:gd name="T48" fmla="*/ 3183 w 3273"/>
              <a:gd name="T49" fmla="*/ 3680 h 3716"/>
              <a:gd name="T50" fmla="*/ 3158 w 3273"/>
              <a:gd name="T51" fmla="*/ 3695 h 3716"/>
              <a:gd name="T52" fmla="*/ 3133 w 3273"/>
              <a:gd name="T53" fmla="*/ 3706 h 3716"/>
              <a:gd name="T54" fmla="*/ 3108 w 3273"/>
              <a:gd name="T55" fmla="*/ 3712 h 3716"/>
              <a:gd name="T56" fmla="*/ 3081 w 3273"/>
              <a:gd name="T57" fmla="*/ 3716 h 3716"/>
              <a:gd name="T58" fmla="*/ 3055 w 3273"/>
              <a:gd name="T59" fmla="*/ 3716 h 3716"/>
              <a:gd name="T60" fmla="*/ 3030 w 3273"/>
              <a:gd name="T61" fmla="*/ 3712 h 3716"/>
              <a:gd name="T62" fmla="*/ 3003 w 3273"/>
              <a:gd name="T63" fmla="*/ 3706 h 3716"/>
              <a:gd name="T64" fmla="*/ 2978 w 3273"/>
              <a:gd name="T65" fmla="*/ 3695 h 3716"/>
              <a:gd name="T66" fmla="*/ 102 w 3273"/>
              <a:gd name="T67" fmla="*/ 2035 h 3716"/>
              <a:gd name="T68" fmla="*/ 79 w 3273"/>
              <a:gd name="T69" fmla="*/ 2019 h 3716"/>
              <a:gd name="T70" fmla="*/ 58 w 3273"/>
              <a:gd name="T71" fmla="*/ 2002 h 3716"/>
              <a:gd name="T72" fmla="*/ 41 w 3273"/>
              <a:gd name="T73" fmla="*/ 1982 h 3716"/>
              <a:gd name="T74" fmla="*/ 27 w 3273"/>
              <a:gd name="T75" fmla="*/ 1960 h 3716"/>
              <a:gd name="T76" fmla="*/ 15 w 3273"/>
              <a:gd name="T77" fmla="*/ 1937 h 3716"/>
              <a:gd name="T78" fmla="*/ 7 w 3273"/>
              <a:gd name="T79" fmla="*/ 1912 h 3716"/>
              <a:gd name="T80" fmla="*/ 2 w 3273"/>
              <a:gd name="T81" fmla="*/ 1886 h 3716"/>
              <a:gd name="T82" fmla="*/ 0 w 3273"/>
              <a:gd name="T83" fmla="*/ 1858 h 3716"/>
              <a:gd name="T84" fmla="*/ 2 w 3273"/>
              <a:gd name="T85" fmla="*/ 1830 h 3716"/>
              <a:gd name="T86" fmla="*/ 7 w 3273"/>
              <a:gd name="T87" fmla="*/ 1804 h 3716"/>
              <a:gd name="T88" fmla="*/ 15 w 3273"/>
              <a:gd name="T89" fmla="*/ 1779 h 3716"/>
              <a:gd name="T90" fmla="*/ 27 w 3273"/>
              <a:gd name="T91" fmla="*/ 1756 h 3716"/>
              <a:gd name="T92" fmla="*/ 41 w 3273"/>
              <a:gd name="T93" fmla="*/ 1734 h 3716"/>
              <a:gd name="T94" fmla="*/ 58 w 3273"/>
              <a:gd name="T95" fmla="*/ 1714 h 3716"/>
              <a:gd name="T96" fmla="*/ 79 w 3273"/>
              <a:gd name="T97" fmla="*/ 1697 h 3716"/>
              <a:gd name="T98" fmla="*/ 102 w 3273"/>
              <a:gd name="T99" fmla="*/ 1681 h 3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73" h="3716">
                <a:moveTo>
                  <a:pt x="102" y="1681"/>
                </a:moveTo>
                <a:lnTo>
                  <a:pt x="2966" y="28"/>
                </a:lnTo>
                <a:lnTo>
                  <a:pt x="2978" y="21"/>
                </a:lnTo>
                <a:lnTo>
                  <a:pt x="2992" y="16"/>
                </a:lnTo>
                <a:lnTo>
                  <a:pt x="3003" y="10"/>
                </a:lnTo>
                <a:lnTo>
                  <a:pt x="3017" y="6"/>
                </a:lnTo>
                <a:lnTo>
                  <a:pt x="3030" y="4"/>
                </a:lnTo>
                <a:lnTo>
                  <a:pt x="3043" y="1"/>
                </a:lnTo>
                <a:lnTo>
                  <a:pt x="3055" y="0"/>
                </a:lnTo>
                <a:lnTo>
                  <a:pt x="3068" y="0"/>
                </a:lnTo>
                <a:lnTo>
                  <a:pt x="3081" y="0"/>
                </a:lnTo>
                <a:lnTo>
                  <a:pt x="3095" y="1"/>
                </a:lnTo>
                <a:lnTo>
                  <a:pt x="3108" y="4"/>
                </a:lnTo>
                <a:lnTo>
                  <a:pt x="3121" y="6"/>
                </a:lnTo>
                <a:lnTo>
                  <a:pt x="3133" y="10"/>
                </a:lnTo>
                <a:lnTo>
                  <a:pt x="3146" y="16"/>
                </a:lnTo>
                <a:lnTo>
                  <a:pt x="3158" y="21"/>
                </a:lnTo>
                <a:lnTo>
                  <a:pt x="3171" y="28"/>
                </a:lnTo>
                <a:lnTo>
                  <a:pt x="3183" y="36"/>
                </a:lnTo>
                <a:lnTo>
                  <a:pt x="3194" y="43"/>
                </a:lnTo>
                <a:lnTo>
                  <a:pt x="3204" y="51"/>
                </a:lnTo>
                <a:lnTo>
                  <a:pt x="3214" y="61"/>
                </a:lnTo>
                <a:lnTo>
                  <a:pt x="3223" y="70"/>
                </a:lnTo>
                <a:lnTo>
                  <a:pt x="3232" y="80"/>
                </a:lnTo>
                <a:lnTo>
                  <a:pt x="3239" y="91"/>
                </a:lnTo>
                <a:lnTo>
                  <a:pt x="3247" y="102"/>
                </a:lnTo>
                <a:lnTo>
                  <a:pt x="3252" y="113"/>
                </a:lnTo>
                <a:lnTo>
                  <a:pt x="3257" y="125"/>
                </a:lnTo>
                <a:lnTo>
                  <a:pt x="3263" y="137"/>
                </a:lnTo>
                <a:lnTo>
                  <a:pt x="3267" y="151"/>
                </a:lnTo>
                <a:lnTo>
                  <a:pt x="3269" y="164"/>
                </a:lnTo>
                <a:lnTo>
                  <a:pt x="3270" y="177"/>
                </a:lnTo>
                <a:lnTo>
                  <a:pt x="3272" y="190"/>
                </a:lnTo>
                <a:lnTo>
                  <a:pt x="3273" y="205"/>
                </a:lnTo>
                <a:lnTo>
                  <a:pt x="3273" y="3511"/>
                </a:lnTo>
                <a:lnTo>
                  <a:pt x="3272" y="3526"/>
                </a:lnTo>
                <a:lnTo>
                  <a:pt x="3270" y="3539"/>
                </a:lnTo>
                <a:lnTo>
                  <a:pt x="3269" y="3552"/>
                </a:lnTo>
                <a:lnTo>
                  <a:pt x="3267" y="3565"/>
                </a:lnTo>
                <a:lnTo>
                  <a:pt x="3263" y="3579"/>
                </a:lnTo>
                <a:lnTo>
                  <a:pt x="3257" y="3591"/>
                </a:lnTo>
                <a:lnTo>
                  <a:pt x="3252" y="3603"/>
                </a:lnTo>
                <a:lnTo>
                  <a:pt x="3247" y="3614"/>
                </a:lnTo>
                <a:lnTo>
                  <a:pt x="3239" y="3625"/>
                </a:lnTo>
                <a:lnTo>
                  <a:pt x="3232" y="3636"/>
                </a:lnTo>
                <a:lnTo>
                  <a:pt x="3223" y="3646"/>
                </a:lnTo>
                <a:lnTo>
                  <a:pt x="3214" y="3655"/>
                </a:lnTo>
                <a:lnTo>
                  <a:pt x="3204" y="3665"/>
                </a:lnTo>
                <a:lnTo>
                  <a:pt x="3194" y="3673"/>
                </a:lnTo>
                <a:lnTo>
                  <a:pt x="3183" y="3680"/>
                </a:lnTo>
                <a:lnTo>
                  <a:pt x="3171" y="3688"/>
                </a:lnTo>
                <a:lnTo>
                  <a:pt x="3158" y="3695"/>
                </a:lnTo>
                <a:lnTo>
                  <a:pt x="3146" y="3700"/>
                </a:lnTo>
                <a:lnTo>
                  <a:pt x="3133" y="3706"/>
                </a:lnTo>
                <a:lnTo>
                  <a:pt x="3121" y="3710"/>
                </a:lnTo>
                <a:lnTo>
                  <a:pt x="3108" y="3712"/>
                </a:lnTo>
                <a:lnTo>
                  <a:pt x="3095" y="3715"/>
                </a:lnTo>
                <a:lnTo>
                  <a:pt x="3081" y="3716"/>
                </a:lnTo>
                <a:lnTo>
                  <a:pt x="3068" y="3716"/>
                </a:lnTo>
                <a:lnTo>
                  <a:pt x="3055" y="3716"/>
                </a:lnTo>
                <a:lnTo>
                  <a:pt x="3043" y="3715"/>
                </a:lnTo>
                <a:lnTo>
                  <a:pt x="3030" y="3712"/>
                </a:lnTo>
                <a:lnTo>
                  <a:pt x="3017" y="3710"/>
                </a:lnTo>
                <a:lnTo>
                  <a:pt x="3003" y="3706"/>
                </a:lnTo>
                <a:lnTo>
                  <a:pt x="2992" y="3700"/>
                </a:lnTo>
                <a:lnTo>
                  <a:pt x="2978" y="3695"/>
                </a:lnTo>
                <a:lnTo>
                  <a:pt x="2966" y="3688"/>
                </a:lnTo>
                <a:lnTo>
                  <a:pt x="102" y="2035"/>
                </a:lnTo>
                <a:lnTo>
                  <a:pt x="90" y="2027"/>
                </a:lnTo>
                <a:lnTo>
                  <a:pt x="79" y="2019"/>
                </a:lnTo>
                <a:lnTo>
                  <a:pt x="69" y="2011"/>
                </a:lnTo>
                <a:lnTo>
                  <a:pt x="58" y="2002"/>
                </a:lnTo>
                <a:lnTo>
                  <a:pt x="49" y="1993"/>
                </a:lnTo>
                <a:lnTo>
                  <a:pt x="41" y="1982"/>
                </a:lnTo>
                <a:lnTo>
                  <a:pt x="33" y="1972"/>
                </a:lnTo>
                <a:lnTo>
                  <a:pt x="27" y="1960"/>
                </a:lnTo>
                <a:lnTo>
                  <a:pt x="20" y="1949"/>
                </a:lnTo>
                <a:lnTo>
                  <a:pt x="15" y="1937"/>
                </a:lnTo>
                <a:lnTo>
                  <a:pt x="11" y="1924"/>
                </a:lnTo>
                <a:lnTo>
                  <a:pt x="7" y="1912"/>
                </a:lnTo>
                <a:lnTo>
                  <a:pt x="4" y="1899"/>
                </a:lnTo>
                <a:lnTo>
                  <a:pt x="2" y="1886"/>
                </a:lnTo>
                <a:lnTo>
                  <a:pt x="0" y="1873"/>
                </a:lnTo>
                <a:lnTo>
                  <a:pt x="0" y="1858"/>
                </a:lnTo>
                <a:lnTo>
                  <a:pt x="0" y="1843"/>
                </a:lnTo>
                <a:lnTo>
                  <a:pt x="2" y="1830"/>
                </a:lnTo>
                <a:lnTo>
                  <a:pt x="4" y="1817"/>
                </a:lnTo>
                <a:lnTo>
                  <a:pt x="7" y="1804"/>
                </a:lnTo>
                <a:lnTo>
                  <a:pt x="11" y="1792"/>
                </a:lnTo>
                <a:lnTo>
                  <a:pt x="15" y="1779"/>
                </a:lnTo>
                <a:lnTo>
                  <a:pt x="20" y="1767"/>
                </a:lnTo>
                <a:lnTo>
                  <a:pt x="27" y="1756"/>
                </a:lnTo>
                <a:lnTo>
                  <a:pt x="33" y="1744"/>
                </a:lnTo>
                <a:lnTo>
                  <a:pt x="41" y="1734"/>
                </a:lnTo>
                <a:lnTo>
                  <a:pt x="49" y="1723"/>
                </a:lnTo>
                <a:lnTo>
                  <a:pt x="58" y="1714"/>
                </a:lnTo>
                <a:lnTo>
                  <a:pt x="69" y="1705"/>
                </a:lnTo>
                <a:lnTo>
                  <a:pt x="79" y="1697"/>
                </a:lnTo>
                <a:lnTo>
                  <a:pt x="90" y="1689"/>
                </a:lnTo>
                <a:lnTo>
                  <a:pt x="102" y="1681"/>
                </a:lnTo>
                <a:close/>
              </a:path>
            </a:pathLst>
          </a:cu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lumMod val="95000"/>
                  </a:srgbClr>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cxnSp>
        <p:nvCxnSpPr>
          <p:cNvPr id="33" name="直接连接符 32"/>
          <p:cNvCxnSpPr/>
          <p:nvPr/>
        </p:nvCxnSpPr>
        <p:spPr>
          <a:xfrm flipH="1">
            <a:off x="4257491" y="5240306"/>
            <a:ext cx="1923996" cy="0"/>
          </a:xfrm>
          <a:prstGeom prst="line">
            <a:avLst/>
          </a:prstGeom>
          <a:noFill/>
          <a:ln w="12700" cap="flat" cmpd="sng" algn="ctr">
            <a:solidFill>
              <a:srgbClr val="FFFFFF">
                <a:lumMod val="50000"/>
              </a:srgbClr>
            </a:solidFill>
            <a:prstDash val="solid"/>
            <a:miter lim="800000"/>
            <a:tailEnd type="oval" w="lg" len="lg"/>
          </a:ln>
          <a:effectLst/>
        </p:spPr>
      </p:cxnSp>
      <p:cxnSp>
        <p:nvCxnSpPr>
          <p:cNvPr id="34" name="直接连接符 33"/>
          <p:cNvCxnSpPr/>
          <p:nvPr/>
        </p:nvCxnSpPr>
        <p:spPr>
          <a:xfrm flipH="1">
            <a:off x="4257492" y="2185490"/>
            <a:ext cx="2449696" cy="0"/>
          </a:xfrm>
          <a:prstGeom prst="line">
            <a:avLst/>
          </a:prstGeom>
          <a:noFill/>
          <a:ln w="12700" cap="flat" cmpd="sng" algn="ctr">
            <a:solidFill>
              <a:srgbClr val="FFFFFF">
                <a:lumMod val="50000"/>
              </a:srgbClr>
            </a:solidFill>
            <a:prstDash val="solid"/>
            <a:miter lim="800000"/>
            <a:tailEnd type="oval" w="lg" len="lg"/>
          </a:ln>
          <a:effectLst/>
        </p:spPr>
      </p:cxnSp>
      <p:sp>
        <p:nvSpPr>
          <p:cNvPr id="35" name="Freeform 5"/>
          <p:cNvSpPr>
            <a:spLocks noChangeAspect="1"/>
          </p:cNvSpPr>
          <p:nvPr/>
        </p:nvSpPr>
        <p:spPr bwMode="auto">
          <a:xfrm>
            <a:off x="5442372" y="2875002"/>
            <a:ext cx="1731963" cy="1965325"/>
          </a:xfrm>
          <a:custGeom>
            <a:avLst/>
            <a:gdLst>
              <a:gd name="T0" fmla="*/ 307 w 3273"/>
              <a:gd name="T1" fmla="*/ 28 h 3716"/>
              <a:gd name="T2" fmla="*/ 282 w 3273"/>
              <a:gd name="T3" fmla="*/ 16 h 3716"/>
              <a:gd name="T4" fmla="*/ 257 w 3273"/>
              <a:gd name="T5" fmla="*/ 6 h 3716"/>
              <a:gd name="T6" fmla="*/ 231 w 3273"/>
              <a:gd name="T7" fmla="*/ 1 h 3716"/>
              <a:gd name="T8" fmla="*/ 205 w 3273"/>
              <a:gd name="T9" fmla="*/ 0 h 3716"/>
              <a:gd name="T10" fmla="*/ 179 w 3273"/>
              <a:gd name="T11" fmla="*/ 1 h 3716"/>
              <a:gd name="T12" fmla="*/ 154 w 3273"/>
              <a:gd name="T13" fmla="*/ 6 h 3716"/>
              <a:gd name="T14" fmla="*/ 127 w 3273"/>
              <a:gd name="T15" fmla="*/ 16 h 3716"/>
              <a:gd name="T16" fmla="*/ 104 w 3273"/>
              <a:gd name="T17" fmla="*/ 28 h 3716"/>
              <a:gd name="T18" fmla="*/ 80 w 3273"/>
              <a:gd name="T19" fmla="*/ 43 h 3716"/>
              <a:gd name="T20" fmla="*/ 60 w 3273"/>
              <a:gd name="T21" fmla="*/ 61 h 3716"/>
              <a:gd name="T22" fmla="*/ 43 w 3273"/>
              <a:gd name="T23" fmla="*/ 80 h 3716"/>
              <a:gd name="T24" fmla="*/ 28 w 3273"/>
              <a:gd name="T25" fmla="*/ 102 h 3716"/>
              <a:gd name="T26" fmla="*/ 16 w 3273"/>
              <a:gd name="T27" fmla="*/ 125 h 3716"/>
              <a:gd name="T28" fmla="*/ 8 w 3273"/>
              <a:gd name="T29" fmla="*/ 151 h 3716"/>
              <a:gd name="T30" fmla="*/ 3 w 3273"/>
              <a:gd name="T31" fmla="*/ 177 h 3716"/>
              <a:gd name="T32" fmla="*/ 0 w 3273"/>
              <a:gd name="T33" fmla="*/ 205 h 3716"/>
              <a:gd name="T34" fmla="*/ 2 w 3273"/>
              <a:gd name="T35" fmla="*/ 3526 h 3716"/>
              <a:gd name="T36" fmla="*/ 4 w 3273"/>
              <a:gd name="T37" fmla="*/ 3552 h 3716"/>
              <a:gd name="T38" fmla="*/ 11 w 3273"/>
              <a:gd name="T39" fmla="*/ 3579 h 3716"/>
              <a:gd name="T40" fmla="*/ 22 w 3273"/>
              <a:gd name="T41" fmla="*/ 3603 h 3716"/>
              <a:gd name="T42" fmla="*/ 35 w 3273"/>
              <a:gd name="T43" fmla="*/ 3625 h 3716"/>
              <a:gd name="T44" fmla="*/ 51 w 3273"/>
              <a:gd name="T45" fmla="*/ 3646 h 3716"/>
              <a:gd name="T46" fmla="*/ 69 w 3273"/>
              <a:gd name="T47" fmla="*/ 3665 h 3716"/>
              <a:gd name="T48" fmla="*/ 92 w 3273"/>
              <a:gd name="T49" fmla="*/ 3680 h 3716"/>
              <a:gd name="T50" fmla="*/ 115 w 3273"/>
              <a:gd name="T51" fmla="*/ 3695 h 3716"/>
              <a:gd name="T52" fmla="*/ 141 w 3273"/>
              <a:gd name="T53" fmla="*/ 3706 h 3716"/>
              <a:gd name="T54" fmla="*/ 166 w 3273"/>
              <a:gd name="T55" fmla="*/ 3712 h 3716"/>
              <a:gd name="T56" fmla="*/ 192 w 3273"/>
              <a:gd name="T57" fmla="*/ 3716 h 3716"/>
              <a:gd name="T58" fmla="*/ 219 w 3273"/>
              <a:gd name="T59" fmla="*/ 3716 h 3716"/>
              <a:gd name="T60" fmla="*/ 244 w 3273"/>
              <a:gd name="T61" fmla="*/ 3712 h 3716"/>
              <a:gd name="T62" fmla="*/ 270 w 3273"/>
              <a:gd name="T63" fmla="*/ 3706 h 3716"/>
              <a:gd name="T64" fmla="*/ 295 w 3273"/>
              <a:gd name="T65" fmla="*/ 3695 h 3716"/>
              <a:gd name="T66" fmla="*/ 3172 w 3273"/>
              <a:gd name="T67" fmla="*/ 2035 h 3716"/>
              <a:gd name="T68" fmla="*/ 3194 w 3273"/>
              <a:gd name="T69" fmla="*/ 2019 h 3716"/>
              <a:gd name="T70" fmla="*/ 3215 w 3273"/>
              <a:gd name="T71" fmla="*/ 2002 h 3716"/>
              <a:gd name="T72" fmla="*/ 3232 w 3273"/>
              <a:gd name="T73" fmla="*/ 1982 h 3716"/>
              <a:gd name="T74" fmla="*/ 3247 w 3273"/>
              <a:gd name="T75" fmla="*/ 1960 h 3716"/>
              <a:gd name="T76" fmla="*/ 3259 w 3273"/>
              <a:gd name="T77" fmla="*/ 1937 h 3716"/>
              <a:gd name="T78" fmla="*/ 3267 w 3273"/>
              <a:gd name="T79" fmla="*/ 1912 h 3716"/>
              <a:gd name="T80" fmla="*/ 3272 w 3273"/>
              <a:gd name="T81" fmla="*/ 1886 h 3716"/>
              <a:gd name="T82" fmla="*/ 3273 w 3273"/>
              <a:gd name="T83" fmla="*/ 1858 h 3716"/>
              <a:gd name="T84" fmla="*/ 3272 w 3273"/>
              <a:gd name="T85" fmla="*/ 1830 h 3716"/>
              <a:gd name="T86" fmla="*/ 3267 w 3273"/>
              <a:gd name="T87" fmla="*/ 1804 h 3716"/>
              <a:gd name="T88" fmla="*/ 3259 w 3273"/>
              <a:gd name="T89" fmla="*/ 1779 h 3716"/>
              <a:gd name="T90" fmla="*/ 3247 w 3273"/>
              <a:gd name="T91" fmla="*/ 1756 h 3716"/>
              <a:gd name="T92" fmla="*/ 3232 w 3273"/>
              <a:gd name="T93" fmla="*/ 1734 h 3716"/>
              <a:gd name="T94" fmla="*/ 3215 w 3273"/>
              <a:gd name="T95" fmla="*/ 1714 h 3716"/>
              <a:gd name="T96" fmla="*/ 3194 w 3273"/>
              <a:gd name="T97" fmla="*/ 1697 h 3716"/>
              <a:gd name="T98" fmla="*/ 3172 w 3273"/>
              <a:gd name="T99" fmla="*/ 1681 h 3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73" h="3716">
                <a:moveTo>
                  <a:pt x="3172" y="1681"/>
                </a:moveTo>
                <a:lnTo>
                  <a:pt x="307" y="28"/>
                </a:lnTo>
                <a:lnTo>
                  <a:pt x="295" y="21"/>
                </a:lnTo>
                <a:lnTo>
                  <a:pt x="282" y="16"/>
                </a:lnTo>
                <a:lnTo>
                  <a:pt x="270" y="10"/>
                </a:lnTo>
                <a:lnTo>
                  <a:pt x="257" y="6"/>
                </a:lnTo>
                <a:lnTo>
                  <a:pt x="244" y="4"/>
                </a:lnTo>
                <a:lnTo>
                  <a:pt x="231" y="1"/>
                </a:lnTo>
                <a:lnTo>
                  <a:pt x="219" y="0"/>
                </a:lnTo>
                <a:lnTo>
                  <a:pt x="205" y="0"/>
                </a:lnTo>
                <a:lnTo>
                  <a:pt x="192" y="0"/>
                </a:lnTo>
                <a:lnTo>
                  <a:pt x="179" y="1"/>
                </a:lnTo>
                <a:lnTo>
                  <a:pt x="166" y="4"/>
                </a:lnTo>
                <a:lnTo>
                  <a:pt x="154" y="6"/>
                </a:lnTo>
                <a:lnTo>
                  <a:pt x="141" y="10"/>
                </a:lnTo>
                <a:lnTo>
                  <a:pt x="127" y="16"/>
                </a:lnTo>
                <a:lnTo>
                  <a:pt x="115" y="21"/>
                </a:lnTo>
                <a:lnTo>
                  <a:pt x="104" y="28"/>
                </a:lnTo>
                <a:lnTo>
                  <a:pt x="92" y="36"/>
                </a:lnTo>
                <a:lnTo>
                  <a:pt x="80" y="43"/>
                </a:lnTo>
                <a:lnTo>
                  <a:pt x="69" y="51"/>
                </a:lnTo>
                <a:lnTo>
                  <a:pt x="60" y="61"/>
                </a:lnTo>
                <a:lnTo>
                  <a:pt x="51" y="70"/>
                </a:lnTo>
                <a:lnTo>
                  <a:pt x="43" y="80"/>
                </a:lnTo>
                <a:lnTo>
                  <a:pt x="35" y="91"/>
                </a:lnTo>
                <a:lnTo>
                  <a:pt x="28" y="102"/>
                </a:lnTo>
                <a:lnTo>
                  <a:pt x="22" y="113"/>
                </a:lnTo>
                <a:lnTo>
                  <a:pt x="16" y="125"/>
                </a:lnTo>
                <a:lnTo>
                  <a:pt x="11" y="137"/>
                </a:lnTo>
                <a:lnTo>
                  <a:pt x="8" y="151"/>
                </a:lnTo>
                <a:lnTo>
                  <a:pt x="4" y="164"/>
                </a:lnTo>
                <a:lnTo>
                  <a:pt x="3" y="177"/>
                </a:lnTo>
                <a:lnTo>
                  <a:pt x="2" y="190"/>
                </a:lnTo>
                <a:lnTo>
                  <a:pt x="0" y="205"/>
                </a:lnTo>
                <a:lnTo>
                  <a:pt x="0" y="3511"/>
                </a:lnTo>
                <a:lnTo>
                  <a:pt x="2" y="3526"/>
                </a:lnTo>
                <a:lnTo>
                  <a:pt x="3" y="3539"/>
                </a:lnTo>
                <a:lnTo>
                  <a:pt x="4" y="3552"/>
                </a:lnTo>
                <a:lnTo>
                  <a:pt x="8" y="3565"/>
                </a:lnTo>
                <a:lnTo>
                  <a:pt x="11" y="3579"/>
                </a:lnTo>
                <a:lnTo>
                  <a:pt x="16" y="3591"/>
                </a:lnTo>
                <a:lnTo>
                  <a:pt x="22" y="3603"/>
                </a:lnTo>
                <a:lnTo>
                  <a:pt x="28" y="3614"/>
                </a:lnTo>
                <a:lnTo>
                  <a:pt x="35" y="3625"/>
                </a:lnTo>
                <a:lnTo>
                  <a:pt x="43" y="3636"/>
                </a:lnTo>
                <a:lnTo>
                  <a:pt x="51" y="3646"/>
                </a:lnTo>
                <a:lnTo>
                  <a:pt x="60" y="3655"/>
                </a:lnTo>
                <a:lnTo>
                  <a:pt x="69" y="3665"/>
                </a:lnTo>
                <a:lnTo>
                  <a:pt x="80" y="3673"/>
                </a:lnTo>
                <a:lnTo>
                  <a:pt x="92" y="3680"/>
                </a:lnTo>
                <a:lnTo>
                  <a:pt x="104" y="3688"/>
                </a:lnTo>
                <a:lnTo>
                  <a:pt x="115" y="3695"/>
                </a:lnTo>
                <a:lnTo>
                  <a:pt x="127" y="3700"/>
                </a:lnTo>
                <a:lnTo>
                  <a:pt x="141" y="3706"/>
                </a:lnTo>
                <a:lnTo>
                  <a:pt x="154" y="3710"/>
                </a:lnTo>
                <a:lnTo>
                  <a:pt x="166" y="3712"/>
                </a:lnTo>
                <a:lnTo>
                  <a:pt x="179" y="3715"/>
                </a:lnTo>
                <a:lnTo>
                  <a:pt x="192" y="3716"/>
                </a:lnTo>
                <a:lnTo>
                  <a:pt x="205" y="3716"/>
                </a:lnTo>
                <a:lnTo>
                  <a:pt x="219" y="3716"/>
                </a:lnTo>
                <a:lnTo>
                  <a:pt x="231" y="3715"/>
                </a:lnTo>
                <a:lnTo>
                  <a:pt x="244" y="3712"/>
                </a:lnTo>
                <a:lnTo>
                  <a:pt x="257" y="3710"/>
                </a:lnTo>
                <a:lnTo>
                  <a:pt x="270" y="3706"/>
                </a:lnTo>
                <a:lnTo>
                  <a:pt x="282" y="3700"/>
                </a:lnTo>
                <a:lnTo>
                  <a:pt x="295" y="3695"/>
                </a:lnTo>
                <a:lnTo>
                  <a:pt x="307" y="3688"/>
                </a:lnTo>
                <a:lnTo>
                  <a:pt x="3172" y="2035"/>
                </a:lnTo>
                <a:lnTo>
                  <a:pt x="3184" y="2027"/>
                </a:lnTo>
                <a:lnTo>
                  <a:pt x="3194" y="2019"/>
                </a:lnTo>
                <a:lnTo>
                  <a:pt x="3205" y="2011"/>
                </a:lnTo>
                <a:lnTo>
                  <a:pt x="3215" y="2002"/>
                </a:lnTo>
                <a:lnTo>
                  <a:pt x="3225" y="1993"/>
                </a:lnTo>
                <a:lnTo>
                  <a:pt x="3232" y="1982"/>
                </a:lnTo>
                <a:lnTo>
                  <a:pt x="3240" y="1972"/>
                </a:lnTo>
                <a:lnTo>
                  <a:pt x="3247" y="1960"/>
                </a:lnTo>
                <a:lnTo>
                  <a:pt x="3254" y="1949"/>
                </a:lnTo>
                <a:lnTo>
                  <a:pt x="3259" y="1937"/>
                </a:lnTo>
                <a:lnTo>
                  <a:pt x="3263" y="1924"/>
                </a:lnTo>
                <a:lnTo>
                  <a:pt x="3267" y="1912"/>
                </a:lnTo>
                <a:lnTo>
                  <a:pt x="3269" y="1899"/>
                </a:lnTo>
                <a:lnTo>
                  <a:pt x="3272" y="1886"/>
                </a:lnTo>
                <a:lnTo>
                  <a:pt x="3273" y="1873"/>
                </a:lnTo>
                <a:lnTo>
                  <a:pt x="3273" y="1858"/>
                </a:lnTo>
                <a:lnTo>
                  <a:pt x="3273" y="1843"/>
                </a:lnTo>
                <a:lnTo>
                  <a:pt x="3272" y="1830"/>
                </a:lnTo>
                <a:lnTo>
                  <a:pt x="3269" y="1817"/>
                </a:lnTo>
                <a:lnTo>
                  <a:pt x="3267" y="1804"/>
                </a:lnTo>
                <a:lnTo>
                  <a:pt x="3263" y="1792"/>
                </a:lnTo>
                <a:lnTo>
                  <a:pt x="3259" y="1779"/>
                </a:lnTo>
                <a:lnTo>
                  <a:pt x="3254" y="1767"/>
                </a:lnTo>
                <a:lnTo>
                  <a:pt x="3247" y="1756"/>
                </a:lnTo>
                <a:lnTo>
                  <a:pt x="3240" y="1744"/>
                </a:lnTo>
                <a:lnTo>
                  <a:pt x="3232" y="1734"/>
                </a:lnTo>
                <a:lnTo>
                  <a:pt x="3225" y="1723"/>
                </a:lnTo>
                <a:lnTo>
                  <a:pt x="3215" y="1714"/>
                </a:lnTo>
                <a:lnTo>
                  <a:pt x="3205" y="1705"/>
                </a:lnTo>
                <a:lnTo>
                  <a:pt x="3194" y="1697"/>
                </a:lnTo>
                <a:lnTo>
                  <a:pt x="3184" y="1689"/>
                </a:lnTo>
                <a:lnTo>
                  <a:pt x="3172" y="1681"/>
                </a:lnTo>
                <a:close/>
              </a:path>
            </a:pathLst>
          </a:custGeom>
          <a:gradFill>
            <a:gsLst>
              <a:gs pos="0">
                <a:srgbClr val="C00000"/>
              </a:gs>
              <a:gs pos="100000">
                <a:srgbClr val="C00000">
                  <a:lumMod val="75000"/>
                </a:srgbClr>
              </a:gs>
            </a:gsLst>
            <a:lin ang="2700000" scaled="1"/>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6" name="Freeform 6"/>
          <p:cNvSpPr>
            <a:spLocks noChangeAspect="1"/>
          </p:cNvSpPr>
          <p:nvPr/>
        </p:nvSpPr>
        <p:spPr bwMode="auto">
          <a:xfrm>
            <a:off x="7525172" y="4075152"/>
            <a:ext cx="1731963" cy="1968500"/>
          </a:xfrm>
          <a:custGeom>
            <a:avLst/>
            <a:gdLst>
              <a:gd name="T0" fmla="*/ 307 w 3273"/>
              <a:gd name="T1" fmla="*/ 29 h 3718"/>
              <a:gd name="T2" fmla="*/ 282 w 3273"/>
              <a:gd name="T3" fmla="*/ 16 h 3718"/>
              <a:gd name="T4" fmla="*/ 256 w 3273"/>
              <a:gd name="T5" fmla="*/ 8 h 3718"/>
              <a:gd name="T6" fmla="*/ 230 w 3273"/>
              <a:gd name="T7" fmla="*/ 3 h 3718"/>
              <a:gd name="T8" fmla="*/ 204 w 3273"/>
              <a:gd name="T9" fmla="*/ 0 h 3718"/>
              <a:gd name="T10" fmla="*/ 178 w 3273"/>
              <a:gd name="T11" fmla="*/ 3 h 3718"/>
              <a:gd name="T12" fmla="*/ 152 w 3273"/>
              <a:gd name="T13" fmla="*/ 8 h 3718"/>
              <a:gd name="T14" fmla="*/ 127 w 3273"/>
              <a:gd name="T15" fmla="*/ 16 h 3718"/>
              <a:gd name="T16" fmla="*/ 102 w 3273"/>
              <a:gd name="T17" fmla="*/ 29 h 3718"/>
              <a:gd name="T18" fmla="*/ 79 w 3273"/>
              <a:gd name="T19" fmla="*/ 44 h 3718"/>
              <a:gd name="T20" fmla="*/ 60 w 3273"/>
              <a:gd name="T21" fmla="*/ 62 h 3718"/>
              <a:gd name="T22" fmla="*/ 41 w 3273"/>
              <a:gd name="T23" fmla="*/ 81 h 3718"/>
              <a:gd name="T24" fmla="*/ 26 w 3273"/>
              <a:gd name="T25" fmla="*/ 103 h 3718"/>
              <a:gd name="T26" fmla="*/ 16 w 3273"/>
              <a:gd name="T27" fmla="*/ 127 h 3718"/>
              <a:gd name="T28" fmla="*/ 7 w 3273"/>
              <a:gd name="T29" fmla="*/ 152 h 3718"/>
              <a:gd name="T30" fmla="*/ 1 w 3273"/>
              <a:gd name="T31" fmla="*/ 179 h 3718"/>
              <a:gd name="T32" fmla="*/ 0 w 3273"/>
              <a:gd name="T33" fmla="*/ 205 h 3718"/>
              <a:gd name="T34" fmla="*/ 0 w 3273"/>
              <a:gd name="T35" fmla="*/ 3526 h 3718"/>
              <a:gd name="T36" fmla="*/ 4 w 3273"/>
              <a:gd name="T37" fmla="*/ 3554 h 3718"/>
              <a:gd name="T38" fmla="*/ 11 w 3273"/>
              <a:gd name="T39" fmla="*/ 3579 h 3718"/>
              <a:gd name="T40" fmla="*/ 21 w 3273"/>
              <a:gd name="T41" fmla="*/ 3603 h 3718"/>
              <a:gd name="T42" fmla="*/ 34 w 3273"/>
              <a:gd name="T43" fmla="*/ 3625 h 3718"/>
              <a:gd name="T44" fmla="*/ 50 w 3273"/>
              <a:gd name="T45" fmla="*/ 3647 h 3718"/>
              <a:gd name="T46" fmla="*/ 69 w 3273"/>
              <a:gd name="T47" fmla="*/ 3665 h 3718"/>
              <a:gd name="T48" fmla="*/ 90 w 3273"/>
              <a:gd name="T49" fmla="*/ 3682 h 3718"/>
              <a:gd name="T50" fmla="*/ 115 w 3273"/>
              <a:gd name="T51" fmla="*/ 3696 h 3718"/>
              <a:gd name="T52" fmla="*/ 140 w 3273"/>
              <a:gd name="T53" fmla="*/ 3706 h 3718"/>
              <a:gd name="T54" fmla="*/ 165 w 3273"/>
              <a:gd name="T55" fmla="*/ 3714 h 3718"/>
              <a:gd name="T56" fmla="*/ 192 w 3273"/>
              <a:gd name="T57" fmla="*/ 3717 h 3718"/>
              <a:gd name="T58" fmla="*/ 217 w 3273"/>
              <a:gd name="T59" fmla="*/ 3717 h 3718"/>
              <a:gd name="T60" fmla="*/ 243 w 3273"/>
              <a:gd name="T61" fmla="*/ 3714 h 3718"/>
              <a:gd name="T62" fmla="*/ 268 w 3273"/>
              <a:gd name="T63" fmla="*/ 3706 h 3718"/>
              <a:gd name="T64" fmla="*/ 293 w 3273"/>
              <a:gd name="T65" fmla="*/ 3696 h 3718"/>
              <a:gd name="T66" fmla="*/ 3171 w 3273"/>
              <a:gd name="T67" fmla="*/ 2036 h 3718"/>
              <a:gd name="T68" fmla="*/ 3194 w 3273"/>
              <a:gd name="T69" fmla="*/ 2021 h 3718"/>
              <a:gd name="T70" fmla="*/ 3215 w 3273"/>
              <a:gd name="T71" fmla="*/ 2003 h 3718"/>
              <a:gd name="T72" fmla="*/ 3232 w 3273"/>
              <a:gd name="T73" fmla="*/ 1983 h 3718"/>
              <a:gd name="T74" fmla="*/ 3247 w 3273"/>
              <a:gd name="T75" fmla="*/ 1962 h 3718"/>
              <a:gd name="T76" fmla="*/ 3258 w 3273"/>
              <a:gd name="T77" fmla="*/ 1938 h 3718"/>
              <a:gd name="T78" fmla="*/ 3266 w 3273"/>
              <a:gd name="T79" fmla="*/ 1913 h 3718"/>
              <a:gd name="T80" fmla="*/ 3272 w 3273"/>
              <a:gd name="T81" fmla="*/ 1886 h 3718"/>
              <a:gd name="T82" fmla="*/ 3273 w 3273"/>
              <a:gd name="T83" fmla="*/ 1858 h 3718"/>
              <a:gd name="T84" fmla="*/ 3272 w 3273"/>
              <a:gd name="T85" fmla="*/ 1832 h 3718"/>
              <a:gd name="T86" fmla="*/ 3266 w 3273"/>
              <a:gd name="T87" fmla="*/ 1806 h 3718"/>
              <a:gd name="T88" fmla="*/ 3258 w 3273"/>
              <a:gd name="T89" fmla="*/ 1781 h 3718"/>
              <a:gd name="T90" fmla="*/ 3247 w 3273"/>
              <a:gd name="T91" fmla="*/ 1757 h 3718"/>
              <a:gd name="T92" fmla="*/ 3232 w 3273"/>
              <a:gd name="T93" fmla="*/ 1736 h 3718"/>
              <a:gd name="T94" fmla="*/ 3215 w 3273"/>
              <a:gd name="T95" fmla="*/ 1716 h 3718"/>
              <a:gd name="T96" fmla="*/ 3194 w 3273"/>
              <a:gd name="T97" fmla="*/ 1697 h 3718"/>
              <a:gd name="T98" fmla="*/ 3171 w 3273"/>
              <a:gd name="T99" fmla="*/ 1683 h 3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73" h="3718">
                <a:moveTo>
                  <a:pt x="3171" y="1683"/>
                </a:moveTo>
                <a:lnTo>
                  <a:pt x="307" y="29"/>
                </a:lnTo>
                <a:lnTo>
                  <a:pt x="293" y="23"/>
                </a:lnTo>
                <a:lnTo>
                  <a:pt x="282" y="16"/>
                </a:lnTo>
                <a:lnTo>
                  <a:pt x="268" y="12"/>
                </a:lnTo>
                <a:lnTo>
                  <a:pt x="256" y="8"/>
                </a:lnTo>
                <a:lnTo>
                  <a:pt x="243" y="4"/>
                </a:lnTo>
                <a:lnTo>
                  <a:pt x="230" y="3"/>
                </a:lnTo>
                <a:lnTo>
                  <a:pt x="217" y="2"/>
                </a:lnTo>
                <a:lnTo>
                  <a:pt x="204" y="0"/>
                </a:lnTo>
                <a:lnTo>
                  <a:pt x="192" y="2"/>
                </a:lnTo>
                <a:lnTo>
                  <a:pt x="178" y="3"/>
                </a:lnTo>
                <a:lnTo>
                  <a:pt x="165" y="4"/>
                </a:lnTo>
                <a:lnTo>
                  <a:pt x="152" y="8"/>
                </a:lnTo>
                <a:lnTo>
                  <a:pt x="140" y="12"/>
                </a:lnTo>
                <a:lnTo>
                  <a:pt x="127" y="16"/>
                </a:lnTo>
                <a:lnTo>
                  <a:pt x="115" y="23"/>
                </a:lnTo>
                <a:lnTo>
                  <a:pt x="102" y="29"/>
                </a:lnTo>
                <a:lnTo>
                  <a:pt x="90" y="36"/>
                </a:lnTo>
                <a:lnTo>
                  <a:pt x="79" y="44"/>
                </a:lnTo>
                <a:lnTo>
                  <a:pt x="69" y="53"/>
                </a:lnTo>
                <a:lnTo>
                  <a:pt x="60" y="62"/>
                </a:lnTo>
                <a:lnTo>
                  <a:pt x="50" y="72"/>
                </a:lnTo>
                <a:lnTo>
                  <a:pt x="41" y="81"/>
                </a:lnTo>
                <a:lnTo>
                  <a:pt x="34" y="93"/>
                </a:lnTo>
                <a:lnTo>
                  <a:pt x="26" y="103"/>
                </a:lnTo>
                <a:lnTo>
                  <a:pt x="21" y="115"/>
                </a:lnTo>
                <a:lnTo>
                  <a:pt x="16" y="127"/>
                </a:lnTo>
                <a:lnTo>
                  <a:pt x="11" y="139"/>
                </a:lnTo>
                <a:lnTo>
                  <a:pt x="7" y="152"/>
                </a:lnTo>
                <a:lnTo>
                  <a:pt x="4" y="164"/>
                </a:lnTo>
                <a:lnTo>
                  <a:pt x="1" y="179"/>
                </a:lnTo>
                <a:lnTo>
                  <a:pt x="0" y="192"/>
                </a:lnTo>
                <a:lnTo>
                  <a:pt x="0" y="205"/>
                </a:lnTo>
                <a:lnTo>
                  <a:pt x="0" y="3513"/>
                </a:lnTo>
                <a:lnTo>
                  <a:pt x="0" y="3526"/>
                </a:lnTo>
                <a:lnTo>
                  <a:pt x="1" y="3540"/>
                </a:lnTo>
                <a:lnTo>
                  <a:pt x="4" y="3554"/>
                </a:lnTo>
                <a:lnTo>
                  <a:pt x="7" y="3566"/>
                </a:lnTo>
                <a:lnTo>
                  <a:pt x="11" y="3579"/>
                </a:lnTo>
                <a:lnTo>
                  <a:pt x="16" y="3591"/>
                </a:lnTo>
                <a:lnTo>
                  <a:pt x="21" y="3603"/>
                </a:lnTo>
                <a:lnTo>
                  <a:pt x="26" y="3615"/>
                </a:lnTo>
                <a:lnTo>
                  <a:pt x="34" y="3625"/>
                </a:lnTo>
                <a:lnTo>
                  <a:pt x="41" y="3636"/>
                </a:lnTo>
                <a:lnTo>
                  <a:pt x="50" y="3647"/>
                </a:lnTo>
                <a:lnTo>
                  <a:pt x="60" y="3656"/>
                </a:lnTo>
                <a:lnTo>
                  <a:pt x="69" y="3665"/>
                </a:lnTo>
                <a:lnTo>
                  <a:pt x="79" y="3674"/>
                </a:lnTo>
                <a:lnTo>
                  <a:pt x="90" y="3682"/>
                </a:lnTo>
                <a:lnTo>
                  <a:pt x="102" y="3689"/>
                </a:lnTo>
                <a:lnTo>
                  <a:pt x="115" y="3696"/>
                </a:lnTo>
                <a:lnTo>
                  <a:pt x="127" y="3702"/>
                </a:lnTo>
                <a:lnTo>
                  <a:pt x="140" y="3706"/>
                </a:lnTo>
                <a:lnTo>
                  <a:pt x="152" y="3710"/>
                </a:lnTo>
                <a:lnTo>
                  <a:pt x="165" y="3714"/>
                </a:lnTo>
                <a:lnTo>
                  <a:pt x="178" y="3715"/>
                </a:lnTo>
                <a:lnTo>
                  <a:pt x="192" y="3717"/>
                </a:lnTo>
                <a:lnTo>
                  <a:pt x="204" y="3718"/>
                </a:lnTo>
                <a:lnTo>
                  <a:pt x="217" y="3717"/>
                </a:lnTo>
                <a:lnTo>
                  <a:pt x="230" y="3715"/>
                </a:lnTo>
                <a:lnTo>
                  <a:pt x="243" y="3714"/>
                </a:lnTo>
                <a:lnTo>
                  <a:pt x="256" y="3710"/>
                </a:lnTo>
                <a:lnTo>
                  <a:pt x="268" y="3706"/>
                </a:lnTo>
                <a:lnTo>
                  <a:pt x="282" y="3702"/>
                </a:lnTo>
                <a:lnTo>
                  <a:pt x="293" y="3696"/>
                </a:lnTo>
                <a:lnTo>
                  <a:pt x="307" y="3689"/>
                </a:lnTo>
                <a:lnTo>
                  <a:pt x="3171" y="2036"/>
                </a:lnTo>
                <a:lnTo>
                  <a:pt x="3183" y="2029"/>
                </a:lnTo>
                <a:lnTo>
                  <a:pt x="3194" y="2021"/>
                </a:lnTo>
                <a:lnTo>
                  <a:pt x="3204" y="2012"/>
                </a:lnTo>
                <a:lnTo>
                  <a:pt x="3215" y="2003"/>
                </a:lnTo>
                <a:lnTo>
                  <a:pt x="3223" y="1993"/>
                </a:lnTo>
                <a:lnTo>
                  <a:pt x="3232" y="1983"/>
                </a:lnTo>
                <a:lnTo>
                  <a:pt x="3240" y="1972"/>
                </a:lnTo>
                <a:lnTo>
                  <a:pt x="3247" y="1962"/>
                </a:lnTo>
                <a:lnTo>
                  <a:pt x="3252" y="1950"/>
                </a:lnTo>
                <a:lnTo>
                  <a:pt x="3258" y="1938"/>
                </a:lnTo>
                <a:lnTo>
                  <a:pt x="3262" y="1926"/>
                </a:lnTo>
                <a:lnTo>
                  <a:pt x="3266" y="1913"/>
                </a:lnTo>
                <a:lnTo>
                  <a:pt x="3269" y="1899"/>
                </a:lnTo>
                <a:lnTo>
                  <a:pt x="3272" y="1886"/>
                </a:lnTo>
                <a:lnTo>
                  <a:pt x="3273" y="1873"/>
                </a:lnTo>
                <a:lnTo>
                  <a:pt x="3273" y="1858"/>
                </a:lnTo>
                <a:lnTo>
                  <a:pt x="3273" y="1845"/>
                </a:lnTo>
                <a:lnTo>
                  <a:pt x="3272" y="1832"/>
                </a:lnTo>
                <a:lnTo>
                  <a:pt x="3269" y="1819"/>
                </a:lnTo>
                <a:lnTo>
                  <a:pt x="3266" y="1806"/>
                </a:lnTo>
                <a:lnTo>
                  <a:pt x="3262" y="1792"/>
                </a:lnTo>
                <a:lnTo>
                  <a:pt x="3258" y="1781"/>
                </a:lnTo>
                <a:lnTo>
                  <a:pt x="3252" y="1769"/>
                </a:lnTo>
                <a:lnTo>
                  <a:pt x="3247" y="1757"/>
                </a:lnTo>
                <a:lnTo>
                  <a:pt x="3240" y="1746"/>
                </a:lnTo>
                <a:lnTo>
                  <a:pt x="3232" y="1736"/>
                </a:lnTo>
                <a:lnTo>
                  <a:pt x="3223" y="1725"/>
                </a:lnTo>
                <a:lnTo>
                  <a:pt x="3215" y="1716"/>
                </a:lnTo>
                <a:lnTo>
                  <a:pt x="3204" y="1707"/>
                </a:lnTo>
                <a:lnTo>
                  <a:pt x="3194" y="1697"/>
                </a:lnTo>
                <a:lnTo>
                  <a:pt x="3183" y="1689"/>
                </a:lnTo>
                <a:lnTo>
                  <a:pt x="3171" y="1683"/>
                </a:lnTo>
                <a:close/>
              </a:path>
            </a:pathLst>
          </a:cu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lumMod val="95000"/>
                  </a:srgbClr>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7" name="Freeform 8"/>
          <p:cNvSpPr>
            <a:spLocks noChangeAspect="1"/>
          </p:cNvSpPr>
          <p:nvPr/>
        </p:nvSpPr>
        <p:spPr bwMode="auto">
          <a:xfrm>
            <a:off x="5631284" y="1671677"/>
            <a:ext cx="1731963" cy="1968500"/>
          </a:xfrm>
          <a:custGeom>
            <a:avLst/>
            <a:gdLst>
              <a:gd name="T0" fmla="*/ 2967 w 3273"/>
              <a:gd name="T1" fmla="*/ 29 h 3718"/>
              <a:gd name="T2" fmla="*/ 2992 w 3273"/>
              <a:gd name="T3" fmla="*/ 16 h 3718"/>
              <a:gd name="T4" fmla="*/ 3017 w 3273"/>
              <a:gd name="T5" fmla="*/ 8 h 3718"/>
              <a:gd name="T6" fmla="*/ 3042 w 3273"/>
              <a:gd name="T7" fmla="*/ 3 h 3718"/>
              <a:gd name="T8" fmla="*/ 3068 w 3273"/>
              <a:gd name="T9" fmla="*/ 0 h 3718"/>
              <a:gd name="T10" fmla="*/ 3095 w 3273"/>
              <a:gd name="T11" fmla="*/ 3 h 3718"/>
              <a:gd name="T12" fmla="*/ 3120 w 3273"/>
              <a:gd name="T13" fmla="*/ 8 h 3718"/>
              <a:gd name="T14" fmla="*/ 3146 w 3273"/>
              <a:gd name="T15" fmla="*/ 16 h 3718"/>
              <a:gd name="T16" fmla="*/ 3170 w 3273"/>
              <a:gd name="T17" fmla="*/ 29 h 3718"/>
              <a:gd name="T18" fmla="*/ 3194 w 3273"/>
              <a:gd name="T19" fmla="*/ 44 h 3718"/>
              <a:gd name="T20" fmla="*/ 3214 w 3273"/>
              <a:gd name="T21" fmla="*/ 62 h 3718"/>
              <a:gd name="T22" fmla="*/ 3231 w 3273"/>
              <a:gd name="T23" fmla="*/ 82 h 3718"/>
              <a:gd name="T24" fmla="*/ 3246 w 3273"/>
              <a:gd name="T25" fmla="*/ 103 h 3718"/>
              <a:gd name="T26" fmla="*/ 3258 w 3273"/>
              <a:gd name="T27" fmla="*/ 127 h 3718"/>
              <a:gd name="T28" fmla="*/ 3265 w 3273"/>
              <a:gd name="T29" fmla="*/ 152 h 3718"/>
              <a:gd name="T30" fmla="*/ 3271 w 3273"/>
              <a:gd name="T31" fmla="*/ 178 h 3718"/>
              <a:gd name="T32" fmla="*/ 3273 w 3273"/>
              <a:gd name="T33" fmla="*/ 205 h 3718"/>
              <a:gd name="T34" fmla="*/ 3272 w 3273"/>
              <a:gd name="T35" fmla="*/ 3526 h 3718"/>
              <a:gd name="T36" fmla="*/ 3269 w 3273"/>
              <a:gd name="T37" fmla="*/ 3554 h 3718"/>
              <a:gd name="T38" fmla="*/ 3263 w 3273"/>
              <a:gd name="T39" fmla="*/ 3579 h 3718"/>
              <a:gd name="T40" fmla="*/ 3252 w 3273"/>
              <a:gd name="T41" fmla="*/ 3603 h 3718"/>
              <a:gd name="T42" fmla="*/ 3239 w 3273"/>
              <a:gd name="T43" fmla="*/ 3626 h 3718"/>
              <a:gd name="T44" fmla="*/ 3223 w 3273"/>
              <a:gd name="T45" fmla="*/ 3646 h 3718"/>
              <a:gd name="T46" fmla="*/ 3205 w 3273"/>
              <a:gd name="T47" fmla="*/ 3665 h 3718"/>
              <a:gd name="T48" fmla="*/ 3182 w 3273"/>
              <a:gd name="T49" fmla="*/ 3682 h 3718"/>
              <a:gd name="T50" fmla="*/ 3158 w 3273"/>
              <a:gd name="T51" fmla="*/ 3695 h 3718"/>
              <a:gd name="T52" fmla="*/ 3133 w 3273"/>
              <a:gd name="T53" fmla="*/ 3706 h 3718"/>
              <a:gd name="T54" fmla="*/ 3108 w 3273"/>
              <a:gd name="T55" fmla="*/ 3714 h 3718"/>
              <a:gd name="T56" fmla="*/ 3082 w 3273"/>
              <a:gd name="T57" fmla="*/ 3716 h 3718"/>
              <a:gd name="T58" fmla="*/ 3055 w 3273"/>
              <a:gd name="T59" fmla="*/ 3716 h 3718"/>
              <a:gd name="T60" fmla="*/ 3030 w 3273"/>
              <a:gd name="T61" fmla="*/ 3714 h 3718"/>
              <a:gd name="T62" fmla="*/ 3004 w 3273"/>
              <a:gd name="T63" fmla="*/ 3706 h 3718"/>
              <a:gd name="T64" fmla="*/ 2979 w 3273"/>
              <a:gd name="T65" fmla="*/ 3695 h 3718"/>
              <a:gd name="T66" fmla="*/ 102 w 3273"/>
              <a:gd name="T67" fmla="*/ 2035 h 3718"/>
              <a:gd name="T68" fmla="*/ 78 w 3273"/>
              <a:gd name="T69" fmla="*/ 2021 h 3718"/>
              <a:gd name="T70" fmla="*/ 59 w 3273"/>
              <a:gd name="T71" fmla="*/ 2002 h 3718"/>
              <a:gd name="T72" fmla="*/ 41 w 3273"/>
              <a:gd name="T73" fmla="*/ 1982 h 3718"/>
              <a:gd name="T74" fmla="*/ 27 w 3273"/>
              <a:gd name="T75" fmla="*/ 1961 h 3718"/>
              <a:gd name="T76" fmla="*/ 15 w 3273"/>
              <a:gd name="T77" fmla="*/ 1937 h 3718"/>
              <a:gd name="T78" fmla="*/ 7 w 3273"/>
              <a:gd name="T79" fmla="*/ 1912 h 3718"/>
              <a:gd name="T80" fmla="*/ 2 w 3273"/>
              <a:gd name="T81" fmla="*/ 1886 h 3718"/>
              <a:gd name="T82" fmla="*/ 0 w 3273"/>
              <a:gd name="T83" fmla="*/ 1860 h 3718"/>
              <a:gd name="T84" fmla="*/ 2 w 3273"/>
              <a:gd name="T85" fmla="*/ 1832 h 3718"/>
              <a:gd name="T86" fmla="*/ 7 w 3273"/>
              <a:gd name="T87" fmla="*/ 1805 h 3718"/>
              <a:gd name="T88" fmla="*/ 15 w 3273"/>
              <a:gd name="T89" fmla="*/ 1780 h 3718"/>
              <a:gd name="T90" fmla="*/ 27 w 3273"/>
              <a:gd name="T91" fmla="*/ 1756 h 3718"/>
              <a:gd name="T92" fmla="*/ 41 w 3273"/>
              <a:gd name="T93" fmla="*/ 1735 h 3718"/>
              <a:gd name="T94" fmla="*/ 59 w 3273"/>
              <a:gd name="T95" fmla="*/ 1715 h 3718"/>
              <a:gd name="T96" fmla="*/ 78 w 3273"/>
              <a:gd name="T97" fmla="*/ 1697 h 3718"/>
              <a:gd name="T98" fmla="*/ 102 w 3273"/>
              <a:gd name="T99" fmla="*/ 1682 h 3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73" h="3718">
                <a:moveTo>
                  <a:pt x="102" y="1682"/>
                </a:moveTo>
                <a:lnTo>
                  <a:pt x="2967" y="29"/>
                </a:lnTo>
                <a:lnTo>
                  <a:pt x="2979" y="22"/>
                </a:lnTo>
                <a:lnTo>
                  <a:pt x="2992" y="16"/>
                </a:lnTo>
                <a:lnTo>
                  <a:pt x="3004" y="12"/>
                </a:lnTo>
                <a:lnTo>
                  <a:pt x="3017" y="8"/>
                </a:lnTo>
                <a:lnTo>
                  <a:pt x="3030" y="4"/>
                </a:lnTo>
                <a:lnTo>
                  <a:pt x="3042" y="3"/>
                </a:lnTo>
                <a:lnTo>
                  <a:pt x="3055" y="1"/>
                </a:lnTo>
                <a:lnTo>
                  <a:pt x="3068" y="0"/>
                </a:lnTo>
                <a:lnTo>
                  <a:pt x="3082" y="1"/>
                </a:lnTo>
                <a:lnTo>
                  <a:pt x="3095" y="3"/>
                </a:lnTo>
                <a:lnTo>
                  <a:pt x="3108" y="4"/>
                </a:lnTo>
                <a:lnTo>
                  <a:pt x="3120" y="8"/>
                </a:lnTo>
                <a:lnTo>
                  <a:pt x="3133" y="12"/>
                </a:lnTo>
                <a:lnTo>
                  <a:pt x="3146" y="16"/>
                </a:lnTo>
                <a:lnTo>
                  <a:pt x="3158" y="22"/>
                </a:lnTo>
                <a:lnTo>
                  <a:pt x="3170" y="29"/>
                </a:lnTo>
                <a:lnTo>
                  <a:pt x="3182" y="36"/>
                </a:lnTo>
                <a:lnTo>
                  <a:pt x="3194" y="44"/>
                </a:lnTo>
                <a:lnTo>
                  <a:pt x="3205" y="53"/>
                </a:lnTo>
                <a:lnTo>
                  <a:pt x="3214" y="62"/>
                </a:lnTo>
                <a:lnTo>
                  <a:pt x="3223" y="71"/>
                </a:lnTo>
                <a:lnTo>
                  <a:pt x="3231" y="82"/>
                </a:lnTo>
                <a:lnTo>
                  <a:pt x="3239" y="93"/>
                </a:lnTo>
                <a:lnTo>
                  <a:pt x="3246" y="103"/>
                </a:lnTo>
                <a:lnTo>
                  <a:pt x="3252" y="115"/>
                </a:lnTo>
                <a:lnTo>
                  <a:pt x="3258" y="127"/>
                </a:lnTo>
                <a:lnTo>
                  <a:pt x="3263" y="139"/>
                </a:lnTo>
                <a:lnTo>
                  <a:pt x="3265" y="152"/>
                </a:lnTo>
                <a:lnTo>
                  <a:pt x="3269" y="164"/>
                </a:lnTo>
                <a:lnTo>
                  <a:pt x="3271" y="178"/>
                </a:lnTo>
                <a:lnTo>
                  <a:pt x="3272" y="192"/>
                </a:lnTo>
                <a:lnTo>
                  <a:pt x="3273" y="205"/>
                </a:lnTo>
                <a:lnTo>
                  <a:pt x="3273" y="3513"/>
                </a:lnTo>
                <a:lnTo>
                  <a:pt x="3272" y="3526"/>
                </a:lnTo>
                <a:lnTo>
                  <a:pt x="3271" y="3539"/>
                </a:lnTo>
                <a:lnTo>
                  <a:pt x="3269" y="3554"/>
                </a:lnTo>
                <a:lnTo>
                  <a:pt x="3265" y="3566"/>
                </a:lnTo>
                <a:lnTo>
                  <a:pt x="3263" y="3579"/>
                </a:lnTo>
                <a:lnTo>
                  <a:pt x="3258" y="3591"/>
                </a:lnTo>
                <a:lnTo>
                  <a:pt x="3252" y="3603"/>
                </a:lnTo>
                <a:lnTo>
                  <a:pt x="3246" y="3615"/>
                </a:lnTo>
                <a:lnTo>
                  <a:pt x="3239" y="3626"/>
                </a:lnTo>
                <a:lnTo>
                  <a:pt x="3231" y="3637"/>
                </a:lnTo>
                <a:lnTo>
                  <a:pt x="3223" y="3646"/>
                </a:lnTo>
                <a:lnTo>
                  <a:pt x="3214" y="3656"/>
                </a:lnTo>
                <a:lnTo>
                  <a:pt x="3205" y="3665"/>
                </a:lnTo>
                <a:lnTo>
                  <a:pt x="3194" y="3674"/>
                </a:lnTo>
                <a:lnTo>
                  <a:pt x="3182" y="3682"/>
                </a:lnTo>
                <a:lnTo>
                  <a:pt x="3170" y="3689"/>
                </a:lnTo>
                <a:lnTo>
                  <a:pt x="3158" y="3695"/>
                </a:lnTo>
                <a:lnTo>
                  <a:pt x="3146" y="3702"/>
                </a:lnTo>
                <a:lnTo>
                  <a:pt x="3133" y="3706"/>
                </a:lnTo>
                <a:lnTo>
                  <a:pt x="3120" y="3710"/>
                </a:lnTo>
                <a:lnTo>
                  <a:pt x="3108" y="3714"/>
                </a:lnTo>
                <a:lnTo>
                  <a:pt x="3095" y="3715"/>
                </a:lnTo>
                <a:lnTo>
                  <a:pt x="3082" y="3716"/>
                </a:lnTo>
                <a:lnTo>
                  <a:pt x="3068" y="3718"/>
                </a:lnTo>
                <a:lnTo>
                  <a:pt x="3055" y="3716"/>
                </a:lnTo>
                <a:lnTo>
                  <a:pt x="3042" y="3715"/>
                </a:lnTo>
                <a:lnTo>
                  <a:pt x="3030" y="3714"/>
                </a:lnTo>
                <a:lnTo>
                  <a:pt x="3017" y="3710"/>
                </a:lnTo>
                <a:lnTo>
                  <a:pt x="3004" y="3706"/>
                </a:lnTo>
                <a:lnTo>
                  <a:pt x="2992" y="3702"/>
                </a:lnTo>
                <a:lnTo>
                  <a:pt x="2979" y="3695"/>
                </a:lnTo>
                <a:lnTo>
                  <a:pt x="2967" y="3689"/>
                </a:lnTo>
                <a:lnTo>
                  <a:pt x="102" y="2035"/>
                </a:lnTo>
                <a:lnTo>
                  <a:pt x="90" y="2029"/>
                </a:lnTo>
                <a:lnTo>
                  <a:pt x="78" y="2021"/>
                </a:lnTo>
                <a:lnTo>
                  <a:pt x="69" y="2011"/>
                </a:lnTo>
                <a:lnTo>
                  <a:pt x="59" y="2002"/>
                </a:lnTo>
                <a:lnTo>
                  <a:pt x="49" y="1993"/>
                </a:lnTo>
                <a:lnTo>
                  <a:pt x="41" y="1982"/>
                </a:lnTo>
                <a:lnTo>
                  <a:pt x="33" y="1972"/>
                </a:lnTo>
                <a:lnTo>
                  <a:pt x="27" y="1961"/>
                </a:lnTo>
                <a:lnTo>
                  <a:pt x="20" y="1949"/>
                </a:lnTo>
                <a:lnTo>
                  <a:pt x="15" y="1937"/>
                </a:lnTo>
                <a:lnTo>
                  <a:pt x="11" y="1926"/>
                </a:lnTo>
                <a:lnTo>
                  <a:pt x="7" y="1912"/>
                </a:lnTo>
                <a:lnTo>
                  <a:pt x="4" y="1899"/>
                </a:lnTo>
                <a:lnTo>
                  <a:pt x="2" y="1886"/>
                </a:lnTo>
                <a:lnTo>
                  <a:pt x="0" y="1873"/>
                </a:lnTo>
                <a:lnTo>
                  <a:pt x="0" y="1860"/>
                </a:lnTo>
                <a:lnTo>
                  <a:pt x="0" y="1845"/>
                </a:lnTo>
                <a:lnTo>
                  <a:pt x="2" y="1832"/>
                </a:lnTo>
                <a:lnTo>
                  <a:pt x="4" y="1819"/>
                </a:lnTo>
                <a:lnTo>
                  <a:pt x="7" y="1805"/>
                </a:lnTo>
                <a:lnTo>
                  <a:pt x="11" y="1792"/>
                </a:lnTo>
                <a:lnTo>
                  <a:pt x="15" y="1780"/>
                </a:lnTo>
                <a:lnTo>
                  <a:pt x="20" y="1768"/>
                </a:lnTo>
                <a:lnTo>
                  <a:pt x="27" y="1756"/>
                </a:lnTo>
                <a:lnTo>
                  <a:pt x="33" y="1746"/>
                </a:lnTo>
                <a:lnTo>
                  <a:pt x="41" y="1735"/>
                </a:lnTo>
                <a:lnTo>
                  <a:pt x="49" y="1725"/>
                </a:lnTo>
                <a:lnTo>
                  <a:pt x="59" y="1715"/>
                </a:lnTo>
                <a:lnTo>
                  <a:pt x="69" y="1706"/>
                </a:lnTo>
                <a:lnTo>
                  <a:pt x="78" y="1697"/>
                </a:lnTo>
                <a:lnTo>
                  <a:pt x="90" y="1689"/>
                </a:lnTo>
                <a:lnTo>
                  <a:pt x="102" y="1682"/>
                </a:lnTo>
                <a:close/>
              </a:path>
            </a:pathLst>
          </a:custGeom>
          <a:gradFill>
            <a:gsLst>
              <a:gs pos="0">
                <a:srgbClr val="17406D"/>
              </a:gs>
              <a:gs pos="100000">
                <a:srgbClr val="17406D">
                  <a:lumMod val="75000"/>
                </a:srgbClr>
              </a:gs>
            </a:gsLst>
            <a:lin ang="2700000" scaled="1"/>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 rotWithShape="0">
              <a:prstClr val="black">
                <a:alpha val="60000"/>
              </a:prstClr>
            </a:outerShdw>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FFFFFF"/>
              </a:solidFill>
              <a:effectLst/>
              <a:uLnTx/>
              <a:uFillTx/>
              <a:latin typeface="微软雅黑" panose="020B0503020204020204" pitchFamily="34" charset="-122"/>
              <a:ea typeface="宋体" panose="02010600030101010101" pitchFamily="2" charset="-122"/>
            </a:endParaRPr>
          </a:p>
        </p:txBody>
      </p:sp>
      <p:sp>
        <p:nvSpPr>
          <p:cNvPr id="38" name="Freeform 9"/>
          <p:cNvSpPr>
            <a:spLocks noChangeAspect="1"/>
          </p:cNvSpPr>
          <p:nvPr/>
        </p:nvSpPr>
        <p:spPr bwMode="auto">
          <a:xfrm>
            <a:off x="5631284" y="4075152"/>
            <a:ext cx="1731963" cy="1968500"/>
          </a:xfrm>
          <a:custGeom>
            <a:avLst/>
            <a:gdLst>
              <a:gd name="T0" fmla="*/ 2966 w 3271"/>
              <a:gd name="T1" fmla="*/ 29 h 3718"/>
              <a:gd name="T2" fmla="*/ 2991 w 3271"/>
              <a:gd name="T3" fmla="*/ 16 h 3718"/>
              <a:gd name="T4" fmla="*/ 3016 w 3271"/>
              <a:gd name="T5" fmla="*/ 8 h 3718"/>
              <a:gd name="T6" fmla="*/ 3041 w 3271"/>
              <a:gd name="T7" fmla="*/ 3 h 3718"/>
              <a:gd name="T8" fmla="*/ 3068 w 3271"/>
              <a:gd name="T9" fmla="*/ 0 h 3718"/>
              <a:gd name="T10" fmla="*/ 3094 w 3271"/>
              <a:gd name="T11" fmla="*/ 3 h 3718"/>
              <a:gd name="T12" fmla="*/ 3119 w 3271"/>
              <a:gd name="T13" fmla="*/ 8 h 3718"/>
              <a:gd name="T14" fmla="*/ 3146 w 3271"/>
              <a:gd name="T15" fmla="*/ 16 h 3718"/>
              <a:gd name="T16" fmla="*/ 3170 w 3271"/>
              <a:gd name="T17" fmla="*/ 29 h 3718"/>
              <a:gd name="T18" fmla="*/ 3193 w 3271"/>
              <a:gd name="T19" fmla="*/ 44 h 3718"/>
              <a:gd name="T20" fmla="*/ 3213 w 3271"/>
              <a:gd name="T21" fmla="*/ 62 h 3718"/>
              <a:gd name="T22" fmla="*/ 3230 w 3271"/>
              <a:gd name="T23" fmla="*/ 81 h 3718"/>
              <a:gd name="T24" fmla="*/ 3245 w 3271"/>
              <a:gd name="T25" fmla="*/ 103 h 3718"/>
              <a:gd name="T26" fmla="*/ 3257 w 3271"/>
              <a:gd name="T27" fmla="*/ 127 h 3718"/>
              <a:gd name="T28" fmla="*/ 3265 w 3271"/>
              <a:gd name="T29" fmla="*/ 152 h 3718"/>
              <a:gd name="T30" fmla="*/ 3270 w 3271"/>
              <a:gd name="T31" fmla="*/ 179 h 3718"/>
              <a:gd name="T32" fmla="*/ 3271 w 3271"/>
              <a:gd name="T33" fmla="*/ 205 h 3718"/>
              <a:gd name="T34" fmla="*/ 3271 w 3271"/>
              <a:gd name="T35" fmla="*/ 3526 h 3718"/>
              <a:gd name="T36" fmla="*/ 3269 w 3271"/>
              <a:gd name="T37" fmla="*/ 3554 h 3718"/>
              <a:gd name="T38" fmla="*/ 3261 w 3271"/>
              <a:gd name="T39" fmla="*/ 3579 h 3718"/>
              <a:gd name="T40" fmla="*/ 3252 w 3271"/>
              <a:gd name="T41" fmla="*/ 3603 h 3718"/>
              <a:gd name="T42" fmla="*/ 3238 w 3271"/>
              <a:gd name="T43" fmla="*/ 3625 h 3718"/>
              <a:gd name="T44" fmla="*/ 3222 w 3271"/>
              <a:gd name="T45" fmla="*/ 3647 h 3718"/>
              <a:gd name="T46" fmla="*/ 3204 w 3271"/>
              <a:gd name="T47" fmla="*/ 3665 h 3718"/>
              <a:gd name="T48" fmla="*/ 3181 w 3271"/>
              <a:gd name="T49" fmla="*/ 3682 h 3718"/>
              <a:gd name="T50" fmla="*/ 3158 w 3271"/>
              <a:gd name="T51" fmla="*/ 3696 h 3718"/>
              <a:gd name="T52" fmla="*/ 3133 w 3271"/>
              <a:gd name="T53" fmla="*/ 3706 h 3718"/>
              <a:gd name="T54" fmla="*/ 3107 w 3271"/>
              <a:gd name="T55" fmla="*/ 3714 h 3718"/>
              <a:gd name="T56" fmla="*/ 3081 w 3271"/>
              <a:gd name="T57" fmla="*/ 3717 h 3718"/>
              <a:gd name="T58" fmla="*/ 3055 w 3271"/>
              <a:gd name="T59" fmla="*/ 3717 h 3718"/>
              <a:gd name="T60" fmla="*/ 3029 w 3271"/>
              <a:gd name="T61" fmla="*/ 3714 h 3718"/>
              <a:gd name="T62" fmla="*/ 3003 w 3271"/>
              <a:gd name="T63" fmla="*/ 3706 h 3718"/>
              <a:gd name="T64" fmla="*/ 2978 w 3271"/>
              <a:gd name="T65" fmla="*/ 3696 h 3718"/>
              <a:gd name="T66" fmla="*/ 102 w 3271"/>
              <a:gd name="T67" fmla="*/ 2036 h 3718"/>
              <a:gd name="T68" fmla="*/ 78 w 3271"/>
              <a:gd name="T69" fmla="*/ 2021 h 3718"/>
              <a:gd name="T70" fmla="*/ 58 w 3271"/>
              <a:gd name="T71" fmla="*/ 2003 h 3718"/>
              <a:gd name="T72" fmla="*/ 41 w 3271"/>
              <a:gd name="T73" fmla="*/ 1983 h 3718"/>
              <a:gd name="T74" fmla="*/ 26 w 3271"/>
              <a:gd name="T75" fmla="*/ 1962 h 3718"/>
              <a:gd name="T76" fmla="*/ 14 w 3271"/>
              <a:gd name="T77" fmla="*/ 1938 h 3718"/>
              <a:gd name="T78" fmla="*/ 6 w 3271"/>
              <a:gd name="T79" fmla="*/ 1913 h 3718"/>
              <a:gd name="T80" fmla="*/ 1 w 3271"/>
              <a:gd name="T81" fmla="*/ 1886 h 3718"/>
              <a:gd name="T82" fmla="*/ 0 w 3271"/>
              <a:gd name="T83" fmla="*/ 1858 h 3718"/>
              <a:gd name="T84" fmla="*/ 1 w 3271"/>
              <a:gd name="T85" fmla="*/ 1832 h 3718"/>
              <a:gd name="T86" fmla="*/ 6 w 3271"/>
              <a:gd name="T87" fmla="*/ 1806 h 3718"/>
              <a:gd name="T88" fmla="*/ 14 w 3271"/>
              <a:gd name="T89" fmla="*/ 1781 h 3718"/>
              <a:gd name="T90" fmla="*/ 26 w 3271"/>
              <a:gd name="T91" fmla="*/ 1757 h 3718"/>
              <a:gd name="T92" fmla="*/ 41 w 3271"/>
              <a:gd name="T93" fmla="*/ 1736 h 3718"/>
              <a:gd name="T94" fmla="*/ 58 w 3271"/>
              <a:gd name="T95" fmla="*/ 1716 h 3718"/>
              <a:gd name="T96" fmla="*/ 78 w 3271"/>
              <a:gd name="T97" fmla="*/ 1697 h 3718"/>
              <a:gd name="T98" fmla="*/ 102 w 3271"/>
              <a:gd name="T99" fmla="*/ 1683 h 3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71" h="3718">
                <a:moveTo>
                  <a:pt x="102" y="1683"/>
                </a:moveTo>
                <a:lnTo>
                  <a:pt x="2966" y="29"/>
                </a:lnTo>
                <a:lnTo>
                  <a:pt x="2978" y="23"/>
                </a:lnTo>
                <a:lnTo>
                  <a:pt x="2991" y="16"/>
                </a:lnTo>
                <a:lnTo>
                  <a:pt x="3003" y="12"/>
                </a:lnTo>
                <a:lnTo>
                  <a:pt x="3016" y="8"/>
                </a:lnTo>
                <a:lnTo>
                  <a:pt x="3029" y="4"/>
                </a:lnTo>
                <a:lnTo>
                  <a:pt x="3041" y="3"/>
                </a:lnTo>
                <a:lnTo>
                  <a:pt x="3055" y="2"/>
                </a:lnTo>
                <a:lnTo>
                  <a:pt x="3068" y="0"/>
                </a:lnTo>
                <a:lnTo>
                  <a:pt x="3081" y="2"/>
                </a:lnTo>
                <a:lnTo>
                  <a:pt x="3094" y="3"/>
                </a:lnTo>
                <a:lnTo>
                  <a:pt x="3107" y="4"/>
                </a:lnTo>
                <a:lnTo>
                  <a:pt x="3119" y="8"/>
                </a:lnTo>
                <a:lnTo>
                  <a:pt x="3133" y="12"/>
                </a:lnTo>
                <a:lnTo>
                  <a:pt x="3146" y="16"/>
                </a:lnTo>
                <a:lnTo>
                  <a:pt x="3158" y="23"/>
                </a:lnTo>
                <a:lnTo>
                  <a:pt x="3170" y="29"/>
                </a:lnTo>
                <a:lnTo>
                  <a:pt x="3181" y="36"/>
                </a:lnTo>
                <a:lnTo>
                  <a:pt x="3193" y="44"/>
                </a:lnTo>
                <a:lnTo>
                  <a:pt x="3204" y="53"/>
                </a:lnTo>
                <a:lnTo>
                  <a:pt x="3213" y="62"/>
                </a:lnTo>
                <a:lnTo>
                  <a:pt x="3222" y="72"/>
                </a:lnTo>
                <a:lnTo>
                  <a:pt x="3230" y="81"/>
                </a:lnTo>
                <a:lnTo>
                  <a:pt x="3238" y="93"/>
                </a:lnTo>
                <a:lnTo>
                  <a:pt x="3245" y="103"/>
                </a:lnTo>
                <a:lnTo>
                  <a:pt x="3252" y="115"/>
                </a:lnTo>
                <a:lnTo>
                  <a:pt x="3257" y="127"/>
                </a:lnTo>
                <a:lnTo>
                  <a:pt x="3261" y="139"/>
                </a:lnTo>
                <a:lnTo>
                  <a:pt x="3265" y="152"/>
                </a:lnTo>
                <a:lnTo>
                  <a:pt x="3269" y="164"/>
                </a:lnTo>
                <a:lnTo>
                  <a:pt x="3270" y="179"/>
                </a:lnTo>
                <a:lnTo>
                  <a:pt x="3271" y="192"/>
                </a:lnTo>
                <a:lnTo>
                  <a:pt x="3271" y="205"/>
                </a:lnTo>
                <a:lnTo>
                  <a:pt x="3271" y="3513"/>
                </a:lnTo>
                <a:lnTo>
                  <a:pt x="3271" y="3526"/>
                </a:lnTo>
                <a:lnTo>
                  <a:pt x="3270" y="3540"/>
                </a:lnTo>
                <a:lnTo>
                  <a:pt x="3269" y="3554"/>
                </a:lnTo>
                <a:lnTo>
                  <a:pt x="3265" y="3566"/>
                </a:lnTo>
                <a:lnTo>
                  <a:pt x="3261" y="3579"/>
                </a:lnTo>
                <a:lnTo>
                  <a:pt x="3257" y="3591"/>
                </a:lnTo>
                <a:lnTo>
                  <a:pt x="3252" y="3603"/>
                </a:lnTo>
                <a:lnTo>
                  <a:pt x="3245" y="3615"/>
                </a:lnTo>
                <a:lnTo>
                  <a:pt x="3238" y="3625"/>
                </a:lnTo>
                <a:lnTo>
                  <a:pt x="3230" y="3636"/>
                </a:lnTo>
                <a:lnTo>
                  <a:pt x="3222" y="3647"/>
                </a:lnTo>
                <a:lnTo>
                  <a:pt x="3213" y="3656"/>
                </a:lnTo>
                <a:lnTo>
                  <a:pt x="3204" y="3665"/>
                </a:lnTo>
                <a:lnTo>
                  <a:pt x="3193" y="3674"/>
                </a:lnTo>
                <a:lnTo>
                  <a:pt x="3181" y="3682"/>
                </a:lnTo>
                <a:lnTo>
                  <a:pt x="3170" y="3689"/>
                </a:lnTo>
                <a:lnTo>
                  <a:pt x="3158" y="3696"/>
                </a:lnTo>
                <a:lnTo>
                  <a:pt x="3146" y="3702"/>
                </a:lnTo>
                <a:lnTo>
                  <a:pt x="3133" y="3706"/>
                </a:lnTo>
                <a:lnTo>
                  <a:pt x="3119" y="3710"/>
                </a:lnTo>
                <a:lnTo>
                  <a:pt x="3107" y="3714"/>
                </a:lnTo>
                <a:lnTo>
                  <a:pt x="3094" y="3715"/>
                </a:lnTo>
                <a:lnTo>
                  <a:pt x="3081" y="3717"/>
                </a:lnTo>
                <a:lnTo>
                  <a:pt x="3068" y="3718"/>
                </a:lnTo>
                <a:lnTo>
                  <a:pt x="3055" y="3717"/>
                </a:lnTo>
                <a:lnTo>
                  <a:pt x="3041" y="3715"/>
                </a:lnTo>
                <a:lnTo>
                  <a:pt x="3029" y="3714"/>
                </a:lnTo>
                <a:lnTo>
                  <a:pt x="3016" y="3710"/>
                </a:lnTo>
                <a:lnTo>
                  <a:pt x="3003" y="3706"/>
                </a:lnTo>
                <a:lnTo>
                  <a:pt x="2991" y="3702"/>
                </a:lnTo>
                <a:lnTo>
                  <a:pt x="2978" y="3696"/>
                </a:lnTo>
                <a:lnTo>
                  <a:pt x="2966" y="3689"/>
                </a:lnTo>
                <a:lnTo>
                  <a:pt x="102" y="2036"/>
                </a:lnTo>
                <a:lnTo>
                  <a:pt x="90" y="2029"/>
                </a:lnTo>
                <a:lnTo>
                  <a:pt x="78" y="2021"/>
                </a:lnTo>
                <a:lnTo>
                  <a:pt x="67" y="2012"/>
                </a:lnTo>
                <a:lnTo>
                  <a:pt x="58" y="2003"/>
                </a:lnTo>
                <a:lnTo>
                  <a:pt x="49" y="1993"/>
                </a:lnTo>
                <a:lnTo>
                  <a:pt x="41" y="1983"/>
                </a:lnTo>
                <a:lnTo>
                  <a:pt x="33" y="1972"/>
                </a:lnTo>
                <a:lnTo>
                  <a:pt x="26" y="1962"/>
                </a:lnTo>
                <a:lnTo>
                  <a:pt x="20" y="1950"/>
                </a:lnTo>
                <a:lnTo>
                  <a:pt x="14" y="1938"/>
                </a:lnTo>
                <a:lnTo>
                  <a:pt x="10" y="1926"/>
                </a:lnTo>
                <a:lnTo>
                  <a:pt x="6" y="1913"/>
                </a:lnTo>
                <a:lnTo>
                  <a:pt x="2" y="1899"/>
                </a:lnTo>
                <a:lnTo>
                  <a:pt x="1" y="1886"/>
                </a:lnTo>
                <a:lnTo>
                  <a:pt x="0" y="1873"/>
                </a:lnTo>
                <a:lnTo>
                  <a:pt x="0" y="1858"/>
                </a:lnTo>
                <a:lnTo>
                  <a:pt x="0" y="1845"/>
                </a:lnTo>
                <a:lnTo>
                  <a:pt x="1" y="1832"/>
                </a:lnTo>
                <a:lnTo>
                  <a:pt x="2" y="1819"/>
                </a:lnTo>
                <a:lnTo>
                  <a:pt x="6" y="1806"/>
                </a:lnTo>
                <a:lnTo>
                  <a:pt x="10" y="1792"/>
                </a:lnTo>
                <a:lnTo>
                  <a:pt x="14" y="1781"/>
                </a:lnTo>
                <a:lnTo>
                  <a:pt x="20" y="1769"/>
                </a:lnTo>
                <a:lnTo>
                  <a:pt x="26" y="1757"/>
                </a:lnTo>
                <a:lnTo>
                  <a:pt x="33" y="1746"/>
                </a:lnTo>
                <a:lnTo>
                  <a:pt x="41" y="1736"/>
                </a:lnTo>
                <a:lnTo>
                  <a:pt x="49" y="1725"/>
                </a:lnTo>
                <a:lnTo>
                  <a:pt x="58" y="1716"/>
                </a:lnTo>
                <a:lnTo>
                  <a:pt x="67" y="1707"/>
                </a:lnTo>
                <a:lnTo>
                  <a:pt x="78" y="1697"/>
                </a:lnTo>
                <a:lnTo>
                  <a:pt x="90" y="1689"/>
                </a:lnTo>
                <a:lnTo>
                  <a:pt x="102" y="1683"/>
                </a:lnTo>
                <a:close/>
              </a:path>
            </a:pathLst>
          </a:custGeom>
          <a:gradFill>
            <a:gsLst>
              <a:gs pos="0">
                <a:srgbClr val="17406D"/>
              </a:gs>
              <a:gs pos="100000">
                <a:srgbClr val="17406D">
                  <a:lumMod val="75000"/>
                </a:srgbClr>
              </a:gs>
            </a:gsLst>
            <a:lin ang="2700000" scaled="1"/>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9" name="矩形 38"/>
          <p:cNvSpPr/>
          <p:nvPr/>
        </p:nvSpPr>
        <p:spPr>
          <a:xfrm>
            <a:off x="1023996" y="1339632"/>
            <a:ext cx="3054265" cy="461665"/>
          </a:xfrm>
          <a:prstGeom prst="rect">
            <a:avLst/>
          </a:prstGeom>
        </p:spPr>
        <p:txBody>
          <a:bodyPr wrap="square">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添加标题</a:t>
            </a:r>
          </a:p>
        </p:txBody>
      </p:sp>
      <p:sp>
        <p:nvSpPr>
          <p:cNvPr id="40" name="矩形 39"/>
          <p:cNvSpPr/>
          <p:nvPr/>
        </p:nvSpPr>
        <p:spPr>
          <a:xfrm>
            <a:off x="1023996" y="1772271"/>
            <a:ext cx="3054265" cy="1169551"/>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在这里输入您的文字内容，或者将您的文字内容复制在这里。在这里输入您的文字内容，或者将您的文字复制在这里，在这里输入您的文字内容，或者将您的文字复制在这里</a:t>
            </a:r>
          </a:p>
        </p:txBody>
      </p:sp>
      <p:sp>
        <p:nvSpPr>
          <p:cNvPr id="41" name="文本框 2"/>
          <p:cNvSpPr txBox="1">
            <a:spLocks noChangeArrowheads="1"/>
          </p:cNvSpPr>
          <p:nvPr/>
        </p:nvSpPr>
        <p:spPr bwMode="auto">
          <a:xfrm>
            <a:off x="6181487" y="2099277"/>
            <a:ext cx="100663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en-US" altLang="zh-CN" sz="4750" dirty="0">
                <a:solidFill>
                  <a:srgbClr val="FFFFFF"/>
                </a:solidFill>
                <a:latin typeface="Giorgio Sans Medium" panose="020B0603030202040204" pitchFamily="34" charset="0"/>
              </a:rPr>
              <a:t>01</a:t>
            </a:r>
            <a:endParaRPr lang="zh-CN" altLang="en-US" sz="5400" dirty="0">
              <a:solidFill>
                <a:srgbClr val="FFFFFF"/>
              </a:solidFill>
              <a:latin typeface="Giorgio Sans Medium" panose="020B0603030202040204" pitchFamily="34" charset="0"/>
            </a:endParaRPr>
          </a:p>
        </p:txBody>
      </p:sp>
      <p:sp>
        <p:nvSpPr>
          <p:cNvPr id="42" name="文本框 2"/>
          <p:cNvSpPr txBox="1">
            <a:spLocks noChangeArrowheads="1"/>
          </p:cNvSpPr>
          <p:nvPr/>
        </p:nvSpPr>
        <p:spPr bwMode="auto">
          <a:xfrm>
            <a:off x="6181487" y="4487893"/>
            <a:ext cx="100663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en-US" altLang="zh-CN" sz="4750" dirty="0">
                <a:solidFill>
                  <a:srgbClr val="FFFFFF"/>
                </a:solidFill>
                <a:latin typeface="Giorgio Sans Medium" panose="020B0603030202040204" pitchFamily="34" charset="0"/>
              </a:rPr>
              <a:t>03</a:t>
            </a:r>
            <a:endParaRPr lang="zh-CN" altLang="en-US" sz="5400" dirty="0">
              <a:solidFill>
                <a:srgbClr val="FFFFFF"/>
              </a:solidFill>
              <a:latin typeface="Giorgio Sans Medium" panose="020B0603030202040204" pitchFamily="34" charset="0"/>
            </a:endParaRPr>
          </a:p>
        </p:txBody>
      </p:sp>
      <p:sp>
        <p:nvSpPr>
          <p:cNvPr id="43" name="文本框 2"/>
          <p:cNvSpPr txBox="1">
            <a:spLocks noChangeArrowheads="1"/>
          </p:cNvSpPr>
          <p:nvPr/>
        </p:nvSpPr>
        <p:spPr bwMode="auto">
          <a:xfrm>
            <a:off x="5556967" y="3286424"/>
            <a:ext cx="100663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buFont typeface="Arial" panose="020B0604020202020204" pitchFamily="34" charset="0"/>
              <a:defRPr>
                <a:solidFill>
                  <a:schemeClr val="tx1"/>
                </a:solidFill>
                <a:latin typeface="Calibri" panose="020F050202020403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Calibri" panose="020F050202020403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en-US" altLang="zh-CN" sz="4750" dirty="0">
                <a:solidFill>
                  <a:srgbClr val="FFFFFF"/>
                </a:solidFill>
                <a:latin typeface="Giorgio Sans Medium" panose="020B0603030202040204" pitchFamily="34" charset="0"/>
              </a:rPr>
              <a:t>02</a:t>
            </a:r>
            <a:endParaRPr lang="zh-CN" altLang="en-US" sz="5400" dirty="0">
              <a:solidFill>
                <a:srgbClr val="FFFFFF"/>
              </a:solidFill>
              <a:latin typeface="Giorgio Sans Medium" panose="020B0603030202040204" pitchFamily="34" charset="0"/>
            </a:endParaRPr>
          </a:p>
        </p:txBody>
      </p:sp>
      <p:sp>
        <p:nvSpPr>
          <p:cNvPr id="44" name="矩形 43"/>
          <p:cNvSpPr/>
          <p:nvPr/>
        </p:nvSpPr>
        <p:spPr>
          <a:xfrm>
            <a:off x="1023996" y="4379913"/>
            <a:ext cx="3054265" cy="461665"/>
          </a:xfrm>
          <a:prstGeom prst="rect">
            <a:avLst/>
          </a:prstGeom>
        </p:spPr>
        <p:txBody>
          <a:bodyPr wrap="square">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添加标题</a:t>
            </a:r>
          </a:p>
        </p:txBody>
      </p:sp>
      <p:sp>
        <p:nvSpPr>
          <p:cNvPr id="45" name="矩形 44"/>
          <p:cNvSpPr/>
          <p:nvPr/>
        </p:nvSpPr>
        <p:spPr>
          <a:xfrm>
            <a:off x="1023996" y="4812552"/>
            <a:ext cx="3054265" cy="1169551"/>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在这里输入您的文字内容，或者将您的文字内容复制在这里。在这里输入您的文字内容，或者将您的文字复制在这里，在这里输入您的文字内容，或者将您的文字复制在这里</a:t>
            </a:r>
          </a:p>
        </p:txBody>
      </p:sp>
      <p:sp>
        <p:nvSpPr>
          <p:cNvPr id="46" name="矩形 45"/>
          <p:cNvSpPr/>
          <p:nvPr/>
        </p:nvSpPr>
        <p:spPr>
          <a:xfrm>
            <a:off x="8233659" y="2653933"/>
            <a:ext cx="3054265" cy="461665"/>
          </a:xfrm>
          <a:prstGeom prst="rect">
            <a:avLst/>
          </a:prstGeom>
        </p:spPr>
        <p:txBody>
          <a:bodyPr wrap="square">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添加标题</a:t>
            </a:r>
          </a:p>
        </p:txBody>
      </p:sp>
      <p:sp>
        <p:nvSpPr>
          <p:cNvPr id="47" name="矩形 46"/>
          <p:cNvSpPr/>
          <p:nvPr/>
        </p:nvSpPr>
        <p:spPr>
          <a:xfrm>
            <a:off x="8233659" y="3086572"/>
            <a:ext cx="3054265" cy="1169551"/>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在这里输入您的文字内容，或者将您的文字内容复制在这里。在这里输入您的文字内容，或者将您的文字复制在这里，在这里输入您的文字内容，或者将您的文字复制在这里</a:t>
            </a:r>
          </a:p>
        </p:txBody>
      </p:sp>
      <p:sp>
        <p:nvSpPr>
          <p:cNvPr id="48" name="Freeform 151"/>
          <p:cNvSpPr>
            <a:spLocks noChangeAspect="1" noEditPoints="1"/>
          </p:cNvSpPr>
          <p:nvPr/>
        </p:nvSpPr>
        <p:spPr bwMode="auto">
          <a:xfrm>
            <a:off x="4352067" y="3624378"/>
            <a:ext cx="610529" cy="461240"/>
          </a:xfrm>
          <a:custGeom>
            <a:avLst/>
            <a:gdLst>
              <a:gd name="T0" fmla="*/ 0 w 1197"/>
              <a:gd name="T1" fmla="*/ 866 h 906"/>
              <a:gd name="T2" fmla="*/ 1197 w 1197"/>
              <a:gd name="T3" fmla="*/ 866 h 906"/>
              <a:gd name="T4" fmla="*/ 923 w 1197"/>
              <a:gd name="T5" fmla="*/ 129 h 906"/>
              <a:gd name="T6" fmla="*/ 806 w 1197"/>
              <a:gd name="T7" fmla="*/ 131 h 906"/>
              <a:gd name="T8" fmla="*/ 806 w 1197"/>
              <a:gd name="T9" fmla="*/ 175 h 906"/>
              <a:gd name="T10" fmla="*/ 855 w 1197"/>
              <a:gd name="T11" fmla="*/ 177 h 906"/>
              <a:gd name="T12" fmla="*/ 756 w 1197"/>
              <a:gd name="T13" fmla="*/ 262 h 906"/>
              <a:gd name="T14" fmla="*/ 674 w 1197"/>
              <a:gd name="T15" fmla="*/ 284 h 906"/>
              <a:gd name="T16" fmla="*/ 632 w 1197"/>
              <a:gd name="T17" fmla="*/ 240 h 906"/>
              <a:gd name="T18" fmla="*/ 545 w 1197"/>
              <a:gd name="T19" fmla="*/ 280 h 906"/>
              <a:gd name="T20" fmla="*/ 429 w 1197"/>
              <a:gd name="T21" fmla="*/ 367 h 906"/>
              <a:gd name="T22" fmla="*/ 283 w 1197"/>
              <a:gd name="T23" fmla="*/ 477 h 906"/>
              <a:gd name="T24" fmla="*/ 288 w 1197"/>
              <a:gd name="T25" fmla="*/ 530 h 906"/>
              <a:gd name="T26" fmla="*/ 427 w 1197"/>
              <a:gd name="T27" fmla="*/ 429 h 906"/>
              <a:gd name="T28" fmla="*/ 529 w 1197"/>
              <a:gd name="T29" fmla="*/ 352 h 906"/>
              <a:gd name="T30" fmla="*/ 613 w 1197"/>
              <a:gd name="T31" fmla="*/ 289 h 906"/>
              <a:gd name="T32" fmla="*/ 674 w 1197"/>
              <a:gd name="T33" fmla="*/ 352 h 906"/>
              <a:gd name="T34" fmla="*/ 720 w 1197"/>
              <a:gd name="T35" fmla="*/ 349 h 906"/>
              <a:gd name="T36" fmla="*/ 820 w 1197"/>
              <a:gd name="T37" fmla="*/ 271 h 906"/>
              <a:gd name="T38" fmla="*/ 899 w 1197"/>
              <a:gd name="T39" fmla="*/ 257 h 906"/>
              <a:gd name="T40" fmla="*/ 948 w 1197"/>
              <a:gd name="T41" fmla="*/ 154 h 906"/>
              <a:gd name="T42" fmla="*/ 777 w 1197"/>
              <a:gd name="T43" fmla="*/ 543 h 906"/>
              <a:gd name="T44" fmla="*/ 867 w 1197"/>
              <a:gd name="T45" fmla="*/ 543 h 906"/>
              <a:gd name="T46" fmla="*/ 777 w 1197"/>
              <a:gd name="T47" fmla="*/ 344 h 906"/>
              <a:gd name="T48" fmla="*/ 671 w 1197"/>
              <a:gd name="T49" fmla="*/ 395 h 906"/>
              <a:gd name="T50" fmla="*/ 669 w 1197"/>
              <a:gd name="T51" fmla="*/ 553 h 906"/>
              <a:gd name="T52" fmla="*/ 752 w 1197"/>
              <a:gd name="T53" fmla="*/ 365 h 906"/>
              <a:gd name="T54" fmla="*/ 575 w 1197"/>
              <a:gd name="T55" fmla="*/ 362 h 906"/>
              <a:gd name="T56" fmla="*/ 555 w 1197"/>
              <a:gd name="T57" fmla="*/ 553 h 906"/>
              <a:gd name="T58" fmla="*/ 635 w 1197"/>
              <a:gd name="T59" fmla="*/ 358 h 906"/>
              <a:gd name="T60" fmla="*/ 431 w 1197"/>
              <a:gd name="T61" fmla="*/ 470 h 906"/>
              <a:gd name="T62" fmla="*/ 513 w 1197"/>
              <a:gd name="T63" fmla="*/ 553 h 906"/>
              <a:gd name="T64" fmla="*/ 433 w 1197"/>
              <a:gd name="T65" fmla="*/ 469 h 906"/>
              <a:gd name="T66" fmla="*/ 405 w 1197"/>
              <a:gd name="T67" fmla="*/ 543 h 906"/>
              <a:gd name="T68" fmla="*/ 397 w 1197"/>
              <a:gd name="T69" fmla="*/ 553 h 906"/>
              <a:gd name="T70" fmla="*/ 994 w 1197"/>
              <a:gd name="T71" fmla="*/ 720 h 906"/>
              <a:gd name="T72" fmla="*/ 479 w 1197"/>
              <a:gd name="T73" fmla="*/ 793 h 906"/>
              <a:gd name="T74" fmla="*/ 720 w 1197"/>
              <a:gd name="T75" fmla="*/ 793 h 906"/>
              <a:gd name="T76" fmla="*/ 122 w 1197"/>
              <a:gd name="T77" fmla="*/ 690 h 906"/>
              <a:gd name="T78" fmla="*/ 1076 w 1197"/>
              <a:gd name="T79" fmla="*/ 690 h 906"/>
              <a:gd name="T80" fmla="*/ 186 w 1197"/>
              <a:gd name="T81" fmla="*/ 89 h 906"/>
              <a:gd name="T82" fmla="*/ 1013 w 1197"/>
              <a:gd name="T83" fmla="*/ 89 h 906"/>
              <a:gd name="T84" fmla="*/ 1076 w 1197"/>
              <a:gd name="T85" fmla="*/ 639 h 906"/>
              <a:gd name="T86" fmla="*/ 203 w 1197"/>
              <a:gd name="T87" fmla="*/ 0 h 906"/>
              <a:gd name="T88" fmla="*/ 122 w 1197"/>
              <a:gd name="T89" fmla="*/ 669 h 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97" h="906">
                <a:moveTo>
                  <a:pt x="1195" y="848"/>
                </a:moveTo>
                <a:lnTo>
                  <a:pt x="3" y="848"/>
                </a:lnTo>
                <a:lnTo>
                  <a:pt x="0" y="866"/>
                </a:lnTo>
                <a:cubicBezTo>
                  <a:pt x="0" y="888"/>
                  <a:pt x="19" y="906"/>
                  <a:pt x="41" y="906"/>
                </a:cubicBezTo>
                <a:lnTo>
                  <a:pt x="1158" y="906"/>
                </a:lnTo>
                <a:cubicBezTo>
                  <a:pt x="1179" y="906"/>
                  <a:pt x="1197" y="888"/>
                  <a:pt x="1197" y="866"/>
                </a:cubicBezTo>
                <a:lnTo>
                  <a:pt x="1195" y="848"/>
                </a:lnTo>
                <a:close/>
                <a:moveTo>
                  <a:pt x="940" y="136"/>
                </a:moveTo>
                <a:lnTo>
                  <a:pt x="923" y="129"/>
                </a:lnTo>
                <a:lnTo>
                  <a:pt x="897" y="129"/>
                </a:lnTo>
                <a:lnTo>
                  <a:pt x="813" y="129"/>
                </a:lnTo>
                <a:lnTo>
                  <a:pt x="806" y="131"/>
                </a:lnTo>
                <a:lnTo>
                  <a:pt x="804" y="133"/>
                </a:lnTo>
                <a:cubicBezTo>
                  <a:pt x="795" y="135"/>
                  <a:pt x="790" y="144"/>
                  <a:pt x="791" y="154"/>
                </a:cubicBezTo>
                <a:cubicBezTo>
                  <a:pt x="791" y="163"/>
                  <a:pt x="796" y="173"/>
                  <a:pt x="806" y="175"/>
                </a:cubicBezTo>
                <a:lnTo>
                  <a:pt x="813" y="177"/>
                </a:lnTo>
                <a:lnTo>
                  <a:pt x="842" y="177"/>
                </a:lnTo>
                <a:lnTo>
                  <a:pt x="855" y="177"/>
                </a:lnTo>
                <a:lnTo>
                  <a:pt x="830" y="197"/>
                </a:lnTo>
                <a:lnTo>
                  <a:pt x="782" y="239"/>
                </a:lnTo>
                <a:lnTo>
                  <a:pt x="756" y="262"/>
                </a:lnTo>
                <a:lnTo>
                  <a:pt x="720" y="289"/>
                </a:lnTo>
                <a:lnTo>
                  <a:pt x="697" y="308"/>
                </a:lnTo>
                <a:lnTo>
                  <a:pt x="674" y="284"/>
                </a:lnTo>
                <a:lnTo>
                  <a:pt x="664" y="273"/>
                </a:lnTo>
                <a:lnTo>
                  <a:pt x="636" y="247"/>
                </a:lnTo>
                <a:lnTo>
                  <a:pt x="632" y="240"/>
                </a:lnTo>
                <a:cubicBezTo>
                  <a:pt x="624" y="232"/>
                  <a:pt x="610" y="231"/>
                  <a:pt x="601" y="238"/>
                </a:cubicBezTo>
                <a:lnTo>
                  <a:pt x="574" y="257"/>
                </a:lnTo>
                <a:lnTo>
                  <a:pt x="545" y="280"/>
                </a:lnTo>
                <a:lnTo>
                  <a:pt x="529" y="292"/>
                </a:lnTo>
                <a:lnTo>
                  <a:pt x="519" y="301"/>
                </a:lnTo>
                <a:lnTo>
                  <a:pt x="429" y="367"/>
                </a:lnTo>
                <a:lnTo>
                  <a:pt x="427" y="368"/>
                </a:lnTo>
                <a:lnTo>
                  <a:pt x="401" y="390"/>
                </a:lnTo>
                <a:lnTo>
                  <a:pt x="283" y="477"/>
                </a:lnTo>
                <a:lnTo>
                  <a:pt x="269" y="488"/>
                </a:lnTo>
                <a:cubicBezTo>
                  <a:pt x="260" y="496"/>
                  <a:pt x="257" y="511"/>
                  <a:pt x="264" y="521"/>
                </a:cubicBezTo>
                <a:cubicBezTo>
                  <a:pt x="270" y="529"/>
                  <a:pt x="280" y="532"/>
                  <a:pt x="288" y="530"/>
                </a:cubicBezTo>
                <a:lnTo>
                  <a:pt x="299" y="526"/>
                </a:lnTo>
                <a:lnTo>
                  <a:pt x="401" y="450"/>
                </a:lnTo>
                <a:lnTo>
                  <a:pt x="427" y="429"/>
                </a:lnTo>
                <a:lnTo>
                  <a:pt x="429" y="428"/>
                </a:lnTo>
                <a:lnTo>
                  <a:pt x="519" y="360"/>
                </a:lnTo>
                <a:lnTo>
                  <a:pt x="529" y="352"/>
                </a:lnTo>
                <a:lnTo>
                  <a:pt x="545" y="340"/>
                </a:lnTo>
                <a:lnTo>
                  <a:pt x="574" y="318"/>
                </a:lnTo>
                <a:lnTo>
                  <a:pt x="613" y="289"/>
                </a:lnTo>
                <a:lnTo>
                  <a:pt x="636" y="315"/>
                </a:lnTo>
                <a:lnTo>
                  <a:pt x="664" y="342"/>
                </a:lnTo>
                <a:lnTo>
                  <a:pt x="674" y="352"/>
                </a:lnTo>
                <a:lnTo>
                  <a:pt x="678" y="356"/>
                </a:lnTo>
                <a:cubicBezTo>
                  <a:pt x="686" y="365"/>
                  <a:pt x="700" y="366"/>
                  <a:pt x="709" y="358"/>
                </a:cubicBezTo>
                <a:lnTo>
                  <a:pt x="720" y="349"/>
                </a:lnTo>
                <a:lnTo>
                  <a:pt x="756" y="322"/>
                </a:lnTo>
                <a:lnTo>
                  <a:pt x="782" y="301"/>
                </a:lnTo>
                <a:lnTo>
                  <a:pt x="820" y="271"/>
                </a:lnTo>
                <a:lnTo>
                  <a:pt x="897" y="206"/>
                </a:lnTo>
                <a:lnTo>
                  <a:pt x="899" y="203"/>
                </a:lnTo>
                <a:lnTo>
                  <a:pt x="899" y="257"/>
                </a:lnTo>
                <a:cubicBezTo>
                  <a:pt x="899" y="270"/>
                  <a:pt x="911" y="282"/>
                  <a:pt x="923" y="282"/>
                </a:cubicBezTo>
                <a:cubicBezTo>
                  <a:pt x="936" y="282"/>
                  <a:pt x="948" y="270"/>
                  <a:pt x="948" y="257"/>
                </a:cubicBezTo>
                <a:lnTo>
                  <a:pt x="948" y="154"/>
                </a:lnTo>
                <a:lnTo>
                  <a:pt x="940" y="136"/>
                </a:lnTo>
                <a:close/>
                <a:moveTo>
                  <a:pt x="777" y="344"/>
                </a:moveTo>
                <a:lnTo>
                  <a:pt x="777" y="543"/>
                </a:lnTo>
                <a:lnTo>
                  <a:pt x="786" y="553"/>
                </a:lnTo>
                <a:lnTo>
                  <a:pt x="860" y="553"/>
                </a:lnTo>
                <a:lnTo>
                  <a:pt x="867" y="543"/>
                </a:lnTo>
                <a:lnTo>
                  <a:pt x="867" y="273"/>
                </a:lnTo>
                <a:lnTo>
                  <a:pt x="813" y="316"/>
                </a:lnTo>
                <a:lnTo>
                  <a:pt x="777" y="344"/>
                </a:lnTo>
                <a:close/>
                <a:moveTo>
                  <a:pt x="706" y="401"/>
                </a:moveTo>
                <a:cubicBezTo>
                  <a:pt x="698" y="408"/>
                  <a:pt x="684" y="407"/>
                  <a:pt x="676" y="399"/>
                </a:cubicBezTo>
                <a:lnTo>
                  <a:pt x="671" y="395"/>
                </a:lnTo>
                <a:lnTo>
                  <a:pt x="663" y="385"/>
                </a:lnTo>
                <a:lnTo>
                  <a:pt x="663" y="543"/>
                </a:lnTo>
                <a:lnTo>
                  <a:pt x="669" y="553"/>
                </a:lnTo>
                <a:lnTo>
                  <a:pt x="743" y="553"/>
                </a:lnTo>
                <a:lnTo>
                  <a:pt x="752" y="543"/>
                </a:lnTo>
                <a:lnTo>
                  <a:pt x="752" y="365"/>
                </a:lnTo>
                <a:lnTo>
                  <a:pt x="717" y="393"/>
                </a:lnTo>
                <a:lnTo>
                  <a:pt x="706" y="401"/>
                </a:lnTo>
                <a:close/>
                <a:moveTo>
                  <a:pt x="575" y="362"/>
                </a:moveTo>
                <a:lnTo>
                  <a:pt x="547" y="383"/>
                </a:lnTo>
                <a:lnTo>
                  <a:pt x="547" y="543"/>
                </a:lnTo>
                <a:lnTo>
                  <a:pt x="555" y="553"/>
                </a:lnTo>
                <a:lnTo>
                  <a:pt x="629" y="553"/>
                </a:lnTo>
                <a:lnTo>
                  <a:pt x="635" y="543"/>
                </a:lnTo>
                <a:lnTo>
                  <a:pt x="635" y="358"/>
                </a:lnTo>
                <a:lnTo>
                  <a:pt x="612" y="333"/>
                </a:lnTo>
                <a:lnTo>
                  <a:pt x="575" y="362"/>
                </a:lnTo>
                <a:close/>
                <a:moveTo>
                  <a:pt x="431" y="470"/>
                </a:moveTo>
                <a:lnTo>
                  <a:pt x="431" y="543"/>
                </a:lnTo>
                <a:lnTo>
                  <a:pt x="440" y="553"/>
                </a:lnTo>
                <a:lnTo>
                  <a:pt x="513" y="553"/>
                </a:lnTo>
                <a:lnTo>
                  <a:pt x="521" y="543"/>
                </a:lnTo>
                <a:lnTo>
                  <a:pt x="521" y="403"/>
                </a:lnTo>
                <a:lnTo>
                  <a:pt x="433" y="469"/>
                </a:lnTo>
                <a:lnTo>
                  <a:pt x="431" y="470"/>
                </a:lnTo>
                <a:close/>
                <a:moveTo>
                  <a:pt x="397" y="553"/>
                </a:moveTo>
                <a:lnTo>
                  <a:pt x="405" y="543"/>
                </a:lnTo>
                <a:lnTo>
                  <a:pt x="405" y="491"/>
                </a:lnTo>
                <a:lnTo>
                  <a:pt x="323" y="553"/>
                </a:lnTo>
                <a:lnTo>
                  <a:pt x="397" y="553"/>
                </a:lnTo>
                <a:close/>
                <a:moveTo>
                  <a:pt x="179" y="750"/>
                </a:moveTo>
                <a:lnTo>
                  <a:pt x="204" y="720"/>
                </a:lnTo>
                <a:lnTo>
                  <a:pt x="994" y="720"/>
                </a:lnTo>
                <a:lnTo>
                  <a:pt x="1018" y="750"/>
                </a:lnTo>
                <a:lnTo>
                  <a:pt x="179" y="750"/>
                </a:lnTo>
                <a:close/>
                <a:moveTo>
                  <a:pt x="479" y="793"/>
                </a:moveTo>
                <a:lnTo>
                  <a:pt x="493" y="774"/>
                </a:lnTo>
                <a:lnTo>
                  <a:pt x="705" y="774"/>
                </a:lnTo>
                <a:lnTo>
                  <a:pt x="720" y="793"/>
                </a:lnTo>
                <a:lnTo>
                  <a:pt x="479" y="793"/>
                </a:lnTo>
                <a:close/>
                <a:moveTo>
                  <a:pt x="1076" y="690"/>
                </a:moveTo>
                <a:lnTo>
                  <a:pt x="122" y="690"/>
                </a:lnTo>
                <a:lnTo>
                  <a:pt x="24" y="820"/>
                </a:lnTo>
                <a:lnTo>
                  <a:pt x="1175" y="820"/>
                </a:lnTo>
                <a:lnTo>
                  <a:pt x="1076" y="690"/>
                </a:lnTo>
                <a:close/>
                <a:moveTo>
                  <a:pt x="1013" y="608"/>
                </a:moveTo>
                <a:lnTo>
                  <a:pt x="186" y="608"/>
                </a:lnTo>
                <a:lnTo>
                  <a:pt x="186" y="89"/>
                </a:lnTo>
                <a:cubicBezTo>
                  <a:pt x="186" y="74"/>
                  <a:pt x="197" y="62"/>
                  <a:pt x="211" y="62"/>
                </a:cubicBezTo>
                <a:lnTo>
                  <a:pt x="987" y="62"/>
                </a:lnTo>
                <a:cubicBezTo>
                  <a:pt x="1001" y="62"/>
                  <a:pt x="1013" y="74"/>
                  <a:pt x="1013" y="89"/>
                </a:cubicBezTo>
                <a:lnTo>
                  <a:pt x="1013" y="608"/>
                </a:lnTo>
                <a:close/>
                <a:moveTo>
                  <a:pt x="1076" y="653"/>
                </a:moveTo>
                <a:lnTo>
                  <a:pt x="1076" y="639"/>
                </a:lnTo>
                <a:lnTo>
                  <a:pt x="1076" y="83"/>
                </a:lnTo>
                <a:cubicBezTo>
                  <a:pt x="1076" y="38"/>
                  <a:pt x="1040" y="0"/>
                  <a:pt x="996" y="0"/>
                </a:cubicBezTo>
                <a:lnTo>
                  <a:pt x="203" y="0"/>
                </a:lnTo>
                <a:cubicBezTo>
                  <a:pt x="158" y="0"/>
                  <a:pt x="122" y="38"/>
                  <a:pt x="122" y="83"/>
                </a:cubicBezTo>
                <a:lnTo>
                  <a:pt x="122" y="666"/>
                </a:lnTo>
                <a:lnTo>
                  <a:pt x="122" y="669"/>
                </a:lnTo>
                <a:lnTo>
                  <a:pt x="1076" y="669"/>
                </a:lnTo>
                <a:lnTo>
                  <a:pt x="1076" y="653"/>
                </a:ln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9" name="Freeform 97"/>
          <p:cNvSpPr>
            <a:spLocks noChangeAspect="1" noEditPoints="1"/>
          </p:cNvSpPr>
          <p:nvPr/>
        </p:nvSpPr>
        <p:spPr bwMode="auto">
          <a:xfrm>
            <a:off x="7861052" y="4748887"/>
            <a:ext cx="540935" cy="538563"/>
          </a:xfrm>
          <a:custGeom>
            <a:avLst/>
            <a:gdLst>
              <a:gd name="T0" fmla="*/ 881 w 999"/>
              <a:gd name="T1" fmla="*/ 830 h 990"/>
              <a:gd name="T2" fmla="*/ 845 w 999"/>
              <a:gd name="T3" fmla="*/ 830 h 990"/>
              <a:gd name="T4" fmla="*/ 660 w 999"/>
              <a:gd name="T5" fmla="*/ 646 h 990"/>
              <a:gd name="T6" fmla="*/ 660 w 999"/>
              <a:gd name="T7" fmla="*/ 611 h 990"/>
              <a:gd name="T8" fmla="*/ 697 w 999"/>
              <a:gd name="T9" fmla="*/ 611 h 990"/>
              <a:gd name="T10" fmla="*/ 881 w 999"/>
              <a:gd name="T11" fmla="*/ 794 h 990"/>
              <a:gd name="T12" fmla="*/ 881 w 999"/>
              <a:gd name="T13" fmla="*/ 830 h 990"/>
              <a:gd name="T14" fmla="*/ 799 w 999"/>
              <a:gd name="T15" fmla="*/ 911 h 990"/>
              <a:gd name="T16" fmla="*/ 764 w 999"/>
              <a:gd name="T17" fmla="*/ 911 h 990"/>
              <a:gd name="T18" fmla="*/ 580 w 999"/>
              <a:gd name="T19" fmla="*/ 727 h 990"/>
              <a:gd name="T20" fmla="*/ 580 w 999"/>
              <a:gd name="T21" fmla="*/ 691 h 990"/>
              <a:gd name="T22" fmla="*/ 615 w 999"/>
              <a:gd name="T23" fmla="*/ 691 h 990"/>
              <a:gd name="T24" fmla="*/ 799 w 999"/>
              <a:gd name="T25" fmla="*/ 875 h 990"/>
              <a:gd name="T26" fmla="*/ 799 w 999"/>
              <a:gd name="T27" fmla="*/ 911 h 990"/>
              <a:gd name="T28" fmla="*/ 701 w 999"/>
              <a:gd name="T29" fmla="*/ 540 h 990"/>
              <a:gd name="T30" fmla="*/ 494 w 999"/>
              <a:gd name="T31" fmla="*/ 720 h 990"/>
              <a:gd name="T32" fmla="*/ 720 w 999"/>
              <a:gd name="T33" fmla="*/ 951 h 990"/>
              <a:gd name="T34" fmla="*/ 862 w 999"/>
              <a:gd name="T35" fmla="*/ 951 h 990"/>
              <a:gd name="T36" fmla="*/ 920 w 999"/>
              <a:gd name="T37" fmla="*/ 894 h 990"/>
              <a:gd name="T38" fmla="*/ 920 w 999"/>
              <a:gd name="T39" fmla="*/ 750 h 990"/>
              <a:gd name="T40" fmla="*/ 701 w 999"/>
              <a:gd name="T41" fmla="*/ 540 h 990"/>
              <a:gd name="T42" fmla="*/ 237 w 999"/>
              <a:gd name="T43" fmla="*/ 308 h 990"/>
              <a:gd name="T44" fmla="*/ 386 w 999"/>
              <a:gd name="T45" fmla="*/ 461 h 990"/>
              <a:gd name="T46" fmla="*/ 457 w 999"/>
              <a:gd name="T47" fmla="*/ 389 h 990"/>
              <a:gd name="T48" fmla="*/ 309 w 999"/>
              <a:gd name="T49" fmla="*/ 237 h 990"/>
              <a:gd name="T50" fmla="*/ 344 w 999"/>
              <a:gd name="T51" fmla="*/ 201 h 990"/>
              <a:gd name="T52" fmla="*/ 144 w 999"/>
              <a:gd name="T53" fmla="*/ 0 h 990"/>
              <a:gd name="T54" fmla="*/ 0 w 999"/>
              <a:gd name="T55" fmla="*/ 143 h 990"/>
              <a:gd name="T56" fmla="*/ 201 w 999"/>
              <a:gd name="T57" fmla="*/ 344 h 990"/>
              <a:gd name="T58" fmla="*/ 237 w 999"/>
              <a:gd name="T59" fmla="*/ 308 h 990"/>
              <a:gd name="T60" fmla="*/ 222 w 999"/>
              <a:gd name="T61" fmla="*/ 904 h 990"/>
              <a:gd name="T62" fmla="*/ 138 w 999"/>
              <a:gd name="T63" fmla="*/ 820 h 990"/>
              <a:gd name="T64" fmla="*/ 222 w 999"/>
              <a:gd name="T65" fmla="*/ 736 h 990"/>
              <a:gd name="T66" fmla="*/ 305 w 999"/>
              <a:gd name="T67" fmla="*/ 820 h 990"/>
              <a:gd name="T68" fmla="*/ 222 w 999"/>
              <a:gd name="T69" fmla="*/ 904 h 990"/>
              <a:gd name="T70" fmla="*/ 647 w 999"/>
              <a:gd name="T71" fmla="*/ 505 h 990"/>
              <a:gd name="T72" fmla="*/ 743 w 999"/>
              <a:gd name="T73" fmla="*/ 524 h 990"/>
              <a:gd name="T74" fmla="*/ 999 w 999"/>
              <a:gd name="T75" fmla="*/ 270 h 990"/>
              <a:gd name="T76" fmla="*/ 995 w 999"/>
              <a:gd name="T77" fmla="*/ 226 h 990"/>
              <a:gd name="T78" fmla="*/ 814 w 999"/>
              <a:gd name="T79" fmla="*/ 421 h 990"/>
              <a:gd name="T80" fmla="*/ 644 w 999"/>
              <a:gd name="T81" fmla="*/ 389 h 990"/>
              <a:gd name="T82" fmla="*/ 585 w 999"/>
              <a:gd name="T83" fmla="*/ 225 h 990"/>
              <a:gd name="T84" fmla="*/ 779 w 999"/>
              <a:gd name="T85" fmla="*/ 16 h 990"/>
              <a:gd name="T86" fmla="*/ 743 w 999"/>
              <a:gd name="T87" fmla="*/ 14 h 990"/>
              <a:gd name="T88" fmla="*/ 489 w 999"/>
              <a:gd name="T89" fmla="*/ 270 h 990"/>
              <a:gd name="T90" fmla="*/ 510 w 999"/>
              <a:gd name="T91" fmla="*/ 371 h 990"/>
              <a:gd name="T92" fmla="*/ 267 w 999"/>
              <a:gd name="T93" fmla="*/ 669 h 990"/>
              <a:gd name="T94" fmla="*/ 221 w 999"/>
              <a:gd name="T95" fmla="*/ 662 h 990"/>
              <a:gd name="T96" fmla="*/ 64 w 999"/>
              <a:gd name="T97" fmla="*/ 820 h 990"/>
              <a:gd name="T98" fmla="*/ 221 w 999"/>
              <a:gd name="T99" fmla="*/ 978 h 990"/>
              <a:gd name="T100" fmla="*/ 379 w 999"/>
              <a:gd name="T101" fmla="*/ 820 h 990"/>
              <a:gd name="T102" fmla="*/ 367 w 999"/>
              <a:gd name="T103" fmla="*/ 760 h 990"/>
              <a:gd name="T104" fmla="*/ 647 w 999"/>
              <a:gd name="T105" fmla="*/ 505 h 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99" h="990">
                <a:moveTo>
                  <a:pt x="881" y="830"/>
                </a:moveTo>
                <a:cubicBezTo>
                  <a:pt x="871" y="840"/>
                  <a:pt x="855" y="840"/>
                  <a:pt x="845" y="830"/>
                </a:cubicBezTo>
                <a:lnTo>
                  <a:pt x="660" y="646"/>
                </a:lnTo>
                <a:cubicBezTo>
                  <a:pt x="651" y="636"/>
                  <a:pt x="651" y="620"/>
                  <a:pt x="660" y="611"/>
                </a:cubicBezTo>
                <a:cubicBezTo>
                  <a:pt x="670" y="600"/>
                  <a:pt x="687" y="600"/>
                  <a:pt x="697" y="611"/>
                </a:cubicBezTo>
                <a:lnTo>
                  <a:pt x="881" y="794"/>
                </a:lnTo>
                <a:cubicBezTo>
                  <a:pt x="891" y="804"/>
                  <a:pt x="891" y="820"/>
                  <a:pt x="881" y="830"/>
                </a:cubicBezTo>
                <a:close/>
                <a:moveTo>
                  <a:pt x="799" y="911"/>
                </a:moveTo>
                <a:cubicBezTo>
                  <a:pt x="791" y="921"/>
                  <a:pt x="774" y="921"/>
                  <a:pt x="764" y="911"/>
                </a:cubicBezTo>
                <a:lnTo>
                  <a:pt x="580" y="727"/>
                </a:lnTo>
                <a:cubicBezTo>
                  <a:pt x="570" y="717"/>
                  <a:pt x="570" y="701"/>
                  <a:pt x="580" y="691"/>
                </a:cubicBezTo>
                <a:cubicBezTo>
                  <a:pt x="589" y="681"/>
                  <a:pt x="605" y="681"/>
                  <a:pt x="615" y="691"/>
                </a:cubicBezTo>
                <a:lnTo>
                  <a:pt x="799" y="875"/>
                </a:lnTo>
                <a:cubicBezTo>
                  <a:pt x="810" y="885"/>
                  <a:pt x="810" y="901"/>
                  <a:pt x="799" y="911"/>
                </a:cubicBezTo>
                <a:close/>
                <a:moveTo>
                  <a:pt x="701" y="540"/>
                </a:moveTo>
                <a:cubicBezTo>
                  <a:pt x="701" y="540"/>
                  <a:pt x="578" y="573"/>
                  <a:pt x="494" y="720"/>
                </a:cubicBezTo>
                <a:cubicBezTo>
                  <a:pt x="491" y="711"/>
                  <a:pt x="720" y="951"/>
                  <a:pt x="720" y="951"/>
                </a:cubicBezTo>
                <a:cubicBezTo>
                  <a:pt x="759" y="990"/>
                  <a:pt x="823" y="990"/>
                  <a:pt x="862" y="951"/>
                </a:cubicBezTo>
                <a:lnTo>
                  <a:pt x="920" y="894"/>
                </a:lnTo>
                <a:cubicBezTo>
                  <a:pt x="960" y="853"/>
                  <a:pt x="960" y="789"/>
                  <a:pt x="920" y="750"/>
                </a:cubicBezTo>
                <a:lnTo>
                  <a:pt x="701" y="540"/>
                </a:lnTo>
                <a:close/>
                <a:moveTo>
                  <a:pt x="237" y="308"/>
                </a:moveTo>
                <a:lnTo>
                  <a:pt x="386" y="461"/>
                </a:lnTo>
                <a:lnTo>
                  <a:pt x="457" y="389"/>
                </a:lnTo>
                <a:lnTo>
                  <a:pt x="309" y="237"/>
                </a:lnTo>
                <a:lnTo>
                  <a:pt x="344" y="201"/>
                </a:lnTo>
                <a:lnTo>
                  <a:pt x="144" y="0"/>
                </a:lnTo>
                <a:lnTo>
                  <a:pt x="0" y="143"/>
                </a:lnTo>
                <a:lnTo>
                  <a:pt x="201" y="344"/>
                </a:lnTo>
                <a:lnTo>
                  <a:pt x="237" y="308"/>
                </a:lnTo>
                <a:close/>
                <a:moveTo>
                  <a:pt x="222" y="904"/>
                </a:moveTo>
                <a:cubicBezTo>
                  <a:pt x="175" y="904"/>
                  <a:pt x="138" y="866"/>
                  <a:pt x="138" y="820"/>
                </a:cubicBezTo>
                <a:cubicBezTo>
                  <a:pt x="138" y="773"/>
                  <a:pt x="175" y="736"/>
                  <a:pt x="222" y="736"/>
                </a:cubicBezTo>
                <a:cubicBezTo>
                  <a:pt x="268" y="736"/>
                  <a:pt x="305" y="773"/>
                  <a:pt x="305" y="820"/>
                </a:cubicBezTo>
                <a:cubicBezTo>
                  <a:pt x="305" y="866"/>
                  <a:pt x="268" y="904"/>
                  <a:pt x="222" y="904"/>
                </a:cubicBezTo>
                <a:close/>
                <a:moveTo>
                  <a:pt x="647" y="505"/>
                </a:moveTo>
                <a:cubicBezTo>
                  <a:pt x="677" y="518"/>
                  <a:pt x="710" y="524"/>
                  <a:pt x="743" y="524"/>
                </a:cubicBezTo>
                <a:cubicBezTo>
                  <a:pt x="885" y="524"/>
                  <a:pt x="999" y="411"/>
                  <a:pt x="999" y="270"/>
                </a:cubicBezTo>
                <a:cubicBezTo>
                  <a:pt x="999" y="255"/>
                  <a:pt x="997" y="240"/>
                  <a:pt x="995" y="226"/>
                </a:cubicBezTo>
                <a:lnTo>
                  <a:pt x="814" y="421"/>
                </a:lnTo>
                <a:lnTo>
                  <a:pt x="644" y="389"/>
                </a:lnTo>
                <a:lnTo>
                  <a:pt x="585" y="225"/>
                </a:lnTo>
                <a:lnTo>
                  <a:pt x="779" y="16"/>
                </a:lnTo>
                <a:cubicBezTo>
                  <a:pt x="768" y="15"/>
                  <a:pt x="756" y="14"/>
                  <a:pt x="743" y="14"/>
                </a:cubicBezTo>
                <a:cubicBezTo>
                  <a:pt x="603" y="14"/>
                  <a:pt x="489" y="128"/>
                  <a:pt x="489" y="270"/>
                </a:cubicBezTo>
                <a:cubicBezTo>
                  <a:pt x="489" y="305"/>
                  <a:pt x="496" y="340"/>
                  <a:pt x="510" y="371"/>
                </a:cubicBezTo>
                <a:cubicBezTo>
                  <a:pt x="431" y="511"/>
                  <a:pt x="313" y="626"/>
                  <a:pt x="267" y="669"/>
                </a:cubicBezTo>
                <a:cubicBezTo>
                  <a:pt x="253" y="665"/>
                  <a:pt x="237" y="662"/>
                  <a:pt x="221" y="662"/>
                </a:cubicBezTo>
                <a:cubicBezTo>
                  <a:pt x="135" y="662"/>
                  <a:pt x="64" y="733"/>
                  <a:pt x="64" y="820"/>
                </a:cubicBezTo>
                <a:cubicBezTo>
                  <a:pt x="64" y="907"/>
                  <a:pt x="135" y="978"/>
                  <a:pt x="221" y="978"/>
                </a:cubicBezTo>
                <a:cubicBezTo>
                  <a:pt x="309" y="978"/>
                  <a:pt x="379" y="907"/>
                  <a:pt x="379" y="820"/>
                </a:cubicBezTo>
                <a:cubicBezTo>
                  <a:pt x="379" y="798"/>
                  <a:pt x="375" y="779"/>
                  <a:pt x="367" y="760"/>
                </a:cubicBezTo>
                <a:cubicBezTo>
                  <a:pt x="402" y="714"/>
                  <a:pt x="497" y="599"/>
                  <a:pt x="647" y="505"/>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847103774"/>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26"/>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29"/>
                                        </p:tgtEl>
                                        <p:attrNameLst>
                                          <p:attrName>style.visibility</p:attrName>
                                        </p:attrNameLst>
                                      </p:cBhvr>
                                      <p:to>
                                        <p:strVal val="visible"/>
                                      </p:to>
                                    </p:set>
                                    <p:anim calcmode="lin" valueType="num">
                                      <p:cBhvr>
                                        <p:cTn id="14" dur="500" fill="hold"/>
                                        <p:tgtEl>
                                          <p:spTgt spid="29"/>
                                        </p:tgtEl>
                                        <p:attrNameLst>
                                          <p:attrName>ppt_w</p:attrName>
                                        </p:attrNameLst>
                                      </p:cBhvr>
                                      <p:tavLst>
                                        <p:tav tm="0">
                                          <p:val>
                                            <p:fltVal val="0"/>
                                          </p:val>
                                        </p:tav>
                                        <p:tav tm="100000">
                                          <p:val>
                                            <p:strVal val="#ppt_w"/>
                                          </p:val>
                                        </p:tav>
                                      </p:tavLst>
                                    </p:anim>
                                    <p:anim calcmode="lin" valueType="num">
                                      <p:cBhvr>
                                        <p:cTn id="15" dur="500" fill="hold"/>
                                        <p:tgtEl>
                                          <p:spTgt spid="29"/>
                                        </p:tgtEl>
                                        <p:attrNameLst>
                                          <p:attrName>ppt_h</p:attrName>
                                        </p:attrNameLst>
                                      </p:cBhvr>
                                      <p:tavLst>
                                        <p:tav tm="0">
                                          <p:val>
                                            <p:fltVal val="0"/>
                                          </p:val>
                                        </p:tav>
                                        <p:tav tm="100000">
                                          <p:val>
                                            <p:strVal val="#ppt_h"/>
                                          </p:val>
                                        </p:tav>
                                      </p:tavLst>
                                    </p:anim>
                                    <p:animEffect transition="in" filter="fade">
                                      <p:cBhvr>
                                        <p:cTn id="16" dur="500"/>
                                        <p:tgtEl>
                                          <p:spTgt spid="29"/>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29"/>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0"/>
                                        </p:tgtEl>
                                        <p:attrNameLst>
                                          <p:attrName>style.visibility</p:attrName>
                                        </p:attrNameLst>
                                      </p:cBhvr>
                                      <p:to>
                                        <p:strVal val="visible"/>
                                      </p:to>
                                    </p:set>
                                    <p:anim calcmode="lin" valueType="num">
                                      <p:cBhvr>
                                        <p:cTn id="21" dur="500" fill="hold"/>
                                        <p:tgtEl>
                                          <p:spTgt spid="30"/>
                                        </p:tgtEl>
                                        <p:attrNameLst>
                                          <p:attrName>ppt_w</p:attrName>
                                        </p:attrNameLst>
                                      </p:cBhvr>
                                      <p:tavLst>
                                        <p:tav tm="0">
                                          <p:val>
                                            <p:fltVal val="0"/>
                                          </p:val>
                                        </p:tav>
                                        <p:tav tm="100000">
                                          <p:val>
                                            <p:strVal val="#ppt_w"/>
                                          </p:val>
                                        </p:tav>
                                      </p:tavLst>
                                    </p:anim>
                                    <p:anim calcmode="lin" valueType="num">
                                      <p:cBhvr>
                                        <p:cTn id="22" dur="500" fill="hold"/>
                                        <p:tgtEl>
                                          <p:spTgt spid="30"/>
                                        </p:tgtEl>
                                        <p:attrNameLst>
                                          <p:attrName>ppt_h</p:attrName>
                                        </p:attrNameLst>
                                      </p:cBhvr>
                                      <p:tavLst>
                                        <p:tav tm="0">
                                          <p:val>
                                            <p:fltVal val="0"/>
                                          </p:val>
                                        </p:tav>
                                        <p:tav tm="100000">
                                          <p:val>
                                            <p:strVal val="#ppt_h"/>
                                          </p:val>
                                        </p:tav>
                                      </p:tavLst>
                                    </p:anim>
                                    <p:animEffect transition="in" filter="fade">
                                      <p:cBhvr>
                                        <p:cTn id="23" dur="500"/>
                                        <p:tgtEl>
                                          <p:spTgt spid="30"/>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0"/>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37"/>
                                        </p:tgtEl>
                                        <p:attrNameLst>
                                          <p:attrName>style.visibility</p:attrName>
                                        </p:attrNameLst>
                                      </p:cBhvr>
                                      <p:to>
                                        <p:strVal val="visible"/>
                                      </p:to>
                                    </p:set>
                                    <p:anim calcmode="lin" valueType="num">
                                      <p:cBhvr>
                                        <p:cTn id="29" dur="500" fill="hold"/>
                                        <p:tgtEl>
                                          <p:spTgt spid="37"/>
                                        </p:tgtEl>
                                        <p:attrNameLst>
                                          <p:attrName>ppt_w</p:attrName>
                                        </p:attrNameLst>
                                      </p:cBhvr>
                                      <p:tavLst>
                                        <p:tav tm="0">
                                          <p:val>
                                            <p:fltVal val="0"/>
                                          </p:val>
                                        </p:tav>
                                        <p:tav tm="100000">
                                          <p:val>
                                            <p:strVal val="#ppt_w"/>
                                          </p:val>
                                        </p:tav>
                                      </p:tavLst>
                                    </p:anim>
                                    <p:anim calcmode="lin" valueType="num">
                                      <p:cBhvr>
                                        <p:cTn id="30" dur="500" fill="hold"/>
                                        <p:tgtEl>
                                          <p:spTgt spid="37"/>
                                        </p:tgtEl>
                                        <p:attrNameLst>
                                          <p:attrName>ppt_h</p:attrName>
                                        </p:attrNameLst>
                                      </p:cBhvr>
                                      <p:tavLst>
                                        <p:tav tm="0">
                                          <p:val>
                                            <p:fltVal val="0"/>
                                          </p:val>
                                        </p:tav>
                                        <p:tav tm="100000">
                                          <p:val>
                                            <p:strVal val="#ppt_h"/>
                                          </p:val>
                                        </p:tav>
                                      </p:tavLst>
                                    </p:anim>
                                    <p:animEffect transition="in" filter="fade">
                                      <p:cBhvr>
                                        <p:cTn id="31" dur="500"/>
                                        <p:tgtEl>
                                          <p:spTgt spid="37"/>
                                        </p:tgtEl>
                                      </p:cBhvr>
                                    </p:animEffect>
                                  </p:childTnLst>
                                </p:cTn>
                              </p:par>
                              <p:par>
                                <p:cTn id="32" presetID="63" presetClass="path" presetSubtype="0" accel="50000" decel="50000" fill="hold" grpId="1" nodeType="withEffect">
                                  <p:stCondLst>
                                    <p:cond delay="0"/>
                                  </p:stCondLst>
                                  <p:childTnLst>
                                    <p:animMotion origin="layout" path="M -2.5E-6 1.48148E-6 L 0.25 1.48148E-6 " pathEditMode="relative" rAng="0" ptsTypes="AA">
                                      <p:cBhvr>
                                        <p:cTn id="33" dur="1000" spd="-100000" fill="hold"/>
                                        <p:tgtEl>
                                          <p:spTgt spid="37"/>
                                        </p:tgtEl>
                                        <p:attrNameLst>
                                          <p:attrName>ppt_x</p:attrName>
                                          <p:attrName>ppt_y</p:attrName>
                                        </p:attrNameLst>
                                      </p:cBhvr>
                                      <p:rCtr x="12500" y="0"/>
                                    </p:animMotion>
                                  </p:childTnLst>
                                </p:cTn>
                              </p:par>
                              <p:par>
                                <p:cTn id="34" presetID="53" presetClass="entr" presetSubtype="16" fill="hold" grpId="0" nodeType="withEffect">
                                  <p:stCondLst>
                                    <p:cond delay="250"/>
                                  </p:stCondLst>
                                  <p:childTnLst>
                                    <p:set>
                                      <p:cBhvr>
                                        <p:cTn id="35" dur="1" fill="hold">
                                          <p:stCondLst>
                                            <p:cond delay="0"/>
                                          </p:stCondLst>
                                        </p:cTn>
                                        <p:tgtEl>
                                          <p:spTgt spid="35"/>
                                        </p:tgtEl>
                                        <p:attrNameLst>
                                          <p:attrName>style.visibility</p:attrName>
                                        </p:attrNameLst>
                                      </p:cBhvr>
                                      <p:to>
                                        <p:strVal val="visible"/>
                                      </p:to>
                                    </p:set>
                                    <p:anim calcmode="lin" valueType="num">
                                      <p:cBhvr>
                                        <p:cTn id="36" dur="500" fill="hold"/>
                                        <p:tgtEl>
                                          <p:spTgt spid="35"/>
                                        </p:tgtEl>
                                        <p:attrNameLst>
                                          <p:attrName>ppt_w</p:attrName>
                                        </p:attrNameLst>
                                      </p:cBhvr>
                                      <p:tavLst>
                                        <p:tav tm="0">
                                          <p:val>
                                            <p:fltVal val="0"/>
                                          </p:val>
                                        </p:tav>
                                        <p:tav tm="100000">
                                          <p:val>
                                            <p:strVal val="#ppt_w"/>
                                          </p:val>
                                        </p:tav>
                                      </p:tavLst>
                                    </p:anim>
                                    <p:anim calcmode="lin" valueType="num">
                                      <p:cBhvr>
                                        <p:cTn id="37" dur="500" fill="hold"/>
                                        <p:tgtEl>
                                          <p:spTgt spid="35"/>
                                        </p:tgtEl>
                                        <p:attrNameLst>
                                          <p:attrName>ppt_h</p:attrName>
                                        </p:attrNameLst>
                                      </p:cBhvr>
                                      <p:tavLst>
                                        <p:tav tm="0">
                                          <p:val>
                                            <p:fltVal val="0"/>
                                          </p:val>
                                        </p:tav>
                                        <p:tav tm="100000">
                                          <p:val>
                                            <p:strVal val="#ppt_h"/>
                                          </p:val>
                                        </p:tav>
                                      </p:tavLst>
                                    </p:anim>
                                    <p:animEffect transition="in" filter="fade">
                                      <p:cBhvr>
                                        <p:cTn id="38" dur="500"/>
                                        <p:tgtEl>
                                          <p:spTgt spid="35"/>
                                        </p:tgtEl>
                                      </p:cBhvr>
                                    </p:animEffect>
                                  </p:childTnLst>
                                </p:cTn>
                              </p:par>
                              <p:par>
                                <p:cTn id="39" presetID="35" presetClass="path" presetSubtype="0" accel="50000" decel="50000" fill="hold" grpId="1" nodeType="withEffect">
                                  <p:stCondLst>
                                    <p:cond delay="250"/>
                                  </p:stCondLst>
                                  <p:childTnLst>
                                    <p:animMotion origin="layout" path="M 2.29167E-6 0 L -0.25 0 " pathEditMode="relative" rAng="0" ptsTypes="AA">
                                      <p:cBhvr>
                                        <p:cTn id="40" dur="1000" spd="-100000" fill="hold"/>
                                        <p:tgtEl>
                                          <p:spTgt spid="35"/>
                                        </p:tgtEl>
                                        <p:attrNameLst>
                                          <p:attrName>ppt_x</p:attrName>
                                          <p:attrName>ppt_y</p:attrName>
                                        </p:attrNameLst>
                                      </p:cBhvr>
                                      <p:rCtr x="-12500" y="0"/>
                                    </p:animMotion>
                                  </p:childTnLst>
                                </p:cTn>
                              </p:par>
                              <p:par>
                                <p:cTn id="41" presetID="53" presetClass="entr" presetSubtype="16" fill="hold" grpId="0" nodeType="withEffect">
                                  <p:stCondLst>
                                    <p:cond delay="500"/>
                                  </p:stCondLst>
                                  <p:childTnLst>
                                    <p:set>
                                      <p:cBhvr>
                                        <p:cTn id="42" dur="1" fill="hold">
                                          <p:stCondLst>
                                            <p:cond delay="0"/>
                                          </p:stCondLst>
                                        </p:cTn>
                                        <p:tgtEl>
                                          <p:spTgt spid="38"/>
                                        </p:tgtEl>
                                        <p:attrNameLst>
                                          <p:attrName>style.visibility</p:attrName>
                                        </p:attrNameLst>
                                      </p:cBhvr>
                                      <p:to>
                                        <p:strVal val="visible"/>
                                      </p:to>
                                    </p:set>
                                    <p:anim calcmode="lin" valueType="num">
                                      <p:cBhvr>
                                        <p:cTn id="43" dur="500" fill="hold"/>
                                        <p:tgtEl>
                                          <p:spTgt spid="38"/>
                                        </p:tgtEl>
                                        <p:attrNameLst>
                                          <p:attrName>ppt_w</p:attrName>
                                        </p:attrNameLst>
                                      </p:cBhvr>
                                      <p:tavLst>
                                        <p:tav tm="0">
                                          <p:val>
                                            <p:fltVal val="0"/>
                                          </p:val>
                                        </p:tav>
                                        <p:tav tm="100000">
                                          <p:val>
                                            <p:strVal val="#ppt_w"/>
                                          </p:val>
                                        </p:tav>
                                      </p:tavLst>
                                    </p:anim>
                                    <p:anim calcmode="lin" valueType="num">
                                      <p:cBhvr>
                                        <p:cTn id="44" dur="500" fill="hold"/>
                                        <p:tgtEl>
                                          <p:spTgt spid="38"/>
                                        </p:tgtEl>
                                        <p:attrNameLst>
                                          <p:attrName>ppt_h</p:attrName>
                                        </p:attrNameLst>
                                      </p:cBhvr>
                                      <p:tavLst>
                                        <p:tav tm="0">
                                          <p:val>
                                            <p:fltVal val="0"/>
                                          </p:val>
                                        </p:tav>
                                        <p:tav tm="100000">
                                          <p:val>
                                            <p:strVal val="#ppt_h"/>
                                          </p:val>
                                        </p:tav>
                                      </p:tavLst>
                                    </p:anim>
                                    <p:animEffect transition="in" filter="fade">
                                      <p:cBhvr>
                                        <p:cTn id="45" dur="500"/>
                                        <p:tgtEl>
                                          <p:spTgt spid="38"/>
                                        </p:tgtEl>
                                      </p:cBhvr>
                                    </p:animEffect>
                                  </p:childTnLst>
                                </p:cTn>
                              </p:par>
                              <p:par>
                                <p:cTn id="46" presetID="63" presetClass="path" presetSubtype="0" accel="50000" decel="50000" fill="hold" grpId="1" nodeType="withEffect">
                                  <p:stCondLst>
                                    <p:cond delay="500"/>
                                  </p:stCondLst>
                                  <p:childTnLst>
                                    <p:animMotion origin="layout" path="M -2.5E-6 -1.48148E-6 L 0.25 -1.48148E-6 " pathEditMode="relative" rAng="0" ptsTypes="AA">
                                      <p:cBhvr>
                                        <p:cTn id="47" dur="1000" spd="-100000" fill="hold"/>
                                        <p:tgtEl>
                                          <p:spTgt spid="38"/>
                                        </p:tgtEl>
                                        <p:attrNameLst>
                                          <p:attrName>ppt_x</p:attrName>
                                          <p:attrName>ppt_y</p:attrName>
                                        </p:attrNameLst>
                                      </p:cBhvr>
                                      <p:rCtr x="12500" y="0"/>
                                    </p:animMotion>
                                  </p:childTnLst>
                                </p:cTn>
                              </p:par>
                              <p:par>
                                <p:cTn id="48" presetID="53" presetClass="entr" presetSubtype="16" fill="hold" grpId="0" nodeType="withEffect">
                                  <p:stCondLst>
                                    <p:cond delay="750"/>
                                  </p:stCondLst>
                                  <p:childTnLst>
                                    <p:set>
                                      <p:cBhvr>
                                        <p:cTn id="49" dur="1" fill="hold">
                                          <p:stCondLst>
                                            <p:cond delay="0"/>
                                          </p:stCondLst>
                                        </p:cTn>
                                        <p:tgtEl>
                                          <p:spTgt spid="36"/>
                                        </p:tgtEl>
                                        <p:attrNameLst>
                                          <p:attrName>style.visibility</p:attrName>
                                        </p:attrNameLst>
                                      </p:cBhvr>
                                      <p:to>
                                        <p:strVal val="visible"/>
                                      </p:to>
                                    </p:set>
                                    <p:anim calcmode="lin" valueType="num">
                                      <p:cBhvr>
                                        <p:cTn id="50" dur="500" fill="hold"/>
                                        <p:tgtEl>
                                          <p:spTgt spid="36"/>
                                        </p:tgtEl>
                                        <p:attrNameLst>
                                          <p:attrName>ppt_w</p:attrName>
                                        </p:attrNameLst>
                                      </p:cBhvr>
                                      <p:tavLst>
                                        <p:tav tm="0">
                                          <p:val>
                                            <p:fltVal val="0"/>
                                          </p:val>
                                        </p:tav>
                                        <p:tav tm="100000">
                                          <p:val>
                                            <p:strVal val="#ppt_w"/>
                                          </p:val>
                                        </p:tav>
                                      </p:tavLst>
                                    </p:anim>
                                    <p:anim calcmode="lin" valueType="num">
                                      <p:cBhvr>
                                        <p:cTn id="51" dur="500" fill="hold"/>
                                        <p:tgtEl>
                                          <p:spTgt spid="36"/>
                                        </p:tgtEl>
                                        <p:attrNameLst>
                                          <p:attrName>ppt_h</p:attrName>
                                        </p:attrNameLst>
                                      </p:cBhvr>
                                      <p:tavLst>
                                        <p:tav tm="0">
                                          <p:val>
                                            <p:fltVal val="0"/>
                                          </p:val>
                                        </p:tav>
                                        <p:tav tm="100000">
                                          <p:val>
                                            <p:strVal val="#ppt_h"/>
                                          </p:val>
                                        </p:tav>
                                      </p:tavLst>
                                    </p:anim>
                                    <p:animEffect transition="in" filter="fade">
                                      <p:cBhvr>
                                        <p:cTn id="52" dur="500"/>
                                        <p:tgtEl>
                                          <p:spTgt spid="36"/>
                                        </p:tgtEl>
                                      </p:cBhvr>
                                    </p:animEffect>
                                  </p:childTnLst>
                                </p:cTn>
                              </p:par>
                              <p:par>
                                <p:cTn id="53" presetID="35" presetClass="path" presetSubtype="0" accel="50000" decel="50000" fill="hold" grpId="1" nodeType="withEffect">
                                  <p:stCondLst>
                                    <p:cond delay="750"/>
                                  </p:stCondLst>
                                  <p:childTnLst>
                                    <p:animMotion origin="layout" path="M -1.04167E-6 -1.48148E-6 L -0.25 -1.48148E-6 " pathEditMode="relative" rAng="0" ptsTypes="AA">
                                      <p:cBhvr>
                                        <p:cTn id="54" dur="1000" spd="-100000" fill="hold"/>
                                        <p:tgtEl>
                                          <p:spTgt spid="36"/>
                                        </p:tgtEl>
                                        <p:attrNameLst>
                                          <p:attrName>ppt_x</p:attrName>
                                          <p:attrName>ppt_y</p:attrName>
                                        </p:attrNameLst>
                                      </p:cBhvr>
                                      <p:rCtr x="-12500" y="0"/>
                                    </p:animMotion>
                                  </p:childTnLst>
                                </p:cTn>
                              </p:par>
                              <p:par>
                                <p:cTn id="55" presetID="53" presetClass="entr" presetSubtype="16" fill="hold" grpId="0" nodeType="withEffect">
                                  <p:stCondLst>
                                    <p:cond delay="1000"/>
                                  </p:stCondLst>
                                  <p:childTnLst>
                                    <p:set>
                                      <p:cBhvr>
                                        <p:cTn id="56" dur="1" fill="hold">
                                          <p:stCondLst>
                                            <p:cond delay="0"/>
                                          </p:stCondLst>
                                        </p:cTn>
                                        <p:tgtEl>
                                          <p:spTgt spid="32"/>
                                        </p:tgtEl>
                                        <p:attrNameLst>
                                          <p:attrName>style.visibility</p:attrName>
                                        </p:attrNameLst>
                                      </p:cBhvr>
                                      <p:to>
                                        <p:strVal val="visible"/>
                                      </p:to>
                                    </p:set>
                                    <p:anim calcmode="lin" valueType="num">
                                      <p:cBhvr>
                                        <p:cTn id="57" dur="500" fill="hold"/>
                                        <p:tgtEl>
                                          <p:spTgt spid="32"/>
                                        </p:tgtEl>
                                        <p:attrNameLst>
                                          <p:attrName>ppt_w</p:attrName>
                                        </p:attrNameLst>
                                      </p:cBhvr>
                                      <p:tavLst>
                                        <p:tav tm="0">
                                          <p:val>
                                            <p:fltVal val="0"/>
                                          </p:val>
                                        </p:tav>
                                        <p:tav tm="100000">
                                          <p:val>
                                            <p:strVal val="#ppt_w"/>
                                          </p:val>
                                        </p:tav>
                                      </p:tavLst>
                                    </p:anim>
                                    <p:anim calcmode="lin" valueType="num">
                                      <p:cBhvr>
                                        <p:cTn id="58" dur="500" fill="hold"/>
                                        <p:tgtEl>
                                          <p:spTgt spid="32"/>
                                        </p:tgtEl>
                                        <p:attrNameLst>
                                          <p:attrName>ppt_h</p:attrName>
                                        </p:attrNameLst>
                                      </p:cBhvr>
                                      <p:tavLst>
                                        <p:tav tm="0">
                                          <p:val>
                                            <p:fltVal val="0"/>
                                          </p:val>
                                        </p:tav>
                                        <p:tav tm="100000">
                                          <p:val>
                                            <p:strVal val="#ppt_h"/>
                                          </p:val>
                                        </p:tav>
                                      </p:tavLst>
                                    </p:anim>
                                    <p:animEffect transition="in" filter="fade">
                                      <p:cBhvr>
                                        <p:cTn id="59" dur="500"/>
                                        <p:tgtEl>
                                          <p:spTgt spid="32"/>
                                        </p:tgtEl>
                                      </p:cBhvr>
                                    </p:animEffect>
                                  </p:childTnLst>
                                </p:cTn>
                              </p:par>
                              <p:par>
                                <p:cTn id="60" presetID="63" presetClass="path" presetSubtype="0" accel="50000" decel="50000" fill="hold" grpId="1" nodeType="withEffect">
                                  <p:stCondLst>
                                    <p:cond delay="1000"/>
                                  </p:stCondLst>
                                  <p:childTnLst>
                                    <p:animMotion origin="layout" path="M 8.33333E-7 0 L 0.25 0 " pathEditMode="relative" rAng="0" ptsTypes="AA">
                                      <p:cBhvr>
                                        <p:cTn id="61" dur="1000" spd="-100000" fill="hold"/>
                                        <p:tgtEl>
                                          <p:spTgt spid="32"/>
                                        </p:tgtEl>
                                        <p:attrNameLst>
                                          <p:attrName>ppt_x</p:attrName>
                                          <p:attrName>ppt_y</p:attrName>
                                        </p:attrNameLst>
                                      </p:cBhvr>
                                      <p:rCtr x="12500" y="0"/>
                                    </p:animMotion>
                                  </p:childTnLst>
                                </p:cTn>
                              </p:par>
                            </p:childTnLst>
                          </p:cTn>
                        </p:par>
                        <p:par>
                          <p:cTn id="62" fill="hold">
                            <p:stCondLst>
                              <p:cond delay="3500"/>
                            </p:stCondLst>
                            <p:childTnLst>
                              <p:par>
                                <p:cTn id="63" presetID="10" presetClass="entr" presetSubtype="0" fill="hold" grpId="0" nodeType="afterEffect">
                                  <p:stCondLst>
                                    <p:cond delay="0"/>
                                  </p:stCondLst>
                                  <p:childTnLst>
                                    <p:set>
                                      <p:cBhvr>
                                        <p:cTn id="64" dur="1" fill="hold">
                                          <p:stCondLst>
                                            <p:cond delay="0"/>
                                          </p:stCondLst>
                                        </p:cTn>
                                        <p:tgtEl>
                                          <p:spTgt spid="48"/>
                                        </p:tgtEl>
                                        <p:attrNameLst>
                                          <p:attrName>style.visibility</p:attrName>
                                        </p:attrNameLst>
                                      </p:cBhvr>
                                      <p:to>
                                        <p:strVal val="visible"/>
                                      </p:to>
                                    </p:set>
                                    <p:animEffect transition="in" filter="fade">
                                      <p:cBhvr>
                                        <p:cTn id="65" dur="500"/>
                                        <p:tgtEl>
                                          <p:spTgt spid="4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fade">
                                      <p:cBhvr>
                                        <p:cTn id="68" dur="500"/>
                                        <p:tgtEl>
                                          <p:spTgt spid="49"/>
                                        </p:tgtEl>
                                      </p:cBhvr>
                                    </p:animEffect>
                                  </p:childTnLst>
                                </p:cTn>
                              </p:par>
                            </p:childTnLst>
                          </p:cTn>
                        </p:par>
                        <p:par>
                          <p:cTn id="69" fill="hold">
                            <p:stCondLst>
                              <p:cond delay="4000"/>
                            </p:stCondLst>
                            <p:childTnLst>
                              <p:par>
                                <p:cTn id="70" presetID="53" presetClass="entr" presetSubtype="16" fill="hold" grpId="0" nodeType="afterEffect">
                                  <p:stCondLst>
                                    <p:cond delay="0"/>
                                  </p:stCondLst>
                                  <p:childTnLst>
                                    <p:set>
                                      <p:cBhvr>
                                        <p:cTn id="71" dur="1" fill="hold">
                                          <p:stCondLst>
                                            <p:cond delay="0"/>
                                          </p:stCondLst>
                                        </p:cTn>
                                        <p:tgtEl>
                                          <p:spTgt spid="41"/>
                                        </p:tgtEl>
                                        <p:attrNameLst>
                                          <p:attrName>style.visibility</p:attrName>
                                        </p:attrNameLst>
                                      </p:cBhvr>
                                      <p:to>
                                        <p:strVal val="visible"/>
                                      </p:to>
                                    </p:set>
                                    <p:anim calcmode="lin" valueType="num">
                                      <p:cBhvr>
                                        <p:cTn id="72" dur="500" fill="hold"/>
                                        <p:tgtEl>
                                          <p:spTgt spid="41"/>
                                        </p:tgtEl>
                                        <p:attrNameLst>
                                          <p:attrName>ppt_w</p:attrName>
                                        </p:attrNameLst>
                                      </p:cBhvr>
                                      <p:tavLst>
                                        <p:tav tm="0">
                                          <p:val>
                                            <p:fltVal val="0"/>
                                          </p:val>
                                        </p:tav>
                                        <p:tav tm="100000">
                                          <p:val>
                                            <p:strVal val="#ppt_w"/>
                                          </p:val>
                                        </p:tav>
                                      </p:tavLst>
                                    </p:anim>
                                    <p:anim calcmode="lin" valueType="num">
                                      <p:cBhvr>
                                        <p:cTn id="73" dur="500" fill="hold"/>
                                        <p:tgtEl>
                                          <p:spTgt spid="41"/>
                                        </p:tgtEl>
                                        <p:attrNameLst>
                                          <p:attrName>ppt_h</p:attrName>
                                        </p:attrNameLst>
                                      </p:cBhvr>
                                      <p:tavLst>
                                        <p:tav tm="0">
                                          <p:val>
                                            <p:fltVal val="0"/>
                                          </p:val>
                                        </p:tav>
                                        <p:tav tm="100000">
                                          <p:val>
                                            <p:strVal val="#ppt_h"/>
                                          </p:val>
                                        </p:tav>
                                      </p:tavLst>
                                    </p:anim>
                                    <p:animEffect transition="in" filter="fade">
                                      <p:cBhvr>
                                        <p:cTn id="74" dur="500"/>
                                        <p:tgtEl>
                                          <p:spTgt spid="41"/>
                                        </p:tgtEl>
                                      </p:cBhvr>
                                    </p:animEffect>
                                  </p:childTnLst>
                                </p:cTn>
                              </p:par>
                              <p:par>
                                <p:cTn id="75" presetID="63" presetClass="path" presetSubtype="0" accel="50000" decel="50000" fill="hold" grpId="1" nodeType="withEffect">
                                  <p:stCondLst>
                                    <p:cond delay="0"/>
                                  </p:stCondLst>
                                  <p:childTnLst>
                                    <p:animMotion origin="layout" path="M 2.70833E-6 3.7037E-7 L 0.0556 3.7037E-7 " pathEditMode="relative" rAng="0" ptsTypes="AA">
                                      <p:cBhvr>
                                        <p:cTn id="76" dur="1000" spd="-100000" fill="hold"/>
                                        <p:tgtEl>
                                          <p:spTgt spid="41"/>
                                        </p:tgtEl>
                                        <p:attrNameLst>
                                          <p:attrName>ppt_x</p:attrName>
                                          <p:attrName>ppt_y</p:attrName>
                                        </p:attrNameLst>
                                      </p:cBhvr>
                                      <p:rCtr x="2773" y="0"/>
                                    </p:animMotion>
                                  </p:childTnLst>
                                </p:cTn>
                              </p:par>
                              <p:par>
                                <p:cTn id="77" presetID="22" presetClass="entr" presetSubtype="2" fill="hold" nodeType="withEffect">
                                  <p:stCondLst>
                                    <p:cond delay="500"/>
                                  </p:stCondLst>
                                  <p:childTnLst>
                                    <p:set>
                                      <p:cBhvr>
                                        <p:cTn id="78" dur="1" fill="hold">
                                          <p:stCondLst>
                                            <p:cond delay="0"/>
                                          </p:stCondLst>
                                        </p:cTn>
                                        <p:tgtEl>
                                          <p:spTgt spid="34"/>
                                        </p:tgtEl>
                                        <p:attrNameLst>
                                          <p:attrName>style.visibility</p:attrName>
                                        </p:attrNameLst>
                                      </p:cBhvr>
                                      <p:to>
                                        <p:strVal val="visible"/>
                                      </p:to>
                                    </p:set>
                                    <p:animEffect transition="in" filter="wipe(right)">
                                      <p:cBhvr>
                                        <p:cTn id="79" dur="500"/>
                                        <p:tgtEl>
                                          <p:spTgt spid="34"/>
                                        </p:tgtEl>
                                      </p:cBhvr>
                                    </p:animEffect>
                                  </p:childTnLst>
                                </p:cTn>
                              </p:par>
                              <p:par>
                                <p:cTn id="80" presetID="53" presetClass="entr" presetSubtype="16" fill="hold" grpId="0" nodeType="withEffect">
                                  <p:stCondLst>
                                    <p:cond delay="750"/>
                                  </p:stCondLst>
                                  <p:childTnLst>
                                    <p:set>
                                      <p:cBhvr>
                                        <p:cTn id="81" dur="1" fill="hold">
                                          <p:stCondLst>
                                            <p:cond delay="0"/>
                                          </p:stCondLst>
                                        </p:cTn>
                                        <p:tgtEl>
                                          <p:spTgt spid="39"/>
                                        </p:tgtEl>
                                        <p:attrNameLst>
                                          <p:attrName>style.visibility</p:attrName>
                                        </p:attrNameLst>
                                      </p:cBhvr>
                                      <p:to>
                                        <p:strVal val="visible"/>
                                      </p:to>
                                    </p:set>
                                    <p:anim calcmode="lin" valueType="num">
                                      <p:cBhvr>
                                        <p:cTn id="82" dur="500" fill="hold"/>
                                        <p:tgtEl>
                                          <p:spTgt spid="39"/>
                                        </p:tgtEl>
                                        <p:attrNameLst>
                                          <p:attrName>ppt_w</p:attrName>
                                        </p:attrNameLst>
                                      </p:cBhvr>
                                      <p:tavLst>
                                        <p:tav tm="0">
                                          <p:val>
                                            <p:fltVal val="0"/>
                                          </p:val>
                                        </p:tav>
                                        <p:tav tm="100000">
                                          <p:val>
                                            <p:strVal val="#ppt_w"/>
                                          </p:val>
                                        </p:tav>
                                      </p:tavLst>
                                    </p:anim>
                                    <p:anim calcmode="lin" valueType="num">
                                      <p:cBhvr>
                                        <p:cTn id="83" dur="500" fill="hold"/>
                                        <p:tgtEl>
                                          <p:spTgt spid="39"/>
                                        </p:tgtEl>
                                        <p:attrNameLst>
                                          <p:attrName>ppt_h</p:attrName>
                                        </p:attrNameLst>
                                      </p:cBhvr>
                                      <p:tavLst>
                                        <p:tav tm="0">
                                          <p:val>
                                            <p:fltVal val="0"/>
                                          </p:val>
                                        </p:tav>
                                        <p:tav tm="100000">
                                          <p:val>
                                            <p:strVal val="#ppt_h"/>
                                          </p:val>
                                        </p:tav>
                                      </p:tavLst>
                                    </p:anim>
                                    <p:animEffect transition="in" filter="fade">
                                      <p:cBhvr>
                                        <p:cTn id="84" dur="500"/>
                                        <p:tgtEl>
                                          <p:spTgt spid="39"/>
                                        </p:tgtEl>
                                      </p:cBhvr>
                                    </p:animEffect>
                                  </p:childTnLst>
                                </p:cTn>
                              </p:par>
                              <p:par>
                                <p:cTn id="85" presetID="63" presetClass="path" presetSubtype="0" accel="50000" decel="50000" fill="hold" grpId="1" nodeType="withEffect">
                                  <p:stCondLst>
                                    <p:cond delay="750"/>
                                  </p:stCondLst>
                                  <p:childTnLst>
                                    <p:animMotion origin="layout" path="M -4.79167E-6 4.81481E-6 L 0.11576 4.81481E-6 " pathEditMode="relative" rAng="0" ptsTypes="AA">
                                      <p:cBhvr>
                                        <p:cTn id="86" dur="1000" spd="-100000" fill="hold"/>
                                        <p:tgtEl>
                                          <p:spTgt spid="39"/>
                                        </p:tgtEl>
                                        <p:attrNameLst>
                                          <p:attrName>ppt_x</p:attrName>
                                          <p:attrName>ppt_y</p:attrName>
                                        </p:attrNameLst>
                                      </p:cBhvr>
                                      <p:rCtr x="5781" y="0"/>
                                    </p:animMotion>
                                  </p:childTnLst>
                                </p:cTn>
                              </p:par>
                              <p:par>
                                <p:cTn id="87" presetID="53" presetClass="entr" presetSubtype="16" fill="hold" grpId="0" nodeType="withEffect">
                                  <p:stCondLst>
                                    <p:cond delay="1250"/>
                                  </p:stCondLst>
                                  <p:iterate type="lt">
                                    <p:tmPct val="10000"/>
                                  </p:iterate>
                                  <p:childTnLst>
                                    <p:set>
                                      <p:cBhvr>
                                        <p:cTn id="88" dur="1" fill="hold">
                                          <p:stCondLst>
                                            <p:cond delay="0"/>
                                          </p:stCondLst>
                                        </p:cTn>
                                        <p:tgtEl>
                                          <p:spTgt spid="40"/>
                                        </p:tgtEl>
                                        <p:attrNameLst>
                                          <p:attrName>style.visibility</p:attrName>
                                        </p:attrNameLst>
                                      </p:cBhvr>
                                      <p:to>
                                        <p:strVal val="visible"/>
                                      </p:to>
                                    </p:set>
                                    <p:anim calcmode="lin" valueType="num">
                                      <p:cBhvr>
                                        <p:cTn id="89" dur="250" fill="hold"/>
                                        <p:tgtEl>
                                          <p:spTgt spid="40"/>
                                        </p:tgtEl>
                                        <p:attrNameLst>
                                          <p:attrName>ppt_w</p:attrName>
                                        </p:attrNameLst>
                                      </p:cBhvr>
                                      <p:tavLst>
                                        <p:tav tm="0">
                                          <p:val>
                                            <p:fltVal val="0"/>
                                          </p:val>
                                        </p:tav>
                                        <p:tav tm="100000">
                                          <p:val>
                                            <p:strVal val="#ppt_w"/>
                                          </p:val>
                                        </p:tav>
                                      </p:tavLst>
                                    </p:anim>
                                    <p:anim calcmode="lin" valueType="num">
                                      <p:cBhvr>
                                        <p:cTn id="90" dur="250" fill="hold"/>
                                        <p:tgtEl>
                                          <p:spTgt spid="40"/>
                                        </p:tgtEl>
                                        <p:attrNameLst>
                                          <p:attrName>ppt_h</p:attrName>
                                        </p:attrNameLst>
                                      </p:cBhvr>
                                      <p:tavLst>
                                        <p:tav tm="0">
                                          <p:val>
                                            <p:fltVal val="0"/>
                                          </p:val>
                                        </p:tav>
                                        <p:tav tm="100000">
                                          <p:val>
                                            <p:strVal val="#ppt_h"/>
                                          </p:val>
                                        </p:tav>
                                      </p:tavLst>
                                    </p:anim>
                                    <p:animEffect transition="in" filter="fade">
                                      <p:cBhvr>
                                        <p:cTn id="91" dur="250"/>
                                        <p:tgtEl>
                                          <p:spTgt spid="40"/>
                                        </p:tgtEl>
                                      </p:cBhvr>
                                    </p:animEffect>
                                  </p:childTnLst>
                                </p:cTn>
                              </p:par>
                            </p:childTnLst>
                          </p:cTn>
                        </p:par>
                        <p:par>
                          <p:cTn id="92" fill="hold">
                            <p:stCondLst>
                              <p:cond delay="7375"/>
                            </p:stCondLst>
                            <p:childTnLst>
                              <p:par>
                                <p:cTn id="93" presetID="53" presetClass="entr" presetSubtype="16" fill="hold" grpId="0" nodeType="afterEffect">
                                  <p:stCondLst>
                                    <p:cond delay="0"/>
                                  </p:stCondLst>
                                  <p:childTnLst>
                                    <p:set>
                                      <p:cBhvr>
                                        <p:cTn id="94" dur="1" fill="hold">
                                          <p:stCondLst>
                                            <p:cond delay="0"/>
                                          </p:stCondLst>
                                        </p:cTn>
                                        <p:tgtEl>
                                          <p:spTgt spid="43"/>
                                        </p:tgtEl>
                                        <p:attrNameLst>
                                          <p:attrName>style.visibility</p:attrName>
                                        </p:attrNameLst>
                                      </p:cBhvr>
                                      <p:to>
                                        <p:strVal val="visible"/>
                                      </p:to>
                                    </p:set>
                                    <p:anim calcmode="lin" valueType="num">
                                      <p:cBhvr>
                                        <p:cTn id="95" dur="500" fill="hold"/>
                                        <p:tgtEl>
                                          <p:spTgt spid="43"/>
                                        </p:tgtEl>
                                        <p:attrNameLst>
                                          <p:attrName>ppt_w</p:attrName>
                                        </p:attrNameLst>
                                      </p:cBhvr>
                                      <p:tavLst>
                                        <p:tav tm="0">
                                          <p:val>
                                            <p:fltVal val="0"/>
                                          </p:val>
                                        </p:tav>
                                        <p:tav tm="100000">
                                          <p:val>
                                            <p:strVal val="#ppt_w"/>
                                          </p:val>
                                        </p:tav>
                                      </p:tavLst>
                                    </p:anim>
                                    <p:anim calcmode="lin" valueType="num">
                                      <p:cBhvr>
                                        <p:cTn id="96" dur="500" fill="hold"/>
                                        <p:tgtEl>
                                          <p:spTgt spid="43"/>
                                        </p:tgtEl>
                                        <p:attrNameLst>
                                          <p:attrName>ppt_h</p:attrName>
                                        </p:attrNameLst>
                                      </p:cBhvr>
                                      <p:tavLst>
                                        <p:tav tm="0">
                                          <p:val>
                                            <p:fltVal val="0"/>
                                          </p:val>
                                        </p:tav>
                                        <p:tav tm="100000">
                                          <p:val>
                                            <p:strVal val="#ppt_h"/>
                                          </p:val>
                                        </p:tav>
                                      </p:tavLst>
                                    </p:anim>
                                    <p:animEffect transition="in" filter="fade">
                                      <p:cBhvr>
                                        <p:cTn id="97" dur="500"/>
                                        <p:tgtEl>
                                          <p:spTgt spid="43"/>
                                        </p:tgtEl>
                                      </p:cBhvr>
                                    </p:animEffect>
                                  </p:childTnLst>
                                </p:cTn>
                              </p:par>
                              <p:par>
                                <p:cTn id="98" presetID="35" presetClass="path" presetSubtype="0" accel="50000" decel="50000" fill="hold" grpId="1" nodeType="withEffect">
                                  <p:stCondLst>
                                    <p:cond delay="0"/>
                                  </p:stCondLst>
                                  <p:childTnLst>
                                    <p:animMotion origin="layout" path="M 4.79167E-6 2.22222E-6 L -0.05066 2.22222E-6 " pathEditMode="relative" rAng="0" ptsTypes="AA">
                                      <p:cBhvr>
                                        <p:cTn id="99" dur="1000" spd="-100000" fill="hold"/>
                                        <p:tgtEl>
                                          <p:spTgt spid="43"/>
                                        </p:tgtEl>
                                        <p:attrNameLst>
                                          <p:attrName>ppt_x</p:attrName>
                                          <p:attrName>ppt_y</p:attrName>
                                        </p:attrNameLst>
                                      </p:cBhvr>
                                      <p:rCtr x="-2539" y="0"/>
                                    </p:animMotion>
                                  </p:childTnLst>
                                </p:cTn>
                              </p:par>
                              <p:par>
                                <p:cTn id="100" presetID="22" presetClass="entr" presetSubtype="8" fill="hold" nodeType="withEffect">
                                  <p:stCondLst>
                                    <p:cond delay="500"/>
                                  </p:stCondLst>
                                  <p:childTnLst>
                                    <p:set>
                                      <p:cBhvr>
                                        <p:cTn id="101" dur="1" fill="hold">
                                          <p:stCondLst>
                                            <p:cond delay="0"/>
                                          </p:stCondLst>
                                        </p:cTn>
                                        <p:tgtEl>
                                          <p:spTgt spid="31"/>
                                        </p:tgtEl>
                                        <p:attrNameLst>
                                          <p:attrName>style.visibility</p:attrName>
                                        </p:attrNameLst>
                                      </p:cBhvr>
                                      <p:to>
                                        <p:strVal val="visible"/>
                                      </p:to>
                                    </p:set>
                                    <p:animEffect transition="in" filter="wipe(left)">
                                      <p:cBhvr>
                                        <p:cTn id="102" dur="500"/>
                                        <p:tgtEl>
                                          <p:spTgt spid="31"/>
                                        </p:tgtEl>
                                      </p:cBhvr>
                                    </p:animEffect>
                                  </p:childTnLst>
                                </p:cTn>
                              </p:par>
                              <p:par>
                                <p:cTn id="103" presetID="53" presetClass="entr" presetSubtype="16" fill="hold" grpId="0" nodeType="withEffect">
                                  <p:stCondLst>
                                    <p:cond delay="750"/>
                                  </p:stCondLst>
                                  <p:childTnLst>
                                    <p:set>
                                      <p:cBhvr>
                                        <p:cTn id="104" dur="1" fill="hold">
                                          <p:stCondLst>
                                            <p:cond delay="0"/>
                                          </p:stCondLst>
                                        </p:cTn>
                                        <p:tgtEl>
                                          <p:spTgt spid="46"/>
                                        </p:tgtEl>
                                        <p:attrNameLst>
                                          <p:attrName>style.visibility</p:attrName>
                                        </p:attrNameLst>
                                      </p:cBhvr>
                                      <p:to>
                                        <p:strVal val="visible"/>
                                      </p:to>
                                    </p:set>
                                    <p:anim calcmode="lin" valueType="num">
                                      <p:cBhvr>
                                        <p:cTn id="105" dur="500" fill="hold"/>
                                        <p:tgtEl>
                                          <p:spTgt spid="46"/>
                                        </p:tgtEl>
                                        <p:attrNameLst>
                                          <p:attrName>ppt_w</p:attrName>
                                        </p:attrNameLst>
                                      </p:cBhvr>
                                      <p:tavLst>
                                        <p:tav tm="0">
                                          <p:val>
                                            <p:fltVal val="0"/>
                                          </p:val>
                                        </p:tav>
                                        <p:tav tm="100000">
                                          <p:val>
                                            <p:strVal val="#ppt_w"/>
                                          </p:val>
                                        </p:tav>
                                      </p:tavLst>
                                    </p:anim>
                                    <p:anim calcmode="lin" valueType="num">
                                      <p:cBhvr>
                                        <p:cTn id="106" dur="500" fill="hold"/>
                                        <p:tgtEl>
                                          <p:spTgt spid="46"/>
                                        </p:tgtEl>
                                        <p:attrNameLst>
                                          <p:attrName>ppt_h</p:attrName>
                                        </p:attrNameLst>
                                      </p:cBhvr>
                                      <p:tavLst>
                                        <p:tav tm="0">
                                          <p:val>
                                            <p:fltVal val="0"/>
                                          </p:val>
                                        </p:tav>
                                        <p:tav tm="100000">
                                          <p:val>
                                            <p:strVal val="#ppt_h"/>
                                          </p:val>
                                        </p:tav>
                                      </p:tavLst>
                                    </p:anim>
                                    <p:animEffect transition="in" filter="fade">
                                      <p:cBhvr>
                                        <p:cTn id="107" dur="500"/>
                                        <p:tgtEl>
                                          <p:spTgt spid="46"/>
                                        </p:tgtEl>
                                      </p:cBhvr>
                                    </p:animEffect>
                                  </p:childTnLst>
                                </p:cTn>
                              </p:par>
                              <p:par>
                                <p:cTn id="108" presetID="63" presetClass="path" presetSubtype="0" accel="50000" decel="50000" fill="hold" grpId="1" nodeType="withEffect">
                                  <p:stCondLst>
                                    <p:cond delay="750"/>
                                  </p:stCondLst>
                                  <p:childTnLst>
                                    <p:animMotion origin="layout" path="M -1.04167E-6 -1.85185E-6 L 0.11576 -1.85185E-6 " pathEditMode="relative" rAng="0" ptsTypes="AA">
                                      <p:cBhvr>
                                        <p:cTn id="109" dur="1000" spd="-100000" fill="hold"/>
                                        <p:tgtEl>
                                          <p:spTgt spid="46"/>
                                        </p:tgtEl>
                                        <p:attrNameLst>
                                          <p:attrName>ppt_x</p:attrName>
                                          <p:attrName>ppt_y</p:attrName>
                                        </p:attrNameLst>
                                      </p:cBhvr>
                                      <p:rCtr x="5781" y="0"/>
                                    </p:animMotion>
                                  </p:childTnLst>
                                </p:cTn>
                              </p:par>
                              <p:par>
                                <p:cTn id="110" presetID="53" presetClass="entr" presetSubtype="16" fill="hold" grpId="0" nodeType="withEffect">
                                  <p:stCondLst>
                                    <p:cond delay="1250"/>
                                  </p:stCondLst>
                                  <p:iterate type="lt">
                                    <p:tmPct val="10000"/>
                                  </p:iterate>
                                  <p:childTnLst>
                                    <p:set>
                                      <p:cBhvr>
                                        <p:cTn id="111" dur="1" fill="hold">
                                          <p:stCondLst>
                                            <p:cond delay="0"/>
                                          </p:stCondLst>
                                        </p:cTn>
                                        <p:tgtEl>
                                          <p:spTgt spid="47"/>
                                        </p:tgtEl>
                                        <p:attrNameLst>
                                          <p:attrName>style.visibility</p:attrName>
                                        </p:attrNameLst>
                                      </p:cBhvr>
                                      <p:to>
                                        <p:strVal val="visible"/>
                                      </p:to>
                                    </p:set>
                                    <p:anim calcmode="lin" valueType="num">
                                      <p:cBhvr>
                                        <p:cTn id="112" dur="250" fill="hold"/>
                                        <p:tgtEl>
                                          <p:spTgt spid="47"/>
                                        </p:tgtEl>
                                        <p:attrNameLst>
                                          <p:attrName>ppt_w</p:attrName>
                                        </p:attrNameLst>
                                      </p:cBhvr>
                                      <p:tavLst>
                                        <p:tav tm="0">
                                          <p:val>
                                            <p:fltVal val="0"/>
                                          </p:val>
                                        </p:tav>
                                        <p:tav tm="100000">
                                          <p:val>
                                            <p:strVal val="#ppt_w"/>
                                          </p:val>
                                        </p:tav>
                                      </p:tavLst>
                                    </p:anim>
                                    <p:anim calcmode="lin" valueType="num">
                                      <p:cBhvr>
                                        <p:cTn id="113" dur="250" fill="hold"/>
                                        <p:tgtEl>
                                          <p:spTgt spid="47"/>
                                        </p:tgtEl>
                                        <p:attrNameLst>
                                          <p:attrName>ppt_h</p:attrName>
                                        </p:attrNameLst>
                                      </p:cBhvr>
                                      <p:tavLst>
                                        <p:tav tm="0">
                                          <p:val>
                                            <p:fltVal val="0"/>
                                          </p:val>
                                        </p:tav>
                                        <p:tav tm="100000">
                                          <p:val>
                                            <p:strVal val="#ppt_h"/>
                                          </p:val>
                                        </p:tav>
                                      </p:tavLst>
                                    </p:anim>
                                    <p:animEffect transition="in" filter="fade">
                                      <p:cBhvr>
                                        <p:cTn id="114" dur="250"/>
                                        <p:tgtEl>
                                          <p:spTgt spid="47"/>
                                        </p:tgtEl>
                                      </p:cBhvr>
                                    </p:animEffect>
                                  </p:childTnLst>
                                </p:cTn>
                              </p:par>
                            </p:childTnLst>
                          </p:cTn>
                        </p:par>
                        <p:par>
                          <p:cTn id="115" fill="hold">
                            <p:stCondLst>
                              <p:cond delay="10750"/>
                            </p:stCondLst>
                            <p:childTnLst>
                              <p:par>
                                <p:cTn id="116" presetID="53" presetClass="entr" presetSubtype="16" fill="hold" grpId="0" nodeType="afterEffect">
                                  <p:stCondLst>
                                    <p:cond delay="0"/>
                                  </p:stCondLst>
                                  <p:childTnLst>
                                    <p:set>
                                      <p:cBhvr>
                                        <p:cTn id="117" dur="1" fill="hold">
                                          <p:stCondLst>
                                            <p:cond delay="0"/>
                                          </p:stCondLst>
                                        </p:cTn>
                                        <p:tgtEl>
                                          <p:spTgt spid="42"/>
                                        </p:tgtEl>
                                        <p:attrNameLst>
                                          <p:attrName>style.visibility</p:attrName>
                                        </p:attrNameLst>
                                      </p:cBhvr>
                                      <p:to>
                                        <p:strVal val="visible"/>
                                      </p:to>
                                    </p:set>
                                    <p:anim calcmode="lin" valueType="num">
                                      <p:cBhvr>
                                        <p:cTn id="118" dur="500" fill="hold"/>
                                        <p:tgtEl>
                                          <p:spTgt spid="42"/>
                                        </p:tgtEl>
                                        <p:attrNameLst>
                                          <p:attrName>ppt_w</p:attrName>
                                        </p:attrNameLst>
                                      </p:cBhvr>
                                      <p:tavLst>
                                        <p:tav tm="0">
                                          <p:val>
                                            <p:fltVal val="0"/>
                                          </p:val>
                                        </p:tav>
                                        <p:tav tm="100000">
                                          <p:val>
                                            <p:strVal val="#ppt_w"/>
                                          </p:val>
                                        </p:tav>
                                      </p:tavLst>
                                    </p:anim>
                                    <p:anim calcmode="lin" valueType="num">
                                      <p:cBhvr>
                                        <p:cTn id="119" dur="500" fill="hold"/>
                                        <p:tgtEl>
                                          <p:spTgt spid="42"/>
                                        </p:tgtEl>
                                        <p:attrNameLst>
                                          <p:attrName>ppt_h</p:attrName>
                                        </p:attrNameLst>
                                      </p:cBhvr>
                                      <p:tavLst>
                                        <p:tav tm="0">
                                          <p:val>
                                            <p:fltVal val="0"/>
                                          </p:val>
                                        </p:tav>
                                        <p:tav tm="100000">
                                          <p:val>
                                            <p:strVal val="#ppt_h"/>
                                          </p:val>
                                        </p:tav>
                                      </p:tavLst>
                                    </p:anim>
                                    <p:animEffect transition="in" filter="fade">
                                      <p:cBhvr>
                                        <p:cTn id="120" dur="500"/>
                                        <p:tgtEl>
                                          <p:spTgt spid="42"/>
                                        </p:tgtEl>
                                      </p:cBhvr>
                                    </p:animEffect>
                                  </p:childTnLst>
                                </p:cTn>
                              </p:par>
                              <p:par>
                                <p:cTn id="121" presetID="63" presetClass="path" presetSubtype="0" accel="50000" decel="50000" fill="hold" grpId="1" nodeType="withEffect">
                                  <p:stCondLst>
                                    <p:cond delay="0"/>
                                  </p:stCondLst>
                                  <p:childTnLst>
                                    <p:animMotion origin="layout" path="M 2.70833E-6 7.40741E-7 L 0.0556 7.40741E-7 " pathEditMode="relative" rAng="0" ptsTypes="AA">
                                      <p:cBhvr>
                                        <p:cTn id="122" dur="1000" spd="-100000" fill="hold"/>
                                        <p:tgtEl>
                                          <p:spTgt spid="42"/>
                                        </p:tgtEl>
                                        <p:attrNameLst>
                                          <p:attrName>ppt_x</p:attrName>
                                          <p:attrName>ppt_y</p:attrName>
                                        </p:attrNameLst>
                                      </p:cBhvr>
                                      <p:rCtr x="2773" y="0"/>
                                    </p:animMotion>
                                  </p:childTnLst>
                                </p:cTn>
                              </p:par>
                              <p:par>
                                <p:cTn id="123" presetID="22" presetClass="entr" presetSubtype="2" fill="hold" nodeType="withEffect">
                                  <p:stCondLst>
                                    <p:cond delay="500"/>
                                  </p:stCondLst>
                                  <p:childTnLst>
                                    <p:set>
                                      <p:cBhvr>
                                        <p:cTn id="124" dur="1" fill="hold">
                                          <p:stCondLst>
                                            <p:cond delay="0"/>
                                          </p:stCondLst>
                                        </p:cTn>
                                        <p:tgtEl>
                                          <p:spTgt spid="33"/>
                                        </p:tgtEl>
                                        <p:attrNameLst>
                                          <p:attrName>style.visibility</p:attrName>
                                        </p:attrNameLst>
                                      </p:cBhvr>
                                      <p:to>
                                        <p:strVal val="visible"/>
                                      </p:to>
                                    </p:set>
                                    <p:animEffect transition="in" filter="wipe(right)">
                                      <p:cBhvr>
                                        <p:cTn id="125" dur="500"/>
                                        <p:tgtEl>
                                          <p:spTgt spid="33"/>
                                        </p:tgtEl>
                                      </p:cBhvr>
                                    </p:animEffect>
                                  </p:childTnLst>
                                </p:cTn>
                              </p:par>
                              <p:par>
                                <p:cTn id="126" presetID="53" presetClass="entr" presetSubtype="16" fill="hold" grpId="0" nodeType="withEffect">
                                  <p:stCondLst>
                                    <p:cond delay="750"/>
                                  </p:stCondLst>
                                  <p:childTnLst>
                                    <p:set>
                                      <p:cBhvr>
                                        <p:cTn id="127" dur="1" fill="hold">
                                          <p:stCondLst>
                                            <p:cond delay="0"/>
                                          </p:stCondLst>
                                        </p:cTn>
                                        <p:tgtEl>
                                          <p:spTgt spid="44"/>
                                        </p:tgtEl>
                                        <p:attrNameLst>
                                          <p:attrName>style.visibility</p:attrName>
                                        </p:attrNameLst>
                                      </p:cBhvr>
                                      <p:to>
                                        <p:strVal val="visible"/>
                                      </p:to>
                                    </p:set>
                                    <p:anim calcmode="lin" valueType="num">
                                      <p:cBhvr>
                                        <p:cTn id="128" dur="500" fill="hold"/>
                                        <p:tgtEl>
                                          <p:spTgt spid="44"/>
                                        </p:tgtEl>
                                        <p:attrNameLst>
                                          <p:attrName>ppt_w</p:attrName>
                                        </p:attrNameLst>
                                      </p:cBhvr>
                                      <p:tavLst>
                                        <p:tav tm="0">
                                          <p:val>
                                            <p:fltVal val="0"/>
                                          </p:val>
                                        </p:tav>
                                        <p:tav tm="100000">
                                          <p:val>
                                            <p:strVal val="#ppt_w"/>
                                          </p:val>
                                        </p:tav>
                                      </p:tavLst>
                                    </p:anim>
                                    <p:anim calcmode="lin" valueType="num">
                                      <p:cBhvr>
                                        <p:cTn id="129" dur="500" fill="hold"/>
                                        <p:tgtEl>
                                          <p:spTgt spid="44"/>
                                        </p:tgtEl>
                                        <p:attrNameLst>
                                          <p:attrName>ppt_h</p:attrName>
                                        </p:attrNameLst>
                                      </p:cBhvr>
                                      <p:tavLst>
                                        <p:tav tm="0">
                                          <p:val>
                                            <p:fltVal val="0"/>
                                          </p:val>
                                        </p:tav>
                                        <p:tav tm="100000">
                                          <p:val>
                                            <p:strVal val="#ppt_h"/>
                                          </p:val>
                                        </p:tav>
                                      </p:tavLst>
                                    </p:anim>
                                    <p:animEffect transition="in" filter="fade">
                                      <p:cBhvr>
                                        <p:cTn id="130" dur="500"/>
                                        <p:tgtEl>
                                          <p:spTgt spid="44"/>
                                        </p:tgtEl>
                                      </p:cBhvr>
                                    </p:animEffect>
                                  </p:childTnLst>
                                </p:cTn>
                              </p:par>
                              <p:par>
                                <p:cTn id="131" presetID="63" presetClass="path" presetSubtype="0" accel="50000" decel="50000" fill="hold" grpId="1" nodeType="withEffect">
                                  <p:stCondLst>
                                    <p:cond delay="750"/>
                                  </p:stCondLst>
                                  <p:childTnLst>
                                    <p:animMotion origin="layout" path="M -4.79167E-6 -2.22222E-6 L 0.11576 -2.22222E-6 " pathEditMode="relative" rAng="0" ptsTypes="AA">
                                      <p:cBhvr>
                                        <p:cTn id="132" dur="1000" spd="-100000" fill="hold"/>
                                        <p:tgtEl>
                                          <p:spTgt spid="44"/>
                                        </p:tgtEl>
                                        <p:attrNameLst>
                                          <p:attrName>ppt_x</p:attrName>
                                          <p:attrName>ppt_y</p:attrName>
                                        </p:attrNameLst>
                                      </p:cBhvr>
                                      <p:rCtr x="5781" y="0"/>
                                    </p:animMotion>
                                  </p:childTnLst>
                                </p:cTn>
                              </p:par>
                              <p:par>
                                <p:cTn id="133" presetID="53" presetClass="entr" presetSubtype="16" fill="hold" grpId="0" nodeType="withEffect">
                                  <p:stCondLst>
                                    <p:cond delay="1250"/>
                                  </p:stCondLst>
                                  <p:iterate type="lt">
                                    <p:tmPct val="10000"/>
                                  </p:iterate>
                                  <p:childTnLst>
                                    <p:set>
                                      <p:cBhvr>
                                        <p:cTn id="134" dur="1" fill="hold">
                                          <p:stCondLst>
                                            <p:cond delay="0"/>
                                          </p:stCondLst>
                                        </p:cTn>
                                        <p:tgtEl>
                                          <p:spTgt spid="45"/>
                                        </p:tgtEl>
                                        <p:attrNameLst>
                                          <p:attrName>style.visibility</p:attrName>
                                        </p:attrNameLst>
                                      </p:cBhvr>
                                      <p:to>
                                        <p:strVal val="visible"/>
                                      </p:to>
                                    </p:set>
                                    <p:anim calcmode="lin" valueType="num">
                                      <p:cBhvr>
                                        <p:cTn id="135" dur="250" fill="hold"/>
                                        <p:tgtEl>
                                          <p:spTgt spid="45"/>
                                        </p:tgtEl>
                                        <p:attrNameLst>
                                          <p:attrName>ppt_w</p:attrName>
                                        </p:attrNameLst>
                                      </p:cBhvr>
                                      <p:tavLst>
                                        <p:tav tm="0">
                                          <p:val>
                                            <p:fltVal val="0"/>
                                          </p:val>
                                        </p:tav>
                                        <p:tav tm="100000">
                                          <p:val>
                                            <p:strVal val="#ppt_w"/>
                                          </p:val>
                                        </p:tav>
                                      </p:tavLst>
                                    </p:anim>
                                    <p:anim calcmode="lin" valueType="num">
                                      <p:cBhvr>
                                        <p:cTn id="136" dur="250" fill="hold"/>
                                        <p:tgtEl>
                                          <p:spTgt spid="45"/>
                                        </p:tgtEl>
                                        <p:attrNameLst>
                                          <p:attrName>ppt_h</p:attrName>
                                        </p:attrNameLst>
                                      </p:cBhvr>
                                      <p:tavLst>
                                        <p:tav tm="0">
                                          <p:val>
                                            <p:fltVal val="0"/>
                                          </p:val>
                                        </p:tav>
                                        <p:tav tm="100000">
                                          <p:val>
                                            <p:strVal val="#ppt_h"/>
                                          </p:val>
                                        </p:tav>
                                      </p:tavLst>
                                    </p:anim>
                                    <p:animEffect transition="in" filter="fade">
                                      <p:cBhvr>
                                        <p:cTn id="137" dur="2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9" grpId="1"/>
      <p:bldP spid="32" grpId="0" animBg="1"/>
      <p:bldP spid="32" grpId="1" animBg="1"/>
      <p:bldP spid="35" grpId="0" animBg="1"/>
      <p:bldP spid="35" grpId="1" animBg="1"/>
      <p:bldP spid="36" grpId="0" animBg="1"/>
      <p:bldP spid="36" grpId="1" animBg="1"/>
      <p:bldP spid="37" grpId="0" animBg="1"/>
      <p:bldP spid="37" grpId="1" animBg="1"/>
      <p:bldP spid="38" grpId="0" animBg="1"/>
      <p:bldP spid="38" grpId="1" animBg="1"/>
      <p:bldP spid="39" grpId="0"/>
      <p:bldP spid="39" grpId="1"/>
      <p:bldP spid="40" grpId="0"/>
      <p:bldP spid="41" grpId="0"/>
      <p:bldP spid="41" grpId="1"/>
      <p:bldP spid="42" grpId="0"/>
      <p:bldP spid="42" grpId="1"/>
      <p:bldP spid="43" grpId="0"/>
      <p:bldP spid="43" grpId="1"/>
      <p:bldP spid="44" grpId="0"/>
      <p:bldP spid="44" grpId="1"/>
      <p:bldP spid="45" grpId="0"/>
      <p:bldP spid="46" grpId="0"/>
      <p:bldP spid="46" grpId="1"/>
      <p:bldP spid="47" grpId="0"/>
      <p:bldP spid="48" grpId="0" animBg="1"/>
      <p:bldP spid="4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450633" y="228814"/>
            <a:ext cx="720000" cy="720000"/>
            <a:chOff x="450633" y="228814"/>
            <a:chExt cx="720000" cy="720000"/>
          </a:xfrm>
        </p:grpSpPr>
        <p:sp>
          <p:nvSpPr>
            <p:cNvPr id="28" name="椭圆 27"/>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29"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0" name="文本框 29"/>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重点项目数据分析</a:t>
            </a:r>
          </a:p>
        </p:txBody>
      </p:sp>
      <p:cxnSp>
        <p:nvCxnSpPr>
          <p:cNvPr id="31" name="直接连接符 30"/>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cxnSp>
        <p:nvCxnSpPr>
          <p:cNvPr id="32" name="直接连接符 31"/>
          <p:cNvCxnSpPr/>
          <p:nvPr/>
        </p:nvCxnSpPr>
        <p:spPr>
          <a:xfrm>
            <a:off x="7916787" y="3837310"/>
            <a:ext cx="0" cy="2054631"/>
          </a:xfrm>
          <a:prstGeom prst="line">
            <a:avLst/>
          </a:prstGeom>
          <a:noFill/>
          <a:ln w="19050" cap="flat" cmpd="sng" algn="ctr">
            <a:solidFill>
              <a:srgbClr val="FFFFFF">
                <a:lumMod val="50000"/>
              </a:srgbClr>
            </a:solidFill>
            <a:prstDash val="dash"/>
            <a:miter lim="800000"/>
          </a:ln>
          <a:effectLst/>
        </p:spPr>
      </p:cxnSp>
      <p:sp>
        <p:nvSpPr>
          <p:cNvPr id="33" name="圆角矩形 32"/>
          <p:cNvSpPr>
            <a:spLocks noChangeAspect="1"/>
          </p:cNvSpPr>
          <p:nvPr/>
        </p:nvSpPr>
        <p:spPr>
          <a:xfrm>
            <a:off x="5442400" y="4034986"/>
            <a:ext cx="1307198" cy="374148"/>
          </a:xfrm>
          <a:prstGeom prst="roundRect">
            <a:avLst>
              <a:gd name="adj" fmla="val 50000"/>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添加文字</a:t>
            </a:r>
          </a:p>
        </p:txBody>
      </p:sp>
      <p:graphicFrame>
        <p:nvGraphicFramePr>
          <p:cNvPr id="34" name="图表 33"/>
          <p:cNvGraphicFramePr>
            <a:graphicFrameLocks noChangeAspect="1"/>
          </p:cNvGraphicFramePr>
          <p:nvPr>
            <p:extLst>
              <p:ext uri="{D42A27DB-BD31-4B8C-83A1-F6EECF244321}">
                <p14:modId xmlns:p14="http://schemas.microsoft.com/office/powerpoint/2010/main" val="500770605"/>
              </p:ext>
            </p:extLst>
          </p:nvPr>
        </p:nvGraphicFramePr>
        <p:xfrm>
          <a:off x="4688230" y="1628414"/>
          <a:ext cx="2815538" cy="1877024"/>
        </p:xfrm>
        <a:graphic>
          <a:graphicData uri="http://schemas.openxmlformats.org/drawingml/2006/chart">
            <c:chart xmlns:c="http://schemas.openxmlformats.org/drawingml/2006/chart" xmlns:r="http://schemas.openxmlformats.org/officeDocument/2006/relationships" r:id="rId3"/>
          </a:graphicData>
        </a:graphic>
      </p:graphicFrame>
      <p:sp>
        <p:nvSpPr>
          <p:cNvPr id="35" name="椭圆 34"/>
          <p:cNvSpPr>
            <a:spLocks noChangeAspect="1"/>
          </p:cNvSpPr>
          <p:nvPr/>
        </p:nvSpPr>
        <p:spPr>
          <a:xfrm>
            <a:off x="5191696" y="1662625"/>
            <a:ext cx="1800000" cy="1799999"/>
          </a:xfrm>
          <a:prstGeom prst="ellipse">
            <a:avLst/>
          </a:prstGeom>
          <a:noFill/>
          <a:ln w="19050" cap="flat" cmpd="sng" algn="ctr">
            <a:solidFill>
              <a:srgbClr val="C00000"/>
            </a:solidFill>
            <a:prstDash val="solid"/>
            <a:miter lim="800000"/>
          </a:ln>
          <a:effectLst>
            <a:outerShdw blurRad="203200" dist="1016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Arial Narrow" panose="020B0606020202030204" pitchFamily="34" charset="0"/>
            </a:endParaRPr>
          </a:p>
        </p:txBody>
      </p:sp>
      <p:sp>
        <p:nvSpPr>
          <p:cNvPr id="36" name="文本框 16"/>
          <p:cNvSpPr txBox="1">
            <a:spLocks/>
          </p:cNvSpPr>
          <p:nvPr/>
        </p:nvSpPr>
        <p:spPr>
          <a:xfrm>
            <a:off x="5552482" y="2151429"/>
            <a:ext cx="906018" cy="830997"/>
          </a:xfrm>
          <a:prstGeom prst="rect">
            <a:avLst/>
          </a:prstGeom>
          <a:noFill/>
        </p:spPr>
        <p:txBody>
          <a:bodyPr wrap="square" rtlCol="0" anchor="ctr">
            <a:spAutoFit/>
          </a:bodyPr>
          <a:lstStyle/>
          <a:p>
            <a:pPr algn="ctr">
              <a:defRPr/>
            </a:pPr>
            <a:r>
              <a:rPr lang="en-US" altLang="zh-CN" sz="4200" kern="0"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72</a:t>
            </a:r>
            <a:endParaRPr lang="zh-CN" altLang="en-US" sz="4800" kern="0" dirty="0">
              <a:solidFill>
                <a:srgbClr val="C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7" name="矩形 36"/>
          <p:cNvSpPr>
            <a:spLocks/>
          </p:cNvSpPr>
          <p:nvPr/>
        </p:nvSpPr>
        <p:spPr>
          <a:xfrm>
            <a:off x="6255982" y="2171412"/>
            <a:ext cx="389851" cy="369332"/>
          </a:xfrm>
          <a:prstGeom prst="rect">
            <a:avLst/>
          </a:prstGeom>
        </p:spPr>
        <p:txBody>
          <a:bodyPr wrap="none">
            <a:spAutoFit/>
          </a:bodyPr>
          <a:lstStyle/>
          <a:p>
            <a:pPr algn="ctr">
              <a:defRPr/>
            </a:pPr>
            <a:r>
              <a:rPr lang="en-US" altLang="zh-CN" kern="0"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kern="0" dirty="0">
              <a:solidFill>
                <a:srgbClr val="C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8" name="矩形 37"/>
          <p:cNvSpPr/>
          <p:nvPr/>
        </p:nvSpPr>
        <p:spPr>
          <a:xfrm>
            <a:off x="5013136" y="4614875"/>
            <a:ext cx="2165726" cy="1169551"/>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a:t>
            </a:r>
          </a:p>
        </p:txBody>
      </p:sp>
      <p:sp>
        <p:nvSpPr>
          <p:cNvPr id="39" name="圆角矩形 38"/>
          <p:cNvSpPr>
            <a:spLocks noChangeAspect="1"/>
          </p:cNvSpPr>
          <p:nvPr/>
        </p:nvSpPr>
        <p:spPr>
          <a:xfrm>
            <a:off x="1800824" y="4034986"/>
            <a:ext cx="1307198" cy="374148"/>
          </a:xfrm>
          <a:prstGeom prst="roundRect">
            <a:avLst>
              <a:gd name="adj" fmla="val 50000"/>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添加文字</a:t>
            </a:r>
          </a:p>
        </p:txBody>
      </p:sp>
      <p:graphicFrame>
        <p:nvGraphicFramePr>
          <p:cNvPr id="40" name="图表 39"/>
          <p:cNvGraphicFramePr>
            <a:graphicFrameLocks noChangeAspect="1"/>
          </p:cNvGraphicFramePr>
          <p:nvPr>
            <p:extLst>
              <p:ext uri="{D42A27DB-BD31-4B8C-83A1-F6EECF244321}">
                <p14:modId xmlns:p14="http://schemas.microsoft.com/office/powerpoint/2010/main" val="2359188561"/>
              </p:ext>
            </p:extLst>
          </p:nvPr>
        </p:nvGraphicFramePr>
        <p:xfrm>
          <a:off x="1046654" y="1628414"/>
          <a:ext cx="2815538" cy="1877024"/>
        </p:xfrm>
        <a:graphic>
          <a:graphicData uri="http://schemas.openxmlformats.org/drawingml/2006/chart">
            <c:chart xmlns:c="http://schemas.openxmlformats.org/drawingml/2006/chart" xmlns:r="http://schemas.openxmlformats.org/officeDocument/2006/relationships" r:id="rId4"/>
          </a:graphicData>
        </a:graphic>
      </p:graphicFrame>
      <p:sp>
        <p:nvSpPr>
          <p:cNvPr id="41" name="椭圆 40"/>
          <p:cNvSpPr>
            <a:spLocks noChangeAspect="1"/>
          </p:cNvSpPr>
          <p:nvPr/>
        </p:nvSpPr>
        <p:spPr>
          <a:xfrm>
            <a:off x="1545627" y="1658133"/>
            <a:ext cx="1800002" cy="1800000"/>
          </a:xfrm>
          <a:prstGeom prst="ellipse">
            <a:avLst/>
          </a:prstGeom>
          <a:noFill/>
          <a:ln w="19050" cap="flat" cmpd="sng" algn="ctr">
            <a:solidFill>
              <a:srgbClr val="17406D"/>
            </a:solidFill>
            <a:prstDash val="solid"/>
            <a:miter lim="800000"/>
          </a:ln>
          <a:effectLst>
            <a:outerShdw blurRad="203200" dist="1016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Arial Narrow" panose="020B0606020202030204" pitchFamily="34" charset="0"/>
            </a:endParaRPr>
          </a:p>
        </p:txBody>
      </p:sp>
      <p:sp>
        <p:nvSpPr>
          <p:cNvPr id="42" name="文本框 16"/>
          <p:cNvSpPr txBox="1">
            <a:spLocks/>
          </p:cNvSpPr>
          <p:nvPr/>
        </p:nvSpPr>
        <p:spPr>
          <a:xfrm>
            <a:off x="1910906" y="2151429"/>
            <a:ext cx="906017" cy="830997"/>
          </a:xfrm>
          <a:prstGeom prst="rect">
            <a:avLst/>
          </a:prstGeom>
          <a:noFill/>
        </p:spPr>
        <p:txBody>
          <a:bodyPr wrap="square" rtlCol="0" anchor="ctr">
            <a:spAutoFit/>
          </a:bodyPr>
          <a:lstStyle/>
          <a:p>
            <a:pPr algn="ctr">
              <a:defRPr/>
            </a:pPr>
            <a:r>
              <a:rPr lang="en-US" altLang="zh-CN" sz="4200" kern="0" dirty="0">
                <a:solidFill>
                  <a:srgbClr val="17406D"/>
                </a:solidFill>
                <a:latin typeface="微软雅黑" panose="020B0503020204020204" pitchFamily="34" charset="-122"/>
                <a:ea typeface="微软雅黑" panose="020B0503020204020204" pitchFamily="34" charset="-122"/>
                <a:cs typeface="Arial" panose="020B0604020202020204" pitchFamily="34" charset="0"/>
              </a:rPr>
              <a:t>60</a:t>
            </a:r>
            <a:endParaRPr lang="zh-CN" altLang="en-US" sz="4800" kern="0" dirty="0">
              <a:solidFill>
                <a:srgbClr val="17406D"/>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3" name="矩形 42"/>
          <p:cNvSpPr>
            <a:spLocks/>
          </p:cNvSpPr>
          <p:nvPr/>
        </p:nvSpPr>
        <p:spPr>
          <a:xfrm>
            <a:off x="2614406" y="2171412"/>
            <a:ext cx="389851" cy="369332"/>
          </a:xfrm>
          <a:prstGeom prst="rect">
            <a:avLst/>
          </a:prstGeom>
        </p:spPr>
        <p:txBody>
          <a:bodyPr wrap="none">
            <a:spAutoFit/>
          </a:bodyPr>
          <a:lstStyle/>
          <a:p>
            <a:pPr algn="ctr">
              <a:defRPr/>
            </a:pPr>
            <a:r>
              <a:rPr lang="en-US" altLang="zh-CN" kern="0" dirty="0">
                <a:solidFill>
                  <a:srgbClr val="17406D"/>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kern="0" dirty="0">
              <a:solidFill>
                <a:srgbClr val="17406D"/>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4" name="矩形 43"/>
          <p:cNvSpPr/>
          <p:nvPr/>
        </p:nvSpPr>
        <p:spPr>
          <a:xfrm>
            <a:off x="1371560" y="4614875"/>
            <a:ext cx="2165726" cy="1169551"/>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a:t>
            </a:r>
          </a:p>
        </p:txBody>
      </p:sp>
      <p:sp>
        <p:nvSpPr>
          <p:cNvPr id="45" name="圆角矩形 44"/>
          <p:cNvSpPr>
            <a:spLocks noChangeAspect="1"/>
          </p:cNvSpPr>
          <p:nvPr/>
        </p:nvSpPr>
        <p:spPr>
          <a:xfrm>
            <a:off x="9083978" y="4034986"/>
            <a:ext cx="1307198" cy="374148"/>
          </a:xfrm>
          <a:prstGeom prst="roundRect">
            <a:avLst>
              <a:gd name="adj" fmla="val 50000"/>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添加文字</a:t>
            </a:r>
          </a:p>
        </p:txBody>
      </p:sp>
      <p:graphicFrame>
        <p:nvGraphicFramePr>
          <p:cNvPr id="46" name="图表 45"/>
          <p:cNvGraphicFramePr>
            <a:graphicFrameLocks noChangeAspect="1"/>
          </p:cNvGraphicFramePr>
          <p:nvPr>
            <p:extLst>
              <p:ext uri="{D42A27DB-BD31-4B8C-83A1-F6EECF244321}">
                <p14:modId xmlns:p14="http://schemas.microsoft.com/office/powerpoint/2010/main" val="3267767675"/>
              </p:ext>
            </p:extLst>
          </p:nvPr>
        </p:nvGraphicFramePr>
        <p:xfrm>
          <a:off x="8329808" y="1628414"/>
          <a:ext cx="2815538" cy="1877024"/>
        </p:xfrm>
        <a:graphic>
          <a:graphicData uri="http://schemas.openxmlformats.org/drawingml/2006/chart">
            <c:chart xmlns:c="http://schemas.openxmlformats.org/drawingml/2006/chart" xmlns:r="http://schemas.openxmlformats.org/officeDocument/2006/relationships" r:id="rId5"/>
          </a:graphicData>
        </a:graphic>
      </p:graphicFrame>
      <p:sp>
        <p:nvSpPr>
          <p:cNvPr id="47" name="椭圆 46"/>
          <p:cNvSpPr>
            <a:spLocks noChangeAspect="1"/>
          </p:cNvSpPr>
          <p:nvPr/>
        </p:nvSpPr>
        <p:spPr>
          <a:xfrm>
            <a:off x="8833274" y="1662625"/>
            <a:ext cx="1800000" cy="1799999"/>
          </a:xfrm>
          <a:prstGeom prst="ellipse">
            <a:avLst/>
          </a:prstGeom>
          <a:noFill/>
          <a:ln w="19050" cap="flat" cmpd="sng" algn="ctr">
            <a:solidFill>
              <a:srgbClr val="17406D"/>
            </a:solidFill>
            <a:prstDash val="solid"/>
            <a:miter lim="800000"/>
          </a:ln>
          <a:effectLst>
            <a:outerShdw blurRad="203200" dist="1016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ysClr val="window" lastClr="FFFFFF"/>
              </a:solidFill>
              <a:effectLst/>
              <a:uLnTx/>
              <a:uFillTx/>
              <a:latin typeface="Arial Narrow" panose="020B0606020202030204" pitchFamily="34" charset="0"/>
            </a:endParaRPr>
          </a:p>
        </p:txBody>
      </p:sp>
      <p:sp>
        <p:nvSpPr>
          <p:cNvPr id="48" name="文本框 16"/>
          <p:cNvSpPr txBox="1">
            <a:spLocks/>
          </p:cNvSpPr>
          <p:nvPr/>
        </p:nvSpPr>
        <p:spPr>
          <a:xfrm>
            <a:off x="9194060" y="2151429"/>
            <a:ext cx="906018" cy="830997"/>
          </a:xfrm>
          <a:prstGeom prst="rect">
            <a:avLst/>
          </a:prstGeom>
          <a:noFill/>
        </p:spPr>
        <p:txBody>
          <a:bodyPr wrap="square" rtlCol="0" anchor="ctr">
            <a:spAutoFit/>
          </a:bodyPr>
          <a:lstStyle/>
          <a:p>
            <a:pPr algn="ctr">
              <a:defRPr/>
            </a:pPr>
            <a:r>
              <a:rPr lang="en-US" altLang="zh-CN" sz="4200" kern="0" dirty="0">
                <a:solidFill>
                  <a:srgbClr val="17406D"/>
                </a:solidFill>
                <a:latin typeface="微软雅黑" panose="020B0503020204020204" pitchFamily="34" charset="-122"/>
                <a:ea typeface="微软雅黑" panose="020B0503020204020204" pitchFamily="34" charset="-122"/>
                <a:cs typeface="Arial" panose="020B0604020202020204" pitchFamily="34" charset="0"/>
              </a:rPr>
              <a:t>85</a:t>
            </a:r>
            <a:endParaRPr lang="zh-CN" altLang="en-US" sz="4800" kern="0" dirty="0">
              <a:solidFill>
                <a:srgbClr val="17406D"/>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9" name="矩形 48"/>
          <p:cNvSpPr>
            <a:spLocks/>
          </p:cNvSpPr>
          <p:nvPr/>
        </p:nvSpPr>
        <p:spPr>
          <a:xfrm>
            <a:off x="9897560" y="2171412"/>
            <a:ext cx="389851" cy="369332"/>
          </a:xfrm>
          <a:prstGeom prst="rect">
            <a:avLst/>
          </a:prstGeom>
        </p:spPr>
        <p:txBody>
          <a:bodyPr wrap="none">
            <a:spAutoFit/>
          </a:bodyPr>
          <a:lstStyle/>
          <a:p>
            <a:pPr algn="ctr">
              <a:defRPr/>
            </a:pPr>
            <a:r>
              <a:rPr lang="en-US" altLang="zh-CN" kern="0" dirty="0">
                <a:solidFill>
                  <a:srgbClr val="17406D"/>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kern="0" dirty="0">
              <a:solidFill>
                <a:srgbClr val="17406D"/>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0" name="矩形 49"/>
          <p:cNvSpPr/>
          <p:nvPr/>
        </p:nvSpPr>
        <p:spPr>
          <a:xfrm>
            <a:off x="8654714" y="4614875"/>
            <a:ext cx="2165726" cy="1169551"/>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a:t>
            </a:r>
          </a:p>
        </p:txBody>
      </p:sp>
      <p:cxnSp>
        <p:nvCxnSpPr>
          <p:cNvPr id="51" name="直接连接符 50"/>
          <p:cNvCxnSpPr/>
          <p:nvPr/>
        </p:nvCxnSpPr>
        <p:spPr>
          <a:xfrm>
            <a:off x="4275211" y="3837310"/>
            <a:ext cx="0" cy="2054631"/>
          </a:xfrm>
          <a:prstGeom prst="line">
            <a:avLst/>
          </a:prstGeom>
          <a:noFill/>
          <a:ln w="19050" cap="flat" cmpd="sng" algn="ctr">
            <a:solidFill>
              <a:srgbClr val="FFFFFF">
                <a:lumMod val="50000"/>
              </a:srgbClr>
            </a:solidFill>
            <a:prstDash val="dash"/>
            <a:miter lim="800000"/>
          </a:ln>
          <a:effectLst/>
        </p:spPr>
      </p:cxnSp>
    </p:spTree>
    <p:extLst>
      <p:ext uri="{BB962C8B-B14F-4D97-AF65-F5344CB8AC3E}">
        <p14:creationId xmlns:p14="http://schemas.microsoft.com/office/powerpoint/2010/main" val="25629169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27"/>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0"/>
                                        </p:tgtEl>
                                        <p:attrNameLst>
                                          <p:attrName>style.visibility</p:attrName>
                                        </p:attrNameLst>
                                      </p:cBhvr>
                                      <p:to>
                                        <p:strVal val="visible"/>
                                      </p:to>
                                    </p:set>
                                    <p:anim calcmode="lin" valueType="num">
                                      <p:cBhvr>
                                        <p:cTn id="14" dur="500" fill="hold"/>
                                        <p:tgtEl>
                                          <p:spTgt spid="30"/>
                                        </p:tgtEl>
                                        <p:attrNameLst>
                                          <p:attrName>ppt_w</p:attrName>
                                        </p:attrNameLst>
                                      </p:cBhvr>
                                      <p:tavLst>
                                        <p:tav tm="0">
                                          <p:val>
                                            <p:fltVal val="0"/>
                                          </p:val>
                                        </p:tav>
                                        <p:tav tm="100000">
                                          <p:val>
                                            <p:strVal val="#ppt_w"/>
                                          </p:val>
                                        </p:tav>
                                      </p:tavLst>
                                    </p:anim>
                                    <p:anim calcmode="lin" valueType="num">
                                      <p:cBhvr>
                                        <p:cTn id="15" dur="500" fill="hold"/>
                                        <p:tgtEl>
                                          <p:spTgt spid="30"/>
                                        </p:tgtEl>
                                        <p:attrNameLst>
                                          <p:attrName>ppt_h</p:attrName>
                                        </p:attrNameLst>
                                      </p:cBhvr>
                                      <p:tavLst>
                                        <p:tav tm="0">
                                          <p:val>
                                            <p:fltVal val="0"/>
                                          </p:val>
                                        </p:tav>
                                        <p:tav tm="100000">
                                          <p:val>
                                            <p:strVal val="#ppt_h"/>
                                          </p:val>
                                        </p:tav>
                                      </p:tavLst>
                                    </p:anim>
                                    <p:animEffect transition="in" filter="fade">
                                      <p:cBhvr>
                                        <p:cTn id="16" dur="500"/>
                                        <p:tgtEl>
                                          <p:spTgt spid="30"/>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0"/>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1"/>
                                        </p:tgtEl>
                                        <p:attrNameLst>
                                          <p:attrName>style.visibility</p:attrName>
                                        </p:attrNameLst>
                                      </p:cBhvr>
                                      <p:to>
                                        <p:strVal val="visible"/>
                                      </p:to>
                                    </p:set>
                                    <p:anim calcmode="lin" valueType="num">
                                      <p:cBhvr>
                                        <p:cTn id="21" dur="500" fill="hold"/>
                                        <p:tgtEl>
                                          <p:spTgt spid="31"/>
                                        </p:tgtEl>
                                        <p:attrNameLst>
                                          <p:attrName>ppt_w</p:attrName>
                                        </p:attrNameLst>
                                      </p:cBhvr>
                                      <p:tavLst>
                                        <p:tav tm="0">
                                          <p:val>
                                            <p:fltVal val="0"/>
                                          </p:val>
                                        </p:tav>
                                        <p:tav tm="100000">
                                          <p:val>
                                            <p:strVal val="#ppt_w"/>
                                          </p:val>
                                        </p:tav>
                                      </p:tavLst>
                                    </p:anim>
                                    <p:anim calcmode="lin" valueType="num">
                                      <p:cBhvr>
                                        <p:cTn id="22" dur="500" fill="hold"/>
                                        <p:tgtEl>
                                          <p:spTgt spid="31"/>
                                        </p:tgtEl>
                                        <p:attrNameLst>
                                          <p:attrName>ppt_h</p:attrName>
                                        </p:attrNameLst>
                                      </p:cBhvr>
                                      <p:tavLst>
                                        <p:tav tm="0">
                                          <p:val>
                                            <p:fltVal val="0"/>
                                          </p:val>
                                        </p:tav>
                                        <p:tav tm="100000">
                                          <p:val>
                                            <p:strVal val="#ppt_h"/>
                                          </p:val>
                                        </p:tav>
                                      </p:tavLst>
                                    </p:anim>
                                    <p:animEffect transition="in" filter="fade">
                                      <p:cBhvr>
                                        <p:cTn id="23" dur="500"/>
                                        <p:tgtEl>
                                          <p:spTgt spid="31"/>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1"/>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41"/>
                                        </p:tgtEl>
                                        <p:attrNameLst>
                                          <p:attrName>style.visibility</p:attrName>
                                        </p:attrNameLst>
                                      </p:cBhvr>
                                      <p:to>
                                        <p:strVal val="visible"/>
                                      </p:to>
                                    </p:set>
                                    <p:anim calcmode="lin" valueType="num">
                                      <p:cBhvr>
                                        <p:cTn id="29" dur="250" fill="hold"/>
                                        <p:tgtEl>
                                          <p:spTgt spid="41"/>
                                        </p:tgtEl>
                                        <p:attrNameLst>
                                          <p:attrName>ppt_w</p:attrName>
                                        </p:attrNameLst>
                                      </p:cBhvr>
                                      <p:tavLst>
                                        <p:tav tm="0">
                                          <p:val>
                                            <p:fltVal val="0"/>
                                          </p:val>
                                        </p:tav>
                                        <p:tav tm="100000">
                                          <p:val>
                                            <p:strVal val="#ppt_w"/>
                                          </p:val>
                                        </p:tav>
                                      </p:tavLst>
                                    </p:anim>
                                    <p:anim calcmode="lin" valueType="num">
                                      <p:cBhvr>
                                        <p:cTn id="30" dur="250" fill="hold"/>
                                        <p:tgtEl>
                                          <p:spTgt spid="41"/>
                                        </p:tgtEl>
                                        <p:attrNameLst>
                                          <p:attrName>ppt_h</p:attrName>
                                        </p:attrNameLst>
                                      </p:cBhvr>
                                      <p:tavLst>
                                        <p:tav tm="0">
                                          <p:val>
                                            <p:fltVal val="0"/>
                                          </p:val>
                                        </p:tav>
                                        <p:tav tm="100000">
                                          <p:val>
                                            <p:strVal val="#ppt_h"/>
                                          </p:val>
                                        </p:tav>
                                      </p:tavLst>
                                    </p:anim>
                                    <p:animEffect transition="in" filter="fade">
                                      <p:cBhvr>
                                        <p:cTn id="31" dur="250"/>
                                        <p:tgtEl>
                                          <p:spTgt spid="41"/>
                                        </p:tgtEl>
                                      </p:cBhvr>
                                    </p:animEffect>
                                  </p:childTnLst>
                                </p:cTn>
                              </p:par>
                              <p:par>
                                <p:cTn id="32" presetID="6" presetClass="emph" presetSubtype="0" decel="100000" fill="hold" grpId="1" nodeType="withEffect">
                                  <p:stCondLst>
                                    <p:cond delay="200"/>
                                  </p:stCondLst>
                                  <p:childTnLst>
                                    <p:animScale>
                                      <p:cBhvr>
                                        <p:cTn id="33" dur="250" fill="hold"/>
                                        <p:tgtEl>
                                          <p:spTgt spid="41"/>
                                        </p:tgtEl>
                                      </p:cBhvr>
                                      <p:by x="110000" y="110000"/>
                                    </p:animScale>
                                  </p:childTnLst>
                                </p:cTn>
                              </p:par>
                              <p:par>
                                <p:cTn id="34" presetID="6" presetClass="emph" presetSubtype="0" decel="100000" fill="hold" grpId="2" nodeType="withEffect">
                                  <p:stCondLst>
                                    <p:cond delay="400"/>
                                  </p:stCondLst>
                                  <p:childTnLst>
                                    <p:animScale>
                                      <p:cBhvr>
                                        <p:cTn id="35" dur="250" fill="hold"/>
                                        <p:tgtEl>
                                          <p:spTgt spid="41"/>
                                        </p:tgtEl>
                                      </p:cBhvr>
                                      <p:by x="91000" y="91000"/>
                                    </p:animScale>
                                  </p:childTnLst>
                                </p:cTn>
                              </p:par>
                              <p:par>
                                <p:cTn id="36" presetID="49" presetClass="entr" presetSubtype="0" decel="100000" fill="hold" grpId="0" nodeType="withEffect">
                                  <p:stCondLst>
                                    <p:cond delay="250"/>
                                  </p:stCondLst>
                                  <p:childTnLst>
                                    <p:set>
                                      <p:cBhvr>
                                        <p:cTn id="37" dur="1" fill="hold">
                                          <p:stCondLst>
                                            <p:cond delay="0"/>
                                          </p:stCondLst>
                                        </p:cTn>
                                        <p:tgtEl>
                                          <p:spTgt spid="40"/>
                                        </p:tgtEl>
                                        <p:attrNameLst>
                                          <p:attrName>style.visibility</p:attrName>
                                        </p:attrNameLst>
                                      </p:cBhvr>
                                      <p:to>
                                        <p:strVal val="visible"/>
                                      </p:to>
                                    </p:set>
                                    <p:anim calcmode="lin" valueType="num">
                                      <p:cBhvr>
                                        <p:cTn id="38" dur="500" fill="hold"/>
                                        <p:tgtEl>
                                          <p:spTgt spid="40"/>
                                        </p:tgtEl>
                                        <p:attrNameLst>
                                          <p:attrName>ppt_w</p:attrName>
                                        </p:attrNameLst>
                                      </p:cBhvr>
                                      <p:tavLst>
                                        <p:tav tm="0">
                                          <p:val>
                                            <p:fltVal val="0"/>
                                          </p:val>
                                        </p:tav>
                                        <p:tav tm="100000">
                                          <p:val>
                                            <p:strVal val="#ppt_w"/>
                                          </p:val>
                                        </p:tav>
                                      </p:tavLst>
                                    </p:anim>
                                    <p:anim calcmode="lin" valueType="num">
                                      <p:cBhvr>
                                        <p:cTn id="39" dur="500" fill="hold"/>
                                        <p:tgtEl>
                                          <p:spTgt spid="40"/>
                                        </p:tgtEl>
                                        <p:attrNameLst>
                                          <p:attrName>ppt_h</p:attrName>
                                        </p:attrNameLst>
                                      </p:cBhvr>
                                      <p:tavLst>
                                        <p:tav tm="0">
                                          <p:val>
                                            <p:fltVal val="0"/>
                                          </p:val>
                                        </p:tav>
                                        <p:tav tm="100000">
                                          <p:val>
                                            <p:strVal val="#ppt_h"/>
                                          </p:val>
                                        </p:tav>
                                      </p:tavLst>
                                    </p:anim>
                                    <p:anim calcmode="lin" valueType="num">
                                      <p:cBhvr>
                                        <p:cTn id="40" dur="500" fill="hold"/>
                                        <p:tgtEl>
                                          <p:spTgt spid="40"/>
                                        </p:tgtEl>
                                        <p:attrNameLst>
                                          <p:attrName>style.rotation</p:attrName>
                                        </p:attrNameLst>
                                      </p:cBhvr>
                                      <p:tavLst>
                                        <p:tav tm="0">
                                          <p:val>
                                            <p:fltVal val="360"/>
                                          </p:val>
                                        </p:tav>
                                        <p:tav tm="100000">
                                          <p:val>
                                            <p:fltVal val="0"/>
                                          </p:val>
                                        </p:tav>
                                      </p:tavLst>
                                    </p:anim>
                                    <p:animEffect transition="in" filter="fade">
                                      <p:cBhvr>
                                        <p:cTn id="41" dur="500"/>
                                        <p:tgtEl>
                                          <p:spTgt spid="40"/>
                                        </p:tgtEl>
                                      </p:cBhvr>
                                    </p:animEffect>
                                  </p:childTnLst>
                                </p:cTn>
                              </p:par>
                            </p:childTnLst>
                          </p:cTn>
                        </p:par>
                        <p:par>
                          <p:cTn id="42" fill="hold">
                            <p:stCondLst>
                              <p:cond delay="2250"/>
                            </p:stCondLst>
                            <p:childTnLst>
                              <p:par>
                                <p:cTn id="43" presetID="53" presetClass="entr" presetSubtype="16" fill="hold" grpId="0" nodeType="afterEffect">
                                  <p:stCondLst>
                                    <p:cond delay="0"/>
                                  </p:stCondLst>
                                  <p:childTnLst>
                                    <p:set>
                                      <p:cBhvr>
                                        <p:cTn id="44" dur="1" fill="hold">
                                          <p:stCondLst>
                                            <p:cond delay="0"/>
                                          </p:stCondLst>
                                        </p:cTn>
                                        <p:tgtEl>
                                          <p:spTgt spid="43"/>
                                        </p:tgtEl>
                                        <p:attrNameLst>
                                          <p:attrName>style.visibility</p:attrName>
                                        </p:attrNameLst>
                                      </p:cBhvr>
                                      <p:to>
                                        <p:strVal val="visible"/>
                                      </p:to>
                                    </p:set>
                                    <p:anim calcmode="lin" valueType="num">
                                      <p:cBhvr>
                                        <p:cTn id="45" dur="250" fill="hold"/>
                                        <p:tgtEl>
                                          <p:spTgt spid="43"/>
                                        </p:tgtEl>
                                        <p:attrNameLst>
                                          <p:attrName>ppt_w</p:attrName>
                                        </p:attrNameLst>
                                      </p:cBhvr>
                                      <p:tavLst>
                                        <p:tav tm="0">
                                          <p:val>
                                            <p:fltVal val="0"/>
                                          </p:val>
                                        </p:tav>
                                        <p:tav tm="100000">
                                          <p:val>
                                            <p:strVal val="#ppt_w"/>
                                          </p:val>
                                        </p:tav>
                                      </p:tavLst>
                                    </p:anim>
                                    <p:anim calcmode="lin" valueType="num">
                                      <p:cBhvr>
                                        <p:cTn id="46" dur="250" fill="hold"/>
                                        <p:tgtEl>
                                          <p:spTgt spid="43"/>
                                        </p:tgtEl>
                                        <p:attrNameLst>
                                          <p:attrName>ppt_h</p:attrName>
                                        </p:attrNameLst>
                                      </p:cBhvr>
                                      <p:tavLst>
                                        <p:tav tm="0">
                                          <p:val>
                                            <p:fltVal val="0"/>
                                          </p:val>
                                        </p:tav>
                                        <p:tav tm="100000">
                                          <p:val>
                                            <p:strVal val="#ppt_h"/>
                                          </p:val>
                                        </p:tav>
                                      </p:tavLst>
                                    </p:anim>
                                    <p:animEffect transition="in" filter="fade">
                                      <p:cBhvr>
                                        <p:cTn id="47" dur="250"/>
                                        <p:tgtEl>
                                          <p:spTgt spid="43"/>
                                        </p:tgtEl>
                                      </p:cBhvr>
                                    </p:animEffect>
                                  </p:childTnLst>
                                </p:cTn>
                              </p:par>
                            </p:childTnLst>
                          </p:cTn>
                        </p:par>
                        <p:par>
                          <p:cTn id="48" fill="hold">
                            <p:stCondLst>
                              <p:cond delay="2500"/>
                            </p:stCondLst>
                            <p:childTnLst>
                              <p:par>
                                <p:cTn id="49" presetID="53" presetClass="entr" presetSubtype="16" fill="hold" nodeType="afterEffect">
                                  <p:stCondLst>
                                    <p:cond delay="0"/>
                                  </p:stCondLst>
                                  <p:childTnLst>
                                    <p:set>
                                      <p:cBhvr>
                                        <p:cTn id="50" dur="1" fill="hold">
                                          <p:stCondLst>
                                            <p:cond delay="0"/>
                                          </p:stCondLst>
                                        </p:cTn>
                                        <p:tgtEl>
                                          <p:spTgt spid="42">
                                            <p:txEl>
                                              <p:pRg st="0" end="0"/>
                                            </p:txEl>
                                          </p:spTgt>
                                        </p:tgtEl>
                                        <p:attrNameLst>
                                          <p:attrName>style.visibility</p:attrName>
                                        </p:attrNameLst>
                                      </p:cBhvr>
                                      <p:to>
                                        <p:strVal val="visible"/>
                                      </p:to>
                                    </p:set>
                                    <p:anim calcmode="lin" valueType="num">
                                      <p:cBhvr>
                                        <p:cTn id="51" dur="250" fill="hold"/>
                                        <p:tgtEl>
                                          <p:spTgt spid="42">
                                            <p:txEl>
                                              <p:pRg st="0" end="0"/>
                                            </p:txEl>
                                          </p:spTgt>
                                        </p:tgtEl>
                                        <p:attrNameLst>
                                          <p:attrName>ppt_w</p:attrName>
                                        </p:attrNameLst>
                                      </p:cBhvr>
                                      <p:tavLst>
                                        <p:tav tm="0">
                                          <p:val>
                                            <p:fltVal val="0"/>
                                          </p:val>
                                        </p:tav>
                                        <p:tav tm="100000">
                                          <p:val>
                                            <p:strVal val="#ppt_w"/>
                                          </p:val>
                                        </p:tav>
                                      </p:tavLst>
                                    </p:anim>
                                    <p:anim calcmode="lin" valueType="num">
                                      <p:cBhvr>
                                        <p:cTn id="52" dur="250" fill="hold"/>
                                        <p:tgtEl>
                                          <p:spTgt spid="42">
                                            <p:txEl>
                                              <p:pRg st="0" end="0"/>
                                            </p:txEl>
                                          </p:spTgt>
                                        </p:tgtEl>
                                        <p:attrNameLst>
                                          <p:attrName>ppt_h</p:attrName>
                                        </p:attrNameLst>
                                      </p:cBhvr>
                                      <p:tavLst>
                                        <p:tav tm="0">
                                          <p:val>
                                            <p:fltVal val="0"/>
                                          </p:val>
                                        </p:tav>
                                        <p:tav tm="100000">
                                          <p:val>
                                            <p:strVal val="#ppt_h"/>
                                          </p:val>
                                        </p:tav>
                                      </p:tavLst>
                                    </p:anim>
                                    <p:animEffect transition="in" filter="fade">
                                      <p:cBhvr>
                                        <p:cTn id="53" dur="250"/>
                                        <p:tgtEl>
                                          <p:spTgt spid="42">
                                            <p:txEl>
                                              <p:pRg st="0" end="0"/>
                                            </p:txEl>
                                          </p:spTgt>
                                        </p:tgtEl>
                                      </p:cBhvr>
                                    </p:animEffect>
                                  </p:childTnLst>
                                </p:cTn>
                              </p:par>
                            </p:childTnLst>
                          </p:cTn>
                        </p:par>
                        <p:par>
                          <p:cTn id="54" fill="hold">
                            <p:stCondLst>
                              <p:cond delay="2750"/>
                            </p:stCondLst>
                            <p:childTnLst>
                              <p:par>
                                <p:cTn id="55" presetID="10" presetClass="entr" presetSubtype="0" fill="hold" grpId="0" nodeType="after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500"/>
                                        <p:tgtEl>
                                          <p:spTgt spid="39"/>
                                        </p:tgtEl>
                                      </p:cBhvr>
                                    </p:animEffect>
                                  </p:childTnLst>
                                </p:cTn>
                              </p:par>
                              <p:par>
                                <p:cTn id="58" presetID="53" presetClass="entr" presetSubtype="16" fill="hold" grpId="1" nodeType="withEffect">
                                  <p:stCondLst>
                                    <p:cond delay="0"/>
                                  </p:stCondLst>
                                  <p:childTnLst>
                                    <p:set>
                                      <p:cBhvr>
                                        <p:cTn id="59" dur="1" fill="hold">
                                          <p:stCondLst>
                                            <p:cond delay="0"/>
                                          </p:stCondLst>
                                        </p:cTn>
                                        <p:tgtEl>
                                          <p:spTgt spid="39"/>
                                        </p:tgtEl>
                                        <p:attrNameLst>
                                          <p:attrName>style.visibility</p:attrName>
                                        </p:attrNameLst>
                                      </p:cBhvr>
                                      <p:to>
                                        <p:strVal val="visible"/>
                                      </p:to>
                                    </p:set>
                                    <p:anim calcmode="lin" valueType="num">
                                      <p:cBhvr>
                                        <p:cTn id="60" dur="500" fill="hold"/>
                                        <p:tgtEl>
                                          <p:spTgt spid="39"/>
                                        </p:tgtEl>
                                        <p:attrNameLst>
                                          <p:attrName>ppt_w</p:attrName>
                                        </p:attrNameLst>
                                      </p:cBhvr>
                                      <p:tavLst>
                                        <p:tav tm="0">
                                          <p:val>
                                            <p:fltVal val="0"/>
                                          </p:val>
                                        </p:tav>
                                        <p:tav tm="100000">
                                          <p:val>
                                            <p:strVal val="#ppt_w"/>
                                          </p:val>
                                        </p:tav>
                                      </p:tavLst>
                                    </p:anim>
                                    <p:anim calcmode="lin" valueType="num">
                                      <p:cBhvr>
                                        <p:cTn id="61" dur="500" fill="hold"/>
                                        <p:tgtEl>
                                          <p:spTgt spid="39"/>
                                        </p:tgtEl>
                                        <p:attrNameLst>
                                          <p:attrName>ppt_h</p:attrName>
                                        </p:attrNameLst>
                                      </p:cBhvr>
                                      <p:tavLst>
                                        <p:tav tm="0">
                                          <p:val>
                                            <p:fltVal val="0"/>
                                          </p:val>
                                        </p:tav>
                                        <p:tav tm="100000">
                                          <p:val>
                                            <p:strVal val="#ppt_h"/>
                                          </p:val>
                                        </p:tav>
                                      </p:tavLst>
                                    </p:anim>
                                    <p:animEffect transition="in" filter="fade">
                                      <p:cBhvr>
                                        <p:cTn id="62" dur="500"/>
                                        <p:tgtEl>
                                          <p:spTgt spid="39"/>
                                        </p:tgtEl>
                                      </p:cBhvr>
                                    </p:animEffect>
                                  </p:childTnLst>
                                </p:cTn>
                              </p:par>
                              <p:par>
                                <p:cTn id="63" presetID="42" presetClass="path" presetSubtype="0" accel="50000" decel="50000" fill="hold" grpId="2" nodeType="withEffect">
                                  <p:stCondLst>
                                    <p:cond delay="0"/>
                                  </p:stCondLst>
                                  <p:childTnLst>
                                    <p:animMotion origin="layout" path="M -2.08333E-6 7.40741E-7 L -2.08333E-6 0.1081 " pathEditMode="relative" rAng="0" ptsTypes="AA">
                                      <p:cBhvr>
                                        <p:cTn id="64" dur="500" spd="-100000" fill="hold"/>
                                        <p:tgtEl>
                                          <p:spTgt spid="39"/>
                                        </p:tgtEl>
                                        <p:attrNameLst>
                                          <p:attrName>ppt_x</p:attrName>
                                          <p:attrName>ppt_y</p:attrName>
                                        </p:attrNameLst>
                                      </p:cBhvr>
                                      <p:rCtr x="0" y="5394"/>
                                    </p:animMotion>
                                  </p:childTnLst>
                                </p:cTn>
                              </p:par>
                            </p:childTnLst>
                          </p:cTn>
                        </p:par>
                        <p:par>
                          <p:cTn id="65" fill="hold">
                            <p:stCondLst>
                              <p:cond delay="3250"/>
                            </p:stCondLst>
                            <p:childTnLst>
                              <p:par>
                                <p:cTn id="66" presetID="53" presetClass="entr" presetSubtype="16" fill="hold" grpId="0" nodeType="afterEffect">
                                  <p:stCondLst>
                                    <p:cond delay="0"/>
                                  </p:stCondLst>
                                  <p:iterate type="lt">
                                    <p:tmPct val="10000"/>
                                  </p:iterate>
                                  <p:childTnLst>
                                    <p:set>
                                      <p:cBhvr>
                                        <p:cTn id="67" dur="1" fill="hold">
                                          <p:stCondLst>
                                            <p:cond delay="0"/>
                                          </p:stCondLst>
                                        </p:cTn>
                                        <p:tgtEl>
                                          <p:spTgt spid="44"/>
                                        </p:tgtEl>
                                        <p:attrNameLst>
                                          <p:attrName>style.visibility</p:attrName>
                                        </p:attrNameLst>
                                      </p:cBhvr>
                                      <p:to>
                                        <p:strVal val="visible"/>
                                      </p:to>
                                    </p:set>
                                    <p:anim calcmode="lin" valueType="num">
                                      <p:cBhvr>
                                        <p:cTn id="68" dur="100" fill="hold"/>
                                        <p:tgtEl>
                                          <p:spTgt spid="44"/>
                                        </p:tgtEl>
                                        <p:attrNameLst>
                                          <p:attrName>ppt_w</p:attrName>
                                        </p:attrNameLst>
                                      </p:cBhvr>
                                      <p:tavLst>
                                        <p:tav tm="0">
                                          <p:val>
                                            <p:fltVal val="0"/>
                                          </p:val>
                                        </p:tav>
                                        <p:tav tm="100000">
                                          <p:val>
                                            <p:strVal val="#ppt_w"/>
                                          </p:val>
                                        </p:tav>
                                      </p:tavLst>
                                    </p:anim>
                                    <p:anim calcmode="lin" valueType="num">
                                      <p:cBhvr>
                                        <p:cTn id="69" dur="100" fill="hold"/>
                                        <p:tgtEl>
                                          <p:spTgt spid="44"/>
                                        </p:tgtEl>
                                        <p:attrNameLst>
                                          <p:attrName>ppt_h</p:attrName>
                                        </p:attrNameLst>
                                      </p:cBhvr>
                                      <p:tavLst>
                                        <p:tav tm="0">
                                          <p:val>
                                            <p:fltVal val="0"/>
                                          </p:val>
                                        </p:tav>
                                        <p:tav tm="100000">
                                          <p:val>
                                            <p:strVal val="#ppt_h"/>
                                          </p:val>
                                        </p:tav>
                                      </p:tavLst>
                                    </p:anim>
                                    <p:animEffect transition="in" filter="fade">
                                      <p:cBhvr>
                                        <p:cTn id="70" dur="100"/>
                                        <p:tgtEl>
                                          <p:spTgt spid="44"/>
                                        </p:tgtEl>
                                      </p:cBhvr>
                                    </p:animEffect>
                                  </p:childTnLst>
                                </p:cTn>
                              </p:par>
                            </p:childTnLst>
                          </p:cTn>
                        </p:par>
                        <p:par>
                          <p:cTn id="71" fill="hold">
                            <p:stCondLst>
                              <p:cond delay="3840"/>
                            </p:stCondLst>
                            <p:childTnLst>
                              <p:par>
                                <p:cTn id="72" presetID="49" presetClass="entr" presetSubtype="0" decel="100000" fill="hold" nodeType="afterEffect">
                                  <p:stCondLst>
                                    <p:cond delay="0"/>
                                  </p:stCondLst>
                                  <p:childTnLst>
                                    <p:set>
                                      <p:cBhvr>
                                        <p:cTn id="73" dur="1" fill="hold">
                                          <p:stCondLst>
                                            <p:cond delay="0"/>
                                          </p:stCondLst>
                                        </p:cTn>
                                        <p:tgtEl>
                                          <p:spTgt spid="51"/>
                                        </p:tgtEl>
                                        <p:attrNameLst>
                                          <p:attrName>style.visibility</p:attrName>
                                        </p:attrNameLst>
                                      </p:cBhvr>
                                      <p:to>
                                        <p:strVal val="visible"/>
                                      </p:to>
                                    </p:set>
                                    <p:anim calcmode="lin" valueType="num">
                                      <p:cBhvr>
                                        <p:cTn id="74" dur="500" fill="hold"/>
                                        <p:tgtEl>
                                          <p:spTgt spid="51"/>
                                        </p:tgtEl>
                                        <p:attrNameLst>
                                          <p:attrName>ppt_w</p:attrName>
                                        </p:attrNameLst>
                                      </p:cBhvr>
                                      <p:tavLst>
                                        <p:tav tm="0">
                                          <p:val>
                                            <p:fltVal val="0"/>
                                          </p:val>
                                        </p:tav>
                                        <p:tav tm="100000">
                                          <p:val>
                                            <p:strVal val="#ppt_w"/>
                                          </p:val>
                                        </p:tav>
                                      </p:tavLst>
                                    </p:anim>
                                    <p:anim calcmode="lin" valueType="num">
                                      <p:cBhvr>
                                        <p:cTn id="75" dur="500" fill="hold"/>
                                        <p:tgtEl>
                                          <p:spTgt spid="51"/>
                                        </p:tgtEl>
                                        <p:attrNameLst>
                                          <p:attrName>ppt_h</p:attrName>
                                        </p:attrNameLst>
                                      </p:cBhvr>
                                      <p:tavLst>
                                        <p:tav tm="0">
                                          <p:val>
                                            <p:fltVal val="0"/>
                                          </p:val>
                                        </p:tav>
                                        <p:tav tm="100000">
                                          <p:val>
                                            <p:strVal val="#ppt_h"/>
                                          </p:val>
                                        </p:tav>
                                      </p:tavLst>
                                    </p:anim>
                                    <p:anim calcmode="lin" valueType="num">
                                      <p:cBhvr>
                                        <p:cTn id="76" dur="500" fill="hold"/>
                                        <p:tgtEl>
                                          <p:spTgt spid="51"/>
                                        </p:tgtEl>
                                        <p:attrNameLst>
                                          <p:attrName>style.rotation</p:attrName>
                                        </p:attrNameLst>
                                      </p:cBhvr>
                                      <p:tavLst>
                                        <p:tav tm="0">
                                          <p:val>
                                            <p:fltVal val="360"/>
                                          </p:val>
                                        </p:tav>
                                        <p:tav tm="100000">
                                          <p:val>
                                            <p:fltVal val="0"/>
                                          </p:val>
                                        </p:tav>
                                      </p:tavLst>
                                    </p:anim>
                                    <p:animEffect transition="in" filter="fade">
                                      <p:cBhvr>
                                        <p:cTn id="77" dur="500"/>
                                        <p:tgtEl>
                                          <p:spTgt spid="51"/>
                                        </p:tgtEl>
                                      </p:cBhvr>
                                    </p:animEffect>
                                  </p:childTnLst>
                                </p:cTn>
                              </p:par>
                            </p:childTnLst>
                          </p:cTn>
                        </p:par>
                        <p:par>
                          <p:cTn id="78" fill="hold">
                            <p:stCondLst>
                              <p:cond delay="4340"/>
                            </p:stCondLst>
                            <p:childTnLst>
                              <p:par>
                                <p:cTn id="79" presetID="53" presetClass="entr" presetSubtype="16" fill="hold" grpId="0" nodeType="afterEffect">
                                  <p:stCondLst>
                                    <p:cond delay="0"/>
                                  </p:stCondLst>
                                  <p:childTnLst>
                                    <p:set>
                                      <p:cBhvr>
                                        <p:cTn id="80" dur="1" fill="hold">
                                          <p:stCondLst>
                                            <p:cond delay="0"/>
                                          </p:stCondLst>
                                        </p:cTn>
                                        <p:tgtEl>
                                          <p:spTgt spid="35"/>
                                        </p:tgtEl>
                                        <p:attrNameLst>
                                          <p:attrName>style.visibility</p:attrName>
                                        </p:attrNameLst>
                                      </p:cBhvr>
                                      <p:to>
                                        <p:strVal val="visible"/>
                                      </p:to>
                                    </p:set>
                                    <p:anim calcmode="lin" valueType="num">
                                      <p:cBhvr>
                                        <p:cTn id="81" dur="250" fill="hold"/>
                                        <p:tgtEl>
                                          <p:spTgt spid="35"/>
                                        </p:tgtEl>
                                        <p:attrNameLst>
                                          <p:attrName>ppt_w</p:attrName>
                                        </p:attrNameLst>
                                      </p:cBhvr>
                                      <p:tavLst>
                                        <p:tav tm="0">
                                          <p:val>
                                            <p:fltVal val="0"/>
                                          </p:val>
                                        </p:tav>
                                        <p:tav tm="100000">
                                          <p:val>
                                            <p:strVal val="#ppt_w"/>
                                          </p:val>
                                        </p:tav>
                                      </p:tavLst>
                                    </p:anim>
                                    <p:anim calcmode="lin" valueType="num">
                                      <p:cBhvr>
                                        <p:cTn id="82" dur="250" fill="hold"/>
                                        <p:tgtEl>
                                          <p:spTgt spid="35"/>
                                        </p:tgtEl>
                                        <p:attrNameLst>
                                          <p:attrName>ppt_h</p:attrName>
                                        </p:attrNameLst>
                                      </p:cBhvr>
                                      <p:tavLst>
                                        <p:tav tm="0">
                                          <p:val>
                                            <p:fltVal val="0"/>
                                          </p:val>
                                        </p:tav>
                                        <p:tav tm="100000">
                                          <p:val>
                                            <p:strVal val="#ppt_h"/>
                                          </p:val>
                                        </p:tav>
                                      </p:tavLst>
                                    </p:anim>
                                    <p:animEffect transition="in" filter="fade">
                                      <p:cBhvr>
                                        <p:cTn id="83" dur="250"/>
                                        <p:tgtEl>
                                          <p:spTgt spid="35"/>
                                        </p:tgtEl>
                                      </p:cBhvr>
                                    </p:animEffect>
                                  </p:childTnLst>
                                </p:cTn>
                              </p:par>
                              <p:par>
                                <p:cTn id="84" presetID="6" presetClass="emph" presetSubtype="0" decel="100000" fill="hold" grpId="1" nodeType="withEffect">
                                  <p:stCondLst>
                                    <p:cond delay="200"/>
                                  </p:stCondLst>
                                  <p:childTnLst>
                                    <p:animScale>
                                      <p:cBhvr>
                                        <p:cTn id="85" dur="250" fill="hold"/>
                                        <p:tgtEl>
                                          <p:spTgt spid="35"/>
                                        </p:tgtEl>
                                      </p:cBhvr>
                                      <p:by x="110000" y="110000"/>
                                    </p:animScale>
                                  </p:childTnLst>
                                </p:cTn>
                              </p:par>
                              <p:par>
                                <p:cTn id="86" presetID="6" presetClass="emph" presetSubtype="0" decel="100000" fill="hold" grpId="2" nodeType="withEffect">
                                  <p:stCondLst>
                                    <p:cond delay="400"/>
                                  </p:stCondLst>
                                  <p:childTnLst>
                                    <p:animScale>
                                      <p:cBhvr>
                                        <p:cTn id="87" dur="250" fill="hold"/>
                                        <p:tgtEl>
                                          <p:spTgt spid="35"/>
                                        </p:tgtEl>
                                      </p:cBhvr>
                                      <p:by x="91000" y="91000"/>
                                    </p:animScale>
                                  </p:childTnLst>
                                </p:cTn>
                              </p:par>
                              <p:par>
                                <p:cTn id="88" presetID="49" presetClass="entr" presetSubtype="0" decel="100000" fill="hold" grpId="0" nodeType="withEffect">
                                  <p:stCondLst>
                                    <p:cond delay="250"/>
                                  </p:stCondLst>
                                  <p:childTnLst>
                                    <p:set>
                                      <p:cBhvr>
                                        <p:cTn id="89" dur="1" fill="hold">
                                          <p:stCondLst>
                                            <p:cond delay="0"/>
                                          </p:stCondLst>
                                        </p:cTn>
                                        <p:tgtEl>
                                          <p:spTgt spid="34"/>
                                        </p:tgtEl>
                                        <p:attrNameLst>
                                          <p:attrName>style.visibility</p:attrName>
                                        </p:attrNameLst>
                                      </p:cBhvr>
                                      <p:to>
                                        <p:strVal val="visible"/>
                                      </p:to>
                                    </p:set>
                                    <p:anim calcmode="lin" valueType="num">
                                      <p:cBhvr>
                                        <p:cTn id="90" dur="500" fill="hold"/>
                                        <p:tgtEl>
                                          <p:spTgt spid="34"/>
                                        </p:tgtEl>
                                        <p:attrNameLst>
                                          <p:attrName>ppt_w</p:attrName>
                                        </p:attrNameLst>
                                      </p:cBhvr>
                                      <p:tavLst>
                                        <p:tav tm="0">
                                          <p:val>
                                            <p:fltVal val="0"/>
                                          </p:val>
                                        </p:tav>
                                        <p:tav tm="100000">
                                          <p:val>
                                            <p:strVal val="#ppt_w"/>
                                          </p:val>
                                        </p:tav>
                                      </p:tavLst>
                                    </p:anim>
                                    <p:anim calcmode="lin" valueType="num">
                                      <p:cBhvr>
                                        <p:cTn id="91" dur="500" fill="hold"/>
                                        <p:tgtEl>
                                          <p:spTgt spid="34"/>
                                        </p:tgtEl>
                                        <p:attrNameLst>
                                          <p:attrName>ppt_h</p:attrName>
                                        </p:attrNameLst>
                                      </p:cBhvr>
                                      <p:tavLst>
                                        <p:tav tm="0">
                                          <p:val>
                                            <p:fltVal val="0"/>
                                          </p:val>
                                        </p:tav>
                                        <p:tav tm="100000">
                                          <p:val>
                                            <p:strVal val="#ppt_h"/>
                                          </p:val>
                                        </p:tav>
                                      </p:tavLst>
                                    </p:anim>
                                    <p:anim calcmode="lin" valueType="num">
                                      <p:cBhvr>
                                        <p:cTn id="92" dur="500" fill="hold"/>
                                        <p:tgtEl>
                                          <p:spTgt spid="34"/>
                                        </p:tgtEl>
                                        <p:attrNameLst>
                                          <p:attrName>style.rotation</p:attrName>
                                        </p:attrNameLst>
                                      </p:cBhvr>
                                      <p:tavLst>
                                        <p:tav tm="0">
                                          <p:val>
                                            <p:fltVal val="360"/>
                                          </p:val>
                                        </p:tav>
                                        <p:tav tm="100000">
                                          <p:val>
                                            <p:fltVal val="0"/>
                                          </p:val>
                                        </p:tav>
                                      </p:tavLst>
                                    </p:anim>
                                    <p:animEffect transition="in" filter="fade">
                                      <p:cBhvr>
                                        <p:cTn id="93" dur="500"/>
                                        <p:tgtEl>
                                          <p:spTgt spid="34"/>
                                        </p:tgtEl>
                                      </p:cBhvr>
                                    </p:animEffect>
                                  </p:childTnLst>
                                </p:cTn>
                              </p:par>
                            </p:childTnLst>
                          </p:cTn>
                        </p:par>
                        <p:par>
                          <p:cTn id="94" fill="hold">
                            <p:stCondLst>
                              <p:cond delay="5090"/>
                            </p:stCondLst>
                            <p:childTnLst>
                              <p:par>
                                <p:cTn id="95" presetID="53" presetClass="entr" presetSubtype="16" fill="hold" grpId="0" nodeType="afterEffect">
                                  <p:stCondLst>
                                    <p:cond delay="0"/>
                                  </p:stCondLst>
                                  <p:childTnLst>
                                    <p:set>
                                      <p:cBhvr>
                                        <p:cTn id="96" dur="1" fill="hold">
                                          <p:stCondLst>
                                            <p:cond delay="0"/>
                                          </p:stCondLst>
                                        </p:cTn>
                                        <p:tgtEl>
                                          <p:spTgt spid="37"/>
                                        </p:tgtEl>
                                        <p:attrNameLst>
                                          <p:attrName>style.visibility</p:attrName>
                                        </p:attrNameLst>
                                      </p:cBhvr>
                                      <p:to>
                                        <p:strVal val="visible"/>
                                      </p:to>
                                    </p:set>
                                    <p:anim calcmode="lin" valueType="num">
                                      <p:cBhvr>
                                        <p:cTn id="97" dur="250" fill="hold"/>
                                        <p:tgtEl>
                                          <p:spTgt spid="37"/>
                                        </p:tgtEl>
                                        <p:attrNameLst>
                                          <p:attrName>ppt_w</p:attrName>
                                        </p:attrNameLst>
                                      </p:cBhvr>
                                      <p:tavLst>
                                        <p:tav tm="0">
                                          <p:val>
                                            <p:fltVal val="0"/>
                                          </p:val>
                                        </p:tav>
                                        <p:tav tm="100000">
                                          <p:val>
                                            <p:strVal val="#ppt_w"/>
                                          </p:val>
                                        </p:tav>
                                      </p:tavLst>
                                    </p:anim>
                                    <p:anim calcmode="lin" valueType="num">
                                      <p:cBhvr>
                                        <p:cTn id="98" dur="250" fill="hold"/>
                                        <p:tgtEl>
                                          <p:spTgt spid="37"/>
                                        </p:tgtEl>
                                        <p:attrNameLst>
                                          <p:attrName>ppt_h</p:attrName>
                                        </p:attrNameLst>
                                      </p:cBhvr>
                                      <p:tavLst>
                                        <p:tav tm="0">
                                          <p:val>
                                            <p:fltVal val="0"/>
                                          </p:val>
                                        </p:tav>
                                        <p:tav tm="100000">
                                          <p:val>
                                            <p:strVal val="#ppt_h"/>
                                          </p:val>
                                        </p:tav>
                                      </p:tavLst>
                                    </p:anim>
                                    <p:animEffect transition="in" filter="fade">
                                      <p:cBhvr>
                                        <p:cTn id="99" dur="250"/>
                                        <p:tgtEl>
                                          <p:spTgt spid="37"/>
                                        </p:tgtEl>
                                      </p:cBhvr>
                                    </p:animEffect>
                                  </p:childTnLst>
                                </p:cTn>
                              </p:par>
                            </p:childTnLst>
                          </p:cTn>
                        </p:par>
                        <p:par>
                          <p:cTn id="100" fill="hold">
                            <p:stCondLst>
                              <p:cond delay="5340"/>
                            </p:stCondLst>
                            <p:childTnLst>
                              <p:par>
                                <p:cTn id="101" presetID="53" presetClass="entr" presetSubtype="16" fill="hold" grpId="0" nodeType="afterEffect">
                                  <p:stCondLst>
                                    <p:cond delay="0"/>
                                  </p:stCondLst>
                                  <p:childTnLst>
                                    <p:set>
                                      <p:cBhvr>
                                        <p:cTn id="102" dur="1" fill="hold">
                                          <p:stCondLst>
                                            <p:cond delay="0"/>
                                          </p:stCondLst>
                                        </p:cTn>
                                        <p:tgtEl>
                                          <p:spTgt spid="36"/>
                                        </p:tgtEl>
                                        <p:attrNameLst>
                                          <p:attrName>style.visibility</p:attrName>
                                        </p:attrNameLst>
                                      </p:cBhvr>
                                      <p:to>
                                        <p:strVal val="visible"/>
                                      </p:to>
                                    </p:set>
                                    <p:anim calcmode="lin" valueType="num">
                                      <p:cBhvr>
                                        <p:cTn id="103" dur="250" fill="hold"/>
                                        <p:tgtEl>
                                          <p:spTgt spid="36"/>
                                        </p:tgtEl>
                                        <p:attrNameLst>
                                          <p:attrName>ppt_w</p:attrName>
                                        </p:attrNameLst>
                                      </p:cBhvr>
                                      <p:tavLst>
                                        <p:tav tm="0">
                                          <p:val>
                                            <p:fltVal val="0"/>
                                          </p:val>
                                        </p:tav>
                                        <p:tav tm="100000">
                                          <p:val>
                                            <p:strVal val="#ppt_w"/>
                                          </p:val>
                                        </p:tav>
                                      </p:tavLst>
                                    </p:anim>
                                    <p:anim calcmode="lin" valueType="num">
                                      <p:cBhvr>
                                        <p:cTn id="104" dur="250" fill="hold"/>
                                        <p:tgtEl>
                                          <p:spTgt spid="36"/>
                                        </p:tgtEl>
                                        <p:attrNameLst>
                                          <p:attrName>ppt_h</p:attrName>
                                        </p:attrNameLst>
                                      </p:cBhvr>
                                      <p:tavLst>
                                        <p:tav tm="0">
                                          <p:val>
                                            <p:fltVal val="0"/>
                                          </p:val>
                                        </p:tav>
                                        <p:tav tm="100000">
                                          <p:val>
                                            <p:strVal val="#ppt_h"/>
                                          </p:val>
                                        </p:tav>
                                      </p:tavLst>
                                    </p:anim>
                                    <p:animEffect transition="in" filter="fade">
                                      <p:cBhvr>
                                        <p:cTn id="105" dur="250"/>
                                        <p:tgtEl>
                                          <p:spTgt spid="36"/>
                                        </p:tgtEl>
                                      </p:cBhvr>
                                    </p:animEffect>
                                  </p:childTnLst>
                                </p:cTn>
                              </p:par>
                            </p:childTnLst>
                          </p:cTn>
                        </p:par>
                        <p:par>
                          <p:cTn id="106" fill="hold">
                            <p:stCondLst>
                              <p:cond delay="5590"/>
                            </p:stCondLst>
                            <p:childTnLst>
                              <p:par>
                                <p:cTn id="107" presetID="10" presetClass="entr" presetSubtype="0" fill="hold" grpId="0" nodeType="afterEffect">
                                  <p:stCondLst>
                                    <p:cond delay="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500"/>
                                        <p:tgtEl>
                                          <p:spTgt spid="33"/>
                                        </p:tgtEl>
                                      </p:cBhvr>
                                    </p:animEffect>
                                  </p:childTnLst>
                                </p:cTn>
                              </p:par>
                              <p:par>
                                <p:cTn id="110" presetID="53" presetClass="entr" presetSubtype="16" fill="hold" grpId="1" nodeType="withEffect">
                                  <p:stCondLst>
                                    <p:cond delay="0"/>
                                  </p:stCondLst>
                                  <p:childTnLst>
                                    <p:set>
                                      <p:cBhvr>
                                        <p:cTn id="111" dur="1" fill="hold">
                                          <p:stCondLst>
                                            <p:cond delay="0"/>
                                          </p:stCondLst>
                                        </p:cTn>
                                        <p:tgtEl>
                                          <p:spTgt spid="33"/>
                                        </p:tgtEl>
                                        <p:attrNameLst>
                                          <p:attrName>style.visibility</p:attrName>
                                        </p:attrNameLst>
                                      </p:cBhvr>
                                      <p:to>
                                        <p:strVal val="visible"/>
                                      </p:to>
                                    </p:set>
                                    <p:anim calcmode="lin" valueType="num">
                                      <p:cBhvr>
                                        <p:cTn id="112" dur="500" fill="hold"/>
                                        <p:tgtEl>
                                          <p:spTgt spid="33"/>
                                        </p:tgtEl>
                                        <p:attrNameLst>
                                          <p:attrName>ppt_w</p:attrName>
                                        </p:attrNameLst>
                                      </p:cBhvr>
                                      <p:tavLst>
                                        <p:tav tm="0">
                                          <p:val>
                                            <p:fltVal val="0"/>
                                          </p:val>
                                        </p:tav>
                                        <p:tav tm="100000">
                                          <p:val>
                                            <p:strVal val="#ppt_w"/>
                                          </p:val>
                                        </p:tav>
                                      </p:tavLst>
                                    </p:anim>
                                    <p:anim calcmode="lin" valueType="num">
                                      <p:cBhvr>
                                        <p:cTn id="113" dur="500" fill="hold"/>
                                        <p:tgtEl>
                                          <p:spTgt spid="33"/>
                                        </p:tgtEl>
                                        <p:attrNameLst>
                                          <p:attrName>ppt_h</p:attrName>
                                        </p:attrNameLst>
                                      </p:cBhvr>
                                      <p:tavLst>
                                        <p:tav tm="0">
                                          <p:val>
                                            <p:fltVal val="0"/>
                                          </p:val>
                                        </p:tav>
                                        <p:tav tm="100000">
                                          <p:val>
                                            <p:strVal val="#ppt_h"/>
                                          </p:val>
                                        </p:tav>
                                      </p:tavLst>
                                    </p:anim>
                                    <p:animEffect transition="in" filter="fade">
                                      <p:cBhvr>
                                        <p:cTn id="114" dur="500"/>
                                        <p:tgtEl>
                                          <p:spTgt spid="33"/>
                                        </p:tgtEl>
                                      </p:cBhvr>
                                    </p:animEffect>
                                  </p:childTnLst>
                                </p:cTn>
                              </p:par>
                              <p:par>
                                <p:cTn id="115" presetID="42" presetClass="path" presetSubtype="0" accel="50000" decel="50000" fill="hold" grpId="2" nodeType="withEffect">
                                  <p:stCondLst>
                                    <p:cond delay="0"/>
                                  </p:stCondLst>
                                  <p:childTnLst>
                                    <p:animMotion origin="layout" path="M 0 7.40741E-7 L 0 0.1081 " pathEditMode="relative" rAng="0" ptsTypes="AA">
                                      <p:cBhvr>
                                        <p:cTn id="116" dur="500" spd="-100000" fill="hold"/>
                                        <p:tgtEl>
                                          <p:spTgt spid="33"/>
                                        </p:tgtEl>
                                        <p:attrNameLst>
                                          <p:attrName>ppt_x</p:attrName>
                                          <p:attrName>ppt_y</p:attrName>
                                        </p:attrNameLst>
                                      </p:cBhvr>
                                      <p:rCtr x="0" y="5394"/>
                                    </p:animMotion>
                                  </p:childTnLst>
                                </p:cTn>
                              </p:par>
                            </p:childTnLst>
                          </p:cTn>
                        </p:par>
                        <p:par>
                          <p:cTn id="117" fill="hold">
                            <p:stCondLst>
                              <p:cond delay="6090"/>
                            </p:stCondLst>
                            <p:childTnLst>
                              <p:par>
                                <p:cTn id="118" presetID="53" presetClass="entr" presetSubtype="16" fill="hold" grpId="0" nodeType="afterEffect">
                                  <p:stCondLst>
                                    <p:cond delay="0"/>
                                  </p:stCondLst>
                                  <p:iterate type="lt">
                                    <p:tmPct val="10000"/>
                                  </p:iterate>
                                  <p:childTnLst>
                                    <p:set>
                                      <p:cBhvr>
                                        <p:cTn id="119" dur="1" fill="hold">
                                          <p:stCondLst>
                                            <p:cond delay="0"/>
                                          </p:stCondLst>
                                        </p:cTn>
                                        <p:tgtEl>
                                          <p:spTgt spid="38"/>
                                        </p:tgtEl>
                                        <p:attrNameLst>
                                          <p:attrName>style.visibility</p:attrName>
                                        </p:attrNameLst>
                                      </p:cBhvr>
                                      <p:to>
                                        <p:strVal val="visible"/>
                                      </p:to>
                                    </p:set>
                                    <p:anim calcmode="lin" valueType="num">
                                      <p:cBhvr>
                                        <p:cTn id="120" dur="100" fill="hold"/>
                                        <p:tgtEl>
                                          <p:spTgt spid="38"/>
                                        </p:tgtEl>
                                        <p:attrNameLst>
                                          <p:attrName>ppt_w</p:attrName>
                                        </p:attrNameLst>
                                      </p:cBhvr>
                                      <p:tavLst>
                                        <p:tav tm="0">
                                          <p:val>
                                            <p:fltVal val="0"/>
                                          </p:val>
                                        </p:tav>
                                        <p:tav tm="100000">
                                          <p:val>
                                            <p:strVal val="#ppt_w"/>
                                          </p:val>
                                        </p:tav>
                                      </p:tavLst>
                                    </p:anim>
                                    <p:anim calcmode="lin" valueType="num">
                                      <p:cBhvr>
                                        <p:cTn id="121" dur="100" fill="hold"/>
                                        <p:tgtEl>
                                          <p:spTgt spid="38"/>
                                        </p:tgtEl>
                                        <p:attrNameLst>
                                          <p:attrName>ppt_h</p:attrName>
                                        </p:attrNameLst>
                                      </p:cBhvr>
                                      <p:tavLst>
                                        <p:tav tm="0">
                                          <p:val>
                                            <p:fltVal val="0"/>
                                          </p:val>
                                        </p:tav>
                                        <p:tav tm="100000">
                                          <p:val>
                                            <p:strVal val="#ppt_h"/>
                                          </p:val>
                                        </p:tav>
                                      </p:tavLst>
                                    </p:anim>
                                    <p:animEffect transition="in" filter="fade">
                                      <p:cBhvr>
                                        <p:cTn id="122" dur="100"/>
                                        <p:tgtEl>
                                          <p:spTgt spid="38"/>
                                        </p:tgtEl>
                                      </p:cBhvr>
                                    </p:animEffect>
                                  </p:childTnLst>
                                </p:cTn>
                              </p:par>
                            </p:childTnLst>
                          </p:cTn>
                        </p:par>
                        <p:par>
                          <p:cTn id="123" fill="hold">
                            <p:stCondLst>
                              <p:cond delay="6680"/>
                            </p:stCondLst>
                            <p:childTnLst>
                              <p:par>
                                <p:cTn id="124" presetID="49" presetClass="entr" presetSubtype="0" decel="100000" fill="hold" nodeType="afterEffect">
                                  <p:stCondLst>
                                    <p:cond delay="0"/>
                                  </p:stCondLst>
                                  <p:childTnLst>
                                    <p:set>
                                      <p:cBhvr>
                                        <p:cTn id="125" dur="1" fill="hold">
                                          <p:stCondLst>
                                            <p:cond delay="0"/>
                                          </p:stCondLst>
                                        </p:cTn>
                                        <p:tgtEl>
                                          <p:spTgt spid="32"/>
                                        </p:tgtEl>
                                        <p:attrNameLst>
                                          <p:attrName>style.visibility</p:attrName>
                                        </p:attrNameLst>
                                      </p:cBhvr>
                                      <p:to>
                                        <p:strVal val="visible"/>
                                      </p:to>
                                    </p:set>
                                    <p:anim calcmode="lin" valueType="num">
                                      <p:cBhvr>
                                        <p:cTn id="126" dur="500" fill="hold"/>
                                        <p:tgtEl>
                                          <p:spTgt spid="32"/>
                                        </p:tgtEl>
                                        <p:attrNameLst>
                                          <p:attrName>ppt_w</p:attrName>
                                        </p:attrNameLst>
                                      </p:cBhvr>
                                      <p:tavLst>
                                        <p:tav tm="0">
                                          <p:val>
                                            <p:fltVal val="0"/>
                                          </p:val>
                                        </p:tav>
                                        <p:tav tm="100000">
                                          <p:val>
                                            <p:strVal val="#ppt_w"/>
                                          </p:val>
                                        </p:tav>
                                      </p:tavLst>
                                    </p:anim>
                                    <p:anim calcmode="lin" valueType="num">
                                      <p:cBhvr>
                                        <p:cTn id="127" dur="500" fill="hold"/>
                                        <p:tgtEl>
                                          <p:spTgt spid="32"/>
                                        </p:tgtEl>
                                        <p:attrNameLst>
                                          <p:attrName>ppt_h</p:attrName>
                                        </p:attrNameLst>
                                      </p:cBhvr>
                                      <p:tavLst>
                                        <p:tav tm="0">
                                          <p:val>
                                            <p:fltVal val="0"/>
                                          </p:val>
                                        </p:tav>
                                        <p:tav tm="100000">
                                          <p:val>
                                            <p:strVal val="#ppt_h"/>
                                          </p:val>
                                        </p:tav>
                                      </p:tavLst>
                                    </p:anim>
                                    <p:anim calcmode="lin" valueType="num">
                                      <p:cBhvr>
                                        <p:cTn id="128" dur="500" fill="hold"/>
                                        <p:tgtEl>
                                          <p:spTgt spid="32"/>
                                        </p:tgtEl>
                                        <p:attrNameLst>
                                          <p:attrName>style.rotation</p:attrName>
                                        </p:attrNameLst>
                                      </p:cBhvr>
                                      <p:tavLst>
                                        <p:tav tm="0">
                                          <p:val>
                                            <p:fltVal val="360"/>
                                          </p:val>
                                        </p:tav>
                                        <p:tav tm="100000">
                                          <p:val>
                                            <p:fltVal val="0"/>
                                          </p:val>
                                        </p:tav>
                                      </p:tavLst>
                                    </p:anim>
                                    <p:animEffect transition="in" filter="fade">
                                      <p:cBhvr>
                                        <p:cTn id="129" dur="500"/>
                                        <p:tgtEl>
                                          <p:spTgt spid="32"/>
                                        </p:tgtEl>
                                      </p:cBhvr>
                                    </p:animEffect>
                                  </p:childTnLst>
                                </p:cTn>
                              </p:par>
                            </p:childTnLst>
                          </p:cTn>
                        </p:par>
                        <p:par>
                          <p:cTn id="130" fill="hold">
                            <p:stCondLst>
                              <p:cond delay="7180"/>
                            </p:stCondLst>
                            <p:childTnLst>
                              <p:par>
                                <p:cTn id="131" presetID="53" presetClass="entr" presetSubtype="16" fill="hold" grpId="0" nodeType="afterEffect">
                                  <p:stCondLst>
                                    <p:cond delay="0"/>
                                  </p:stCondLst>
                                  <p:childTnLst>
                                    <p:set>
                                      <p:cBhvr>
                                        <p:cTn id="132" dur="1" fill="hold">
                                          <p:stCondLst>
                                            <p:cond delay="0"/>
                                          </p:stCondLst>
                                        </p:cTn>
                                        <p:tgtEl>
                                          <p:spTgt spid="47"/>
                                        </p:tgtEl>
                                        <p:attrNameLst>
                                          <p:attrName>style.visibility</p:attrName>
                                        </p:attrNameLst>
                                      </p:cBhvr>
                                      <p:to>
                                        <p:strVal val="visible"/>
                                      </p:to>
                                    </p:set>
                                    <p:anim calcmode="lin" valueType="num">
                                      <p:cBhvr>
                                        <p:cTn id="133" dur="250" fill="hold"/>
                                        <p:tgtEl>
                                          <p:spTgt spid="47"/>
                                        </p:tgtEl>
                                        <p:attrNameLst>
                                          <p:attrName>ppt_w</p:attrName>
                                        </p:attrNameLst>
                                      </p:cBhvr>
                                      <p:tavLst>
                                        <p:tav tm="0">
                                          <p:val>
                                            <p:fltVal val="0"/>
                                          </p:val>
                                        </p:tav>
                                        <p:tav tm="100000">
                                          <p:val>
                                            <p:strVal val="#ppt_w"/>
                                          </p:val>
                                        </p:tav>
                                      </p:tavLst>
                                    </p:anim>
                                    <p:anim calcmode="lin" valueType="num">
                                      <p:cBhvr>
                                        <p:cTn id="134" dur="250" fill="hold"/>
                                        <p:tgtEl>
                                          <p:spTgt spid="47"/>
                                        </p:tgtEl>
                                        <p:attrNameLst>
                                          <p:attrName>ppt_h</p:attrName>
                                        </p:attrNameLst>
                                      </p:cBhvr>
                                      <p:tavLst>
                                        <p:tav tm="0">
                                          <p:val>
                                            <p:fltVal val="0"/>
                                          </p:val>
                                        </p:tav>
                                        <p:tav tm="100000">
                                          <p:val>
                                            <p:strVal val="#ppt_h"/>
                                          </p:val>
                                        </p:tav>
                                      </p:tavLst>
                                    </p:anim>
                                    <p:animEffect transition="in" filter="fade">
                                      <p:cBhvr>
                                        <p:cTn id="135" dur="250"/>
                                        <p:tgtEl>
                                          <p:spTgt spid="47"/>
                                        </p:tgtEl>
                                      </p:cBhvr>
                                    </p:animEffect>
                                  </p:childTnLst>
                                </p:cTn>
                              </p:par>
                              <p:par>
                                <p:cTn id="136" presetID="6" presetClass="emph" presetSubtype="0" decel="100000" fill="hold" grpId="1" nodeType="withEffect">
                                  <p:stCondLst>
                                    <p:cond delay="200"/>
                                  </p:stCondLst>
                                  <p:childTnLst>
                                    <p:animScale>
                                      <p:cBhvr>
                                        <p:cTn id="137" dur="250" fill="hold"/>
                                        <p:tgtEl>
                                          <p:spTgt spid="47"/>
                                        </p:tgtEl>
                                      </p:cBhvr>
                                      <p:by x="110000" y="110000"/>
                                    </p:animScale>
                                  </p:childTnLst>
                                </p:cTn>
                              </p:par>
                              <p:par>
                                <p:cTn id="138" presetID="6" presetClass="emph" presetSubtype="0" decel="100000" fill="hold" grpId="2" nodeType="withEffect">
                                  <p:stCondLst>
                                    <p:cond delay="400"/>
                                  </p:stCondLst>
                                  <p:childTnLst>
                                    <p:animScale>
                                      <p:cBhvr>
                                        <p:cTn id="139" dur="250" fill="hold"/>
                                        <p:tgtEl>
                                          <p:spTgt spid="47"/>
                                        </p:tgtEl>
                                      </p:cBhvr>
                                      <p:by x="91000" y="91000"/>
                                    </p:animScale>
                                  </p:childTnLst>
                                </p:cTn>
                              </p:par>
                              <p:par>
                                <p:cTn id="140" presetID="49" presetClass="entr" presetSubtype="0" decel="100000" fill="hold" grpId="0" nodeType="withEffect">
                                  <p:stCondLst>
                                    <p:cond delay="250"/>
                                  </p:stCondLst>
                                  <p:childTnLst>
                                    <p:set>
                                      <p:cBhvr>
                                        <p:cTn id="141" dur="1" fill="hold">
                                          <p:stCondLst>
                                            <p:cond delay="0"/>
                                          </p:stCondLst>
                                        </p:cTn>
                                        <p:tgtEl>
                                          <p:spTgt spid="46"/>
                                        </p:tgtEl>
                                        <p:attrNameLst>
                                          <p:attrName>style.visibility</p:attrName>
                                        </p:attrNameLst>
                                      </p:cBhvr>
                                      <p:to>
                                        <p:strVal val="visible"/>
                                      </p:to>
                                    </p:set>
                                    <p:anim calcmode="lin" valueType="num">
                                      <p:cBhvr>
                                        <p:cTn id="142" dur="500" fill="hold"/>
                                        <p:tgtEl>
                                          <p:spTgt spid="46"/>
                                        </p:tgtEl>
                                        <p:attrNameLst>
                                          <p:attrName>ppt_w</p:attrName>
                                        </p:attrNameLst>
                                      </p:cBhvr>
                                      <p:tavLst>
                                        <p:tav tm="0">
                                          <p:val>
                                            <p:fltVal val="0"/>
                                          </p:val>
                                        </p:tav>
                                        <p:tav tm="100000">
                                          <p:val>
                                            <p:strVal val="#ppt_w"/>
                                          </p:val>
                                        </p:tav>
                                      </p:tavLst>
                                    </p:anim>
                                    <p:anim calcmode="lin" valueType="num">
                                      <p:cBhvr>
                                        <p:cTn id="143" dur="500" fill="hold"/>
                                        <p:tgtEl>
                                          <p:spTgt spid="46"/>
                                        </p:tgtEl>
                                        <p:attrNameLst>
                                          <p:attrName>ppt_h</p:attrName>
                                        </p:attrNameLst>
                                      </p:cBhvr>
                                      <p:tavLst>
                                        <p:tav tm="0">
                                          <p:val>
                                            <p:fltVal val="0"/>
                                          </p:val>
                                        </p:tav>
                                        <p:tav tm="100000">
                                          <p:val>
                                            <p:strVal val="#ppt_h"/>
                                          </p:val>
                                        </p:tav>
                                      </p:tavLst>
                                    </p:anim>
                                    <p:anim calcmode="lin" valueType="num">
                                      <p:cBhvr>
                                        <p:cTn id="144" dur="500" fill="hold"/>
                                        <p:tgtEl>
                                          <p:spTgt spid="46"/>
                                        </p:tgtEl>
                                        <p:attrNameLst>
                                          <p:attrName>style.rotation</p:attrName>
                                        </p:attrNameLst>
                                      </p:cBhvr>
                                      <p:tavLst>
                                        <p:tav tm="0">
                                          <p:val>
                                            <p:fltVal val="360"/>
                                          </p:val>
                                        </p:tav>
                                        <p:tav tm="100000">
                                          <p:val>
                                            <p:fltVal val="0"/>
                                          </p:val>
                                        </p:tav>
                                      </p:tavLst>
                                    </p:anim>
                                    <p:animEffect transition="in" filter="fade">
                                      <p:cBhvr>
                                        <p:cTn id="145" dur="500"/>
                                        <p:tgtEl>
                                          <p:spTgt spid="46"/>
                                        </p:tgtEl>
                                      </p:cBhvr>
                                    </p:animEffect>
                                  </p:childTnLst>
                                </p:cTn>
                              </p:par>
                            </p:childTnLst>
                          </p:cTn>
                        </p:par>
                        <p:par>
                          <p:cTn id="146" fill="hold">
                            <p:stCondLst>
                              <p:cond delay="7930"/>
                            </p:stCondLst>
                            <p:childTnLst>
                              <p:par>
                                <p:cTn id="147" presetID="53" presetClass="entr" presetSubtype="16" fill="hold" grpId="0" nodeType="afterEffect">
                                  <p:stCondLst>
                                    <p:cond delay="0"/>
                                  </p:stCondLst>
                                  <p:childTnLst>
                                    <p:set>
                                      <p:cBhvr>
                                        <p:cTn id="148" dur="1" fill="hold">
                                          <p:stCondLst>
                                            <p:cond delay="0"/>
                                          </p:stCondLst>
                                        </p:cTn>
                                        <p:tgtEl>
                                          <p:spTgt spid="49"/>
                                        </p:tgtEl>
                                        <p:attrNameLst>
                                          <p:attrName>style.visibility</p:attrName>
                                        </p:attrNameLst>
                                      </p:cBhvr>
                                      <p:to>
                                        <p:strVal val="visible"/>
                                      </p:to>
                                    </p:set>
                                    <p:anim calcmode="lin" valueType="num">
                                      <p:cBhvr>
                                        <p:cTn id="149" dur="250" fill="hold"/>
                                        <p:tgtEl>
                                          <p:spTgt spid="49"/>
                                        </p:tgtEl>
                                        <p:attrNameLst>
                                          <p:attrName>ppt_w</p:attrName>
                                        </p:attrNameLst>
                                      </p:cBhvr>
                                      <p:tavLst>
                                        <p:tav tm="0">
                                          <p:val>
                                            <p:fltVal val="0"/>
                                          </p:val>
                                        </p:tav>
                                        <p:tav tm="100000">
                                          <p:val>
                                            <p:strVal val="#ppt_w"/>
                                          </p:val>
                                        </p:tav>
                                      </p:tavLst>
                                    </p:anim>
                                    <p:anim calcmode="lin" valueType="num">
                                      <p:cBhvr>
                                        <p:cTn id="150" dur="250" fill="hold"/>
                                        <p:tgtEl>
                                          <p:spTgt spid="49"/>
                                        </p:tgtEl>
                                        <p:attrNameLst>
                                          <p:attrName>ppt_h</p:attrName>
                                        </p:attrNameLst>
                                      </p:cBhvr>
                                      <p:tavLst>
                                        <p:tav tm="0">
                                          <p:val>
                                            <p:fltVal val="0"/>
                                          </p:val>
                                        </p:tav>
                                        <p:tav tm="100000">
                                          <p:val>
                                            <p:strVal val="#ppt_h"/>
                                          </p:val>
                                        </p:tav>
                                      </p:tavLst>
                                    </p:anim>
                                    <p:animEffect transition="in" filter="fade">
                                      <p:cBhvr>
                                        <p:cTn id="151" dur="250"/>
                                        <p:tgtEl>
                                          <p:spTgt spid="49"/>
                                        </p:tgtEl>
                                      </p:cBhvr>
                                    </p:animEffect>
                                  </p:childTnLst>
                                </p:cTn>
                              </p:par>
                            </p:childTnLst>
                          </p:cTn>
                        </p:par>
                        <p:par>
                          <p:cTn id="152" fill="hold">
                            <p:stCondLst>
                              <p:cond delay="8180"/>
                            </p:stCondLst>
                            <p:childTnLst>
                              <p:par>
                                <p:cTn id="153" presetID="53" presetClass="entr" presetSubtype="16" fill="hold" grpId="0" nodeType="afterEffect">
                                  <p:stCondLst>
                                    <p:cond delay="0"/>
                                  </p:stCondLst>
                                  <p:childTnLst>
                                    <p:set>
                                      <p:cBhvr>
                                        <p:cTn id="154" dur="1" fill="hold">
                                          <p:stCondLst>
                                            <p:cond delay="0"/>
                                          </p:stCondLst>
                                        </p:cTn>
                                        <p:tgtEl>
                                          <p:spTgt spid="48"/>
                                        </p:tgtEl>
                                        <p:attrNameLst>
                                          <p:attrName>style.visibility</p:attrName>
                                        </p:attrNameLst>
                                      </p:cBhvr>
                                      <p:to>
                                        <p:strVal val="visible"/>
                                      </p:to>
                                    </p:set>
                                    <p:anim calcmode="lin" valueType="num">
                                      <p:cBhvr>
                                        <p:cTn id="155" dur="250" fill="hold"/>
                                        <p:tgtEl>
                                          <p:spTgt spid="48"/>
                                        </p:tgtEl>
                                        <p:attrNameLst>
                                          <p:attrName>ppt_w</p:attrName>
                                        </p:attrNameLst>
                                      </p:cBhvr>
                                      <p:tavLst>
                                        <p:tav tm="0">
                                          <p:val>
                                            <p:fltVal val="0"/>
                                          </p:val>
                                        </p:tav>
                                        <p:tav tm="100000">
                                          <p:val>
                                            <p:strVal val="#ppt_w"/>
                                          </p:val>
                                        </p:tav>
                                      </p:tavLst>
                                    </p:anim>
                                    <p:anim calcmode="lin" valueType="num">
                                      <p:cBhvr>
                                        <p:cTn id="156" dur="250" fill="hold"/>
                                        <p:tgtEl>
                                          <p:spTgt spid="48"/>
                                        </p:tgtEl>
                                        <p:attrNameLst>
                                          <p:attrName>ppt_h</p:attrName>
                                        </p:attrNameLst>
                                      </p:cBhvr>
                                      <p:tavLst>
                                        <p:tav tm="0">
                                          <p:val>
                                            <p:fltVal val="0"/>
                                          </p:val>
                                        </p:tav>
                                        <p:tav tm="100000">
                                          <p:val>
                                            <p:strVal val="#ppt_h"/>
                                          </p:val>
                                        </p:tav>
                                      </p:tavLst>
                                    </p:anim>
                                    <p:animEffect transition="in" filter="fade">
                                      <p:cBhvr>
                                        <p:cTn id="157" dur="250"/>
                                        <p:tgtEl>
                                          <p:spTgt spid="48"/>
                                        </p:tgtEl>
                                      </p:cBhvr>
                                    </p:animEffect>
                                  </p:childTnLst>
                                </p:cTn>
                              </p:par>
                            </p:childTnLst>
                          </p:cTn>
                        </p:par>
                        <p:par>
                          <p:cTn id="158" fill="hold">
                            <p:stCondLst>
                              <p:cond delay="8430"/>
                            </p:stCondLst>
                            <p:childTnLst>
                              <p:par>
                                <p:cTn id="159" presetID="53" presetClass="entr" presetSubtype="16" fill="hold" grpId="0" nodeType="afterEffect">
                                  <p:stCondLst>
                                    <p:cond delay="0"/>
                                  </p:stCondLst>
                                  <p:childTnLst>
                                    <p:set>
                                      <p:cBhvr>
                                        <p:cTn id="160" dur="1" fill="hold">
                                          <p:stCondLst>
                                            <p:cond delay="0"/>
                                          </p:stCondLst>
                                        </p:cTn>
                                        <p:tgtEl>
                                          <p:spTgt spid="45"/>
                                        </p:tgtEl>
                                        <p:attrNameLst>
                                          <p:attrName>style.visibility</p:attrName>
                                        </p:attrNameLst>
                                      </p:cBhvr>
                                      <p:to>
                                        <p:strVal val="visible"/>
                                      </p:to>
                                    </p:set>
                                    <p:anim calcmode="lin" valueType="num">
                                      <p:cBhvr>
                                        <p:cTn id="161" dur="500" fill="hold"/>
                                        <p:tgtEl>
                                          <p:spTgt spid="45"/>
                                        </p:tgtEl>
                                        <p:attrNameLst>
                                          <p:attrName>ppt_w</p:attrName>
                                        </p:attrNameLst>
                                      </p:cBhvr>
                                      <p:tavLst>
                                        <p:tav tm="0">
                                          <p:val>
                                            <p:fltVal val="0"/>
                                          </p:val>
                                        </p:tav>
                                        <p:tav tm="100000">
                                          <p:val>
                                            <p:strVal val="#ppt_w"/>
                                          </p:val>
                                        </p:tav>
                                      </p:tavLst>
                                    </p:anim>
                                    <p:anim calcmode="lin" valueType="num">
                                      <p:cBhvr>
                                        <p:cTn id="162" dur="500" fill="hold"/>
                                        <p:tgtEl>
                                          <p:spTgt spid="45"/>
                                        </p:tgtEl>
                                        <p:attrNameLst>
                                          <p:attrName>ppt_h</p:attrName>
                                        </p:attrNameLst>
                                      </p:cBhvr>
                                      <p:tavLst>
                                        <p:tav tm="0">
                                          <p:val>
                                            <p:fltVal val="0"/>
                                          </p:val>
                                        </p:tav>
                                        <p:tav tm="100000">
                                          <p:val>
                                            <p:strVal val="#ppt_h"/>
                                          </p:val>
                                        </p:tav>
                                      </p:tavLst>
                                    </p:anim>
                                    <p:animEffect transition="in" filter="fade">
                                      <p:cBhvr>
                                        <p:cTn id="163" dur="500"/>
                                        <p:tgtEl>
                                          <p:spTgt spid="45"/>
                                        </p:tgtEl>
                                      </p:cBhvr>
                                    </p:animEffect>
                                  </p:childTnLst>
                                </p:cTn>
                              </p:par>
                              <p:par>
                                <p:cTn id="164" presetID="42" presetClass="path" presetSubtype="0" accel="50000" decel="50000" fill="hold" grpId="1" nodeType="withEffect">
                                  <p:stCondLst>
                                    <p:cond delay="0"/>
                                  </p:stCondLst>
                                  <p:childTnLst>
                                    <p:animMotion origin="layout" path="M 2.08333E-6 7.40741E-7 L 2.08333E-6 0.1081 " pathEditMode="relative" rAng="0" ptsTypes="AA">
                                      <p:cBhvr>
                                        <p:cTn id="165" dur="500" spd="-100000" fill="hold"/>
                                        <p:tgtEl>
                                          <p:spTgt spid="45"/>
                                        </p:tgtEl>
                                        <p:attrNameLst>
                                          <p:attrName>ppt_x</p:attrName>
                                          <p:attrName>ppt_y</p:attrName>
                                        </p:attrNameLst>
                                      </p:cBhvr>
                                      <p:rCtr x="0" y="5394"/>
                                    </p:animMotion>
                                  </p:childTnLst>
                                </p:cTn>
                              </p:par>
                            </p:childTnLst>
                          </p:cTn>
                        </p:par>
                        <p:par>
                          <p:cTn id="166" fill="hold">
                            <p:stCondLst>
                              <p:cond delay="8930"/>
                            </p:stCondLst>
                            <p:childTnLst>
                              <p:par>
                                <p:cTn id="167" presetID="53" presetClass="entr" presetSubtype="16" fill="hold" grpId="0" nodeType="afterEffect">
                                  <p:stCondLst>
                                    <p:cond delay="0"/>
                                  </p:stCondLst>
                                  <p:iterate type="lt">
                                    <p:tmPct val="10000"/>
                                  </p:iterate>
                                  <p:childTnLst>
                                    <p:set>
                                      <p:cBhvr>
                                        <p:cTn id="168" dur="1" fill="hold">
                                          <p:stCondLst>
                                            <p:cond delay="0"/>
                                          </p:stCondLst>
                                        </p:cTn>
                                        <p:tgtEl>
                                          <p:spTgt spid="50"/>
                                        </p:tgtEl>
                                        <p:attrNameLst>
                                          <p:attrName>style.visibility</p:attrName>
                                        </p:attrNameLst>
                                      </p:cBhvr>
                                      <p:to>
                                        <p:strVal val="visible"/>
                                      </p:to>
                                    </p:set>
                                    <p:anim calcmode="lin" valueType="num">
                                      <p:cBhvr>
                                        <p:cTn id="169" dur="100" fill="hold"/>
                                        <p:tgtEl>
                                          <p:spTgt spid="50"/>
                                        </p:tgtEl>
                                        <p:attrNameLst>
                                          <p:attrName>ppt_w</p:attrName>
                                        </p:attrNameLst>
                                      </p:cBhvr>
                                      <p:tavLst>
                                        <p:tav tm="0">
                                          <p:val>
                                            <p:fltVal val="0"/>
                                          </p:val>
                                        </p:tav>
                                        <p:tav tm="100000">
                                          <p:val>
                                            <p:strVal val="#ppt_w"/>
                                          </p:val>
                                        </p:tav>
                                      </p:tavLst>
                                    </p:anim>
                                    <p:anim calcmode="lin" valueType="num">
                                      <p:cBhvr>
                                        <p:cTn id="170" dur="100" fill="hold"/>
                                        <p:tgtEl>
                                          <p:spTgt spid="50"/>
                                        </p:tgtEl>
                                        <p:attrNameLst>
                                          <p:attrName>ppt_h</p:attrName>
                                        </p:attrNameLst>
                                      </p:cBhvr>
                                      <p:tavLst>
                                        <p:tav tm="0">
                                          <p:val>
                                            <p:fltVal val="0"/>
                                          </p:val>
                                        </p:tav>
                                        <p:tav tm="100000">
                                          <p:val>
                                            <p:strVal val="#ppt_h"/>
                                          </p:val>
                                        </p:tav>
                                      </p:tavLst>
                                    </p:anim>
                                    <p:animEffect transition="in" filter="fade">
                                      <p:cBhvr>
                                        <p:cTn id="171" dur="1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3" grpId="0" animBg="1"/>
      <p:bldP spid="33" grpId="1" animBg="1"/>
      <p:bldP spid="33" grpId="2" animBg="1"/>
      <p:bldGraphic spid="34" grpId="0">
        <p:bldAsOne/>
      </p:bldGraphic>
      <p:bldP spid="35" grpId="0" animBg="1"/>
      <p:bldP spid="35" grpId="1" animBg="1"/>
      <p:bldP spid="35" grpId="2" animBg="1"/>
      <p:bldP spid="36" grpId="0"/>
      <p:bldP spid="37" grpId="0"/>
      <p:bldP spid="38" grpId="0"/>
      <p:bldP spid="39" grpId="0" animBg="1"/>
      <p:bldP spid="39" grpId="1" animBg="1"/>
      <p:bldP spid="39" grpId="2" animBg="1"/>
      <p:bldGraphic spid="40" grpId="0">
        <p:bldAsOne/>
      </p:bldGraphic>
      <p:bldP spid="41" grpId="0" animBg="1"/>
      <p:bldP spid="41" grpId="1" animBg="1"/>
      <p:bldP spid="41" grpId="2" animBg="1"/>
      <p:bldP spid="43" grpId="0"/>
      <p:bldP spid="44" grpId="0"/>
      <p:bldP spid="45" grpId="0" animBg="1"/>
      <p:bldP spid="45" grpId="1" animBg="1"/>
      <p:bldGraphic spid="46" grpId="0">
        <p:bldAsOne/>
      </p:bldGraphic>
      <p:bldP spid="47" grpId="0" animBg="1"/>
      <p:bldP spid="47" grpId="1" animBg="1"/>
      <p:bldP spid="47" grpId="2" animBg="1"/>
      <p:bldP spid="48" grpId="0"/>
      <p:bldP spid="49" grpId="0"/>
      <p:bldP spid="5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450633" y="228814"/>
            <a:ext cx="720000" cy="720000"/>
            <a:chOff x="450633" y="228814"/>
            <a:chExt cx="720000" cy="720000"/>
          </a:xfrm>
        </p:grpSpPr>
        <p:sp>
          <p:nvSpPr>
            <p:cNvPr id="37" name="椭圆 36"/>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8"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9" name="文本框 38"/>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成功项目经验</a:t>
            </a:r>
          </a:p>
        </p:txBody>
      </p:sp>
      <p:cxnSp>
        <p:nvCxnSpPr>
          <p:cNvPr id="40" name="直接连接符 39"/>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41" name="Oval 6"/>
          <p:cNvSpPr>
            <a:spLocks noChangeAspect="1" noChangeArrowheads="1"/>
          </p:cNvSpPr>
          <p:nvPr/>
        </p:nvSpPr>
        <p:spPr bwMode="auto">
          <a:xfrm>
            <a:off x="3301867" y="1857916"/>
            <a:ext cx="3694289" cy="3692912"/>
          </a:xfrm>
          <a:prstGeom prst="ellipse">
            <a:avLst/>
          </a:prstGeom>
          <a:noFill/>
          <a:ln w="12700">
            <a:solidFill>
              <a:srgbClr val="17406D"/>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484849"/>
              </a:solidFill>
              <a:effectLst/>
              <a:uLnTx/>
              <a:uFillTx/>
              <a:latin typeface="Arial" panose="020B0604020202020204" pitchFamily="34" charset="0"/>
              <a:ea typeface="宋体" panose="02010600030101010101" pitchFamily="2" charset="-122"/>
            </a:endParaRPr>
          </a:p>
        </p:txBody>
      </p:sp>
      <p:sp>
        <p:nvSpPr>
          <p:cNvPr id="42" name="Oval 7"/>
          <p:cNvSpPr>
            <a:spLocks noChangeAspect="1" noChangeArrowheads="1"/>
          </p:cNvSpPr>
          <p:nvPr/>
        </p:nvSpPr>
        <p:spPr bwMode="auto">
          <a:xfrm>
            <a:off x="5176560" y="1857916"/>
            <a:ext cx="3694289" cy="3692912"/>
          </a:xfrm>
          <a:prstGeom prst="ellipse">
            <a:avLst/>
          </a:prstGeom>
          <a:noFill/>
          <a:ln w="12700">
            <a:solidFill>
              <a:srgbClr val="17406D"/>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484849"/>
              </a:solidFill>
              <a:effectLst/>
              <a:uLnTx/>
              <a:uFillTx/>
              <a:latin typeface="Arial" panose="020B0604020202020204" pitchFamily="34" charset="0"/>
              <a:ea typeface="宋体" panose="02010600030101010101" pitchFamily="2" charset="-122"/>
            </a:endParaRPr>
          </a:p>
        </p:txBody>
      </p:sp>
      <p:sp>
        <p:nvSpPr>
          <p:cNvPr id="43" name="Line 16"/>
          <p:cNvSpPr>
            <a:spLocks noChangeAspect="1" noChangeShapeType="1"/>
          </p:cNvSpPr>
          <p:nvPr/>
        </p:nvSpPr>
        <p:spPr bwMode="auto">
          <a:xfrm>
            <a:off x="4213838" y="2807079"/>
            <a:ext cx="651528" cy="374663"/>
          </a:xfrm>
          <a:prstGeom prst="line">
            <a:avLst/>
          </a:prstGeom>
          <a:noFill/>
          <a:ln w="12700" cap="flat" cmpd="sng" algn="ctr">
            <a:solidFill>
              <a:srgbClr val="17406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4" name="Line 17"/>
          <p:cNvSpPr>
            <a:spLocks noChangeAspect="1" noChangeShapeType="1"/>
          </p:cNvSpPr>
          <p:nvPr/>
        </p:nvSpPr>
        <p:spPr bwMode="auto">
          <a:xfrm flipV="1">
            <a:off x="4252407" y="4249041"/>
            <a:ext cx="650151" cy="373286"/>
          </a:xfrm>
          <a:prstGeom prst="line">
            <a:avLst/>
          </a:prstGeom>
          <a:noFill/>
          <a:ln w="12700" cap="flat" cmpd="sng" algn="ctr">
            <a:solidFill>
              <a:srgbClr val="17406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5" name="Line 18"/>
          <p:cNvSpPr>
            <a:spLocks noChangeAspect="1" noChangeShapeType="1"/>
          </p:cNvSpPr>
          <p:nvPr/>
        </p:nvSpPr>
        <p:spPr bwMode="auto">
          <a:xfrm>
            <a:off x="3829747" y="3732610"/>
            <a:ext cx="865031" cy="0"/>
          </a:xfrm>
          <a:prstGeom prst="line">
            <a:avLst/>
          </a:prstGeom>
          <a:noFill/>
          <a:ln w="12700" cap="flat" cmpd="sng" algn="ctr">
            <a:solidFill>
              <a:srgbClr val="17406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6" name="Line 19"/>
          <p:cNvSpPr>
            <a:spLocks noChangeAspect="1" noChangeShapeType="1"/>
          </p:cNvSpPr>
          <p:nvPr/>
        </p:nvSpPr>
        <p:spPr bwMode="auto">
          <a:xfrm flipH="1">
            <a:off x="7312859" y="2807079"/>
            <a:ext cx="651528" cy="374663"/>
          </a:xfrm>
          <a:prstGeom prst="line">
            <a:avLst/>
          </a:prstGeom>
          <a:noFill/>
          <a:ln w="12700" cap="flat" cmpd="sng" algn="ctr">
            <a:solidFill>
              <a:srgbClr val="17406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7" name="Line 20"/>
          <p:cNvSpPr>
            <a:spLocks noChangeAspect="1" noChangeShapeType="1"/>
          </p:cNvSpPr>
          <p:nvPr/>
        </p:nvSpPr>
        <p:spPr bwMode="auto">
          <a:xfrm flipH="1" flipV="1">
            <a:off x="7275668" y="4249041"/>
            <a:ext cx="651529" cy="373286"/>
          </a:xfrm>
          <a:prstGeom prst="line">
            <a:avLst/>
          </a:prstGeom>
          <a:noFill/>
          <a:ln w="12700" cap="flat" cmpd="sng" algn="ctr">
            <a:solidFill>
              <a:srgbClr val="17406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8" name="Line 21"/>
          <p:cNvSpPr>
            <a:spLocks noChangeAspect="1" noChangeShapeType="1"/>
          </p:cNvSpPr>
          <p:nvPr/>
        </p:nvSpPr>
        <p:spPr bwMode="auto">
          <a:xfrm flipH="1">
            <a:off x="7483447" y="3732610"/>
            <a:ext cx="866408" cy="0"/>
          </a:xfrm>
          <a:prstGeom prst="line">
            <a:avLst/>
          </a:prstGeom>
          <a:noFill/>
          <a:ln w="12700" cap="flat" cmpd="sng" algn="ctr">
            <a:solidFill>
              <a:srgbClr val="17406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9" name="Oval 10"/>
          <p:cNvSpPr>
            <a:spLocks noChangeAspect="1" noChangeArrowheads="1"/>
          </p:cNvSpPr>
          <p:nvPr/>
        </p:nvSpPr>
        <p:spPr bwMode="auto">
          <a:xfrm>
            <a:off x="3282583" y="2025963"/>
            <a:ext cx="900844" cy="900845"/>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0" name="Oval 12"/>
          <p:cNvSpPr>
            <a:spLocks noChangeAspect="1" noChangeArrowheads="1"/>
          </p:cNvSpPr>
          <p:nvPr/>
        </p:nvSpPr>
        <p:spPr bwMode="auto">
          <a:xfrm>
            <a:off x="2730230" y="3262903"/>
            <a:ext cx="900844" cy="900845"/>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1" name="Oval 11"/>
          <p:cNvSpPr>
            <a:spLocks noChangeAspect="1" noChangeArrowheads="1"/>
          </p:cNvSpPr>
          <p:nvPr/>
        </p:nvSpPr>
        <p:spPr bwMode="auto">
          <a:xfrm>
            <a:off x="3282583" y="4470917"/>
            <a:ext cx="900844" cy="902222"/>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2" name="Oval 14"/>
          <p:cNvSpPr>
            <a:spLocks noChangeAspect="1" noChangeArrowheads="1"/>
          </p:cNvSpPr>
          <p:nvPr/>
        </p:nvSpPr>
        <p:spPr bwMode="auto">
          <a:xfrm>
            <a:off x="8008572" y="4470917"/>
            <a:ext cx="900844" cy="902222"/>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3" name="Oval 15"/>
          <p:cNvSpPr>
            <a:spLocks noChangeAspect="1" noChangeArrowheads="1"/>
          </p:cNvSpPr>
          <p:nvPr/>
        </p:nvSpPr>
        <p:spPr bwMode="auto">
          <a:xfrm>
            <a:off x="8560926" y="3262903"/>
            <a:ext cx="900844" cy="900845"/>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4" name="Oval 13"/>
          <p:cNvSpPr>
            <a:spLocks noChangeAspect="1" noChangeArrowheads="1"/>
          </p:cNvSpPr>
          <p:nvPr/>
        </p:nvSpPr>
        <p:spPr bwMode="auto">
          <a:xfrm>
            <a:off x="8008572" y="2025963"/>
            <a:ext cx="900844" cy="900845"/>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5" name="Oval 8"/>
          <p:cNvSpPr>
            <a:spLocks noChangeAspect="1" noChangeArrowheads="1"/>
          </p:cNvSpPr>
          <p:nvPr/>
        </p:nvSpPr>
        <p:spPr bwMode="auto">
          <a:xfrm>
            <a:off x="4905205" y="2457102"/>
            <a:ext cx="2362306" cy="2362306"/>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6" name="Oval 9"/>
          <p:cNvSpPr>
            <a:spLocks noChangeAspect="1" noChangeArrowheads="1"/>
          </p:cNvSpPr>
          <p:nvPr/>
        </p:nvSpPr>
        <p:spPr bwMode="auto">
          <a:xfrm>
            <a:off x="5205487" y="2757384"/>
            <a:ext cx="1761743" cy="1763121"/>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7" name="矩形 56"/>
          <p:cNvSpPr>
            <a:spLocks/>
          </p:cNvSpPr>
          <p:nvPr/>
        </p:nvSpPr>
        <p:spPr>
          <a:xfrm>
            <a:off x="3333388" y="2140862"/>
            <a:ext cx="805475" cy="646331"/>
          </a:xfrm>
          <a:prstGeom prst="rect">
            <a:avLst/>
          </a:prstGeom>
        </p:spPr>
        <p:txBody>
          <a:bodyPr wrap="square">
            <a:spAutoFit/>
          </a:bodyPr>
          <a:lstStyle/>
          <a:p>
            <a:pPr algn="ctr"/>
            <a:r>
              <a:rPr lang="zh-CN" altLang="en-US" b="1" dirty="0">
                <a:solidFill>
                  <a:srgbClr val="FFFFFF"/>
                </a:solidFill>
                <a:latin typeface="微软雅黑" panose="020B0503020204020204" pitchFamily="34" charset="-122"/>
                <a:ea typeface="微软雅黑" panose="020B0503020204020204" pitchFamily="34" charset="-122"/>
              </a:rPr>
              <a:t>添加文字</a:t>
            </a:r>
          </a:p>
        </p:txBody>
      </p:sp>
      <p:sp>
        <p:nvSpPr>
          <p:cNvPr id="58" name="矩形 57"/>
          <p:cNvSpPr/>
          <p:nvPr/>
        </p:nvSpPr>
        <p:spPr>
          <a:xfrm>
            <a:off x="1097684" y="1999330"/>
            <a:ext cx="2073403" cy="954107"/>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
        <p:nvSpPr>
          <p:cNvPr id="59" name="矩形 58"/>
          <p:cNvSpPr>
            <a:spLocks/>
          </p:cNvSpPr>
          <p:nvPr/>
        </p:nvSpPr>
        <p:spPr>
          <a:xfrm>
            <a:off x="5294899" y="3223446"/>
            <a:ext cx="1582919" cy="830997"/>
          </a:xfrm>
          <a:prstGeom prst="rect">
            <a:avLst/>
          </a:prstGeom>
        </p:spPr>
        <p:txBody>
          <a:bodyPr wrap="square">
            <a:spAutoFit/>
          </a:bodyPr>
          <a:lstStyle/>
          <a:p>
            <a:pPr algn="ctr"/>
            <a:r>
              <a:rPr lang="zh-CN" altLang="en-US" sz="2400" b="1" dirty="0">
                <a:solidFill>
                  <a:srgbClr val="FFFFFF"/>
                </a:solidFill>
                <a:latin typeface="微软雅黑" panose="020B0503020204020204" pitchFamily="34" charset="-122"/>
                <a:ea typeface="微软雅黑" panose="020B0503020204020204" pitchFamily="34" charset="-122"/>
              </a:rPr>
              <a:t>成功项目经验</a:t>
            </a:r>
          </a:p>
        </p:txBody>
      </p:sp>
      <p:sp>
        <p:nvSpPr>
          <p:cNvPr id="60" name="矩形 59"/>
          <p:cNvSpPr>
            <a:spLocks/>
          </p:cNvSpPr>
          <p:nvPr/>
        </p:nvSpPr>
        <p:spPr>
          <a:xfrm>
            <a:off x="8052654" y="2153219"/>
            <a:ext cx="805475" cy="646331"/>
          </a:xfrm>
          <a:prstGeom prst="rect">
            <a:avLst/>
          </a:prstGeom>
        </p:spPr>
        <p:txBody>
          <a:bodyPr wrap="square">
            <a:spAutoFit/>
          </a:bodyPr>
          <a:lstStyle/>
          <a:p>
            <a:pPr algn="ctr"/>
            <a:r>
              <a:rPr lang="zh-CN" altLang="en-US" b="1" dirty="0">
                <a:solidFill>
                  <a:srgbClr val="FFFFFF"/>
                </a:solidFill>
                <a:latin typeface="微软雅黑" panose="020B0503020204020204" pitchFamily="34" charset="-122"/>
                <a:ea typeface="微软雅黑" panose="020B0503020204020204" pitchFamily="34" charset="-122"/>
              </a:rPr>
              <a:t>添加文字</a:t>
            </a:r>
          </a:p>
        </p:txBody>
      </p:sp>
      <p:sp>
        <p:nvSpPr>
          <p:cNvPr id="61" name="矩形 60"/>
          <p:cNvSpPr>
            <a:spLocks/>
          </p:cNvSpPr>
          <p:nvPr/>
        </p:nvSpPr>
        <p:spPr>
          <a:xfrm>
            <a:off x="2781358" y="3409444"/>
            <a:ext cx="805475" cy="646331"/>
          </a:xfrm>
          <a:prstGeom prst="rect">
            <a:avLst/>
          </a:prstGeom>
        </p:spPr>
        <p:txBody>
          <a:bodyPr wrap="square">
            <a:spAutoFit/>
          </a:bodyPr>
          <a:lstStyle/>
          <a:p>
            <a:pPr algn="ctr"/>
            <a:r>
              <a:rPr lang="zh-CN" altLang="en-US" b="1" dirty="0">
                <a:solidFill>
                  <a:srgbClr val="FFFFFF"/>
                </a:solidFill>
                <a:latin typeface="微软雅黑" panose="020B0503020204020204" pitchFamily="34" charset="-122"/>
                <a:ea typeface="微软雅黑" panose="020B0503020204020204" pitchFamily="34" charset="-122"/>
              </a:rPr>
              <a:t>添加文字</a:t>
            </a:r>
          </a:p>
        </p:txBody>
      </p:sp>
      <p:sp>
        <p:nvSpPr>
          <p:cNvPr id="62" name="矩形 61"/>
          <p:cNvSpPr>
            <a:spLocks/>
          </p:cNvSpPr>
          <p:nvPr/>
        </p:nvSpPr>
        <p:spPr>
          <a:xfrm>
            <a:off x="3328891" y="4588842"/>
            <a:ext cx="805475" cy="646331"/>
          </a:xfrm>
          <a:prstGeom prst="rect">
            <a:avLst/>
          </a:prstGeom>
        </p:spPr>
        <p:txBody>
          <a:bodyPr wrap="square">
            <a:spAutoFit/>
          </a:bodyPr>
          <a:lstStyle/>
          <a:p>
            <a:pPr algn="ctr"/>
            <a:r>
              <a:rPr lang="zh-CN" altLang="en-US" b="1" dirty="0">
                <a:solidFill>
                  <a:srgbClr val="FFFFFF"/>
                </a:solidFill>
                <a:latin typeface="微软雅黑" panose="020B0503020204020204" pitchFamily="34" charset="-122"/>
                <a:ea typeface="微软雅黑" panose="020B0503020204020204" pitchFamily="34" charset="-122"/>
              </a:rPr>
              <a:t>添加文字</a:t>
            </a:r>
          </a:p>
        </p:txBody>
      </p:sp>
      <p:sp>
        <p:nvSpPr>
          <p:cNvPr id="63" name="矩形 62"/>
          <p:cNvSpPr>
            <a:spLocks/>
          </p:cNvSpPr>
          <p:nvPr/>
        </p:nvSpPr>
        <p:spPr>
          <a:xfrm>
            <a:off x="8608610" y="3409443"/>
            <a:ext cx="805475" cy="646331"/>
          </a:xfrm>
          <a:prstGeom prst="rect">
            <a:avLst/>
          </a:prstGeom>
        </p:spPr>
        <p:txBody>
          <a:bodyPr wrap="square">
            <a:spAutoFit/>
          </a:bodyPr>
          <a:lstStyle/>
          <a:p>
            <a:pPr algn="ctr"/>
            <a:r>
              <a:rPr lang="zh-CN" altLang="en-US" b="1" dirty="0">
                <a:solidFill>
                  <a:srgbClr val="FFFFFF"/>
                </a:solidFill>
                <a:latin typeface="微软雅黑" panose="020B0503020204020204" pitchFamily="34" charset="-122"/>
                <a:ea typeface="微软雅黑" panose="020B0503020204020204" pitchFamily="34" charset="-122"/>
              </a:rPr>
              <a:t>添加文字</a:t>
            </a:r>
          </a:p>
        </p:txBody>
      </p:sp>
      <p:sp>
        <p:nvSpPr>
          <p:cNvPr id="64" name="矩形 63"/>
          <p:cNvSpPr>
            <a:spLocks/>
          </p:cNvSpPr>
          <p:nvPr/>
        </p:nvSpPr>
        <p:spPr>
          <a:xfrm>
            <a:off x="8053017" y="4598862"/>
            <a:ext cx="805475" cy="646331"/>
          </a:xfrm>
          <a:prstGeom prst="rect">
            <a:avLst/>
          </a:prstGeom>
        </p:spPr>
        <p:txBody>
          <a:bodyPr wrap="square">
            <a:spAutoFit/>
          </a:bodyPr>
          <a:lstStyle/>
          <a:p>
            <a:pPr algn="ctr"/>
            <a:r>
              <a:rPr lang="zh-CN" altLang="en-US" b="1" dirty="0">
                <a:solidFill>
                  <a:srgbClr val="FFFFFF"/>
                </a:solidFill>
                <a:latin typeface="微软雅黑" panose="020B0503020204020204" pitchFamily="34" charset="-122"/>
                <a:ea typeface="微软雅黑" panose="020B0503020204020204" pitchFamily="34" charset="-122"/>
              </a:rPr>
              <a:t>添加文字</a:t>
            </a:r>
          </a:p>
        </p:txBody>
      </p:sp>
      <p:sp>
        <p:nvSpPr>
          <p:cNvPr id="65" name="矩形 64"/>
          <p:cNvSpPr/>
          <p:nvPr/>
        </p:nvSpPr>
        <p:spPr>
          <a:xfrm>
            <a:off x="519063" y="3257954"/>
            <a:ext cx="2073403" cy="954107"/>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
        <p:nvSpPr>
          <p:cNvPr id="66" name="矩形 65"/>
          <p:cNvSpPr/>
          <p:nvPr/>
        </p:nvSpPr>
        <p:spPr>
          <a:xfrm>
            <a:off x="1097684" y="4473398"/>
            <a:ext cx="2073403" cy="954107"/>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
        <p:nvSpPr>
          <p:cNvPr id="67" name="矩形 66"/>
          <p:cNvSpPr/>
          <p:nvPr/>
        </p:nvSpPr>
        <p:spPr>
          <a:xfrm>
            <a:off x="9026498" y="1999330"/>
            <a:ext cx="2073403" cy="954107"/>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
        <p:nvSpPr>
          <p:cNvPr id="68" name="矩形 67"/>
          <p:cNvSpPr/>
          <p:nvPr/>
        </p:nvSpPr>
        <p:spPr>
          <a:xfrm>
            <a:off x="9597898" y="3257954"/>
            <a:ext cx="2073403" cy="954107"/>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
        <p:nvSpPr>
          <p:cNvPr id="69" name="矩形 68"/>
          <p:cNvSpPr/>
          <p:nvPr/>
        </p:nvSpPr>
        <p:spPr>
          <a:xfrm>
            <a:off x="9026498" y="4473398"/>
            <a:ext cx="2073403" cy="954107"/>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Tree>
    <p:extLst>
      <p:ext uri="{BB962C8B-B14F-4D97-AF65-F5344CB8AC3E}">
        <p14:creationId xmlns:p14="http://schemas.microsoft.com/office/powerpoint/2010/main" val="1464937618"/>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6"/>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9"/>
                                        </p:tgtEl>
                                        <p:attrNameLst>
                                          <p:attrName>style.visibility</p:attrName>
                                        </p:attrNameLst>
                                      </p:cBhvr>
                                      <p:to>
                                        <p:strVal val="visible"/>
                                      </p:to>
                                    </p:set>
                                    <p:anim calcmode="lin" valueType="num">
                                      <p:cBhvr>
                                        <p:cTn id="14" dur="500" fill="hold"/>
                                        <p:tgtEl>
                                          <p:spTgt spid="39"/>
                                        </p:tgtEl>
                                        <p:attrNameLst>
                                          <p:attrName>ppt_w</p:attrName>
                                        </p:attrNameLst>
                                      </p:cBhvr>
                                      <p:tavLst>
                                        <p:tav tm="0">
                                          <p:val>
                                            <p:fltVal val="0"/>
                                          </p:val>
                                        </p:tav>
                                        <p:tav tm="100000">
                                          <p:val>
                                            <p:strVal val="#ppt_w"/>
                                          </p:val>
                                        </p:tav>
                                      </p:tavLst>
                                    </p:anim>
                                    <p:anim calcmode="lin" valueType="num">
                                      <p:cBhvr>
                                        <p:cTn id="15" dur="500" fill="hold"/>
                                        <p:tgtEl>
                                          <p:spTgt spid="39"/>
                                        </p:tgtEl>
                                        <p:attrNameLst>
                                          <p:attrName>ppt_h</p:attrName>
                                        </p:attrNameLst>
                                      </p:cBhvr>
                                      <p:tavLst>
                                        <p:tav tm="0">
                                          <p:val>
                                            <p:fltVal val="0"/>
                                          </p:val>
                                        </p:tav>
                                        <p:tav tm="100000">
                                          <p:val>
                                            <p:strVal val="#ppt_h"/>
                                          </p:val>
                                        </p:tav>
                                      </p:tavLst>
                                    </p:anim>
                                    <p:animEffect transition="in" filter="fade">
                                      <p:cBhvr>
                                        <p:cTn id="16" dur="500"/>
                                        <p:tgtEl>
                                          <p:spTgt spid="39"/>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9"/>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40"/>
                                        </p:tgtEl>
                                        <p:attrNameLst>
                                          <p:attrName>style.visibility</p:attrName>
                                        </p:attrNameLst>
                                      </p:cBhvr>
                                      <p:to>
                                        <p:strVal val="visible"/>
                                      </p:to>
                                    </p:set>
                                    <p:anim calcmode="lin" valueType="num">
                                      <p:cBhvr>
                                        <p:cTn id="21" dur="500" fill="hold"/>
                                        <p:tgtEl>
                                          <p:spTgt spid="40"/>
                                        </p:tgtEl>
                                        <p:attrNameLst>
                                          <p:attrName>ppt_w</p:attrName>
                                        </p:attrNameLst>
                                      </p:cBhvr>
                                      <p:tavLst>
                                        <p:tav tm="0">
                                          <p:val>
                                            <p:fltVal val="0"/>
                                          </p:val>
                                        </p:tav>
                                        <p:tav tm="100000">
                                          <p:val>
                                            <p:strVal val="#ppt_w"/>
                                          </p:val>
                                        </p:tav>
                                      </p:tavLst>
                                    </p:anim>
                                    <p:anim calcmode="lin" valueType="num">
                                      <p:cBhvr>
                                        <p:cTn id="22" dur="500" fill="hold"/>
                                        <p:tgtEl>
                                          <p:spTgt spid="40"/>
                                        </p:tgtEl>
                                        <p:attrNameLst>
                                          <p:attrName>ppt_h</p:attrName>
                                        </p:attrNameLst>
                                      </p:cBhvr>
                                      <p:tavLst>
                                        <p:tav tm="0">
                                          <p:val>
                                            <p:fltVal val="0"/>
                                          </p:val>
                                        </p:tav>
                                        <p:tav tm="100000">
                                          <p:val>
                                            <p:strVal val="#ppt_h"/>
                                          </p:val>
                                        </p:tav>
                                      </p:tavLst>
                                    </p:anim>
                                    <p:animEffect transition="in" filter="fade">
                                      <p:cBhvr>
                                        <p:cTn id="23" dur="500"/>
                                        <p:tgtEl>
                                          <p:spTgt spid="40"/>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40"/>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55"/>
                                        </p:tgtEl>
                                        <p:attrNameLst>
                                          <p:attrName>style.visibility</p:attrName>
                                        </p:attrNameLst>
                                      </p:cBhvr>
                                      <p:to>
                                        <p:strVal val="visible"/>
                                      </p:to>
                                    </p:set>
                                    <p:anim calcmode="lin" valueType="num">
                                      <p:cBhvr>
                                        <p:cTn id="29" dur="250" fill="hold"/>
                                        <p:tgtEl>
                                          <p:spTgt spid="55"/>
                                        </p:tgtEl>
                                        <p:attrNameLst>
                                          <p:attrName>ppt_w</p:attrName>
                                        </p:attrNameLst>
                                      </p:cBhvr>
                                      <p:tavLst>
                                        <p:tav tm="0">
                                          <p:val>
                                            <p:fltVal val="0"/>
                                          </p:val>
                                        </p:tav>
                                        <p:tav tm="100000">
                                          <p:val>
                                            <p:strVal val="#ppt_w"/>
                                          </p:val>
                                        </p:tav>
                                      </p:tavLst>
                                    </p:anim>
                                    <p:anim calcmode="lin" valueType="num">
                                      <p:cBhvr>
                                        <p:cTn id="30" dur="250" fill="hold"/>
                                        <p:tgtEl>
                                          <p:spTgt spid="55"/>
                                        </p:tgtEl>
                                        <p:attrNameLst>
                                          <p:attrName>ppt_h</p:attrName>
                                        </p:attrNameLst>
                                      </p:cBhvr>
                                      <p:tavLst>
                                        <p:tav tm="0">
                                          <p:val>
                                            <p:fltVal val="0"/>
                                          </p:val>
                                        </p:tav>
                                        <p:tav tm="100000">
                                          <p:val>
                                            <p:strVal val="#ppt_h"/>
                                          </p:val>
                                        </p:tav>
                                      </p:tavLst>
                                    </p:anim>
                                    <p:animEffect transition="in" filter="fade">
                                      <p:cBhvr>
                                        <p:cTn id="31" dur="250"/>
                                        <p:tgtEl>
                                          <p:spTgt spid="55"/>
                                        </p:tgtEl>
                                      </p:cBhvr>
                                    </p:animEffect>
                                  </p:childTnLst>
                                </p:cTn>
                              </p:par>
                              <p:par>
                                <p:cTn id="32" presetID="6" presetClass="emph" presetSubtype="0" decel="100000" fill="hold" grpId="1" nodeType="withEffect">
                                  <p:stCondLst>
                                    <p:cond delay="200"/>
                                  </p:stCondLst>
                                  <p:childTnLst>
                                    <p:animScale>
                                      <p:cBhvr>
                                        <p:cTn id="33" dur="250" fill="hold"/>
                                        <p:tgtEl>
                                          <p:spTgt spid="55"/>
                                        </p:tgtEl>
                                      </p:cBhvr>
                                      <p:by x="120000" y="120000"/>
                                    </p:animScale>
                                  </p:childTnLst>
                                </p:cTn>
                              </p:par>
                              <p:par>
                                <p:cTn id="34" presetID="6" presetClass="emph" presetSubtype="0" decel="100000" fill="hold" grpId="2" nodeType="withEffect">
                                  <p:stCondLst>
                                    <p:cond delay="400"/>
                                  </p:stCondLst>
                                  <p:childTnLst>
                                    <p:animScale>
                                      <p:cBhvr>
                                        <p:cTn id="35" dur="250" fill="hold"/>
                                        <p:tgtEl>
                                          <p:spTgt spid="55"/>
                                        </p:tgtEl>
                                      </p:cBhvr>
                                      <p:by x="83000" y="83000"/>
                                    </p:animScale>
                                  </p:childTnLst>
                                </p:cTn>
                              </p:par>
                              <p:par>
                                <p:cTn id="36" presetID="53" presetClass="entr" presetSubtype="16" fill="hold" grpId="0" nodeType="withEffect">
                                  <p:stCondLst>
                                    <p:cond delay="400"/>
                                  </p:stCondLst>
                                  <p:childTnLst>
                                    <p:set>
                                      <p:cBhvr>
                                        <p:cTn id="37" dur="1" fill="hold">
                                          <p:stCondLst>
                                            <p:cond delay="0"/>
                                          </p:stCondLst>
                                        </p:cTn>
                                        <p:tgtEl>
                                          <p:spTgt spid="56"/>
                                        </p:tgtEl>
                                        <p:attrNameLst>
                                          <p:attrName>style.visibility</p:attrName>
                                        </p:attrNameLst>
                                      </p:cBhvr>
                                      <p:to>
                                        <p:strVal val="visible"/>
                                      </p:to>
                                    </p:set>
                                    <p:anim calcmode="lin" valueType="num">
                                      <p:cBhvr>
                                        <p:cTn id="38" dur="250" fill="hold"/>
                                        <p:tgtEl>
                                          <p:spTgt spid="56"/>
                                        </p:tgtEl>
                                        <p:attrNameLst>
                                          <p:attrName>ppt_w</p:attrName>
                                        </p:attrNameLst>
                                      </p:cBhvr>
                                      <p:tavLst>
                                        <p:tav tm="0">
                                          <p:val>
                                            <p:fltVal val="0"/>
                                          </p:val>
                                        </p:tav>
                                        <p:tav tm="100000">
                                          <p:val>
                                            <p:strVal val="#ppt_w"/>
                                          </p:val>
                                        </p:tav>
                                      </p:tavLst>
                                    </p:anim>
                                    <p:anim calcmode="lin" valueType="num">
                                      <p:cBhvr>
                                        <p:cTn id="39" dur="250" fill="hold"/>
                                        <p:tgtEl>
                                          <p:spTgt spid="56"/>
                                        </p:tgtEl>
                                        <p:attrNameLst>
                                          <p:attrName>ppt_h</p:attrName>
                                        </p:attrNameLst>
                                      </p:cBhvr>
                                      <p:tavLst>
                                        <p:tav tm="0">
                                          <p:val>
                                            <p:fltVal val="0"/>
                                          </p:val>
                                        </p:tav>
                                        <p:tav tm="100000">
                                          <p:val>
                                            <p:strVal val="#ppt_h"/>
                                          </p:val>
                                        </p:tav>
                                      </p:tavLst>
                                    </p:anim>
                                    <p:animEffect transition="in" filter="fade">
                                      <p:cBhvr>
                                        <p:cTn id="40" dur="250"/>
                                        <p:tgtEl>
                                          <p:spTgt spid="56"/>
                                        </p:tgtEl>
                                      </p:cBhvr>
                                    </p:animEffect>
                                  </p:childTnLst>
                                </p:cTn>
                              </p:par>
                              <p:par>
                                <p:cTn id="41" presetID="6" presetClass="emph" presetSubtype="0" decel="100000" fill="hold" grpId="1" nodeType="withEffect">
                                  <p:stCondLst>
                                    <p:cond delay="600"/>
                                  </p:stCondLst>
                                  <p:childTnLst>
                                    <p:animScale>
                                      <p:cBhvr>
                                        <p:cTn id="42" dur="250" fill="hold"/>
                                        <p:tgtEl>
                                          <p:spTgt spid="56"/>
                                        </p:tgtEl>
                                      </p:cBhvr>
                                      <p:by x="120000" y="120000"/>
                                    </p:animScale>
                                  </p:childTnLst>
                                </p:cTn>
                              </p:par>
                              <p:par>
                                <p:cTn id="43" presetID="6" presetClass="emph" presetSubtype="0" decel="100000" fill="hold" grpId="2" nodeType="withEffect">
                                  <p:stCondLst>
                                    <p:cond delay="800"/>
                                  </p:stCondLst>
                                  <p:childTnLst>
                                    <p:animScale>
                                      <p:cBhvr>
                                        <p:cTn id="44" dur="250" fill="hold"/>
                                        <p:tgtEl>
                                          <p:spTgt spid="56"/>
                                        </p:tgtEl>
                                      </p:cBhvr>
                                      <p:by x="83000" y="83000"/>
                                    </p:animScale>
                                  </p:childTnLst>
                                </p:cTn>
                              </p:par>
                              <p:par>
                                <p:cTn id="45" presetID="53" presetClass="entr" presetSubtype="16" fill="hold" grpId="0" nodeType="withEffect">
                                  <p:stCondLst>
                                    <p:cond delay="600"/>
                                  </p:stCondLst>
                                  <p:childTnLst>
                                    <p:set>
                                      <p:cBhvr>
                                        <p:cTn id="46" dur="1" fill="hold">
                                          <p:stCondLst>
                                            <p:cond delay="0"/>
                                          </p:stCondLst>
                                        </p:cTn>
                                        <p:tgtEl>
                                          <p:spTgt spid="59"/>
                                        </p:tgtEl>
                                        <p:attrNameLst>
                                          <p:attrName>style.visibility</p:attrName>
                                        </p:attrNameLst>
                                      </p:cBhvr>
                                      <p:to>
                                        <p:strVal val="visible"/>
                                      </p:to>
                                    </p:set>
                                    <p:anim calcmode="lin" valueType="num">
                                      <p:cBhvr>
                                        <p:cTn id="47" dur="250" fill="hold"/>
                                        <p:tgtEl>
                                          <p:spTgt spid="59"/>
                                        </p:tgtEl>
                                        <p:attrNameLst>
                                          <p:attrName>ppt_w</p:attrName>
                                        </p:attrNameLst>
                                      </p:cBhvr>
                                      <p:tavLst>
                                        <p:tav tm="0">
                                          <p:val>
                                            <p:fltVal val="0"/>
                                          </p:val>
                                        </p:tav>
                                        <p:tav tm="100000">
                                          <p:val>
                                            <p:strVal val="#ppt_w"/>
                                          </p:val>
                                        </p:tav>
                                      </p:tavLst>
                                    </p:anim>
                                    <p:anim calcmode="lin" valueType="num">
                                      <p:cBhvr>
                                        <p:cTn id="48" dur="250" fill="hold"/>
                                        <p:tgtEl>
                                          <p:spTgt spid="59"/>
                                        </p:tgtEl>
                                        <p:attrNameLst>
                                          <p:attrName>ppt_h</p:attrName>
                                        </p:attrNameLst>
                                      </p:cBhvr>
                                      <p:tavLst>
                                        <p:tav tm="0">
                                          <p:val>
                                            <p:fltVal val="0"/>
                                          </p:val>
                                        </p:tav>
                                        <p:tav tm="100000">
                                          <p:val>
                                            <p:strVal val="#ppt_h"/>
                                          </p:val>
                                        </p:tav>
                                      </p:tavLst>
                                    </p:anim>
                                    <p:animEffect transition="in" filter="fade">
                                      <p:cBhvr>
                                        <p:cTn id="49" dur="250"/>
                                        <p:tgtEl>
                                          <p:spTgt spid="59"/>
                                        </p:tgtEl>
                                      </p:cBhvr>
                                    </p:animEffect>
                                  </p:childTnLst>
                                </p:cTn>
                              </p:par>
                              <p:par>
                                <p:cTn id="50" presetID="6" presetClass="emph" presetSubtype="0" decel="100000" fill="hold" grpId="1" nodeType="withEffect">
                                  <p:stCondLst>
                                    <p:cond delay="800"/>
                                  </p:stCondLst>
                                  <p:childTnLst>
                                    <p:animScale>
                                      <p:cBhvr>
                                        <p:cTn id="51" dur="250" fill="hold"/>
                                        <p:tgtEl>
                                          <p:spTgt spid="59"/>
                                        </p:tgtEl>
                                      </p:cBhvr>
                                      <p:by x="120000" y="120000"/>
                                    </p:animScale>
                                  </p:childTnLst>
                                </p:cTn>
                              </p:par>
                              <p:par>
                                <p:cTn id="52" presetID="6" presetClass="emph" presetSubtype="0" decel="100000" fill="hold" grpId="2" nodeType="withEffect">
                                  <p:stCondLst>
                                    <p:cond delay="1000"/>
                                  </p:stCondLst>
                                  <p:childTnLst>
                                    <p:animScale>
                                      <p:cBhvr>
                                        <p:cTn id="53" dur="250" fill="hold"/>
                                        <p:tgtEl>
                                          <p:spTgt spid="59"/>
                                        </p:tgtEl>
                                      </p:cBhvr>
                                      <p:by x="83000" y="83000"/>
                                    </p:animScale>
                                  </p:childTnLst>
                                </p:cTn>
                              </p:par>
                            </p:childTnLst>
                          </p:cTn>
                        </p:par>
                        <p:par>
                          <p:cTn id="54" fill="hold">
                            <p:stCondLst>
                              <p:cond delay="2750"/>
                            </p:stCondLst>
                            <p:childTnLst>
                              <p:par>
                                <p:cTn id="55" presetID="23" presetClass="entr" presetSubtype="528" fill="hold" grpId="0" nodeType="afterEffect">
                                  <p:stCondLst>
                                    <p:cond delay="0"/>
                                  </p:stCondLst>
                                  <p:childTnLst>
                                    <p:set>
                                      <p:cBhvr>
                                        <p:cTn id="56" dur="1" fill="hold">
                                          <p:stCondLst>
                                            <p:cond delay="0"/>
                                          </p:stCondLst>
                                        </p:cTn>
                                        <p:tgtEl>
                                          <p:spTgt spid="41"/>
                                        </p:tgtEl>
                                        <p:attrNameLst>
                                          <p:attrName>style.visibility</p:attrName>
                                        </p:attrNameLst>
                                      </p:cBhvr>
                                      <p:to>
                                        <p:strVal val="visible"/>
                                      </p:to>
                                    </p:set>
                                    <p:anim calcmode="lin" valueType="num">
                                      <p:cBhvr>
                                        <p:cTn id="57" dur="500" fill="hold"/>
                                        <p:tgtEl>
                                          <p:spTgt spid="41"/>
                                        </p:tgtEl>
                                        <p:attrNameLst>
                                          <p:attrName>ppt_w</p:attrName>
                                        </p:attrNameLst>
                                      </p:cBhvr>
                                      <p:tavLst>
                                        <p:tav tm="0">
                                          <p:val>
                                            <p:fltVal val="0"/>
                                          </p:val>
                                        </p:tav>
                                        <p:tav tm="100000">
                                          <p:val>
                                            <p:strVal val="#ppt_w"/>
                                          </p:val>
                                        </p:tav>
                                      </p:tavLst>
                                    </p:anim>
                                    <p:anim calcmode="lin" valueType="num">
                                      <p:cBhvr>
                                        <p:cTn id="58" dur="500" fill="hold"/>
                                        <p:tgtEl>
                                          <p:spTgt spid="41"/>
                                        </p:tgtEl>
                                        <p:attrNameLst>
                                          <p:attrName>ppt_h</p:attrName>
                                        </p:attrNameLst>
                                      </p:cBhvr>
                                      <p:tavLst>
                                        <p:tav tm="0">
                                          <p:val>
                                            <p:fltVal val="0"/>
                                          </p:val>
                                        </p:tav>
                                        <p:tav tm="100000">
                                          <p:val>
                                            <p:strVal val="#ppt_h"/>
                                          </p:val>
                                        </p:tav>
                                      </p:tavLst>
                                    </p:anim>
                                    <p:anim calcmode="lin" valueType="num">
                                      <p:cBhvr>
                                        <p:cTn id="59" dur="500" fill="hold"/>
                                        <p:tgtEl>
                                          <p:spTgt spid="41"/>
                                        </p:tgtEl>
                                        <p:attrNameLst>
                                          <p:attrName>ppt_x</p:attrName>
                                        </p:attrNameLst>
                                      </p:cBhvr>
                                      <p:tavLst>
                                        <p:tav tm="0">
                                          <p:val>
                                            <p:fltVal val="0.5"/>
                                          </p:val>
                                        </p:tav>
                                        <p:tav tm="100000">
                                          <p:val>
                                            <p:strVal val="#ppt_x"/>
                                          </p:val>
                                        </p:tav>
                                      </p:tavLst>
                                    </p:anim>
                                    <p:anim calcmode="lin" valueType="num">
                                      <p:cBhvr>
                                        <p:cTn id="60" dur="500" fill="hold"/>
                                        <p:tgtEl>
                                          <p:spTgt spid="41"/>
                                        </p:tgtEl>
                                        <p:attrNameLst>
                                          <p:attrName>ppt_y</p:attrName>
                                        </p:attrNameLst>
                                      </p:cBhvr>
                                      <p:tavLst>
                                        <p:tav tm="0">
                                          <p:val>
                                            <p:fltVal val="0.5"/>
                                          </p:val>
                                        </p:tav>
                                        <p:tav tm="100000">
                                          <p:val>
                                            <p:strVal val="#ppt_y"/>
                                          </p:val>
                                        </p:tav>
                                      </p:tavLst>
                                    </p:anim>
                                  </p:childTnLst>
                                </p:cTn>
                              </p:par>
                              <p:par>
                                <p:cTn id="61" presetID="23" presetClass="entr" presetSubtype="528"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anim calcmode="lin" valueType="num">
                                      <p:cBhvr>
                                        <p:cTn id="63" dur="500" fill="hold"/>
                                        <p:tgtEl>
                                          <p:spTgt spid="42"/>
                                        </p:tgtEl>
                                        <p:attrNameLst>
                                          <p:attrName>ppt_w</p:attrName>
                                        </p:attrNameLst>
                                      </p:cBhvr>
                                      <p:tavLst>
                                        <p:tav tm="0">
                                          <p:val>
                                            <p:fltVal val="0"/>
                                          </p:val>
                                        </p:tav>
                                        <p:tav tm="100000">
                                          <p:val>
                                            <p:strVal val="#ppt_w"/>
                                          </p:val>
                                        </p:tav>
                                      </p:tavLst>
                                    </p:anim>
                                    <p:anim calcmode="lin" valueType="num">
                                      <p:cBhvr>
                                        <p:cTn id="64" dur="500" fill="hold"/>
                                        <p:tgtEl>
                                          <p:spTgt spid="42"/>
                                        </p:tgtEl>
                                        <p:attrNameLst>
                                          <p:attrName>ppt_h</p:attrName>
                                        </p:attrNameLst>
                                      </p:cBhvr>
                                      <p:tavLst>
                                        <p:tav tm="0">
                                          <p:val>
                                            <p:fltVal val="0"/>
                                          </p:val>
                                        </p:tav>
                                        <p:tav tm="100000">
                                          <p:val>
                                            <p:strVal val="#ppt_h"/>
                                          </p:val>
                                        </p:tav>
                                      </p:tavLst>
                                    </p:anim>
                                    <p:anim calcmode="lin" valueType="num">
                                      <p:cBhvr>
                                        <p:cTn id="65" dur="500" fill="hold"/>
                                        <p:tgtEl>
                                          <p:spTgt spid="42"/>
                                        </p:tgtEl>
                                        <p:attrNameLst>
                                          <p:attrName>ppt_x</p:attrName>
                                        </p:attrNameLst>
                                      </p:cBhvr>
                                      <p:tavLst>
                                        <p:tav tm="0">
                                          <p:val>
                                            <p:fltVal val="0.5"/>
                                          </p:val>
                                        </p:tav>
                                        <p:tav tm="100000">
                                          <p:val>
                                            <p:strVal val="#ppt_x"/>
                                          </p:val>
                                        </p:tav>
                                      </p:tavLst>
                                    </p:anim>
                                    <p:anim calcmode="lin" valueType="num">
                                      <p:cBhvr>
                                        <p:cTn id="66" dur="500" fill="hold"/>
                                        <p:tgtEl>
                                          <p:spTgt spid="42"/>
                                        </p:tgtEl>
                                        <p:attrNameLst>
                                          <p:attrName>ppt_y</p:attrName>
                                        </p:attrNameLst>
                                      </p:cBhvr>
                                      <p:tavLst>
                                        <p:tav tm="0">
                                          <p:val>
                                            <p:fltVal val="0.5"/>
                                          </p:val>
                                        </p:tav>
                                        <p:tav tm="100000">
                                          <p:val>
                                            <p:strVal val="#ppt_y"/>
                                          </p:val>
                                        </p:tav>
                                      </p:tavLst>
                                    </p:anim>
                                  </p:childTnLst>
                                </p:cTn>
                              </p:par>
                            </p:childTnLst>
                          </p:cTn>
                        </p:par>
                        <p:par>
                          <p:cTn id="67" fill="hold">
                            <p:stCondLst>
                              <p:cond delay="3250"/>
                            </p:stCondLst>
                            <p:childTnLst>
                              <p:par>
                                <p:cTn id="68" presetID="53" presetClass="entr" presetSubtype="16" fill="hold" grpId="0" nodeType="afterEffect">
                                  <p:stCondLst>
                                    <p:cond delay="0"/>
                                  </p:stCondLst>
                                  <p:childTnLst>
                                    <p:set>
                                      <p:cBhvr>
                                        <p:cTn id="69" dur="1" fill="hold">
                                          <p:stCondLst>
                                            <p:cond delay="0"/>
                                          </p:stCondLst>
                                        </p:cTn>
                                        <p:tgtEl>
                                          <p:spTgt spid="49"/>
                                        </p:tgtEl>
                                        <p:attrNameLst>
                                          <p:attrName>style.visibility</p:attrName>
                                        </p:attrNameLst>
                                      </p:cBhvr>
                                      <p:to>
                                        <p:strVal val="visible"/>
                                      </p:to>
                                    </p:set>
                                    <p:anim calcmode="lin" valueType="num">
                                      <p:cBhvr>
                                        <p:cTn id="70" dur="500" fill="hold"/>
                                        <p:tgtEl>
                                          <p:spTgt spid="49"/>
                                        </p:tgtEl>
                                        <p:attrNameLst>
                                          <p:attrName>ppt_w</p:attrName>
                                        </p:attrNameLst>
                                      </p:cBhvr>
                                      <p:tavLst>
                                        <p:tav tm="0">
                                          <p:val>
                                            <p:fltVal val="0"/>
                                          </p:val>
                                        </p:tav>
                                        <p:tav tm="100000">
                                          <p:val>
                                            <p:strVal val="#ppt_w"/>
                                          </p:val>
                                        </p:tav>
                                      </p:tavLst>
                                    </p:anim>
                                    <p:anim calcmode="lin" valueType="num">
                                      <p:cBhvr>
                                        <p:cTn id="71" dur="500" fill="hold"/>
                                        <p:tgtEl>
                                          <p:spTgt spid="49"/>
                                        </p:tgtEl>
                                        <p:attrNameLst>
                                          <p:attrName>ppt_h</p:attrName>
                                        </p:attrNameLst>
                                      </p:cBhvr>
                                      <p:tavLst>
                                        <p:tav tm="0">
                                          <p:val>
                                            <p:fltVal val="0"/>
                                          </p:val>
                                        </p:tav>
                                        <p:tav tm="100000">
                                          <p:val>
                                            <p:strVal val="#ppt_h"/>
                                          </p:val>
                                        </p:tav>
                                      </p:tavLst>
                                    </p:anim>
                                    <p:animEffect transition="in" filter="fade">
                                      <p:cBhvr>
                                        <p:cTn id="72" dur="500"/>
                                        <p:tgtEl>
                                          <p:spTgt spid="49"/>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50"/>
                                        </p:tgtEl>
                                        <p:attrNameLst>
                                          <p:attrName>style.visibility</p:attrName>
                                        </p:attrNameLst>
                                      </p:cBhvr>
                                      <p:to>
                                        <p:strVal val="visible"/>
                                      </p:to>
                                    </p:set>
                                    <p:anim calcmode="lin" valueType="num">
                                      <p:cBhvr>
                                        <p:cTn id="75" dur="500" fill="hold"/>
                                        <p:tgtEl>
                                          <p:spTgt spid="50"/>
                                        </p:tgtEl>
                                        <p:attrNameLst>
                                          <p:attrName>ppt_w</p:attrName>
                                        </p:attrNameLst>
                                      </p:cBhvr>
                                      <p:tavLst>
                                        <p:tav tm="0">
                                          <p:val>
                                            <p:fltVal val="0"/>
                                          </p:val>
                                        </p:tav>
                                        <p:tav tm="100000">
                                          <p:val>
                                            <p:strVal val="#ppt_w"/>
                                          </p:val>
                                        </p:tav>
                                      </p:tavLst>
                                    </p:anim>
                                    <p:anim calcmode="lin" valueType="num">
                                      <p:cBhvr>
                                        <p:cTn id="76" dur="500" fill="hold"/>
                                        <p:tgtEl>
                                          <p:spTgt spid="50"/>
                                        </p:tgtEl>
                                        <p:attrNameLst>
                                          <p:attrName>ppt_h</p:attrName>
                                        </p:attrNameLst>
                                      </p:cBhvr>
                                      <p:tavLst>
                                        <p:tav tm="0">
                                          <p:val>
                                            <p:fltVal val="0"/>
                                          </p:val>
                                        </p:tav>
                                        <p:tav tm="100000">
                                          <p:val>
                                            <p:strVal val="#ppt_h"/>
                                          </p:val>
                                        </p:tav>
                                      </p:tavLst>
                                    </p:anim>
                                    <p:animEffect transition="in" filter="fade">
                                      <p:cBhvr>
                                        <p:cTn id="77" dur="500"/>
                                        <p:tgtEl>
                                          <p:spTgt spid="50"/>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51"/>
                                        </p:tgtEl>
                                        <p:attrNameLst>
                                          <p:attrName>style.visibility</p:attrName>
                                        </p:attrNameLst>
                                      </p:cBhvr>
                                      <p:to>
                                        <p:strVal val="visible"/>
                                      </p:to>
                                    </p:set>
                                    <p:anim calcmode="lin" valueType="num">
                                      <p:cBhvr>
                                        <p:cTn id="80" dur="500" fill="hold"/>
                                        <p:tgtEl>
                                          <p:spTgt spid="51"/>
                                        </p:tgtEl>
                                        <p:attrNameLst>
                                          <p:attrName>ppt_w</p:attrName>
                                        </p:attrNameLst>
                                      </p:cBhvr>
                                      <p:tavLst>
                                        <p:tav tm="0">
                                          <p:val>
                                            <p:fltVal val="0"/>
                                          </p:val>
                                        </p:tav>
                                        <p:tav tm="100000">
                                          <p:val>
                                            <p:strVal val="#ppt_w"/>
                                          </p:val>
                                        </p:tav>
                                      </p:tavLst>
                                    </p:anim>
                                    <p:anim calcmode="lin" valueType="num">
                                      <p:cBhvr>
                                        <p:cTn id="81" dur="500" fill="hold"/>
                                        <p:tgtEl>
                                          <p:spTgt spid="51"/>
                                        </p:tgtEl>
                                        <p:attrNameLst>
                                          <p:attrName>ppt_h</p:attrName>
                                        </p:attrNameLst>
                                      </p:cBhvr>
                                      <p:tavLst>
                                        <p:tav tm="0">
                                          <p:val>
                                            <p:fltVal val="0"/>
                                          </p:val>
                                        </p:tav>
                                        <p:tav tm="100000">
                                          <p:val>
                                            <p:strVal val="#ppt_h"/>
                                          </p:val>
                                        </p:tav>
                                      </p:tavLst>
                                    </p:anim>
                                    <p:animEffect transition="in" filter="fade">
                                      <p:cBhvr>
                                        <p:cTn id="82" dur="500"/>
                                        <p:tgtEl>
                                          <p:spTgt spid="51"/>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52"/>
                                        </p:tgtEl>
                                        <p:attrNameLst>
                                          <p:attrName>style.visibility</p:attrName>
                                        </p:attrNameLst>
                                      </p:cBhvr>
                                      <p:to>
                                        <p:strVal val="visible"/>
                                      </p:to>
                                    </p:set>
                                    <p:anim calcmode="lin" valueType="num">
                                      <p:cBhvr>
                                        <p:cTn id="85" dur="500" fill="hold"/>
                                        <p:tgtEl>
                                          <p:spTgt spid="52"/>
                                        </p:tgtEl>
                                        <p:attrNameLst>
                                          <p:attrName>ppt_w</p:attrName>
                                        </p:attrNameLst>
                                      </p:cBhvr>
                                      <p:tavLst>
                                        <p:tav tm="0">
                                          <p:val>
                                            <p:fltVal val="0"/>
                                          </p:val>
                                        </p:tav>
                                        <p:tav tm="100000">
                                          <p:val>
                                            <p:strVal val="#ppt_w"/>
                                          </p:val>
                                        </p:tav>
                                      </p:tavLst>
                                    </p:anim>
                                    <p:anim calcmode="lin" valueType="num">
                                      <p:cBhvr>
                                        <p:cTn id="86" dur="500" fill="hold"/>
                                        <p:tgtEl>
                                          <p:spTgt spid="52"/>
                                        </p:tgtEl>
                                        <p:attrNameLst>
                                          <p:attrName>ppt_h</p:attrName>
                                        </p:attrNameLst>
                                      </p:cBhvr>
                                      <p:tavLst>
                                        <p:tav tm="0">
                                          <p:val>
                                            <p:fltVal val="0"/>
                                          </p:val>
                                        </p:tav>
                                        <p:tav tm="100000">
                                          <p:val>
                                            <p:strVal val="#ppt_h"/>
                                          </p:val>
                                        </p:tav>
                                      </p:tavLst>
                                    </p:anim>
                                    <p:animEffect transition="in" filter="fade">
                                      <p:cBhvr>
                                        <p:cTn id="87" dur="500"/>
                                        <p:tgtEl>
                                          <p:spTgt spid="52"/>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53"/>
                                        </p:tgtEl>
                                        <p:attrNameLst>
                                          <p:attrName>style.visibility</p:attrName>
                                        </p:attrNameLst>
                                      </p:cBhvr>
                                      <p:to>
                                        <p:strVal val="visible"/>
                                      </p:to>
                                    </p:set>
                                    <p:anim calcmode="lin" valueType="num">
                                      <p:cBhvr>
                                        <p:cTn id="90" dur="500" fill="hold"/>
                                        <p:tgtEl>
                                          <p:spTgt spid="53"/>
                                        </p:tgtEl>
                                        <p:attrNameLst>
                                          <p:attrName>ppt_w</p:attrName>
                                        </p:attrNameLst>
                                      </p:cBhvr>
                                      <p:tavLst>
                                        <p:tav tm="0">
                                          <p:val>
                                            <p:fltVal val="0"/>
                                          </p:val>
                                        </p:tav>
                                        <p:tav tm="100000">
                                          <p:val>
                                            <p:strVal val="#ppt_w"/>
                                          </p:val>
                                        </p:tav>
                                      </p:tavLst>
                                    </p:anim>
                                    <p:anim calcmode="lin" valueType="num">
                                      <p:cBhvr>
                                        <p:cTn id="91" dur="500" fill="hold"/>
                                        <p:tgtEl>
                                          <p:spTgt spid="53"/>
                                        </p:tgtEl>
                                        <p:attrNameLst>
                                          <p:attrName>ppt_h</p:attrName>
                                        </p:attrNameLst>
                                      </p:cBhvr>
                                      <p:tavLst>
                                        <p:tav tm="0">
                                          <p:val>
                                            <p:fltVal val="0"/>
                                          </p:val>
                                        </p:tav>
                                        <p:tav tm="100000">
                                          <p:val>
                                            <p:strVal val="#ppt_h"/>
                                          </p:val>
                                        </p:tav>
                                      </p:tavLst>
                                    </p:anim>
                                    <p:animEffect transition="in" filter="fade">
                                      <p:cBhvr>
                                        <p:cTn id="92" dur="500"/>
                                        <p:tgtEl>
                                          <p:spTgt spid="53"/>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54"/>
                                        </p:tgtEl>
                                        <p:attrNameLst>
                                          <p:attrName>style.visibility</p:attrName>
                                        </p:attrNameLst>
                                      </p:cBhvr>
                                      <p:to>
                                        <p:strVal val="visible"/>
                                      </p:to>
                                    </p:set>
                                    <p:anim calcmode="lin" valueType="num">
                                      <p:cBhvr>
                                        <p:cTn id="95" dur="500" fill="hold"/>
                                        <p:tgtEl>
                                          <p:spTgt spid="54"/>
                                        </p:tgtEl>
                                        <p:attrNameLst>
                                          <p:attrName>ppt_w</p:attrName>
                                        </p:attrNameLst>
                                      </p:cBhvr>
                                      <p:tavLst>
                                        <p:tav tm="0">
                                          <p:val>
                                            <p:fltVal val="0"/>
                                          </p:val>
                                        </p:tav>
                                        <p:tav tm="100000">
                                          <p:val>
                                            <p:strVal val="#ppt_w"/>
                                          </p:val>
                                        </p:tav>
                                      </p:tavLst>
                                    </p:anim>
                                    <p:anim calcmode="lin" valueType="num">
                                      <p:cBhvr>
                                        <p:cTn id="96" dur="500" fill="hold"/>
                                        <p:tgtEl>
                                          <p:spTgt spid="54"/>
                                        </p:tgtEl>
                                        <p:attrNameLst>
                                          <p:attrName>ppt_h</p:attrName>
                                        </p:attrNameLst>
                                      </p:cBhvr>
                                      <p:tavLst>
                                        <p:tav tm="0">
                                          <p:val>
                                            <p:fltVal val="0"/>
                                          </p:val>
                                        </p:tav>
                                        <p:tav tm="100000">
                                          <p:val>
                                            <p:strVal val="#ppt_h"/>
                                          </p:val>
                                        </p:tav>
                                      </p:tavLst>
                                    </p:anim>
                                    <p:animEffect transition="in" filter="fade">
                                      <p:cBhvr>
                                        <p:cTn id="97" dur="500"/>
                                        <p:tgtEl>
                                          <p:spTgt spid="54"/>
                                        </p:tgtEl>
                                      </p:cBhvr>
                                    </p:animEffect>
                                  </p:childTnLst>
                                </p:cTn>
                              </p:par>
                            </p:childTnLst>
                          </p:cTn>
                        </p:par>
                        <p:par>
                          <p:cTn id="98" fill="hold">
                            <p:stCondLst>
                              <p:cond delay="3750"/>
                            </p:stCondLst>
                            <p:childTnLst>
                              <p:par>
                                <p:cTn id="99" presetID="22" presetClass="entr" presetSubtype="2" fill="hold" grpId="0" nodeType="afterEffect">
                                  <p:stCondLst>
                                    <p:cond delay="0"/>
                                  </p:stCondLst>
                                  <p:childTnLst>
                                    <p:set>
                                      <p:cBhvr>
                                        <p:cTn id="100" dur="1" fill="hold">
                                          <p:stCondLst>
                                            <p:cond delay="0"/>
                                          </p:stCondLst>
                                        </p:cTn>
                                        <p:tgtEl>
                                          <p:spTgt spid="43"/>
                                        </p:tgtEl>
                                        <p:attrNameLst>
                                          <p:attrName>style.visibility</p:attrName>
                                        </p:attrNameLst>
                                      </p:cBhvr>
                                      <p:to>
                                        <p:strVal val="visible"/>
                                      </p:to>
                                    </p:set>
                                    <p:animEffect transition="in" filter="wipe(right)">
                                      <p:cBhvr>
                                        <p:cTn id="101" dur="500"/>
                                        <p:tgtEl>
                                          <p:spTgt spid="43"/>
                                        </p:tgtEl>
                                      </p:cBhvr>
                                    </p:animEffect>
                                  </p:childTnLst>
                                </p:cTn>
                              </p:par>
                            </p:childTnLst>
                          </p:cTn>
                        </p:par>
                        <p:par>
                          <p:cTn id="102" fill="hold">
                            <p:stCondLst>
                              <p:cond delay="4250"/>
                            </p:stCondLst>
                            <p:childTnLst>
                              <p:par>
                                <p:cTn id="103" presetID="53" presetClass="entr" presetSubtype="16" fill="hold" grpId="0" nodeType="afterEffect">
                                  <p:stCondLst>
                                    <p:cond delay="0"/>
                                  </p:stCondLst>
                                  <p:childTnLst>
                                    <p:set>
                                      <p:cBhvr>
                                        <p:cTn id="104" dur="1" fill="hold">
                                          <p:stCondLst>
                                            <p:cond delay="0"/>
                                          </p:stCondLst>
                                        </p:cTn>
                                        <p:tgtEl>
                                          <p:spTgt spid="57"/>
                                        </p:tgtEl>
                                        <p:attrNameLst>
                                          <p:attrName>style.visibility</p:attrName>
                                        </p:attrNameLst>
                                      </p:cBhvr>
                                      <p:to>
                                        <p:strVal val="visible"/>
                                      </p:to>
                                    </p:set>
                                    <p:anim calcmode="lin" valueType="num">
                                      <p:cBhvr>
                                        <p:cTn id="105" dur="500" fill="hold"/>
                                        <p:tgtEl>
                                          <p:spTgt spid="57"/>
                                        </p:tgtEl>
                                        <p:attrNameLst>
                                          <p:attrName>ppt_w</p:attrName>
                                        </p:attrNameLst>
                                      </p:cBhvr>
                                      <p:tavLst>
                                        <p:tav tm="0">
                                          <p:val>
                                            <p:fltVal val="0"/>
                                          </p:val>
                                        </p:tav>
                                        <p:tav tm="100000">
                                          <p:val>
                                            <p:strVal val="#ppt_w"/>
                                          </p:val>
                                        </p:tav>
                                      </p:tavLst>
                                    </p:anim>
                                    <p:anim calcmode="lin" valueType="num">
                                      <p:cBhvr>
                                        <p:cTn id="106" dur="500" fill="hold"/>
                                        <p:tgtEl>
                                          <p:spTgt spid="57"/>
                                        </p:tgtEl>
                                        <p:attrNameLst>
                                          <p:attrName>ppt_h</p:attrName>
                                        </p:attrNameLst>
                                      </p:cBhvr>
                                      <p:tavLst>
                                        <p:tav tm="0">
                                          <p:val>
                                            <p:fltVal val="0"/>
                                          </p:val>
                                        </p:tav>
                                        <p:tav tm="100000">
                                          <p:val>
                                            <p:strVal val="#ppt_h"/>
                                          </p:val>
                                        </p:tav>
                                      </p:tavLst>
                                    </p:anim>
                                    <p:animEffect transition="in" filter="fade">
                                      <p:cBhvr>
                                        <p:cTn id="107" dur="500"/>
                                        <p:tgtEl>
                                          <p:spTgt spid="57"/>
                                        </p:tgtEl>
                                      </p:cBhvr>
                                    </p:animEffect>
                                  </p:childTnLst>
                                </p:cTn>
                              </p:par>
                            </p:childTnLst>
                          </p:cTn>
                        </p:par>
                        <p:par>
                          <p:cTn id="108" fill="hold">
                            <p:stCondLst>
                              <p:cond delay="4750"/>
                            </p:stCondLst>
                            <p:childTnLst>
                              <p:par>
                                <p:cTn id="109" presetID="53" presetClass="entr" presetSubtype="16" fill="hold" grpId="0" nodeType="afterEffect">
                                  <p:stCondLst>
                                    <p:cond delay="0"/>
                                  </p:stCondLst>
                                  <p:iterate type="lt">
                                    <p:tmPct val="10000"/>
                                  </p:iterate>
                                  <p:childTnLst>
                                    <p:set>
                                      <p:cBhvr>
                                        <p:cTn id="110" dur="1" fill="hold">
                                          <p:stCondLst>
                                            <p:cond delay="0"/>
                                          </p:stCondLst>
                                        </p:cTn>
                                        <p:tgtEl>
                                          <p:spTgt spid="58"/>
                                        </p:tgtEl>
                                        <p:attrNameLst>
                                          <p:attrName>style.visibility</p:attrName>
                                        </p:attrNameLst>
                                      </p:cBhvr>
                                      <p:to>
                                        <p:strVal val="visible"/>
                                      </p:to>
                                    </p:set>
                                    <p:anim calcmode="lin" valueType="num">
                                      <p:cBhvr>
                                        <p:cTn id="111" dur="250" fill="hold"/>
                                        <p:tgtEl>
                                          <p:spTgt spid="58"/>
                                        </p:tgtEl>
                                        <p:attrNameLst>
                                          <p:attrName>ppt_w</p:attrName>
                                        </p:attrNameLst>
                                      </p:cBhvr>
                                      <p:tavLst>
                                        <p:tav tm="0">
                                          <p:val>
                                            <p:fltVal val="0"/>
                                          </p:val>
                                        </p:tav>
                                        <p:tav tm="100000">
                                          <p:val>
                                            <p:strVal val="#ppt_w"/>
                                          </p:val>
                                        </p:tav>
                                      </p:tavLst>
                                    </p:anim>
                                    <p:anim calcmode="lin" valueType="num">
                                      <p:cBhvr>
                                        <p:cTn id="112" dur="250" fill="hold"/>
                                        <p:tgtEl>
                                          <p:spTgt spid="58"/>
                                        </p:tgtEl>
                                        <p:attrNameLst>
                                          <p:attrName>ppt_h</p:attrName>
                                        </p:attrNameLst>
                                      </p:cBhvr>
                                      <p:tavLst>
                                        <p:tav tm="0">
                                          <p:val>
                                            <p:fltVal val="0"/>
                                          </p:val>
                                        </p:tav>
                                        <p:tav tm="100000">
                                          <p:val>
                                            <p:strVal val="#ppt_h"/>
                                          </p:val>
                                        </p:tav>
                                      </p:tavLst>
                                    </p:anim>
                                    <p:animEffect transition="in" filter="fade">
                                      <p:cBhvr>
                                        <p:cTn id="113" dur="250"/>
                                        <p:tgtEl>
                                          <p:spTgt spid="58"/>
                                        </p:tgtEl>
                                      </p:cBhvr>
                                    </p:animEffect>
                                  </p:childTnLst>
                                </p:cTn>
                              </p:par>
                            </p:childTnLst>
                          </p:cTn>
                        </p:par>
                        <p:par>
                          <p:cTn id="114" fill="hold">
                            <p:stCondLst>
                              <p:cond delay="5925"/>
                            </p:stCondLst>
                            <p:childTnLst>
                              <p:par>
                                <p:cTn id="115" presetID="22" presetClass="entr" presetSubtype="2" fill="hold" grpId="0" nodeType="afterEffect">
                                  <p:stCondLst>
                                    <p:cond delay="0"/>
                                  </p:stCondLst>
                                  <p:childTnLst>
                                    <p:set>
                                      <p:cBhvr>
                                        <p:cTn id="116" dur="1" fill="hold">
                                          <p:stCondLst>
                                            <p:cond delay="0"/>
                                          </p:stCondLst>
                                        </p:cTn>
                                        <p:tgtEl>
                                          <p:spTgt spid="45"/>
                                        </p:tgtEl>
                                        <p:attrNameLst>
                                          <p:attrName>style.visibility</p:attrName>
                                        </p:attrNameLst>
                                      </p:cBhvr>
                                      <p:to>
                                        <p:strVal val="visible"/>
                                      </p:to>
                                    </p:set>
                                    <p:animEffect transition="in" filter="wipe(right)">
                                      <p:cBhvr>
                                        <p:cTn id="117" dur="500"/>
                                        <p:tgtEl>
                                          <p:spTgt spid="45"/>
                                        </p:tgtEl>
                                      </p:cBhvr>
                                    </p:animEffect>
                                  </p:childTnLst>
                                </p:cTn>
                              </p:par>
                            </p:childTnLst>
                          </p:cTn>
                        </p:par>
                        <p:par>
                          <p:cTn id="118" fill="hold">
                            <p:stCondLst>
                              <p:cond delay="6425"/>
                            </p:stCondLst>
                            <p:childTnLst>
                              <p:par>
                                <p:cTn id="119" presetID="53" presetClass="entr" presetSubtype="16" fill="hold" grpId="0" nodeType="afterEffect">
                                  <p:stCondLst>
                                    <p:cond delay="0"/>
                                  </p:stCondLst>
                                  <p:childTnLst>
                                    <p:set>
                                      <p:cBhvr>
                                        <p:cTn id="120" dur="1" fill="hold">
                                          <p:stCondLst>
                                            <p:cond delay="0"/>
                                          </p:stCondLst>
                                        </p:cTn>
                                        <p:tgtEl>
                                          <p:spTgt spid="61"/>
                                        </p:tgtEl>
                                        <p:attrNameLst>
                                          <p:attrName>style.visibility</p:attrName>
                                        </p:attrNameLst>
                                      </p:cBhvr>
                                      <p:to>
                                        <p:strVal val="visible"/>
                                      </p:to>
                                    </p:set>
                                    <p:anim calcmode="lin" valueType="num">
                                      <p:cBhvr>
                                        <p:cTn id="121" dur="500" fill="hold"/>
                                        <p:tgtEl>
                                          <p:spTgt spid="61"/>
                                        </p:tgtEl>
                                        <p:attrNameLst>
                                          <p:attrName>ppt_w</p:attrName>
                                        </p:attrNameLst>
                                      </p:cBhvr>
                                      <p:tavLst>
                                        <p:tav tm="0">
                                          <p:val>
                                            <p:fltVal val="0"/>
                                          </p:val>
                                        </p:tav>
                                        <p:tav tm="100000">
                                          <p:val>
                                            <p:strVal val="#ppt_w"/>
                                          </p:val>
                                        </p:tav>
                                      </p:tavLst>
                                    </p:anim>
                                    <p:anim calcmode="lin" valueType="num">
                                      <p:cBhvr>
                                        <p:cTn id="122" dur="500" fill="hold"/>
                                        <p:tgtEl>
                                          <p:spTgt spid="61"/>
                                        </p:tgtEl>
                                        <p:attrNameLst>
                                          <p:attrName>ppt_h</p:attrName>
                                        </p:attrNameLst>
                                      </p:cBhvr>
                                      <p:tavLst>
                                        <p:tav tm="0">
                                          <p:val>
                                            <p:fltVal val="0"/>
                                          </p:val>
                                        </p:tav>
                                        <p:tav tm="100000">
                                          <p:val>
                                            <p:strVal val="#ppt_h"/>
                                          </p:val>
                                        </p:tav>
                                      </p:tavLst>
                                    </p:anim>
                                    <p:animEffect transition="in" filter="fade">
                                      <p:cBhvr>
                                        <p:cTn id="123" dur="500"/>
                                        <p:tgtEl>
                                          <p:spTgt spid="61"/>
                                        </p:tgtEl>
                                      </p:cBhvr>
                                    </p:animEffect>
                                  </p:childTnLst>
                                </p:cTn>
                              </p:par>
                            </p:childTnLst>
                          </p:cTn>
                        </p:par>
                        <p:par>
                          <p:cTn id="124" fill="hold">
                            <p:stCondLst>
                              <p:cond delay="6925"/>
                            </p:stCondLst>
                            <p:childTnLst>
                              <p:par>
                                <p:cTn id="125" presetID="53" presetClass="entr" presetSubtype="16" fill="hold" grpId="0" nodeType="afterEffect">
                                  <p:stCondLst>
                                    <p:cond delay="0"/>
                                  </p:stCondLst>
                                  <p:iterate type="lt">
                                    <p:tmPct val="10000"/>
                                  </p:iterate>
                                  <p:childTnLst>
                                    <p:set>
                                      <p:cBhvr>
                                        <p:cTn id="126" dur="1" fill="hold">
                                          <p:stCondLst>
                                            <p:cond delay="0"/>
                                          </p:stCondLst>
                                        </p:cTn>
                                        <p:tgtEl>
                                          <p:spTgt spid="65"/>
                                        </p:tgtEl>
                                        <p:attrNameLst>
                                          <p:attrName>style.visibility</p:attrName>
                                        </p:attrNameLst>
                                      </p:cBhvr>
                                      <p:to>
                                        <p:strVal val="visible"/>
                                      </p:to>
                                    </p:set>
                                    <p:anim calcmode="lin" valueType="num">
                                      <p:cBhvr>
                                        <p:cTn id="127" dur="250" fill="hold"/>
                                        <p:tgtEl>
                                          <p:spTgt spid="65"/>
                                        </p:tgtEl>
                                        <p:attrNameLst>
                                          <p:attrName>ppt_w</p:attrName>
                                        </p:attrNameLst>
                                      </p:cBhvr>
                                      <p:tavLst>
                                        <p:tav tm="0">
                                          <p:val>
                                            <p:fltVal val="0"/>
                                          </p:val>
                                        </p:tav>
                                        <p:tav tm="100000">
                                          <p:val>
                                            <p:strVal val="#ppt_w"/>
                                          </p:val>
                                        </p:tav>
                                      </p:tavLst>
                                    </p:anim>
                                    <p:anim calcmode="lin" valueType="num">
                                      <p:cBhvr>
                                        <p:cTn id="128" dur="250" fill="hold"/>
                                        <p:tgtEl>
                                          <p:spTgt spid="65"/>
                                        </p:tgtEl>
                                        <p:attrNameLst>
                                          <p:attrName>ppt_h</p:attrName>
                                        </p:attrNameLst>
                                      </p:cBhvr>
                                      <p:tavLst>
                                        <p:tav tm="0">
                                          <p:val>
                                            <p:fltVal val="0"/>
                                          </p:val>
                                        </p:tav>
                                        <p:tav tm="100000">
                                          <p:val>
                                            <p:strVal val="#ppt_h"/>
                                          </p:val>
                                        </p:tav>
                                      </p:tavLst>
                                    </p:anim>
                                    <p:animEffect transition="in" filter="fade">
                                      <p:cBhvr>
                                        <p:cTn id="129" dur="250"/>
                                        <p:tgtEl>
                                          <p:spTgt spid="65"/>
                                        </p:tgtEl>
                                      </p:cBhvr>
                                    </p:animEffect>
                                  </p:childTnLst>
                                </p:cTn>
                              </p:par>
                            </p:childTnLst>
                          </p:cTn>
                        </p:par>
                        <p:par>
                          <p:cTn id="130" fill="hold">
                            <p:stCondLst>
                              <p:cond delay="8100"/>
                            </p:stCondLst>
                            <p:childTnLst>
                              <p:par>
                                <p:cTn id="131" presetID="22" presetClass="entr" presetSubtype="2" fill="hold" grpId="0" nodeType="after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wipe(right)">
                                      <p:cBhvr>
                                        <p:cTn id="133" dur="500"/>
                                        <p:tgtEl>
                                          <p:spTgt spid="44"/>
                                        </p:tgtEl>
                                      </p:cBhvr>
                                    </p:animEffect>
                                  </p:childTnLst>
                                </p:cTn>
                              </p:par>
                            </p:childTnLst>
                          </p:cTn>
                        </p:par>
                        <p:par>
                          <p:cTn id="134" fill="hold">
                            <p:stCondLst>
                              <p:cond delay="8600"/>
                            </p:stCondLst>
                            <p:childTnLst>
                              <p:par>
                                <p:cTn id="135" presetID="53" presetClass="entr" presetSubtype="16" fill="hold" grpId="0" nodeType="afterEffect">
                                  <p:stCondLst>
                                    <p:cond delay="0"/>
                                  </p:stCondLst>
                                  <p:childTnLst>
                                    <p:set>
                                      <p:cBhvr>
                                        <p:cTn id="136" dur="1" fill="hold">
                                          <p:stCondLst>
                                            <p:cond delay="0"/>
                                          </p:stCondLst>
                                        </p:cTn>
                                        <p:tgtEl>
                                          <p:spTgt spid="62"/>
                                        </p:tgtEl>
                                        <p:attrNameLst>
                                          <p:attrName>style.visibility</p:attrName>
                                        </p:attrNameLst>
                                      </p:cBhvr>
                                      <p:to>
                                        <p:strVal val="visible"/>
                                      </p:to>
                                    </p:set>
                                    <p:anim calcmode="lin" valueType="num">
                                      <p:cBhvr>
                                        <p:cTn id="137" dur="500" fill="hold"/>
                                        <p:tgtEl>
                                          <p:spTgt spid="62"/>
                                        </p:tgtEl>
                                        <p:attrNameLst>
                                          <p:attrName>ppt_w</p:attrName>
                                        </p:attrNameLst>
                                      </p:cBhvr>
                                      <p:tavLst>
                                        <p:tav tm="0">
                                          <p:val>
                                            <p:fltVal val="0"/>
                                          </p:val>
                                        </p:tav>
                                        <p:tav tm="100000">
                                          <p:val>
                                            <p:strVal val="#ppt_w"/>
                                          </p:val>
                                        </p:tav>
                                      </p:tavLst>
                                    </p:anim>
                                    <p:anim calcmode="lin" valueType="num">
                                      <p:cBhvr>
                                        <p:cTn id="138" dur="500" fill="hold"/>
                                        <p:tgtEl>
                                          <p:spTgt spid="62"/>
                                        </p:tgtEl>
                                        <p:attrNameLst>
                                          <p:attrName>ppt_h</p:attrName>
                                        </p:attrNameLst>
                                      </p:cBhvr>
                                      <p:tavLst>
                                        <p:tav tm="0">
                                          <p:val>
                                            <p:fltVal val="0"/>
                                          </p:val>
                                        </p:tav>
                                        <p:tav tm="100000">
                                          <p:val>
                                            <p:strVal val="#ppt_h"/>
                                          </p:val>
                                        </p:tav>
                                      </p:tavLst>
                                    </p:anim>
                                    <p:animEffect transition="in" filter="fade">
                                      <p:cBhvr>
                                        <p:cTn id="139" dur="500"/>
                                        <p:tgtEl>
                                          <p:spTgt spid="62"/>
                                        </p:tgtEl>
                                      </p:cBhvr>
                                    </p:animEffect>
                                  </p:childTnLst>
                                </p:cTn>
                              </p:par>
                            </p:childTnLst>
                          </p:cTn>
                        </p:par>
                        <p:par>
                          <p:cTn id="140" fill="hold">
                            <p:stCondLst>
                              <p:cond delay="9100"/>
                            </p:stCondLst>
                            <p:childTnLst>
                              <p:par>
                                <p:cTn id="141" presetID="53" presetClass="entr" presetSubtype="16" fill="hold" grpId="0" nodeType="afterEffect">
                                  <p:stCondLst>
                                    <p:cond delay="0"/>
                                  </p:stCondLst>
                                  <p:iterate type="lt">
                                    <p:tmPct val="10000"/>
                                  </p:iterate>
                                  <p:childTnLst>
                                    <p:set>
                                      <p:cBhvr>
                                        <p:cTn id="142" dur="1" fill="hold">
                                          <p:stCondLst>
                                            <p:cond delay="0"/>
                                          </p:stCondLst>
                                        </p:cTn>
                                        <p:tgtEl>
                                          <p:spTgt spid="66"/>
                                        </p:tgtEl>
                                        <p:attrNameLst>
                                          <p:attrName>style.visibility</p:attrName>
                                        </p:attrNameLst>
                                      </p:cBhvr>
                                      <p:to>
                                        <p:strVal val="visible"/>
                                      </p:to>
                                    </p:set>
                                    <p:anim calcmode="lin" valueType="num">
                                      <p:cBhvr>
                                        <p:cTn id="143" dur="250" fill="hold"/>
                                        <p:tgtEl>
                                          <p:spTgt spid="66"/>
                                        </p:tgtEl>
                                        <p:attrNameLst>
                                          <p:attrName>ppt_w</p:attrName>
                                        </p:attrNameLst>
                                      </p:cBhvr>
                                      <p:tavLst>
                                        <p:tav tm="0">
                                          <p:val>
                                            <p:fltVal val="0"/>
                                          </p:val>
                                        </p:tav>
                                        <p:tav tm="100000">
                                          <p:val>
                                            <p:strVal val="#ppt_w"/>
                                          </p:val>
                                        </p:tav>
                                      </p:tavLst>
                                    </p:anim>
                                    <p:anim calcmode="lin" valueType="num">
                                      <p:cBhvr>
                                        <p:cTn id="144" dur="250" fill="hold"/>
                                        <p:tgtEl>
                                          <p:spTgt spid="66"/>
                                        </p:tgtEl>
                                        <p:attrNameLst>
                                          <p:attrName>ppt_h</p:attrName>
                                        </p:attrNameLst>
                                      </p:cBhvr>
                                      <p:tavLst>
                                        <p:tav tm="0">
                                          <p:val>
                                            <p:fltVal val="0"/>
                                          </p:val>
                                        </p:tav>
                                        <p:tav tm="100000">
                                          <p:val>
                                            <p:strVal val="#ppt_h"/>
                                          </p:val>
                                        </p:tav>
                                      </p:tavLst>
                                    </p:anim>
                                    <p:animEffect transition="in" filter="fade">
                                      <p:cBhvr>
                                        <p:cTn id="145" dur="250"/>
                                        <p:tgtEl>
                                          <p:spTgt spid="66"/>
                                        </p:tgtEl>
                                      </p:cBhvr>
                                    </p:animEffect>
                                  </p:childTnLst>
                                </p:cTn>
                              </p:par>
                            </p:childTnLst>
                          </p:cTn>
                        </p:par>
                        <p:par>
                          <p:cTn id="146" fill="hold">
                            <p:stCondLst>
                              <p:cond delay="10275"/>
                            </p:stCondLst>
                            <p:childTnLst>
                              <p:par>
                                <p:cTn id="147" presetID="22" presetClass="entr" presetSubtype="8" fill="hold" grpId="0" nodeType="afterEffect">
                                  <p:stCondLst>
                                    <p:cond delay="0"/>
                                  </p:stCondLst>
                                  <p:childTnLst>
                                    <p:set>
                                      <p:cBhvr>
                                        <p:cTn id="148" dur="1" fill="hold">
                                          <p:stCondLst>
                                            <p:cond delay="0"/>
                                          </p:stCondLst>
                                        </p:cTn>
                                        <p:tgtEl>
                                          <p:spTgt spid="46"/>
                                        </p:tgtEl>
                                        <p:attrNameLst>
                                          <p:attrName>style.visibility</p:attrName>
                                        </p:attrNameLst>
                                      </p:cBhvr>
                                      <p:to>
                                        <p:strVal val="visible"/>
                                      </p:to>
                                    </p:set>
                                    <p:animEffect transition="in" filter="wipe(left)">
                                      <p:cBhvr>
                                        <p:cTn id="149" dur="500"/>
                                        <p:tgtEl>
                                          <p:spTgt spid="46"/>
                                        </p:tgtEl>
                                      </p:cBhvr>
                                    </p:animEffect>
                                  </p:childTnLst>
                                </p:cTn>
                              </p:par>
                            </p:childTnLst>
                          </p:cTn>
                        </p:par>
                        <p:par>
                          <p:cTn id="150" fill="hold">
                            <p:stCondLst>
                              <p:cond delay="10775"/>
                            </p:stCondLst>
                            <p:childTnLst>
                              <p:par>
                                <p:cTn id="151" presetID="53" presetClass="entr" presetSubtype="16" fill="hold" grpId="0" nodeType="afterEffect">
                                  <p:stCondLst>
                                    <p:cond delay="0"/>
                                  </p:stCondLst>
                                  <p:childTnLst>
                                    <p:set>
                                      <p:cBhvr>
                                        <p:cTn id="152" dur="1" fill="hold">
                                          <p:stCondLst>
                                            <p:cond delay="0"/>
                                          </p:stCondLst>
                                        </p:cTn>
                                        <p:tgtEl>
                                          <p:spTgt spid="60"/>
                                        </p:tgtEl>
                                        <p:attrNameLst>
                                          <p:attrName>style.visibility</p:attrName>
                                        </p:attrNameLst>
                                      </p:cBhvr>
                                      <p:to>
                                        <p:strVal val="visible"/>
                                      </p:to>
                                    </p:set>
                                    <p:anim calcmode="lin" valueType="num">
                                      <p:cBhvr>
                                        <p:cTn id="153" dur="500" fill="hold"/>
                                        <p:tgtEl>
                                          <p:spTgt spid="60"/>
                                        </p:tgtEl>
                                        <p:attrNameLst>
                                          <p:attrName>ppt_w</p:attrName>
                                        </p:attrNameLst>
                                      </p:cBhvr>
                                      <p:tavLst>
                                        <p:tav tm="0">
                                          <p:val>
                                            <p:fltVal val="0"/>
                                          </p:val>
                                        </p:tav>
                                        <p:tav tm="100000">
                                          <p:val>
                                            <p:strVal val="#ppt_w"/>
                                          </p:val>
                                        </p:tav>
                                      </p:tavLst>
                                    </p:anim>
                                    <p:anim calcmode="lin" valueType="num">
                                      <p:cBhvr>
                                        <p:cTn id="154" dur="500" fill="hold"/>
                                        <p:tgtEl>
                                          <p:spTgt spid="60"/>
                                        </p:tgtEl>
                                        <p:attrNameLst>
                                          <p:attrName>ppt_h</p:attrName>
                                        </p:attrNameLst>
                                      </p:cBhvr>
                                      <p:tavLst>
                                        <p:tav tm="0">
                                          <p:val>
                                            <p:fltVal val="0"/>
                                          </p:val>
                                        </p:tav>
                                        <p:tav tm="100000">
                                          <p:val>
                                            <p:strVal val="#ppt_h"/>
                                          </p:val>
                                        </p:tav>
                                      </p:tavLst>
                                    </p:anim>
                                    <p:animEffect transition="in" filter="fade">
                                      <p:cBhvr>
                                        <p:cTn id="155" dur="500"/>
                                        <p:tgtEl>
                                          <p:spTgt spid="60"/>
                                        </p:tgtEl>
                                      </p:cBhvr>
                                    </p:animEffect>
                                  </p:childTnLst>
                                </p:cTn>
                              </p:par>
                            </p:childTnLst>
                          </p:cTn>
                        </p:par>
                        <p:par>
                          <p:cTn id="156" fill="hold">
                            <p:stCondLst>
                              <p:cond delay="11275"/>
                            </p:stCondLst>
                            <p:childTnLst>
                              <p:par>
                                <p:cTn id="157" presetID="53" presetClass="entr" presetSubtype="16" fill="hold" grpId="0" nodeType="afterEffect">
                                  <p:stCondLst>
                                    <p:cond delay="0"/>
                                  </p:stCondLst>
                                  <p:iterate type="lt">
                                    <p:tmPct val="10000"/>
                                  </p:iterate>
                                  <p:childTnLst>
                                    <p:set>
                                      <p:cBhvr>
                                        <p:cTn id="158" dur="1" fill="hold">
                                          <p:stCondLst>
                                            <p:cond delay="0"/>
                                          </p:stCondLst>
                                        </p:cTn>
                                        <p:tgtEl>
                                          <p:spTgt spid="67"/>
                                        </p:tgtEl>
                                        <p:attrNameLst>
                                          <p:attrName>style.visibility</p:attrName>
                                        </p:attrNameLst>
                                      </p:cBhvr>
                                      <p:to>
                                        <p:strVal val="visible"/>
                                      </p:to>
                                    </p:set>
                                    <p:anim calcmode="lin" valueType="num">
                                      <p:cBhvr>
                                        <p:cTn id="159" dur="250" fill="hold"/>
                                        <p:tgtEl>
                                          <p:spTgt spid="67"/>
                                        </p:tgtEl>
                                        <p:attrNameLst>
                                          <p:attrName>ppt_w</p:attrName>
                                        </p:attrNameLst>
                                      </p:cBhvr>
                                      <p:tavLst>
                                        <p:tav tm="0">
                                          <p:val>
                                            <p:fltVal val="0"/>
                                          </p:val>
                                        </p:tav>
                                        <p:tav tm="100000">
                                          <p:val>
                                            <p:strVal val="#ppt_w"/>
                                          </p:val>
                                        </p:tav>
                                      </p:tavLst>
                                    </p:anim>
                                    <p:anim calcmode="lin" valueType="num">
                                      <p:cBhvr>
                                        <p:cTn id="160" dur="250" fill="hold"/>
                                        <p:tgtEl>
                                          <p:spTgt spid="67"/>
                                        </p:tgtEl>
                                        <p:attrNameLst>
                                          <p:attrName>ppt_h</p:attrName>
                                        </p:attrNameLst>
                                      </p:cBhvr>
                                      <p:tavLst>
                                        <p:tav tm="0">
                                          <p:val>
                                            <p:fltVal val="0"/>
                                          </p:val>
                                        </p:tav>
                                        <p:tav tm="100000">
                                          <p:val>
                                            <p:strVal val="#ppt_h"/>
                                          </p:val>
                                        </p:tav>
                                      </p:tavLst>
                                    </p:anim>
                                    <p:animEffect transition="in" filter="fade">
                                      <p:cBhvr>
                                        <p:cTn id="161" dur="250"/>
                                        <p:tgtEl>
                                          <p:spTgt spid="67"/>
                                        </p:tgtEl>
                                      </p:cBhvr>
                                    </p:animEffect>
                                  </p:childTnLst>
                                </p:cTn>
                              </p:par>
                            </p:childTnLst>
                          </p:cTn>
                        </p:par>
                        <p:par>
                          <p:cTn id="162" fill="hold">
                            <p:stCondLst>
                              <p:cond delay="12450"/>
                            </p:stCondLst>
                            <p:childTnLst>
                              <p:par>
                                <p:cTn id="163" presetID="22" presetClass="entr" presetSubtype="8" fill="hold" grpId="0" nodeType="afterEffect">
                                  <p:stCondLst>
                                    <p:cond delay="0"/>
                                  </p:stCondLst>
                                  <p:childTnLst>
                                    <p:set>
                                      <p:cBhvr>
                                        <p:cTn id="164" dur="1" fill="hold">
                                          <p:stCondLst>
                                            <p:cond delay="0"/>
                                          </p:stCondLst>
                                        </p:cTn>
                                        <p:tgtEl>
                                          <p:spTgt spid="48"/>
                                        </p:tgtEl>
                                        <p:attrNameLst>
                                          <p:attrName>style.visibility</p:attrName>
                                        </p:attrNameLst>
                                      </p:cBhvr>
                                      <p:to>
                                        <p:strVal val="visible"/>
                                      </p:to>
                                    </p:set>
                                    <p:animEffect transition="in" filter="wipe(left)">
                                      <p:cBhvr>
                                        <p:cTn id="165" dur="500"/>
                                        <p:tgtEl>
                                          <p:spTgt spid="48"/>
                                        </p:tgtEl>
                                      </p:cBhvr>
                                    </p:animEffect>
                                  </p:childTnLst>
                                </p:cTn>
                              </p:par>
                            </p:childTnLst>
                          </p:cTn>
                        </p:par>
                        <p:par>
                          <p:cTn id="166" fill="hold">
                            <p:stCondLst>
                              <p:cond delay="12950"/>
                            </p:stCondLst>
                            <p:childTnLst>
                              <p:par>
                                <p:cTn id="167" presetID="53" presetClass="entr" presetSubtype="16" fill="hold" grpId="0" nodeType="afterEffect">
                                  <p:stCondLst>
                                    <p:cond delay="0"/>
                                  </p:stCondLst>
                                  <p:childTnLst>
                                    <p:set>
                                      <p:cBhvr>
                                        <p:cTn id="168" dur="1" fill="hold">
                                          <p:stCondLst>
                                            <p:cond delay="0"/>
                                          </p:stCondLst>
                                        </p:cTn>
                                        <p:tgtEl>
                                          <p:spTgt spid="63"/>
                                        </p:tgtEl>
                                        <p:attrNameLst>
                                          <p:attrName>style.visibility</p:attrName>
                                        </p:attrNameLst>
                                      </p:cBhvr>
                                      <p:to>
                                        <p:strVal val="visible"/>
                                      </p:to>
                                    </p:set>
                                    <p:anim calcmode="lin" valueType="num">
                                      <p:cBhvr>
                                        <p:cTn id="169" dur="500" fill="hold"/>
                                        <p:tgtEl>
                                          <p:spTgt spid="63"/>
                                        </p:tgtEl>
                                        <p:attrNameLst>
                                          <p:attrName>ppt_w</p:attrName>
                                        </p:attrNameLst>
                                      </p:cBhvr>
                                      <p:tavLst>
                                        <p:tav tm="0">
                                          <p:val>
                                            <p:fltVal val="0"/>
                                          </p:val>
                                        </p:tav>
                                        <p:tav tm="100000">
                                          <p:val>
                                            <p:strVal val="#ppt_w"/>
                                          </p:val>
                                        </p:tav>
                                      </p:tavLst>
                                    </p:anim>
                                    <p:anim calcmode="lin" valueType="num">
                                      <p:cBhvr>
                                        <p:cTn id="170" dur="500" fill="hold"/>
                                        <p:tgtEl>
                                          <p:spTgt spid="63"/>
                                        </p:tgtEl>
                                        <p:attrNameLst>
                                          <p:attrName>ppt_h</p:attrName>
                                        </p:attrNameLst>
                                      </p:cBhvr>
                                      <p:tavLst>
                                        <p:tav tm="0">
                                          <p:val>
                                            <p:fltVal val="0"/>
                                          </p:val>
                                        </p:tav>
                                        <p:tav tm="100000">
                                          <p:val>
                                            <p:strVal val="#ppt_h"/>
                                          </p:val>
                                        </p:tav>
                                      </p:tavLst>
                                    </p:anim>
                                    <p:animEffect transition="in" filter="fade">
                                      <p:cBhvr>
                                        <p:cTn id="171" dur="500"/>
                                        <p:tgtEl>
                                          <p:spTgt spid="63"/>
                                        </p:tgtEl>
                                      </p:cBhvr>
                                    </p:animEffect>
                                  </p:childTnLst>
                                </p:cTn>
                              </p:par>
                            </p:childTnLst>
                          </p:cTn>
                        </p:par>
                        <p:par>
                          <p:cTn id="172" fill="hold">
                            <p:stCondLst>
                              <p:cond delay="13450"/>
                            </p:stCondLst>
                            <p:childTnLst>
                              <p:par>
                                <p:cTn id="173" presetID="53" presetClass="entr" presetSubtype="16" fill="hold" grpId="0" nodeType="afterEffect">
                                  <p:stCondLst>
                                    <p:cond delay="0"/>
                                  </p:stCondLst>
                                  <p:iterate type="lt">
                                    <p:tmPct val="10000"/>
                                  </p:iterate>
                                  <p:childTnLst>
                                    <p:set>
                                      <p:cBhvr>
                                        <p:cTn id="174" dur="1" fill="hold">
                                          <p:stCondLst>
                                            <p:cond delay="0"/>
                                          </p:stCondLst>
                                        </p:cTn>
                                        <p:tgtEl>
                                          <p:spTgt spid="68"/>
                                        </p:tgtEl>
                                        <p:attrNameLst>
                                          <p:attrName>style.visibility</p:attrName>
                                        </p:attrNameLst>
                                      </p:cBhvr>
                                      <p:to>
                                        <p:strVal val="visible"/>
                                      </p:to>
                                    </p:set>
                                    <p:anim calcmode="lin" valueType="num">
                                      <p:cBhvr>
                                        <p:cTn id="175" dur="250" fill="hold"/>
                                        <p:tgtEl>
                                          <p:spTgt spid="68"/>
                                        </p:tgtEl>
                                        <p:attrNameLst>
                                          <p:attrName>ppt_w</p:attrName>
                                        </p:attrNameLst>
                                      </p:cBhvr>
                                      <p:tavLst>
                                        <p:tav tm="0">
                                          <p:val>
                                            <p:fltVal val="0"/>
                                          </p:val>
                                        </p:tav>
                                        <p:tav tm="100000">
                                          <p:val>
                                            <p:strVal val="#ppt_w"/>
                                          </p:val>
                                        </p:tav>
                                      </p:tavLst>
                                    </p:anim>
                                    <p:anim calcmode="lin" valueType="num">
                                      <p:cBhvr>
                                        <p:cTn id="176" dur="250" fill="hold"/>
                                        <p:tgtEl>
                                          <p:spTgt spid="68"/>
                                        </p:tgtEl>
                                        <p:attrNameLst>
                                          <p:attrName>ppt_h</p:attrName>
                                        </p:attrNameLst>
                                      </p:cBhvr>
                                      <p:tavLst>
                                        <p:tav tm="0">
                                          <p:val>
                                            <p:fltVal val="0"/>
                                          </p:val>
                                        </p:tav>
                                        <p:tav tm="100000">
                                          <p:val>
                                            <p:strVal val="#ppt_h"/>
                                          </p:val>
                                        </p:tav>
                                      </p:tavLst>
                                    </p:anim>
                                    <p:animEffect transition="in" filter="fade">
                                      <p:cBhvr>
                                        <p:cTn id="177" dur="250"/>
                                        <p:tgtEl>
                                          <p:spTgt spid="68"/>
                                        </p:tgtEl>
                                      </p:cBhvr>
                                    </p:animEffect>
                                  </p:childTnLst>
                                </p:cTn>
                              </p:par>
                            </p:childTnLst>
                          </p:cTn>
                        </p:par>
                        <p:par>
                          <p:cTn id="178" fill="hold">
                            <p:stCondLst>
                              <p:cond delay="14625"/>
                            </p:stCondLst>
                            <p:childTnLst>
                              <p:par>
                                <p:cTn id="179" presetID="22" presetClass="entr" presetSubtype="8" fill="hold" grpId="0" nodeType="afterEffect">
                                  <p:stCondLst>
                                    <p:cond delay="0"/>
                                  </p:stCondLst>
                                  <p:childTnLst>
                                    <p:set>
                                      <p:cBhvr>
                                        <p:cTn id="180" dur="1" fill="hold">
                                          <p:stCondLst>
                                            <p:cond delay="0"/>
                                          </p:stCondLst>
                                        </p:cTn>
                                        <p:tgtEl>
                                          <p:spTgt spid="47"/>
                                        </p:tgtEl>
                                        <p:attrNameLst>
                                          <p:attrName>style.visibility</p:attrName>
                                        </p:attrNameLst>
                                      </p:cBhvr>
                                      <p:to>
                                        <p:strVal val="visible"/>
                                      </p:to>
                                    </p:set>
                                    <p:animEffect transition="in" filter="wipe(left)">
                                      <p:cBhvr>
                                        <p:cTn id="181" dur="500"/>
                                        <p:tgtEl>
                                          <p:spTgt spid="47"/>
                                        </p:tgtEl>
                                      </p:cBhvr>
                                    </p:animEffect>
                                  </p:childTnLst>
                                </p:cTn>
                              </p:par>
                            </p:childTnLst>
                          </p:cTn>
                        </p:par>
                        <p:par>
                          <p:cTn id="182" fill="hold">
                            <p:stCondLst>
                              <p:cond delay="15125"/>
                            </p:stCondLst>
                            <p:childTnLst>
                              <p:par>
                                <p:cTn id="183" presetID="53" presetClass="entr" presetSubtype="16" fill="hold" grpId="0" nodeType="afterEffect">
                                  <p:stCondLst>
                                    <p:cond delay="0"/>
                                  </p:stCondLst>
                                  <p:childTnLst>
                                    <p:set>
                                      <p:cBhvr>
                                        <p:cTn id="184" dur="1" fill="hold">
                                          <p:stCondLst>
                                            <p:cond delay="0"/>
                                          </p:stCondLst>
                                        </p:cTn>
                                        <p:tgtEl>
                                          <p:spTgt spid="64"/>
                                        </p:tgtEl>
                                        <p:attrNameLst>
                                          <p:attrName>style.visibility</p:attrName>
                                        </p:attrNameLst>
                                      </p:cBhvr>
                                      <p:to>
                                        <p:strVal val="visible"/>
                                      </p:to>
                                    </p:set>
                                    <p:anim calcmode="lin" valueType="num">
                                      <p:cBhvr>
                                        <p:cTn id="185" dur="500" fill="hold"/>
                                        <p:tgtEl>
                                          <p:spTgt spid="64"/>
                                        </p:tgtEl>
                                        <p:attrNameLst>
                                          <p:attrName>ppt_w</p:attrName>
                                        </p:attrNameLst>
                                      </p:cBhvr>
                                      <p:tavLst>
                                        <p:tav tm="0">
                                          <p:val>
                                            <p:fltVal val="0"/>
                                          </p:val>
                                        </p:tav>
                                        <p:tav tm="100000">
                                          <p:val>
                                            <p:strVal val="#ppt_w"/>
                                          </p:val>
                                        </p:tav>
                                      </p:tavLst>
                                    </p:anim>
                                    <p:anim calcmode="lin" valueType="num">
                                      <p:cBhvr>
                                        <p:cTn id="186" dur="500" fill="hold"/>
                                        <p:tgtEl>
                                          <p:spTgt spid="64"/>
                                        </p:tgtEl>
                                        <p:attrNameLst>
                                          <p:attrName>ppt_h</p:attrName>
                                        </p:attrNameLst>
                                      </p:cBhvr>
                                      <p:tavLst>
                                        <p:tav tm="0">
                                          <p:val>
                                            <p:fltVal val="0"/>
                                          </p:val>
                                        </p:tav>
                                        <p:tav tm="100000">
                                          <p:val>
                                            <p:strVal val="#ppt_h"/>
                                          </p:val>
                                        </p:tav>
                                      </p:tavLst>
                                    </p:anim>
                                    <p:animEffect transition="in" filter="fade">
                                      <p:cBhvr>
                                        <p:cTn id="187" dur="500"/>
                                        <p:tgtEl>
                                          <p:spTgt spid="64"/>
                                        </p:tgtEl>
                                      </p:cBhvr>
                                    </p:animEffect>
                                  </p:childTnLst>
                                </p:cTn>
                              </p:par>
                            </p:childTnLst>
                          </p:cTn>
                        </p:par>
                        <p:par>
                          <p:cTn id="188" fill="hold">
                            <p:stCondLst>
                              <p:cond delay="15625"/>
                            </p:stCondLst>
                            <p:childTnLst>
                              <p:par>
                                <p:cTn id="189" presetID="53" presetClass="entr" presetSubtype="16" fill="hold" grpId="0" nodeType="afterEffect">
                                  <p:stCondLst>
                                    <p:cond delay="0"/>
                                  </p:stCondLst>
                                  <p:iterate type="lt">
                                    <p:tmPct val="10000"/>
                                  </p:iterate>
                                  <p:childTnLst>
                                    <p:set>
                                      <p:cBhvr>
                                        <p:cTn id="190" dur="1" fill="hold">
                                          <p:stCondLst>
                                            <p:cond delay="0"/>
                                          </p:stCondLst>
                                        </p:cTn>
                                        <p:tgtEl>
                                          <p:spTgt spid="69"/>
                                        </p:tgtEl>
                                        <p:attrNameLst>
                                          <p:attrName>style.visibility</p:attrName>
                                        </p:attrNameLst>
                                      </p:cBhvr>
                                      <p:to>
                                        <p:strVal val="visible"/>
                                      </p:to>
                                    </p:set>
                                    <p:anim calcmode="lin" valueType="num">
                                      <p:cBhvr>
                                        <p:cTn id="191" dur="250" fill="hold"/>
                                        <p:tgtEl>
                                          <p:spTgt spid="69"/>
                                        </p:tgtEl>
                                        <p:attrNameLst>
                                          <p:attrName>ppt_w</p:attrName>
                                        </p:attrNameLst>
                                      </p:cBhvr>
                                      <p:tavLst>
                                        <p:tav tm="0">
                                          <p:val>
                                            <p:fltVal val="0"/>
                                          </p:val>
                                        </p:tav>
                                        <p:tav tm="100000">
                                          <p:val>
                                            <p:strVal val="#ppt_w"/>
                                          </p:val>
                                        </p:tav>
                                      </p:tavLst>
                                    </p:anim>
                                    <p:anim calcmode="lin" valueType="num">
                                      <p:cBhvr>
                                        <p:cTn id="192" dur="250" fill="hold"/>
                                        <p:tgtEl>
                                          <p:spTgt spid="69"/>
                                        </p:tgtEl>
                                        <p:attrNameLst>
                                          <p:attrName>ppt_h</p:attrName>
                                        </p:attrNameLst>
                                      </p:cBhvr>
                                      <p:tavLst>
                                        <p:tav tm="0">
                                          <p:val>
                                            <p:fltVal val="0"/>
                                          </p:val>
                                        </p:tav>
                                        <p:tav tm="100000">
                                          <p:val>
                                            <p:strVal val="#ppt_h"/>
                                          </p:val>
                                        </p:tav>
                                      </p:tavLst>
                                    </p:anim>
                                    <p:animEffect transition="in" filter="fade">
                                      <p:cBhvr>
                                        <p:cTn id="193" dur="2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39" grpId="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5" grpId="1" animBg="1"/>
      <p:bldP spid="55" grpId="2" animBg="1"/>
      <p:bldP spid="56" grpId="0" animBg="1"/>
      <p:bldP spid="56" grpId="1" animBg="1"/>
      <p:bldP spid="56" grpId="2" animBg="1"/>
      <p:bldP spid="57" grpId="0"/>
      <p:bldP spid="58" grpId="0"/>
      <p:bldP spid="59" grpId="0"/>
      <p:bldP spid="59" grpId="1"/>
      <p:bldP spid="59" grpId="2"/>
      <p:bldP spid="60" grpId="0"/>
      <p:bldP spid="61" grpId="0"/>
      <p:bldP spid="62" grpId="0"/>
      <p:bldP spid="63" grpId="0"/>
      <p:bldP spid="64" grpId="0"/>
      <p:bldP spid="65" grpId="0"/>
      <p:bldP spid="66" grpId="0"/>
      <p:bldP spid="67" grpId="0"/>
      <p:bldP spid="68" grpId="0"/>
      <p:bldP spid="6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50633" y="228814"/>
            <a:ext cx="720000" cy="720000"/>
            <a:chOff x="450633" y="228814"/>
            <a:chExt cx="720000" cy="720000"/>
          </a:xfrm>
        </p:grpSpPr>
        <p:sp>
          <p:nvSpPr>
            <p:cNvPr id="38" name="椭圆 37"/>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9"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40" name="文本框 39"/>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重点项目展望</a:t>
            </a:r>
          </a:p>
        </p:txBody>
      </p:sp>
      <p:cxnSp>
        <p:nvCxnSpPr>
          <p:cNvPr id="41" name="直接连接符 40"/>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grpSp>
        <p:nvGrpSpPr>
          <p:cNvPr id="42" name="组合 41"/>
          <p:cNvGrpSpPr>
            <a:grpSpLocks noChangeAspect="1"/>
          </p:cNvGrpSpPr>
          <p:nvPr/>
        </p:nvGrpSpPr>
        <p:grpSpPr>
          <a:xfrm>
            <a:off x="0" y="1251796"/>
            <a:ext cx="3945980" cy="1301003"/>
            <a:chOff x="0" y="1348781"/>
            <a:chExt cx="3945980" cy="1301003"/>
          </a:xfrm>
          <a:effectLst>
            <a:outerShdw blurRad="152400" dist="76200" dir="2700000" algn="tl" rotWithShape="0">
              <a:prstClr val="black">
                <a:alpha val="60000"/>
              </a:prstClr>
            </a:outerShdw>
          </a:effectLst>
        </p:grpSpPr>
        <p:sp>
          <p:nvSpPr>
            <p:cNvPr id="43" name="Freeform 20"/>
            <p:cNvSpPr>
              <a:spLocks noChangeAspect="1"/>
            </p:cNvSpPr>
            <p:nvPr/>
          </p:nvSpPr>
          <p:spPr bwMode="auto">
            <a:xfrm>
              <a:off x="823870" y="1805169"/>
              <a:ext cx="3122110" cy="844615"/>
            </a:xfrm>
            <a:custGeom>
              <a:avLst/>
              <a:gdLst>
                <a:gd name="T0" fmla="*/ 0 w 10536"/>
                <a:gd name="T1" fmla="*/ 436 h 2847"/>
                <a:gd name="T2" fmla="*/ 9094 w 10536"/>
                <a:gd name="T3" fmla="*/ 436 h 2847"/>
                <a:gd name="T4" fmla="*/ 9094 w 10536"/>
                <a:gd name="T5" fmla="*/ 79 h 2847"/>
                <a:gd name="T6" fmla="*/ 9095 w 10536"/>
                <a:gd name="T7" fmla="*/ 66 h 2847"/>
                <a:gd name="T8" fmla="*/ 9098 w 10536"/>
                <a:gd name="T9" fmla="*/ 56 h 2847"/>
                <a:gd name="T10" fmla="*/ 9101 w 10536"/>
                <a:gd name="T11" fmla="*/ 44 h 2847"/>
                <a:gd name="T12" fmla="*/ 9107 w 10536"/>
                <a:gd name="T13" fmla="*/ 35 h 2847"/>
                <a:gd name="T14" fmla="*/ 9114 w 10536"/>
                <a:gd name="T15" fmla="*/ 26 h 2847"/>
                <a:gd name="T16" fmla="*/ 9122 w 10536"/>
                <a:gd name="T17" fmla="*/ 17 h 2847"/>
                <a:gd name="T18" fmla="*/ 9133 w 10536"/>
                <a:gd name="T19" fmla="*/ 12 h 2847"/>
                <a:gd name="T20" fmla="*/ 9143 w 10536"/>
                <a:gd name="T21" fmla="*/ 6 h 2847"/>
                <a:gd name="T22" fmla="*/ 9155 w 10536"/>
                <a:gd name="T23" fmla="*/ 2 h 2847"/>
                <a:gd name="T24" fmla="*/ 9166 w 10536"/>
                <a:gd name="T25" fmla="*/ 0 h 2847"/>
                <a:gd name="T26" fmla="*/ 9178 w 10536"/>
                <a:gd name="T27" fmla="*/ 0 h 2847"/>
                <a:gd name="T28" fmla="*/ 9189 w 10536"/>
                <a:gd name="T29" fmla="*/ 1 h 2847"/>
                <a:gd name="T30" fmla="*/ 9200 w 10536"/>
                <a:gd name="T31" fmla="*/ 3 h 2847"/>
                <a:gd name="T32" fmla="*/ 9211 w 10536"/>
                <a:gd name="T33" fmla="*/ 8 h 2847"/>
                <a:gd name="T34" fmla="*/ 9220 w 10536"/>
                <a:gd name="T35" fmla="*/ 15 h 2847"/>
                <a:gd name="T36" fmla="*/ 9229 w 10536"/>
                <a:gd name="T37" fmla="*/ 23 h 2847"/>
                <a:gd name="T38" fmla="*/ 10469 w 10536"/>
                <a:gd name="T39" fmla="*/ 1263 h 2847"/>
                <a:gd name="T40" fmla="*/ 10486 w 10536"/>
                <a:gd name="T41" fmla="*/ 1281 h 2847"/>
                <a:gd name="T42" fmla="*/ 10499 w 10536"/>
                <a:gd name="T43" fmla="*/ 1298 h 2847"/>
                <a:gd name="T44" fmla="*/ 10510 w 10536"/>
                <a:gd name="T45" fmla="*/ 1318 h 2847"/>
                <a:gd name="T46" fmla="*/ 10520 w 10536"/>
                <a:gd name="T47" fmla="*/ 1338 h 2847"/>
                <a:gd name="T48" fmla="*/ 10527 w 10536"/>
                <a:gd name="T49" fmla="*/ 1359 h 2847"/>
                <a:gd name="T50" fmla="*/ 10532 w 10536"/>
                <a:gd name="T51" fmla="*/ 1380 h 2847"/>
                <a:gd name="T52" fmla="*/ 10535 w 10536"/>
                <a:gd name="T53" fmla="*/ 1402 h 2847"/>
                <a:gd name="T54" fmla="*/ 10536 w 10536"/>
                <a:gd name="T55" fmla="*/ 1423 h 2847"/>
                <a:gd name="T56" fmla="*/ 10535 w 10536"/>
                <a:gd name="T57" fmla="*/ 1445 h 2847"/>
                <a:gd name="T58" fmla="*/ 10532 w 10536"/>
                <a:gd name="T59" fmla="*/ 1467 h 2847"/>
                <a:gd name="T60" fmla="*/ 10527 w 10536"/>
                <a:gd name="T61" fmla="*/ 1488 h 2847"/>
                <a:gd name="T62" fmla="*/ 10520 w 10536"/>
                <a:gd name="T63" fmla="*/ 1509 h 2847"/>
                <a:gd name="T64" fmla="*/ 10510 w 10536"/>
                <a:gd name="T65" fmla="*/ 1529 h 2847"/>
                <a:gd name="T66" fmla="*/ 10499 w 10536"/>
                <a:gd name="T67" fmla="*/ 1548 h 2847"/>
                <a:gd name="T68" fmla="*/ 10486 w 10536"/>
                <a:gd name="T69" fmla="*/ 1566 h 2847"/>
                <a:gd name="T70" fmla="*/ 10469 w 10536"/>
                <a:gd name="T71" fmla="*/ 1584 h 2847"/>
                <a:gd name="T72" fmla="*/ 9229 w 10536"/>
                <a:gd name="T73" fmla="*/ 2824 h 2847"/>
                <a:gd name="T74" fmla="*/ 9220 w 10536"/>
                <a:gd name="T75" fmla="*/ 2832 h 2847"/>
                <a:gd name="T76" fmla="*/ 9211 w 10536"/>
                <a:gd name="T77" fmla="*/ 2838 h 2847"/>
                <a:gd name="T78" fmla="*/ 9200 w 10536"/>
                <a:gd name="T79" fmla="*/ 2842 h 2847"/>
                <a:gd name="T80" fmla="*/ 9189 w 10536"/>
                <a:gd name="T81" fmla="*/ 2846 h 2847"/>
                <a:gd name="T82" fmla="*/ 9178 w 10536"/>
                <a:gd name="T83" fmla="*/ 2847 h 2847"/>
                <a:gd name="T84" fmla="*/ 9166 w 10536"/>
                <a:gd name="T85" fmla="*/ 2847 h 2847"/>
                <a:gd name="T86" fmla="*/ 9155 w 10536"/>
                <a:gd name="T87" fmla="*/ 2845 h 2847"/>
                <a:gd name="T88" fmla="*/ 9143 w 10536"/>
                <a:gd name="T89" fmla="*/ 2841 h 2847"/>
                <a:gd name="T90" fmla="*/ 9133 w 10536"/>
                <a:gd name="T91" fmla="*/ 2835 h 2847"/>
                <a:gd name="T92" fmla="*/ 9122 w 10536"/>
                <a:gd name="T93" fmla="*/ 2828 h 2847"/>
                <a:gd name="T94" fmla="*/ 9114 w 10536"/>
                <a:gd name="T95" fmla="*/ 2821 h 2847"/>
                <a:gd name="T96" fmla="*/ 9107 w 10536"/>
                <a:gd name="T97" fmla="*/ 2812 h 2847"/>
                <a:gd name="T98" fmla="*/ 9101 w 10536"/>
                <a:gd name="T99" fmla="*/ 2802 h 2847"/>
                <a:gd name="T100" fmla="*/ 9098 w 10536"/>
                <a:gd name="T101" fmla="*/ 2791 h 2847"/>
                <a:gd name="T102" fmla="*/ 9095 w 10536"/>
                <a:gd name="T103" fmla="*/ 2779 h 2847"/>
                <a:gd name="T104" fmla="*/ 9094 w 10536"/>
                <a:gd name="T105" fmla="*/ 2768 h 2847"/>
                <a:gd name="T106" fmla="*/ 9094 w 10536"/>
                <a:gd name="T107" fmla="*/ 2411 h 2847"/>
                <a:gd name="T108" fmla="*/ 0 w 10536"/>
                <a:gd name="T109" fmla="*/ 2411 h 2847"/>
                <a:gd name="T110" fmla="*/ 0 w 10536"/>
                <a:gd name="T111" fmla="*/ 436 h 2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536" h="2847">
                  <a:moveTo>
                    <a:pt x="0" y="436"/>
                  </a:moveTo>
                  <a:lnTo>
                    <a:pt x="9094" y="436"/>
                  </a:lnTo>
                  <a:lnTo>
                    <a:pt x="9094" y="79"/>
                  </a:lnTo>
                  <a:lnTo>
                    <a:pt x="9095" y="66"/>
                  </a:lnTo>
                  <a:lnTo>
                    <a:pt x="9098" y="56"/>
                  </a:lnTo>
                  <a:lnTo>
                    <a:pt x="9101" y="44"/>
                  </a:lnTo>
                  <a:lnTo>
                    <a:pt x="9107" y="35"/>
                  </a:lnTo>
                  <a:lnTo>
                    <a:pt x="9114" y="26"/>
                  </a:lnTo>
                  <a:lnTo>
                    <a:pt x="9122" y="17"/>
                  </a:lnTo>
                  <a:lnTo>
                    <a:pt x="9133" y="12"/>
                  </a:lnTo>
                  <a:lnTo>
                    <a:pt x="9143" y="6"/>
                  </a:lnTo>
                  <a:lnTo>
                    <a:pt x="9155" y="2"/>
                  </a:lnTo>
                  <a:lnTo>
                    <a:pt x="9166" y="0"/>
                  </a:lnTo>
                  <a:lnTo>
                    <a:pt x="9178" y="0"/>
                  </a:lnTo>
                  <a:lnTo>
                    <a:pt x="9189" y="1"/>
                  </a:lnTo>
                  <a:lnTo>
                    <a:pt x="9200" y="3"/>
                  </a:lnTo>
                  <a:lnTo>
                    <a:pt x="9211" y="8"/>
                  </a:lnTo>
                  <a:lnTo>
                    <a:pt x="9220" y="15"/>
                  </a:lnTo>
                  <a:lnTo>
                    <a:pt x="9229" y="23"/>
                  </a:lnTo>
                  <a:lnTo>
                    <a:pt x="10469" y="1263"/>
                  </a:lnTo>
                  <a:lnTo>
                    <a:pt x="10486" y="1281"/>
                  </a:lnTo>
                  <a:lnTo>
                    <a:pt x="10499" y="1298"/>
                  </a:lnTo>
                  <a:lnTo>
                    <a:pt x="10510" y="1318"/>
                  </a:lnTo>
                  <a:lnTo>
                    <a:pt x="10520" y="1338"/>
                  </a:lnTo>
                  <a:lnTo>
                    <a:pt x="10527" y="1359"/>
                  </a:lnTo>
                  <a:lnTo>
                    <a:pt x="10532" y="1380"/>
                  </a:lnTo>
                  <a:lnTo>
                    <a:pt x="10535" y="1402"/>
                  </a:lnTo>
                  <a:lnTo>
                    <a:pt x="10536" y="1423"/>
                  </a:lnTo>
                  <a:lnTo>
                    <a:pt x="10535" y="1445"/>
                  </a:lnTo>
                  <a:lnTo>
                    <a:pt x="10532" y="1467"/>
                  </a:lnTo>
                  <a:lnTo>
                    <a:pt x="10527" y="1488"/>
                  </a:lnTo>
                  <a:lnTo>
                    <a:pt x="10520" y="1509"/>
                  </a:lnTo>
                  <a:lnTo>
                    <a:pt x="10510" y="1529"/>
                  </a:lnTo>
                  <a:lnTo>
                    <a:pt x="10499" y="1548"/>
                  </a:lnTo>
                  <a:lnTo>
                    <a:pt x="10486" y="1566"/>
                  </a:lnTo>
                  <a:lnTo>
                    <a:pt x="10469" y="1584"/>
                  </a:lnTo>
                  <a:lnTo>
                    <a:pt x="9229" y="2824"/>
                  </a:lnTo>
                  <a:lnTo>
                    <a:pt x="9220" y="2832"/>
                  </a:lnTo>
                  <a:lnTo>
                    <a:pt x="9211" y="2838"/>
                  </a:lnTo>
                  <a:lnTo>
                    <a:pt x="9200" y="2842"/>
                  </a:lnTo>
                  <a:lnTo>
                    <a:pt x="9189" y="2846"/>
                  </a:lnTo>
                  <a:lnTo>
                    <a:pt x="9178" y="2847"/>
                  </a:lnTo>
                  <a:lnTo>
                    <a:pt x="9166" y="2847"/>
                  </a:lnTo>
                  <a:lnTo>
                    <a:pt x="9155" y="2845"/>
                  </a:lnTo>
                  <a:lnTo>
                    <a:pt x="9143" y="2841"/>
                  </a:lnTo>
                  <a:lnTo>
                    <a:pt x="9133" y="2835"/>
                  </a:lnTo>
                  <a:lnTo>
                    <a:pt x="9122" y="2828"/>
                  </a:lnTo>
                  <a:lnTo>
                    <a:pt x="9114" y="2821"/>
                  </a:lnTo>
                  <a:lnTo>
                    <a:pt x="9107" y="2812"/>
                  </a:lnTo>
                  <a:lnTo>
                    <a:pt x="9101" y="2802"/>
                  </a:lnTo>
                  <a:lnTo>
                    <a:pt x="9098" y="2791"/>
                  </a:lnTo>
                  <a:lnTo>
                    <a:pt x="9095" y="2779"/>
                  </a:lnTo>
                  <a:lnTo>
                    <a:pt x="9094" y="2768"/>
                  </a:lnTo>
                  <a:lnTo>
                    <a:pt x="9094" y="2411"/>
                  </a:lnTo>
                  <a:lnTo>
                    <a:pt x="0" y="2411"/>
                  </a:lnTo>
                  <a:lnTo>
                    <a:pt x="0" y="436"/>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4" name="Freeform 23"/>
            <p:cNvSpPr>
              <a:spLocks noChangeAspect="1"/>
            </p:cNvSpPr>
            <p:nvPr/>
          </p:nvSpPr>
          <p:spPr bwMode="auto">
            <a:xfrm>
              <a:off x="0" y="1348781"/>
              <a:ext cx="823870" cy="1173570"/>
            </a:xfrm>
            <a:custGeom>
              <a:avLst/>
              <a:gdLst>
                <a:gd name="T0" fmla="*/ 55 w 2778"/>
                <a:gd name="T1" fmla="*/ 40 h 3960"/>
                <a:gd name="T2" fmla="*/ 164 w 2778"/>
                <a:gd name="T3" fmla="*/ 118 h 3960"/>
                <a:gd name="T4" fmla="*/ 273 w 2778"/>
                <a:gd name="T5" fmla="*/ 195 h 3960"/>
                <a:gd name="T6" fmla="*/ 380 w 2778"/>
                <a:gd name="T7" fmla="*/ 271 h 3960"/>
                <a:gd name="T8" fmla="*/ 485 w 2778"/>
                <a:gd name="T9" fmla="*/ 346 h 3960"/>
                <a:gd name="T10" fmla="*/ 589 w 2778"/>
                <a:gd name="T11" fmla="*/ 420 h 3960"/>
                <a:gd name="T12" fmla="*/ 693 w 2778"/>
                <a:gd name="T13" fmla="*/ 493 h 3960"/>
                <a:gd name="T14" fmla="*/ 794 w 2778"/>
                <a:gd name="T15" fmla="*/ 566 h 3960"/>
                <a:gd name="T16" fmla="*/ 939 w 2778"/>
                <a:gd name="T17" fmla="*/ 669 h 3960"/>
                <a:gd name="T18" fmla="*/ 1126 w 2778"/>
                <a:gd name="T19" fmla="*/ 802 h 3960"/>
                <a:gd name="T20" fmla="*/ 1309 w 2778"/>
                <a:gd name="T21" fmla="*/ 932 h 3960"/>
                <a:gd name="T22" fmla="*/ 1487 w 2778"/>
                <a:gd name="T23" fmla="*/ 1059 h 3960"/>
                <a:gd name="T24" fmla="*/ 1658 w 2778"/>
                <a:gd name="T25" fmla="*/ 1180 h 3960"/>
                <a:gd name="T26" fmla="*/ 1820 w 2778"/>
                <a:gd name="T27" fmla="*/ 1296 h 3960"/>
                <a:gd name="T28" fmla="*/ 1980 w 2778"/>
                <a:gd name="T29" fmla="*/ 1410 h 3960"/>
                <a:gd name="T30" fmla="*/ 2136 w 2778"/>
                <a:gd name="T31" fmla="*/ 1521 h 3960"/>
                <a:gd name="T32" fmla="*/ 2285 w 2778"/>
                <a:gd name="T33" fmla="*/ 1627 h 3960"/>
                <a:gd name="T34" fmla="*/ 2429 w 2778"/>
                <a:gd name="T35" fmla="*/ 1730 h 3960"/>
                <a:gd name="T36" fmla="*/ 2570 w 2778"/>
                <a:gd name="T37" fmla="*/ 1830 h 3960"/>
                <a:gd name="T38" fmla="*/ 2709 w 2778"/>
                <a:gd name="T39" fmla="*/ 1929 h 3960"/>
                <a:gd name="T40" fmla="*/ 2778 w 2778"/>
                <a:gd name="T41" fmla="*/ 2102 h 3960"/>
                <a:gd name="T42" fmla="*/ 2778 w 2778"/>
                <a:gd name="T43" fmla="*/ 2350 h 3960"/>
                <a:gd name="T44" fmla="*/ 2778 w 2778"/>
                <a:gd name="T45" fmla="*/ 2599 h 3960"/>
                <a:gd name="T46" fmla="*/ 2778 w 2778"/>
                <a:gd name="T47" fmla="*/ 2847 h 3960"/>
                <a:gd name="T48" fmla="*/ 2778 w 2778"/>
                <a:gd name="T49" fmla="*/ 3094 h 3960"/>
                <a:gd name="T50" fmla="*/ 2778 w 2778"/>
                <a:gd name="T51" fmla="*/ 3342 h 3960"/>
                <a:gd name="T52" fmla="*/ 2778 w 2778"/>
                <a:gd name="T53" fmla="*/ 3590 h 3960"/>
                <a:gd name="T54" fmla="*/ 2778 w 2778"/>
                <a:gd name="T55" fmla="*/ 3836 h 3960"/>
                <a:gd name="T56" fmla="*/ 2709 w 2778"/>
                <a:gd name="T57" fmla="*/ 3926 h 3960"/>
                <a:gd name="T58" fmla="*/ 2570 w 2778"/>
                <a:gd name="T59" fmla="*/ 3858 h 3960"/>
                <a:gd name="T60" fmla="*/ 2430 w 2778"/>
                <a:gd name="T61" fmla="*/ 3790 h 3960"/>
                <a:gd name="T62" fmla="*/ 2285 w 2778"/>
                <a:gd name="T63" fmla="*/ 3720 h 3960"/>
                <a:gd name="T64" fmla="*/ 2136 w 2778"/>
                <a:gd name="T65" fmla="*/ 3646 h 3960"/>
                <a:gd name="T66" fmla="*/ 1980 w 2778"/>
                <a:gd name="T67" fmla="*/ 3569 h 3960"/>
                <a:gd name="T68" fmla="*/ 1821 w 2778"/>
                <a:gd name="T69" fmla="*/ 3490 h 3960"/>
                <a:gd name="T70" fmla="*/ 1658 w 2778"/>
                <a:gd name="T71" fmla="*/ 3409 h 3960"/>
                <a:gd name="T72" fmla="*/ 1487 w 2778"/>
                <a:gd name="T73" fmla="*/ 3325 h 3960"/>
                <a:gd name="T74" fmla="*/ 1309 w 2778"/>
                <a:gd name="T75" fmla="*/ 3238 h 3960"/>
                <a:gd name="T76" fmla="*/ 1126 w 2778"/>
                <a:gd name="T77" fmla="*/ 3149 h 3960"/>
                <a:gd name="T78" fmla="*/ 939 w 2778"/>
                <a:gd name="T79" fmla="*/ 3058 h 3960"/>
                <a:gd name="T80" fmla="*/ 794 w 2778"/>
                <a:gd name="T81" fmla="*/ 2987 h 3960"/>
                <a:gd name="T82" fmla="*/ 692 w 2778"/>
                <a:gd name="T83" fmla="*/ 2937 h 3960"/>
                <a:gd name="T84" fmla="*/ 589 w 2778"/>
                <a:gd name="T85" fmla="*/ 2886 h 3960"/>
                <a:gd name="T86" fmla="*/ 485 w 2778"/>
                <a:gd name="T87" fmla="*/ 2834 h 3960"/>
                <a:gd name="T88" fmla="*/ 379 w 2778"/>
                <a:gd name="T89" fmla="*/ 2783 h 3960"/>
                <a:gd name="T90" fmla="*/ 273 w 2778"/>
                <a:gd name="T91" fmla="*/ 2730 h 3960"/>
                <a:gd name="T92" fmla="*/ 164 w 2778"/>
                <a:gd name="T93" fmla="*/ 2677 h 3960"/>
                <a:gd name="T94" fmla="*/ 55 w 2778"/>
                <a:gd name="T95" fmla="*/ 2623 h 3960"/>
                <a:gd name="T96" fmla="*/ 0 w 2778"/>
                <a:gd name="T97" fmla="*/ 2434 h 3960"/>
                <a:gd name="T98" fmla="*/ 0 w 2778"/>
                <a:gd name="T99" fmla="*/ 2110 h 3960"/>
                <a:gd name="T100" fmla="*/ 0 w 2778"/>
                <a:gd name="T101" fmla="*/ 1786 h 3960"/>
                <a:gd name="T102" fmla="*/ 0 w 2778"/>
                <a:gd name="T103" fmla="*/ 1461 h 3960"/>
                <a:gd name="T104" fmla="*/ 0 w 2778"/>
                <a:gd name="T105" fmla="*/ 1137 h 3960"/>
                <a:gd name="T106" fmla="*/ 0 w 2778"/>
                <a:gd name="T107" fmla="*/ 813 h 3960"/>
                <a:gd name="T108" fmla="*/ 0 w 2778"/>
                <a:gd name="T109" fmla="*/ 488 h 3960"/>
                <a:gd name="T110" fmla="*/ 0 w 2778"/>
                <a:gd name="T111" fmla="*/ 163 h 3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778" h="3960">
                  <a:moveTo>
                    <a:pt x="0" y="0"/>
                  </a:moveTo>
                  <a:lnTo>
                    <a:pt x="55" y="40"/>
                  </a:lnTo>
                  <a:lnTo>
                    <a:pt x="110" y="78"/>
                  </a:lnTo>
                  <a:lnTo>
                    <a:pt x="164" y="118"/>
                  </a:lnTo>
                  <a:lnTo>
                    <a:pt x="219" y="156"/>
                  </a:lnTo>
                  <a:lnTo>
                    <a:pt x="273" y="195"/>
                  </a:lnTo>
                  <a:lnTo>
                    <a:pt x="327" y="233"/>
                  </a:lnTo>
                  <a:lnTo>
                    <a:pt x="380" y="271"/>
                  </a:lnTo>
                  <a:lnTo>
                    <a:pt x="433" y="308"/>
                  </a:lnTo>
                  <a:lnTo>
                    <a:pt x="485" y="346"/>
                  </a:lnTo>
                  <a:lnTo>
                    <a:pt x="538" y="383"/>
                  </a:lnTo>
                  <a:lnTo>
                    <a:pt x="589" y="420"/>
                  </a:lnTo>
                  <a:lnTo>
                    <a:pt x="642" y="457"/>
                  </a:lnTo>
                  <a:lnTo>
                    <a:pt x="693" y="493"/>
                  </a:lnTo>
                  <a:lnTo>
                    <a:pt x="743" y="530"/>
                  </a:lnTo>
                  <a:lnTo>
                    <a:pt x="794" y="566"/>
                  </a:lnTo>
                  <a:lnTo>
                    <a:pt x="845" y="602"/>
                  </a:lnTo>
                  <a:lnTo>
                    <a:pt x="939" y="669"/>
                  </a:lnTo>
                  <a:lnTo>
                    <a:pt x="1034" y="736"/>
                  </a:lnTo>
                  <a:lnTo>
                    <a:pt x="1126" y="802"/>
                  </a:lnTo>
                  <a:lnTo>
                    <a:pt x="1218" y="868"/>
                  </a:lnTo>
                  <a:lnTo>
                    <a:pt x="1309" y="932"/>
                  </a:lnTo>
                  <a:lnTo>
                    <a:pt x="1399" y="996"/>
                  </a:lnTo>
                  <a:lnTo>
                    <a:pt x="1487" y="1059"/>
                  </a:lnTo>
                  <a:lnTo>
                    <a:pt x="1575" y="1122"/>
                  </a:lnTo>
                  <a:lnTo>
                    <a:pt x="1658" y="1180"/>
                  </a:lnTo>
                  <a:lnTo>
                    <a:pt x="1739" y="1239"/>
                  </a:lnTo>
                  <a:lnTo>
                    <a:pt x="1820" y="1296"/>
                  </a:lnTo>
                  <a:lnTo>
                    <a:pt x="1900" y="1353"/>
                  </a:lnTo>
                  <a:lnTo>
                    <a:pt x="1980" y="1410"/>
                  </a:lnTo>
                  <a:lnTo>
                    <a:pt x="2058" y="1466"/>
                  </a:lnTo>
                  <a:lnTo>
                    <a:pt x="2136" y="1521"/>
                  </a:lnTo>
                  <a:lnTo>
                    <a:pt x="2213" y="1576"/>
                  </a:lnTo>
                  <a:lnTo>
                    <a:pt x="2285" y="1627"/>
                  </a:lnTo>
                  <a:lnTo>
                    <a:pt x="2358" y="1680"/>
                  </a:lnTo>
                  <a:lnTo>
                    <a:pt x="2429" y="1730"/>
                  </a:lnTo>
                  <a:lnTo>
                    <a:pt x="2500" y="1781"/>
                  </a:lnTo>
                  <a:lnTo>
                    <a:pt x="2570" y="1830"/>
                  </a:lnTo>
                  <a:lnTo>
                    <a:pt x="2640" y="1880"/>
                  </a:lnTo>
                  <a:lnTo>
                    <a:pt x="2709" y="1929"/>
                  </a:lnTo>
                  <a:lnTo>
                    <a:pt x="2778" y="1978"/>
                  </a:lnTo>
                  <a:lnTo>
                    <a:pt x="2778" y="2102"/>
                  </a:lnTo>
                  <a:lnTo>
                    <a:pt x="2778" y="2227"/>
                  </a:lnTo>
                  <a:lnTo>
                    <a:pt x="2778" y="2350"/>
                  </a:lnTo>
                  <a:lnTo>
                    <a:pt x="2778" y="2475"/>
                  </a:lnTo>
                  <a:lnTo>
                    <a:pt x="2778" y="2599"/>
                  </a:lnTo>
                  <a:lnTo>
                    <a:pt x="2778" y="2722"/>
                  </a:lnTo>
                  <a:lnTo>
                    <a:pt x="2778" y="2847"/>
                  </a:lnTo>
                  <a:lnTo>
                    <a:pt x="2778" y="2971"/>
                  </a:lnTo>
                  <a:lnTo>
                    <a:pt x="2778" y="3094"/>
                  </a:lnTo>
                  <a:lnTo>
                    <a:pt x="2778" y="3218"/>
                  </a:lnTo>
                  <a:lnTo>
                    <a:pt x="2778" y="3342"/>
                  </a:lnTo>
                  <a:lnTo>
                    <a:pt x="2778" y="3466"/>
                  </a:lnTo>
                  <a:lnTo>
                    <a:pt x="2778" y="3590"/>
                  </a:lnTo>
                  <a:lnTo>
                    <a:pt x="2778" y="3713"/>
                  </a:lnTo>
                  <a:lnTo>
                    <a:pt x="2778" y="3836"/>
                  </a:lnTo>
                  <a:lnTo>
                    <a:pt x="2778" y="3960"/>
                  </a:lnTo>
                  <a:lnTo>
                    <a:pt x="2709" y="3926"/>
                  </a:lnTo>
                  <a:lnTo>
                    <a:pt x="2640" y="3893"/>
                  </a:lnTo>
                  <a:lnTo>
                    <a:pt x="2570" y="3858"/>
                  </a:lnTo>
                  <a:lnTo>
                    <a:pt x="2500" y="3825"/>
                  </a:lnTo>
                  <a:lnTo>
                    <a:pt x="2430" y="3790"/>
                  </a:lnTo>
                  <a:lnTo>
                    <a:pt x="2358" y="3755"/>
                  </a:lnTo>
                  <a:lnTo>
                    <a:pt x="2285" y="3720"/>
                  </a:lnTo>
                  <a:lnTo>
                    <a:pt x="2213" y="3683"/>
                  </a:lnTo>
                  <a:lnTo>
                    <a:pt x="2136" y="3646"/>
                  </a:lnTo>
                  <a:lnTo>
                    <a:pt x="2059" y="3608"/>
                  </a:lnTo>
                  <a:lnTo>
                    <a:pt x="1980" y="3569"/>
                  </a:lnTo>
                  <a:lnTo>
                    <a:pt x="1900" y="3529"/>
                  </a:lnTo>
                  <a:lnTo>
                    <a:pt x="1821" y="3490"/>
                  </a:lnTo>
                  <a:lnTo>
                    <a:pt x="1739" y="3450"/>
                  </a:lnTo>
                  <a:lnTo>
                    <a:pt x="1658" y="3409"/>
                  </a:lnTo>
                  <a:lnTo>
                    <a:pt x="1575" y="3368"/>
                  </a:lnTo>
                  <a:lnTo>
                    <a:pt x="1487" y="3325"/>
                  </a:lnTo>
                  <a:lnTo>
                    <a:pt x="1399" y="3282"/>
                  </a:lnTo>
                  <a:lnTo>
                    <a:pt x="1309" y="3238"/>
                  </a:lnTo>
                  <a:lnTo>
                    <a:pt x="1218" y="3194"/>
                  </a:lnTo>
                  <a:lnTo>
                    <a:pt x="1126" y="3149"/>
                  </a:lnTo>
                  <a:lnTo>
                    <a:pt x="1034" y="3104"/>
                  </a:lnTo>
                  <a:lnTo>
                    <a:pt x="939" y="3058"/>
                  </a:lnTo>
                  <a:lnTo>
                    <a:pt x="845" y="3012"/>
                  </a:lnTo>
                  <a:lnTo>
                    <a:pt x="794" y="2987"/>
                  </a:lnTo>
                  <a:lnTo>
                    <a:pt x="743" y="2961"/>
                  </a:lnTo>
                  <a:lnTo>
                    <a:pt x="692" y="2937"/>
                  </a:lnTo>
                  <a:lnTo>
                    <a:pt x="640" y="2911"/>
                  </a:lnTo>
                  <a:lnTo>
                    <a:pt x="589" y="2886"/>
                  </a:lnTo>
                  <a:lnTo>
                    <a:pt x="538" y="2860"/>
                  </a:lnTo>
                  <a:lnTo>
                    <a:pt x="485" y="2834"/>
                  </a:lnTo>
                  <a:lnTo>
                    <a:pt x="433" y="2809"/>
                  </a:lnTo>
                  <a:lnTo>
                    <a:pt x="379" y="2783"/>
                  </a:lnTo>
                  <a:lnTo>
                    <a:pt x="327" y="2756"/>
                  </a:lnTo>
                  <a:lnTo>
                    <a:pt x="273" y="2730"/>
                  </a:lnTo>
                  <a:lnTo>
                    <a:pt x="219" y="2704"/>
                  </a:lnTo>
                  <a:lnTo>
                    <a:pt x="164" y="2677"/>
                  </a:lnTo>
                  <a:lnTo>
                    <a:pt x="110" y="2650"/>
                  </a:lnTo>
                  <a:lnTo>
                    <a:pt x="55" y="2623"/>
                  </a:lnTo>
                  <a:lnTo>
                    <a:pt x="0" y="2596"/>
                  </a:lnTo>
                  <a:lnTo>
                    <a:pt x="0" y="2434"/>
                  </a:lnTo>
                  <a:lnTo>
                    <a:pt x="0" y="2272"/>
                  </a:lnTo>
                  <a:lnTo>
                    <a:pt x="0" y="2110"/>
                  </a:lnTo>
                  <a:lnTo>
                    <a:pt x="0" y="1948"/>
                  </a:lnTo>
                  <a:lnTo>
                    <a:pt x="0" y="1786"/>
                  </a:lnTo>
                  <a:lnTo>
                    <a:pt x="0" y="1625"/>
                  </a:lnTo>
                  <a:lnTo>
                    <a:pt x="0" y="1461"/>
                  </a:lnTo>
                  <a:lnTo>
                    <a:pt x="0" y="1299"/>
                  </a:lnTo>
                  <a:lnTo>
                    <a:pt x="0" y="1137"/>
                  </a:lnTo>
                  <a:lnTo>
                    <a:pt x="0" y="975"/>
                  </a:lnTo>
                  <a:lnTo>
                    <a:pt x="0" y="813"/>
                  </a:lnTo>
                  <a:lnTo>
                    <a:pt x="0" y="651"/>
                  </a:lnTo>
                  <a:lnTo>
                    <a:pt x="0" y="488"/>
                  </a:lnTo>
                  <a:lnTo>
                    <a:pt x="0" y="325"/>
                  </a:lnTo>
                  <a:lnTo>
                    <a:pt x="0" y="163"/>
                  </a:lnTo>
                  <a:lnTo>
                    <a:pt x="0" y="0"/>
                  </a:lnTo>
                  <a:close/>
                </a:path>
              </a:pathLst>
            </a:custGeom>
            <a:solidFill>
              <a:srgbClr val="17406D">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45" name="组合 44"/>
          <p:cNvGrpSpPr>
            <a:grpSpLocks noChangeAspect="1"/>
          </p:cNvGrpSpPr>
          <p:nvPr/>
        </p:nvGrpSpPr>
        <p:grpSpPr>
          <a:xfrm>
            <a:off x="0" y="2293488"/>
            <a:ext cx="4738733" cy="1052064"/>
            <a:chOff x="0" y="2390473"/>
            <a:chExt cx="4738733" cy="1052064"/>
          </a:xfrm>
          <a:effectLst>
            <a:outerShdw blurRad="152400" dist="76200" dir="2700000" algn="tl" rotWithShape="0">
              <a:prstClr val="black">
                <a:alpha val="60000"/>
              </a:prstClr>
            </a:outerShdw>
          </a:effectLst>
        </p:grpSpPr>
        <p:sp>
          <p:nvSpPr>
            <p:cNvPr id="46" name="Freeform 19"/>
            <p:cNvSpPr>
              <a:spLocks noChangeAspect="1"/>
            </p:cNvSpPr>
            <p:nvPr/>
          </p:nvSpPr>
          <p:spPr bwMode="auto">
            <a:xfrm>
              <a:off x="823870" y="2597922"/>
              <a:ext cx="3914863" cy="844615"/>
            </a:xfrm>
            <a:custGeom>
              <a:avLst/>
              <a:gdLst>
                <a:gd name="T0" fmla="*/ 0 w 13212"/>
                <a:gd name="T1" fmla="*/ 437 h 2849"/>
                <a:gd name="T2" fmla="*/ 11769 w 13212"/>
                <a:gd name="T3" fmla="*/ 437 h 2849"/>
                <a:gd name="T4" fmla="*/ 11769 w 13212"/>
                <a:gd name="T5" fmla="*/ 80 h 2849"/>
                <a:gd name="T6" fmla="*/ 11770 w 13212"/>
                <a:gd name="T7" fmla="*/ 68 h 2849"/>
                <a:gd name="T8" fmla="*/ 11773 w 13212"/>
                <a:gd name="T9" fmla="*/ 56 h 2849"/>
                <a:gd name="T10" fmla="*/ 11777 w 13212"/>
                <a:gd name="T11" fmla="*/ 46 h 2849"/>
                <a:gd name="T12" fmla="*/ 11783 w 13212"/>
                <a:gd name="T13" fmla="*/ 35 h 2849"/>
                <a:gd name="T14" fmla="*/ 11790 w 13212"/>
                <a:gd name="T15" fmla="*/ 26 h 2849"/>
                <a:gd name="T16" fmla="*/ 11798 w 13212"/>
                <a:gd name="T17" fmla="*/ 19 h 2849"/>
                <a:gd name="T18" fmla="*/ 11808 w 13212"/>
                <a:gd name="T19" fmla="*/ 12 h 2849"/>
                <a:gd name="T20" fmla="*/ 11818 w 13212"/>
                <a:gd name="T21" fmla="*/ 6 h 2849"/>
                <a:gd name="T22" fmla="*/ 11830 w 13212"/>
                <a:gd name="T23" fmla="*/ 3 h 2849"/>
                <a:gd name="T24" fmla="*/ 11841 w 13212"/>
                <a:gd name="T25" fmla="*/ 0 h 2849"/>
                <a:gd name="T26" fmla="*/ 11853 w 13212"/>
                <a:gd name="T27" fmla="*/ 0 h 2849"/>
                <a:gd name="T28" fmla="*/ 11865 w 13212"/>
                <a:gd name="T29" fmla="*/ 2 h 2849"/>
                <a:gd name="T30" fmla="*/ 11875 w 13212"/>
                <a:gd name="T31" fmla="*/ 5 h 2849"/>
                <a:gd name="T32" fmla="*/ 11886 w 13212"/>
                <a:gd name="T33" fmla="*/ 10 h 2849"/>
                <a:gd name="T34" fmla="*/ 11896 w 13212"/>
                <a:gd name="T35" fmla="*/ 16 h 2849"/>
                <a:gd name="T36" fmla="*/ 11906 w 13212"/>
                <a:gd name="T37" fmla="*/ 24 h 2849"/>
                <a:gd name="T38" fmla="*/ 13146 w 13212"/>
                <a:gd name="T39" fmla="*/ 1264 h 2849"/>
                <a:gd name="T40" fmla="*/ 13161 w 13212"/>
                <a:gd name="T41" fmla="*/ 1281 h 2849"/>
                <a:gd name="T42" fmla="*/ 13175 w 13212"/>
                <a:gd name="T43" fmla="*/ 1300 h 2849"/>
                <a:gd name="T44" fmla="*/ 13185 w 13212"/>
                <a:gd name="T45" fmla="*/ 1318 h 2849"/>
                <a:gd name="T46" fmla="*/ 13195 w 13212"/>
                <a:gd name="T47" fmla="*/ 1338 h 2849"/>
                <a:gd name="T48" fmla="*/ 13203 w 13212"/>
                <a:gd name="T49" fmla="*/ 1359 h 2849"/>
                <a:gd name="T50" fmla="*/ 13207 w 13212"/>
                <a:gd name="T51" fmla="*/ 1381 h 2849"/>
                <a:gd name="T52" fmla="*/ 13211 w 13212"/>
                <a:gd name="T53" fmla="*/ 1402 h 2849"/>
                <a:gd name="T54" fmla="*/ 13212 w 13212"/>
                <a:gd name="T55" fmla="*/ 1425 h 2849"/>
                <a:gd name="T56" fmla="*/ 13211 w 13212"/>
                <a:gd name="T57" fmla="*/ 1446 h 2849"/>
                <a:gd name="T58" fmla="*/ 13207 w 13212"/>
                <a:gd name="T59" fmla="*/ 1468 h 2849"/>
                <a:gd name="T60" fmla="*/ 13203 w 13212"/>
                <a:gd name="T61" fmla="*/ 1489 h 2849"/>
                <a:gd name="T62" fmla="*/ 13195 w 13212"/>
                <a:gd name="T63" fmla="*/ 1510 h 2849"/>
                <a:gd name="T64" fmla="*/ 13185 w 13212"/>
                <a:gd name="T65" fmla="*/ 1530 h 2849"/>
                <a:gd name="T66" fmla="*/ 13175 w 13212"/>
                <a:gd name="T67" fmla="*/ 1549 h 2849"/>
                <a:gd name="T68" fmla="*/ 13161 w 13212"/>
                <a:gd name="T69" fmla="*/ 1567 h 2849"/>
                <a:gd name="T70" fmla="*/ 13146 w 13212"/>
                <a:gd name="T71" fmla="*/ 1584 h 2849"/>
                <a:gd name="T72" fmla="*/ 11906 w 13212"/>
                <a:gd name="T73" fmla="*/ 2824 h 2849"/>
                <a:gd name="T74" fmla="*/ 11896 w 13212"/>
                <a:gd name="T75" fmla="*/ 2832 h 2849"/>
                <a:gd name="T76" fmla="*/ 11886 w 13212"/>
                <a:gd name="T77" fmla="*/ 2839 h 2849"/>
                <a:gd name="T78" fmla="*/ 11875 w 13212"/>
                <a:gd name="T79" fmla="*/ 2844 h 2849"/>
                <a:gd name="T80" fmla="*/ 11865 w 13212"/>
                <a:gd name="T81" fmla="*/ 2846 h 2849"/>
                <a:gd name="T82" fmla="*/ 11853 w 13212"/>
                <a:gd name="T83" fmla="*/ 2849 h 2849"/>
                <a:gd name="T84" fmla="*/ 11841 w 13212"/>
                <a:gd name="T85" fmla="*/ 2847 h 2849"/>
                <a:gd name="T86" fmla="*/ 11830 w 13212"/>
                <a:gd name="T87" fmla="*/ 2845 h 2849"/>
                <a:gd name="T88" fmla="*/ 11818 w 13212"/>
                <a:gd name="T89" fmla="*/ 2842 h 2849"/>
                <a:gd name="T90" fmla="*/ 11808 w 13212"/>
                <a:gd name="T91" fmla="*/ 2837 h 2849"/>
                <a:gd name="T92" fmla="*/ 11798 w 13212"/>
                <a:gd name="T93" fmla="*/ 2830 h 2849"/>
                <a:gd name="T94" fmla="*/ 11790 w 13212"/>
                <a:gd name="T95" fmla="*/ 2822 h 2849"/>
                <a:gd name="T96" fmla="*/ 11783 w 13212"/>
                <a:gd name="T97" fmla="*/ 2813 h 2849"/>
                <a:gd name="T98" fmla="*/ 11777 w 13212"/>
                <a:gd name="T99" fmla="*/ 2803 h 2849"/>
                <a:gd name="T100" fmla="*/ 11773 w 13212"/>
                <a:gd name="T101" fmla="*/ 2792 h 2849"/>
                <a:gd name="T102" fmla="*/ 11770 w 13212"/>
                <a:gd name="T103" fmla="*/ 2781 h 2849"/>
                <a:gd name="T104" fmla="*/ 11769 w 13212"/>
                <a:gd name="T105" fmla="*/ 2768 h 2849"/>
                <a:gd name="T106" fmla="*/ 11769 w 13212"/>
                <a:gd name="T107" fmla="*/ 2412 h 2849"/>
                <a:gd name="T108" fmla="*/ 0 w 13212"/>
                <a:gd name="T109" fmla="*/ 2412 h 2849"/>
                <a:gd name="T110" fmla="*/ 0 w 13212"/>
                <a:gd name="T111" fmla="*/ 437 h 2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212" h="2849">
                  <a:moveTo>
                    <a:pt x="0" y="437"/>
                  </a:moveTo>
                  <a:lnTo>
                    <a:pt x="11769" y="437"/>
                  </a:lnTo>
                  <a:lnTo>
                    <a:pt x="11769" y="80"/>
                  </a:lnTo>
                  <a:lnTo>
                    <a:pt x="11770" y="68"/>
                  </a:lnTo>
                  <a:lnTo>
                    <a:pt x="11773" y="56"/>
                  </a:lnTo>
                  <a:lnTo>
                    <a:pt x="11777" y="46"/>
                  </a:lnTo>
                  <a:lnTo>
                    <a:pt x="11783" y="35"/>
                  </a:lnTo>
                  <a:lnTo>
                    <a:pt x="11790" y="26"/>
                  </a:lnTo>
                  <a:lnTo>
                    <a:pt x="11798" y="19"/>
                  </a:lnTo>
                  <a:lnTo>
                    <a:pt x="11808" y="12"/>
                  </a:lnTo>
                  <a:lnTo>
                    <a:pt x="11818" y="6"/>
                  </a:lnTo>
                  <a:lnTo>
                    <a:pt x="11830" y="3"/>
                  </a:lnTo>
                  <a:lnTo>
                    <a:pt x="11841" y="0"/>
                  </a:lnTo>
                  <a:lnTo>
                    <a:pt x="11853" y="0"/>
                  </a:lnTo>
                  <a:lnTo>
                    <a:pt x="11865" y="2"/>
                  </a:lnTo>
                  <a:lnTo>
                    <a:pt x="11875" y="5"/>
                  </a:lnTo>
                  <a:lnTo>
                    <a:pt x="11886" y="10"/>
                  </a:lnTo>
                  <a:lnTo>
                    <a:pt x="11896" y="16"/>
                  </a:lnTo>
                  <a:lnTo>
                    <a:pt x="11906" y="24"/>
                  </a:lnTo>
                  <a:lnTo>
                    <a:pt x="13146" y="1264"/>
                  </a:lnTo>
                  <a:lnTo>
                    <a:pt x="13161" y="1281"/>
                  </a:lnTo>
                  <a:lnTo>
                    <a:pt x="13175" y="1300"/>
                  </a:lnTo>
                  <a:lnTo>
                    <a:pt x="13185" y="1318"/>
                  </a:lnTo>
                  <a:lnTo>
                    <a:pt x="13195" y="1338"/>
                  </a:lnTo>
                  <a:lnTo>
                    <a:pt x="13203" y="1359"/>
                  </a:lnTo>
                  <a:lnTo>
                    <a:pt x="13207" y="1381"/>
                  </a:lnTo>
                  <a:lnTo>
                    <a:pt x="13211" y="1402"/>
                  </a:lnTo>
                  <a:lnTo>
                    <a:pt x="13212" y="1425"/>
                  </a:lnTo>
                  <a:lnTo>
                    <a:pt x="13211" y="1446"/>
                  </a:lnTo>
                  <a:lnTo>
                    <a:pt x="13207" y="1468"/>
                  </a:lnTo>
                  <a:lnTo>
                    <a:pt x="13203" y="1489"/>
                  </a:lnTo>
                  <a:lnTo>
                    <a:pt x="13195" y="1510"/>
                  </a:lnTo>
                  <a:lnTo>
                    <a:pt x="13185" y="1530"/>
                  </a:lnTo>
                  <a:lnTo>
                    <a:pt x="13175" y="1549"/>
                  </a:lnTo>
                  <a:lnTo>
                    <a:pt x="13161" y="1567"/>
                  </a:lnTo>
                  <a:lnTo>
                    <a:pt x="13146" y="1584"/>
                  </a:lnTo>
                  <a:lnTo>
                    <a:pt x="11906" y="2824"/>
                  </a:lnTo>
                  <a:lnTo>
                    <a:pt x="11896" y="2832"/>
                  </a:lnTo>
                  <a:lnTo>
                    <a:pt x="11886" y="2839"/>
                  </a:lnTo>
                  <a:lnTo>
                    <a:pt x="11875" y="2844"/>
                  </a:lnTo>
                  <a:lnTo>
                    <a:pt x="11865" y="2846"/>
                  </a:lnTo>
                  <a:lnTo>
                    <a:pt x="11853" y="2849"/>
                  </a:lnTo>
                  <a:lnTo>
                    <a:pt x="11841" y="2847"/>
                  </a:lnTo>
                  <a:lnTo>
                    <a:pt x="11830" y="2845"/>
                  </a:lnTo>
                  <a:lnTo>
                    <a:pt x="11818" y="2842"/>
                  </a:lnTo>
                  <a:lnTo>
                    <a:pt x="11808" y="2837"/>
                  </a:lnTo>
                  <a:lnTo>
                    <a:pt x="11798" y="2830"/>
                  </a:lnTo>
                  <a:lnTo>
                    <a:pt x="11790" y="2822"/>
                  </a:lnTo>
                  <a:lnTo>
                    <a:pt x="11783" y="2813"/>
                  </a:lnTo>
                  <a:lnTo>
                    <a:pt x="11777" y="2803"/>
                  </a:lnTo>
                  <a:lnTo>
                    <a:pt x="11773" y="2792"/>
                  </a:lnTo>
                  <a:lnTo>
                    <a:pt x="11770" y="2781"/>
                  </a:lnTo>
                  <a:lnTo>
                    <a:pt x="11769" y="2768"/>
                  </a:lnTo>
                  <a:lnTo>
                    <a:pt x="11769" y="2412"/>
                  </a:lnTo>
                  <a:lnTo>
                    <a:pt x="0" y="2412"/>
                  </a:lnTo>
                  <a:lnTo>
                    <a:pt x="0" y="43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7" name="Freeform 24"/>
            <p:cNvSpPr>
              <a:spLocks noChangeAspect="1"/>
            </p:cNvSpPr>
            <p:nvPr/>
          </p:nvSpPr>
          <p:spPr bwMode="auto">
            <a:xfrm>
              <a:off x="0" y="2390473"/>
              <a:ext cx="823870" cy="924631"/>
            </a:xfrm>
            <a:custGeom>
              <a:avLst/>
              <a:gdLst>
                <a:gd name="T0" fmla="*/ 55 w 2778"/>
                <a:gd name="T1" fmla="*/ 22 h 3119"/>
                <a:gd name="T2" fmla="*/ 164 w 2778"/>
                <a:gd name="T3" fmla="*/ 68 h 3119"/>
                <a:gd name="T4" fmla="*/ 273 w 2778"/>
                <a:gd name="T5" fmla="*/ 112 h 3119"/>
                <a:gd name="T6" fmla="*/ 379 w 2778"/>
                <a:gd name="T7" fmla="*/ 157 h 3119"/>
                <a:gd name="T8" fmla="*/ 485 w 2778"/>
                <a:gd name="T9" fmla="*/ 201 h 3119"/>
                <a:gd name="T10" fmla="*/ 589 w 2778"/>
                <a:gd name="T11" fmla="*/ 244 h 3119"/>
                <a:gd name="T12" fmla="*/ 693 w 2778"/>
                <a:gd name="T13" fmla="*/ 286 h 3119"/>
                <a:gd name="T14" fmla="*/ 794 w 2778"/>
                <a:gd name="T15" fmla="*/ 328 h 3119"/>
                <a:gd name="T16" fmla="*/ 939 w 2778"/>
                <a:gd name="T17" fmla="*/ 387 h 3119"/>
                <a:gd name="T18" fmla="*/ 1126 w 2778"/>
                <a:gd name="T19" fmla="*/ 464 h 3119"/>
                <a:gd name="T20" fmla="*/ 1309 w 2778"/>
                <a:gd name="T21" fmla="*/ 539 h 3119"/>
                <a:gd name="T22" fmla="*/ 1487 w 2778"/>
                <a:gd name="T23" fmla="*/ 613 h 3119"/>
                <a:gd name="T24" fmla="*/ 1658 w 2778"/>
                <a:gd name="T25" fmla="*/ 684 h 3119"/>
                <a:gd name="T26" fmla="*/ 1821 w 2778"/>
                <a:gd name="T27" fmla="*/ 751 h 3119"/>
                <a:gd name="T28" fmla="*/ 1981 w 2778"/>
                <a:gd name="T29" fmla="*/ 818 h 3119"/>
                <a:gd name="T30" fmla="*/ 2136 w 2778"/>
                <a:gd name="T31" fmla="*/ 882 h 3119"/>
                <a:gd name="T32" fmla="*/ 2286 w 2778"/>
                <a:gd name="T33" fmla="*/ 944 h 3119"/>
                <a:gd name="T34" fmla="*/ 2430 w 2778"/>
                <a:gd name="T35" fmla="*/ 1002 h 3119"/>
                <a:gd name="T36" fmla="*/ 2571 w 2778"/>
                <a:gd name="T37" fmla="*/ 1059 h 3119"/>
                <a:gd name="T38" fmla="*/ 2709 w 2778"/>
                <a:gd name="T39" fmla="*/ 1116 h 3119"/>
                <a:gd name="T40" fmla="*/ 2778 w 2778"/>
                <a:gd name="T41" fmla="*/ 1268 h 3119"/>
                <a:gd name="T42" fmla="*/ 2778 w 2778"/>
                <a:gd name="T43" fmla="*/ 1515 h 3119"/>
                <a:gd name="T44" fmla="*/ 2778 w 2778"/>
                <a:gd name="T45" fmla="*/ 1761 h 3119"/>
                <a:gd name="T46" fmla="*/ 2778 w 2778"/>
                <a:gd name="T47" fmla="*/ 2009 h 3119"/>
                <a:gd name="T48" fmla="*/ 2778 w 2778"/>
                <a:gd name="T49" fmla="*/ 2256 h 3119"/>
                <a:gd name="T50" fmla="*/ 2778 w 2778"/>
                <a:gd name="T51" fmla="*/ 2502 h 3119"/>
                <a:gd name="T52" fmla="*/ 2778 w 2778"/>
                <a:gd name="T53" fmla="*/ 2749 h 3119"/>
                <a:gd name="T54" fmla="*/ 2778 w 2778"/>
                <a:gd name="T55" fmla="*/ 2995 h 3119"/>
                <a:gd name="T56" fmla="*/ 2709 w 2778"/>
                <a:gd name="T57" fmla="*/ 3106 h 3119"/>
                <a:gd name="T58" fmla="*/ 2571 w 2778"/>
                <a:gd name="T59" fmla="*/ 3079 h 3119"/>
                <a:gd name="T60" fmla="*/ 2430 w 2778"/>
                <a:gd name="T61" fmla="*/ 3053 h 3119"/>
                <a:gd name="T62" fmla="*/ 2286 w 2778"/>
                <a:gd name="T63" fmla="*/ 3026 h 3119"/>
                <a:gd name="T64" fmla="*/ 2136 w 2778"/>
                <a:gd name="T65" fmla="*/ 2998 h 3119"/>
                <a:gd name="T66" fmla="*/ 1981 w 2778"/>
                <a:gd name="T67" fmla="*/ 2967 h 3119"/>
                <a:gd name="T68" fmla="*/ 1821 w 2778"/>
                <a:gd name="T69" fmla="*/ 2937 h 3119"/>
                <a:gd name="T70" fmla="*/ 1658 w 2778"/>
                <a:gd name="T71" fmla="*/ 2906 h 3119"/>
                <a:gd name="T72" fmla="*/ 1487 w 2778"/>
                <a:gd name="T73" fmla="*/ 2873 h 3119"/>
                <a:gd name="T74" fmla="*/ 1309 w 2778"/>
                <a:gd name="T75" fmla="*/ 2839 h 3119"/>
                <a:gd name="T76" fmla="*/ 1126 w 2778"/>
                <a:gd name="T77" fmla="*/ 2805 h 3119"/>
                <a:gd name="T78" fmla="*/ 939 w 2778"/>
                <a:gd name="T79" fmla="*/ 2770 h 3119"/>
                <a:gd name="T80" fmla="*/ 793 w 2778"/>
                <a:gd name="T81" fmla="*/ 2742 h 3119"/>
                <a:gd name="T82" fmla="*/ 692 w 2778"/>
                <a:gd name="T83" fmla="*/ 2724 h 3119"/>
                <a:gd name="T84" fmla="*/ 589 w 2778"/>
                <a:gd name="T85" fmla="*/ 2704 h 3119"/>
                <a:gd name="T86" fmla="*/ 485 w 2778"/>
                <a:gd name="T87" fmla="*/ 2684 h 3119"/>
                <a:gd name="T88" fmla="*/ 379 w 2778"/>
                <a:gd name="T89" fmla="*/ 2664 h 3119"/>
                <a:gd name="T90" fmla="*/ 273 w 2778"/>
                <a:gd name="T91" fmla="*/ 2644 h 3119"/>
                <a:gd name="T92" fmla="*/ 164 w 2778"/>
                <a:gd name="T93" fmla="*/ 2623 h 3119"/>
                <a:gd name="T94" fmla="*/ 55 w 2778"/>
                <a:gd name="T95" fmla="*/ 2604 h 3119"/>
                <a:gd name="T96" fmla="*/ 0 w 2778"/>
                <a:gd name="T97" fmla="*/ 2431 h 3119"/>
                <a:gd name="T98" fmla="*/ 0 w 2778"/>
                <a:gd name="T99" fmla="*/ 2107 h 3119"/>
                <a:gd name="T100" fmla="*/ 0 w 2778"/>
                <a:gd name="T101" fmla="*/ 1782 h 3119"/>
                <a:gd name="T102" fmla="*/ 0 w 2778"/>
                <a:gd name="T103" fmla="*/ 1459 h 3119"/>
                <a:gd name="T104" fmla="*/ 0 w 2778"/>
                <a:gd name="T105" fmla="*/ 1135 h 3119"/>
                <a:gd name="T106" fmla="*/ 0 w 2778"/>
                <a:gd name="T107" fmla="*/ 811 h 3119"/>
                <a:gd name="T108" fmla="*/ 0 w 2778"/>
                <a:gd name="T109" fmla="*/ 487 h 3119"/>
                <a:gd name="T110" fmla="*/ 0 w 2778"/>
                <a:gd name="T111" fmla="*/ 162 h 3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778" h="3119">
                  <a:moveTo>
                    <a:pt x="0" y="0"/>
                  </a:moveTo>
                  <a:lnTo>
                    <a:pt x="55" y="22"/>
                  </a:lnTo>
                  <a:lnTo>
                    <a:pt x="110" y="46"/>
                  </a:lnTo>
                  <a:lnTo>
                    <a:pt x="164" y="68"/>
                  </a:lnTo>
                  <a:lnTo>
                    <a:pt x="219" y="90"/>
                  </a:lnTo>
                  <a:lnTo>
                    <a:pt x="273" y="112"/>
                  </a:lnTo>
                  <a:lnTo>
                    <a:pt x="327" y="134"/>
                  </a:lnTo>
                  <a:lnTo>
                    <a:pt x="379" y="157"/>
                  </a:lnTo>
                  <a:lnTo>
                    <a:pt x="433" y="179"/>
                  </a:lnTo>
                  <a:lnTo>
                    <a:pt x="485" y="201"/>
                  </a:lnTo>
                  <a:lnTo>
                    <a:pt x="538" y="222"/>
                  </a:lnTo>
                  <a:lnTo>
                    <a:pt x="589" y="244"/>
                  </a:lnTo>
                  <a:lnTo>
                    <a:pt x="642" y="265"/>
                  </a:lnTo>
                  <a:lnTo>
                    <a:pt x="693" y="286"/>
                  </a:lnTo>
                  <a:lnTo>
                    <a:pt x="743" y="307"/>
                  </a:lnTo>
                  <a:lnTo>
                    <a:pt x="794" y="328"/>
                  </a:lnTo>
                  <a:lnTo>
                    <a:pt x="845" y="349"/>
                  </a:lnTo>
                  <a:lnTo>
                    <a:pt x="939" y="387"/>
                  </a:lnTo>
                  <a:lnTo>
                    <a:pt x="1034" y="426"/>
                  </a:lnTo>
                  <a:lnTo>
                    <a:pt x="1126" y="464"/>
                  </a:lnTo>
                  <a:lnTo>
                    <a:pt x="1218" y="502"/>
                  </a:lnTo>
                  <a:lnTo>
                    <a:pt x="1309" y="539"/>
                  </a:lnTo>
                  <a:lnTo>
                    <a:pt x="1399" y="576"/>
                  </a:lnTo>
                  <a:lnTo>
                    <a:pt x="1487" y="613"/>
                  </a:lnTo>
                  <a:lnTo>
                    <a:pt x="1575" y="649"/>
                  </a:lnTo>
                  <a:lnTo>
                    <a:pt x="1658" y="684"/>
                  </a:lnTo>
                  <a:lnTo>
                    <a:pt x="1739" y="718"/>
                  </a:lnTo>
                  <a:lnTo>
                    <a:pt x="1821" y="751"/>
                  </a:lnTo>
                  <a:lnTo>
                    <a:pt x="1901" y="785"/>
                  </a:lnTo>
                  <a:lnTo>
                    <a:pt x="1981" y="818"/>
                  </a:lnTo>
                  <a:lnTo>
                    <a:pt x="2059" y="851"/>
                  </a:lnTo>
                  <a:lnTo>
                    <a:pt x="2136" y="882"/>
                  </a:lnTo>
                  <a:lnTo>
                    <a:pt x="2213" y="914"/>
                  </a:lnTo>
                  <a:lnTo>
                    <a:pt x="2286" y="944"/>
                  </a:lnTo>
                  <a:lnTo>
                    <a:pt x="2358" y="973"/>
                  </a:lnTo>
                  <a:lnTo>
                    <a:pt x="2430" y="1002"/>
                  </a:lnTo>
                  <a:lnTo>
                    <a:pt x="2500" y="1031"/>
                  </a:lnTo>
                  <a:lnTo>
                    <a:pt x="2571" y="1059"/>
                  </a:lnTo>
                  <a:lnTo>
                    <a:pt x="2640" y="1088"/>
                  </a:lnTo>
                  <a:lnTo>
                    <a:pt x="2709" y="1116"/>
                  </a:lnTo>
                  <a:lnTo>
                    <a:pt x="2778" y="1144"/>
                  </a:lnTo>
                  <a:lnTo>
                    <a:pt x="2778" y="1268"/>
                  </a:lnTo>
                  <a:lnTo>
                    <a:pt x="2778" y="1392"/>
                  </a:lnTo>
                  <a:lnTo>
                    <a:pt x="2778" y="1515"/>
                  </a:lnTo>
                  <a:lnTo>
                    <a:pt x="2778" y="1639"/>
                  </a:lnTo>
                  <a:lnTo>
                    <a:pt x="2778" y="1761"/>
                  </a:lnTo>
                  <a:lnTo>
                    <a:pt x="2778" y="1885"/>
                  </a:lnTo>
                  <a:lnTo>
                    <a:pt x="2778" y="2009"/>
                  </a:lnTo>
                  <a:lnTo>
                    <a:pt x="2778" y="2132"/>
                  </a:lnTo>
                  <a:lnTo>
                    <a:pt x="2778" y="2256"/>
                  </a:lnTo>
                  <a:lnTo>
                    <a:pt x="2778" y="2378"/>
                  </a:lnTo>
                  <a:lnTo>
                    <a:pt x="2778" y="2502"/>
                  </a:lnTo>
                  <a:lnTo>
                    <a:pt x="2778" y="2626"/>
                  </a:lnTo>
                  <a:lnTo>
                    <a:pt x="2778" y="2749"/>
                  </a:lnTo>
                  <a:lnTo>
                    <a:pt x="2778" y="2872"/>
                  </a:lnTo>
                  <a:lnTo>
                    <a:pt x="2778" y="2995"/>
                  </a:lnTo>
                  <a:lnTo>
                    <a:pt x="2778" y="3119"/>
                  </a:lnTo>
                  <a:lnTo>
                    <a:pt x="2709" y="3106"/>
                  </a:lnTo>
                  <a:lnTo>
                    <a:pt x="2640" y="3093"/>
                  </a:lnTo>
                  <a:lnTo>
                    <a:pt x="2571" y="3079"/>
                  </a:lnTo>
                  <a:lnTo>
                    <a:pt x="2501" y="3067"/>
                  </a:lnTo>
                  <a:lnTo>
                    <a:pt x="2430" y="3053"/>
                  </a:lnTo>
                  <a:lnTo>
                    <a:pt x="2359" y="3040"/>
                  </a:lnTo>
                  <a:lnTo>
                    <a:pt x="2286" y="3026"/>
                  </a:lnTo>
                  <a:lnTo>
                    <a:pt x="2213" y="3012"/>
                  </a:lnTo>
                  <a:lnTo>
                    <a:pt x="2136" y="2998"/>
                  </a:lnTo>
                  <a:lnTo>
                    <a:pt x="2059" y="2983"/>
                  </a:lnTo>
                  <a:lnTo>
                    <a:pt x="1981" y="2967"/>
                  </a:lnTo>
                  <a:lnTo>
                    <a:pt x="1901" y="2952"/>
                  </a:lnTo>
                  <a:lnTo>
                    <a:pt x="1821" y="2937"/>
                  </a:lnTo>
                  <a:lnTo>
                    <a:pt x="1739" y="2922"/>
                  </a:lnTo>
                  <a:lnTo>
                    <a:pt x="1658" y="2906"/>
                  </a:lnTo>
                  <a:lnTo>
                    <a:pt x="1575" y="2890"/>
                  </a:lnTo>
                  <a:lnTo>
                    <a:pt x="1487" y="2873"/>
                  </a:lnTo>
                  <a:lnTo>
                    <a:pt x="1399" y="2857"/>
                  </a:lnTo>
                  <a:lnTo>
                    <a:pt x="1309" y="2839"/>
                  </a:lnTo>
                  <a:lnTo>
                    <a:pt x="1218" y="2823"/>
                  </a:lnTo>
                  <a:lnTo>
                    <a:pt x="1126" y="2805"/>
                  </a:lnTo>
                  <a:lnTo>
                    <a:pt x="1032" y="2788"/>
                  </a:lnTo>
                  <a:lnTo>
                    <a:pt x="939" y="2770"/>
                  </a:lnTo>
                  <a:lnTo>
                    <a:pt x="843" y="2753"/>
                  </a:lnTo>
                  <a:lnTo>
                    <a:pt x="793" y="2742"/>
                  </a:lnTo>
                  <a:lnTo>
                    <a:pt x="743" y="2733"/>
                  </a:lnTo>
                  <a:lnTo>
                    <a:pt x="692" y="2724"/>
                  </a:lnTo>
                  <a:lnTo>
                    <a:pt x="640" y="2714"/>
                  </a:lnTo>
                  <a:lnTo>
                    <a:pt x="589" y="2704"/>
                  </a:lnTo>
                  <a:lnTo>
                    <a:pt x="537" y="2695"/>
                  </a:lnTo>
                  <a:lnTo>
                    <a:pt x="485" y="2684"/>
                  </a:lnTo>
                  <a:lnTo>
                    <a:pt x="432" y="2675"/>
                  </a:lnTo>
                  <a:lnTo>
                    <a:pt x="379" y="2664"/>
                  </a:lnTo>
                  <a:lnTo>
                    <a:pt x="327" y="2655"/>
                  </a:lnTo>
                  <a:lnTo>
                    <a:pt x="273" y="2644"/>
                  </a:lnTo>
                  <a:lnTo>
                    <a:pt x="219" y="2634"/>
                  </a:lnTo>
                  <a:lnTo>
                    <a:pt x="164" y="2623"/>
                  </a:lnTo>
                  <a:lnTo>
                    <a:pt x="110" y="2613"/>
                  </a:lnTo>
                  <a:lnTo>
                    <a:pt x="55" y="2604"/>
                  </a:lnTo>
                  <a:lnTo>
                    <a:pt x="0" y="2593"/>
                  </a:lnTo>
                  <a:lnTo>
                    <a:pt x="0" y="2431"/>
                  </a:lnTo>
                  <a:lnTo>
                    <a:pt x="0" y="2269"/>
                  </a:lnTo>
                  <a:lnTo>
                    <a:pt x="0" y="2107"/>
                  </a:lnTo>
                  <a:lnTo>
                    <a:pt x="0" y="1945"/>
                  </a:lnTo>
                  <a:lnTo>
                    <a:pt x="0" y="1782"/>
                  </a:lnTo>
                  <a:lnTo>
                    <a:pt x="0" y="1621"/>
                  </a:lnTo>
                  <a:lnTo>
                    <a:pt x="0" y="1459"/>
                  </a:lnTo>
                  <a:lnTo>
                    <a:pt x="0" y="1297"/>
                  </a:lnTo>
                  <a:lnTo>
                    <a:pt x="0" y="1135"/>
                  </a:lnTo>
                  <a:lnTo>
                    <a:pt x="0" y="973"/>
                  </a:lnTo>
                  <a:lnTo>
                    <a:pt x="0" y="811"/>
                  </a:lnTo>
                  <a:lnTo>
                    <a:pt x="0" y="649"/>
                  </a:lnTo>
                  <a:lnTo>
                    <a:pt x="0" y="487"/>
                  </a:lnTo>
                  <a:lnTo>
                    <a:pt x="0" y="324"/>
                  </a:lnTo>
                  <a:lnTo>
                    <a:pt x="0" y="162"/>
                  </a:lnTo>
                  <a:lnTo>
                    <a:pt x="0" y="0"/>
                  </a:lnTo>
                  <a:close/>
                </a:path>
              </a:pathLst>
            </a:custGeom>
            <a:solidFill>
              <a:srgbClr val="C00000">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48" name="组合 47"/>
          <p:cNvGrpSpPr>
            <a:grpSpLocks noChangeAspect="1"/>
          </p:cNvGrpSpPr>
          <p:nvPr/>
        </p:nvGrpSpPr>
        <p:grpSpPr>
          <a:xfrm>
            <a:off x="0" y="3293689"/>
            <a:ext cx="5531484" cy="844615"/>
            <a:chOff x="0" y="3390674"/>
            <a:chExt cx="5531484" cy="844615"/>
          </a:xfrm>
          <a:effectLst>
            <a:outerShdw blurRad="152400" dist="76200" dir="2700000" algn="tl" rotWithShape="0">
              <a:prstClr val="black">
                <a:alpha val="60000"/>
              </a:prstClr>
            </a:outerShdw>
          </a:effectLst>
        </p:grpSpPr>
        <p:sp>
          <p:nvSpPr>
            <p:cNvPr id="49" name="Freeform 18"/>
            <p:cNvSpPr>
              <a:spLocks noChangeAspect="1"/>
            </p:cNvSpPr>
            <p:nvPr/>
          </p:nvSpPr>
          <p:spPr bwMode="auto">
            <a:xfrm>
              <a:off x="823870" y="3390674"/>
              <a:ext cx="4707614" cy="844615"/>
            </a:xfrm>
            <a:custGeom>
              <a:avLst/>
              <a:gdLst>
                <a:gd name="T0" fmla="*/ 0 w 15887"/>
                <a:gd name="T1" fmla="*/ 436 h 2848"/>
                <a:gd name="T2" fmla="*/ 14445 w 15887"/>
                <a:gd name="T3" fmla="*/ 436 h 2848"/>
                <a:gd name="T4" fmla="*/ 14445 w 15887"/>
                <a:gd name="T5" fmla="*/ 79 h 2848"/>
                <a:gd name="T6" fmla="*/ 14445 w 15887"/>
                <a:gd name="T7" fmla="*/ 68 h 2848"/>
                <a:gd name="T8" fmla="*/ 14449 w 15887"/>
                <a:gd name="T9" fmla="*/ 56 h 2848"/>
                <a:gd name="T10" fmla="*/ 14452 w 15887"/>
                <a:gd name="T11" fmla="*/ 45 h 2848"/>
                <a:gd name="T12" fmla="*/ 14458 w 15887"/>
                <a:gd name="T13" fmla="*/ 35 h 2848"/>
                <a:gd name="T14" fmla="*/ 14465 w 15887"/>
                <a:gd name="T15" fmla="*/ 27 h 2848"/>
                <a:gd name="T16" fmla="*/ 14473 w 15887"/>
                <a:gd name="T17" fmla="*/ 19 h 2848"/>
                <a:gd name="T18" fmla="*/ 14482 w 15887"/>
                <a:gd name="T19" fmla="*/ 12 h 2848"/>
                <a:gd name="T20" fmla="*/ 14494 w 15887"/>
                <a:gd name="T21" fmla="*/ 7 h 2848"/>
                <a:gd name="T22" fmla="*/ 14506 w 15887"/>
                <a:gd name="T23" fmla="*/ 2 h 2848"/>
                <a:gd name="T24" fmla="*/ 14516 w 15887"/>
                <a:gd name="T25" fmla="*/ 0 h 2848"/>
                <a:gd name="T26" fmla="*/ 14528 w 15887"/>
                <a:gd name="T27" fmla="*/ 0 h 2848"/>
                <a:gd name="T28" fmla="*/ 14540 w 15887"/>
                <a:gd name="T29" fmla="*/ 1 h 2848"/>
                <a:gd name="T30" fmla="*/ 14551 w 15887"/>
                <a:gd name="T31" fmla="*/ 5 h 2848"/>
                <a:gd name="T32" fmla="*/ 14562 w 15887"/>
                <a:gd name="T33" fmla="*/ 9 h 2848"/>
                <a:gd name="T34" fmla="*/ 14571 w 15887"/>
                <a:gd name="T35" fmla="*/ 15 h 2848"/>
                <a:gd name="T36" fmla="*/ 14580 w 15887"/>
                <a:gd name="T37" fmla="*/ 23 h 2848"/>
                <a:gd name="T38" fmla="*/ 15821 w 15887"/>
                <a:gd name="T39" fmla="*/ 1264 h 2848"/>
                <a:gd name="T40" fmla="*/ 15837 w 15887"/>
                <a:gd name="T41" fmla="*/ 1281 h 2848"/>
                <a:gd name="T42" fmla="*/ 15850 w 15887"/>
                <a:gd name="T43" fmla="*/ 1299 h 2848"/>
                <a:gd name="T44" fmla="*/ 15861 w 15887"/>
                <a:gd name="T45" fmla="*/ 1319 h 2848"/>
                <a:gd name="T46" fmla="*/ 15871 w 15887"/>
                <a:gd name="T47" fmla="*/ 1339 h 2848"/>
                <a:gd name="T48" fmla="*/ 15878 w 15887"/>
                <a:gd name="T49" fmla="*/ 1360 h 2848"/>
                <a:gd name="T50" fmla="*/ 15882 w 15887"/>
                <a:gd name="T51" fmla="*/ 1381 h 2848"/>
                <a:gd name="T52" fmla="*/ 15886 w 15887"/>
                <a:gd name="T53" fmla="*/ 1402 h 2848"/>
                <a:gd name="T54" fmla="*/ 15887 w 15887"/>
                <a:gd name="T55" fmla="*/ 1424 h 2848"/>
                <a:gd name="T56" fmla="*/ 15886 w 15887"/>
                <a:gd name="T57" fmla="*/ 1446 h 2848"/>
                <a:gd name="T58" fmla="*/ 15882 w 15887"/>
                <a:gd name="T59" fmla="*/ 1467 h 2848"/>
                <a:gd name="T60" fmla="*/ 15878 w 15887"/>
                <a:gd name="T61" fmla="*/ 1488 h 2848"/>
                <a:gd name="T62" fmla="*/ 15871 w 15887"/>
                <a:gd name="T63" fmla="*/ 1509 h 2848"/>
                <a:gd name="T64" fmla="*/ 15861 w 15887"/>
                <a:gd name="T65" fmla="*/ 1529 h 2848"/>
                <a:gd name="T66" fmla="*/ 15850 w 15887"/>
                <a:gd name="T67" fmla="*/ 1549 h 2848"/>
                <a:gd name="T68" fmla="*/ 15837 w 15887"/>
                <a:gd name="T69" fmla="*/ 1567 h 2848"/>
                <a:gd name="T70" fmla="*/ 15821 w 15887"/>
                <a:gd name="T71" fmla="*/ 1584 h 2848"/>
                <a:gd name="T72" fmla="*/ 14580 w 15887"/>
                <a:gd name="T73" fmla="*/ 2825 h 2848"/>
                <a:gd name="T74" fmla="*/ 14571 w 15887"/>
                <a:gd name="T75" fmla="*/ 2833 h 2848"/>
                <a:gd name="T76" fmla="*/ 14562 w 15887"/>
                <a:gd name="T77" fmla="*/ 2839 h 2848"/>
                <a:gd name="T78" fmla="*/ 14551 w 15887"/>
                <a:gd name="T79" fmla="*/ 2843 h 2848"/>
                <a:gd name="T80" fmla="*/ 14540 w 15887"/>
                <a:gd name="T81" fmla="*/ 2847 h 2848"/>
                <a:gd name="T82" fmla="*/ 14528 w 15887"/>
                <a:gd name="T83" fmla="*/ 2848 h 2848"/>
                <a:gd name="T84" fmla="*/ 14516 w 15887"/>
                <a:gd name="T85" fmla="*/ 2848 h 2848"/>
                <a:gd name="T86" fmla="*/ 14506 w 15887"/>
                <a:gd name="T87" fmla="*/ 2846 h 2848"/>
                <a:gd name="T88" fmla="*/ 14494 w 15887"/>
                <a:gd name="T89" fmla="*/ 2842 h 2848"/>
                <a:gd name="T90" fmla="*/ 14482 w 15887"/>
                <a:gd name="T91" fmla="*/ 2836 h 2848"/>
                <a:gd name="T92" fmla="*/ 14473 w 15887"/>
                <a:gd name="T93" fmla="*/ 2829 h 2848"/>
                <a:gd name="T94" fmla="*/ 14465 w 15887"/>
                <a:gd name="T95" fmla="*/ 2821 h 2848"/>
                <a:gd name="T96" fmla="*/ 14458 w 15887"/>
                <a:gd name="T97" fmla="*/ 2813 h 2848"/>
                <a:gd name="T98" fmla="*/ 14452 w 15887"/>
                <a:gd name="T99" fmla="*/ 2803 h 2848"/>
                <a:gd name="T100" fmla="*/ 14449 w 15887"/>
                <a:gd name="T101" fmla="*/ 2792 h 2848"/>
                <a:gd name="T102" fmla="*/ 14445 w 15887"/>
                <a:gd name="T103" fmla="*/ 2780 h 2848"/>
                <a:gd name="T104" fmla="*/ 14445 w 15887"/>
                <a:gd name="T105" fmla="*/ 2769 h 2848"/>
                <a:gd name="T106" fmla="*/ 14445 w 15887"/>
                <a:gd name="T107" fmla="*/ 2412 h 2848"/>
                <a:gd name="T108" fmla="*/ 0 w 15887"/>
                <a:gd name="T109" fmla="*/ 2412 h 2848"/>
                <a:gd name="T110" fmla="*/ 0 w 15887"/>
                <a:gd name="T111" fmla="*/ 436 h 2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887" h="2848">
                  <a:moveTo>
                    <a:pt x="0" y="436"/>
                  </a:moveTo>
                  <a:lnTo>
                    <a:pt x="14445" y="436"/>
                  </a:lnTo>
                  <a:lnTo>
                    <a:pt x="14445" y="79"/>
                  </a:lnTo>
                  <a:lnTo>
                    <a:pt x="14445" y="68"/>
                  </a:lnTo>
                  <a:lnTo>
                    <a:pt x="14449" y="56"/>
                  </a:lnTo>
                  <a:lnTo>
                    <a:pt x="14452" y="45"/>
                  </a:lnTo>
                  <a:lnTo>
                    <a:pt x="14458" y="35"/>
                  </a:lnTo>
                  <a:lnTo>
                    <a:pt x="14465" y="27"/>
                  </a:lnTo>
                  <a:lnTo>
                    <a:pt x="14473" y="19"/>
                  </a:lnTo>
                  <a:lnTo>
                    <a:pt x="14482" y="12"/>
                  </a:lnTo>
                  <a:lnTo>
                    <a:pt x="14494" y="7"/>
                  </a:lnTo>
                  <a:lnTo>
                    <a:pt x="14506" y="2"/>
                  </a:lnTo>
                  <a:lnTo>
                    <a:pt x="14516" y="0"/>
                  </a:lnTo>
                  <a:lnTo>
                    <a:pt x="14528" y="0"/>
                  </a:lnTo>
                  <a:lnTo>
                    <a:pt x="14540" y="1"/>
                  </a:lnTo>
                  <a:lnTo>
                    <a:pt x="14551" y="5"/>
                  </a:lnTo>
                  <a:lnTo>
                    <a:pt x="14562" y="9"/>
                  </a:lnTo>
                  <a:lnTo>
                    <a:pt x="14571" y="15"/>
                  </a:lnTo>
                  <a:lnTo>
                    <a:pt x="14580" y="23"/>
                  </a:lnTo>
                  <a:lnTo>
                    <a:pt x="15821" y="1264"/>
                  </a:lnTo>
                  <a:lnTo>
                    <a:pt x="15837" y="1281"/>
                  </a:lnTo>
                  <a:lnTo>
                    <a:pt x="15850" y="1299"/>
                  </a:lnTo>
                  <a:lnTo>
                    <a:pt x="15861" y="1319"/>
                  </a:lnTo>
                  <a:lnTo>
                    <a:pt x="15871" y="1339"/>
                  </a:lnTo>
                  <a:lnTo>
                    <a:pt x="15878" y="1360"/>
                  </a:lnTo>
                  <a:lnTo>
                    <a:pt x="15882" y="1381"/>
                  </a:lnTo>
                  <a:lnTo>
                    <a:pt x="15886" y="1402"/>
                  </a:lnTo>
                  <a:lnTo>
                    <a:pt x="15887" y="1424"/>
                  </a:lnTo>
                  <a:lnTo>
                    <a:pt x="15886" y="1446"/>
                  </a:lnTo>
                  <a:lnTo>
                    <a:pt x="15882" y="1467"/>
                  </a:lnTo>
                  <a:lnTo>
                    <a:pt x="15878" y="1488"/>
                  </a:lnTo>
                  <a:lnTo>
                    <a:pt x="15871" y="1509"/>
                  </a:lnTo>
                  <a:lnTo>
                    <a:pt x="15861" y="1529"/>
                  </a:lnTo>
                  <a:lnTo>
                    <a:pt x="15850" y="1549"/>
                  </a:lnTo>
                  <a:lnTo>
                    <a:pt x="15837" y="1567"/>
                  </a:lnTo>
                  <a:lnTo>
                    <a:pt x="15821" y="1584"/>
                  </a:lnTo>
                  <a:lnTo>
                    <a:pt x="14580" y="2825"/>
                  </a:lnTo>
                  <a:lnTo>
                    <a:pt x="14571" y="2833"/>
                  </a:lnTo>
                  <a:lnTo>
                    <a:pt x="14562" y="2839"/>
                  </a:lnTo>
                  <a:lnTo>
                    <a:pt x="14551" y="2843"/>
                  </a:lnTo>
                  <a:lnTo>
                    <a:pt x="14540" y="2847"/>
                  </a:lnTo>
                  <a:lnTo>
                    <a:pt x="14528" y="2848"/>
                  </a:lnTo>
                  <a:lnTo>
                    <a:pt x="14516" y="2848"/>
                  </a:lnTo>
                  <a:lnTo>
                    <a:pt x="14506" y="2846"/>
                  </a:lnTo>
                  <a:lnTo>
                    <a:pt x="14494" y="2842"/>
                  </a:lnTo>
                  <a:lnTo>
                    <a:pt x="14482" y="2836"/>
                  </a:lnTo>
                  <a:lnTo>
                    <a:pt x="14473" y="2829"/>
                  </a:lnTo>
                  <a:lnTo>
                    <a:pt x="14465" y="2821"/>
                  </a:lnTo>
                  <a:lnTo>
                    <a:pt x="14458" y="2813"/>
                  </a:lnTo>
                  <a:lnTo>
                    <a:pt x="14452" y="2803"/>
                  </a:lnTo>
                  <a:lnTo>
                    <a:pt x="14449" y="2792"/>
                  </a:lnTo>
                  <a:lnTo>
                    <a:pt x="14445" y="2780"/>
                  </a:lnTo>
                  <a:lnTo>
                    <a:pt x="14445" y="2769"/>
                  </a:lnTo>
                  <a:lnTo>
                    <a:pt x="14445" y="2412"/>
                  </a:lnTo>
                  <a:lnTo>
                    <a:pt x="0" y="2412"/>
                  </a:lnTo>
                  <a:lnTo>
                    <a:pt x="0" y="436"/>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0" name="Freeform 25"/>
            <p:cNvSpPr>
              <a:spLocks noChangeAspect="1"/>
            </p:cNvSpPr>
            <p:nvPr/>
          </p:nvSpPr>
          <p:spPr bwMode="auto">
            <a:xfrm>
              <a:off x="0" y="3430682"/>
              <a:ext cx="823870" cy="767562"/>
            </a:xfrm>
            <a:custGeom>
              <a:avLst/>
              <a:gdLst>
                <a:gd name="T0" fmla="*/ 55 w 2778"/>
                <a:gd name="T1" fmla="*/ 6 h 2592"/>
                <a:gd name="T2" fmla="*/ 164 w 2778"/>
                <a:gd name="T3" fmla="*/ 17 h 2592"/>
                <a:gd name="T4" fmla="*/ 273 w 2778"/>
                <a:gd name="T5" fmla="*/ 30 h 2592"/>
                <a:gd name="T6" fmla="*/ 379 w 2778"/>
                <a:gd name="T7" fmla="*/ 42 h 2592"/>
                <a:gd name="T8" fmla="*/ 484 w 2778"/>
                <a:gd name="T9" fmla="*/ 54 h 2592"/>
                <a:gd name="T10" fmla="*/ 589 w 2778"/>
                <a:gd name="T11" fmla="*/ 65 h 2592"/>
                <a:gd name="T12" fmla="*/ 692 w 2778"/>
                <a:gd name="T13" fmla="*/ 76 h 2592"/>
                <a:gd name="T14" fmla="*/ 793 w 2778"/>
                <a:gd name="T15" fmla="*/ 87 h 2592"/>
                <a:gd name="T16" fmla="*/ 939 w 2778"/>
                <a:gd name="T17" fmla="*/ 104 h 2592"/>
                <a:gd name="T18" fmla="*/ 1126 w 2778"/>
                <a:gd name="T19" fmla="*/ 124 h 2592"/>
                <a:gd name="T20" fmla="*/ 1309 w 2778"/>
                <a:gd name="T21" fmla="*/ 143 h 2592"/>
                <a:gd name="T22" fmla="*/ 1487 w 2778"/>
                <a:gd name="T23" fmla="*/ 163 h 2592"/>
                <a:gd name="T24" fmla="*/ 1658 w 2778"/>
                <a:gd name="T25" fmla="*/ 183 h 2592"/>
                <a:gd name="T26" fmla="*/ 1821 w 2778"/>
                <a:gd name="T27" fmla="*/ 202 h 2592"/>
                <a:gd name="T28" fmla="*/ 1981 w 2778"/>
                <a:gd name="T29" fmla="*/ 219 h 2592"/>
                <a:gd name="T30" fmla="*/ 2136 w 2778"/>
                <a:gd name="T31" fmla="*/ 237 h 2592"/>
                <a:gd name="T32" fmla="*/ 2286 w 2778"/>
                <a:gd name="T33" fmla="*/ 253 h 2592"/>
                <a:gd name="T34" fmla="*/ 2430 w 2778"/>
                <a:gd name="T35" fmla="*/ 269 h 2592"/>
                <a:gd name="T36" fmla="*/ 2571 w 2778"/>
                <a:gd name="T37" fmla="*/ 285 h 2592"/>
                <a:gd name="T38" fmla="*/ 2709 w 2778"/>
                <a:gd name="T39" fmla="*/ 300 h 2592"/>
                <a:gd name="T40" fmla="*/ 2778 w 2778"/>
                <a:gd name="T41" fmla="*/ 432 h 2592"/>
                <a:gd name="T42" fmla="*/ 2778 w 2778"/>
                <a:gd name="T43" fmla="*/ 678 h 2592"/>
                <a:gd name="T44" fmla="*/ 2778 w 2778"/>
                <a:gd name="T45" fmla="*/ 925 h 2592"/>
                <a:gd name="T46" fmla="*/ 2778 w 2778"/>
                <a:gd name="T47" fmla="*/ 1172 h 2592"/>
                <a:gd name="T48" fmla="*/ 2778 w 2778"/>
                <a:gd name="T49" fmla="*/ 1418 h 2592"/>
                <a:gd name="T50" fmla="*/ 2778 w 2778"/>
                <a:gd name="T51" fmla="*/ 1666 h 2592"/>
                <a:gd name="T52" fmla="*/ 2778 w 2778"/>
                <a:gd name="T53" fmla="*/ 1913 h 2592"/>
                <a:gd name="T54" fmla="*/ 2778 w 2778"/>
                <a:gd name="T55" fmla="*/ 2160 h 2592"/>
                <a:gd name="T56" fmla="*/ 2709 w 2778"/>
                <a:gd name="T57" fmla="*/ 2291 h 2592"/>
                <a:gd name="T58" fmla="*/ 2571 w 2778"/>
                <a:gd name="T59" fmla="*/ 2307 h 2592"/>
                <a:gd name="T60" fmla="*/ 2430 w 2778"/>
                <a:gd name="T61" fmla="*/ 2322 h 2592"/>
                <a:gd name="T62" fmla="*/ 2286 w 2778"/>
                <a:gd name="T63" fmla="*/ 2339 h 2592"/>
                <a:gd name="T64" fmla="*/ 2137 w 2778"/>
                <a:gd name="T65" fmla="*/ 2355 h 2592"/>
                <a:gd name="T66" fmla="*/ 1981 w 2778"/>
                <a:gd name="T67" fmla="*/ 2372 h 2592"/>
                <a:gd name="T68" fmla="*/ 1821 w 2778"/>
                <a:gd name="T69" fmla="*/ 2390 h 2592"/>
                <a:gd name="T70" fmla="*/ 1658 w 2778"/>
                <a:gd name="T71" fmla="*/ 2407 h 2592"/>
                <a:gd name="T72" fmla="*/ 1487 w 2778"/>
                <a:gd name="T73" fmla="*/ 2426 h 2592"/>
                <a:gd name="T74" fmla="*/ 1309 w 2778"/>
                <a:gd name="T75" fmla="*/ 2446 h 2592"/>
                <a:gd name="T76" fmla="*/ 1126 w 2778"/>
                <a:gd name="T77" fmla="*/ 2467 h 2592"/>
                <a:gd name="T78" fmla="*/ 939 w 2778"/>
                <a:gd name="T79" fmla="*/ 2488 h 2592"/>
                <a:gd name="T80" fmla="*/ 793 w 2778"/>
                <a:gd name="T81" fmla="*/ 2504 h 2592"/>
                <a:gd name="T82" fmla="*/ 692 w 2778"/>
                <a:gd name="T83" fmla="*/ 2515 h 2592"/>
                <a:gd name="T84" fmla="*/ 589 w 2778"/>
                <a:gd name="T85" fmla="*/ 2526 h 2592"/>
                <a:gd name="T86" fmla="*/ 484 w 2778"/>
                <a:gd name="T87" fmla="*/ 2538 h 2592"/>
                <a:gd name="T88" fmla="*/ 379 w 2778"/>
                <a:gd name="T89" fmla="*/ 2550 h 2592"/>
                <a:gd name="T90" fmla="*/ 272 w 2778"/>
                <a:gd name="T91" fmla="*/ 2561 h 2592"/>
                <a:gd name="T92" fmla="*/ 164 w 2778"/>
                <a:gd name="T93" fmla="*/ 2574 h 2592"/>
                <a:gd name="T94" fmla="*/ 55 w 2778"/>
                <a:gd name="T95" fmla="*/ 2586 h 2592"/>
                <a:gd name="T96" fmla="*/ 0 w 2778"/>
                <a:gd name="T97" fmla="*/ 2431 h 2592"/>
                <a:gd name="T98" fmla="*/ 0 w 2778"/>
                <a:gd name="T99" fmla="*/ 2106 h 2592"/>
                <a:gd name="T100" fmla="*/ 0 w 2778"/>
                <a:gd name="T101" fmla="*/ 1782 h 2592"/>
                <a:gd name="T102" fmla="*/ 0 w 2778"/>
                <a:gd name="T103" fmla="*/ 1458 h 2592"/>
                <a:gd name="T104" fmla="*/ 0 w 2778"/>
                <a:gd name="T105" fmla="*/ 1135 h 2592"/>
                <a:gd name="T106" fmla="*/ 0 w 2778"/>
                <a:gd name="T107" fmla="*/ 811 h 2592"/>
                <a:gd name="T108" fmla="*/ 0 w 2778"/>
                <a:gd name="T109" fmla="*/ 486 h 2592"/>
                <a:gd name="T110" fmla="*/ 0 w 2778"/>
                <a:gd name="T111" fmla="*/ 162 h 2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778" h="2592">
                  <a:moveTo>
                    <a:pt x="0" y="0"/>
                  </a:moveTo>
                  <a:lnTo>
                    <a:pt x="55" y="6"/>
                  </a:lnTo>
                  <a:lnTo>
                    <a:pt x="110" y="12"/>
                  </a:lnTo>
                  <a:lnTo>
                    <a:pt x="164" y="17"/>
                  </a:lnTo>
                  <a:lnTo>
                    <a:pt x="218" y="23"/>
                  </a:lnTo>
                  <a:lnTo>
                    <a:pt x="273" y="30"/>
                  </a:lnTo>
                  <a:lnTo>
                    <a:pt x="325" y="36"/>
                  </a:lnTo>
                  <a:lnTo>
                    <a:pt x="379" y="42"/>
                  </a:lnTo>
                  <a:lnTo>
                    <a:pt x="432" y="48"/>
                  </a:lnTo>
                  <a:lnTo>
                    <a:pt x="484" y="54"/>
                  </a:lnTo>
                  <a:lnTo>
                    <a:pt x="537" y="59"/>
                  </a:lnTo>
                  <a:lnTo>
                    <a:pt x="589" y="65"/>
                  </a:lnTo>
                  <a:lnTo>
                    <a:pt x="640" y="70"/>
                  </a:lnTo>
                  <a:lnTo>
                    <a:pt x="692" y="76"/>
                  </a:lnTo>
                  <a:lnTo>
                    <a:pt x="743" y="82"/>
                  </a:lnTo>
                  <a:lnTo>
                    <a:pt x="793" y="87"/>
                  </a:lnTo>
                  <a:lnTo>
                    <a:pt x="843" y="93"/>
                  </a:lnTo>
                  <a:lnTo>
                    <a:pt x="939" y="104"/>
                  </a:lnTo>
                  <a:lnTo>
                    <a:pt x="1032" y="113"/>
                  </a:lnTo>
                  <a:lnTo>
                    <a:pt x="1126" y="124"/>
                  </a:lnTo>
                  <a:lnTo>
                    <a:pt x="1218" y="134"/>
                  </a:lnTo>
                  <a:lnTo>
                    <a:pt x="1309" y="143"/>
                  </a:lnTo>
                  <a:lnTo>
                    <a:pt x="1399" y="154"/>
                  </a:lnTo>
                  <a:lnTo>
                    <a:pt x="1487" y="163"/>
                  </a:lnTo>
                  <a:lnTo>
                    <a:pt x="1575" y="174"/>
                  </a:lnTo>
                  <a:lnTo>
                    <a:pt x="1658" y="183"/>
                  </a:lnTo>
                  <a:lnTo>
                    <a:pt x="1739" y="192"/>
                  </a:lnTo>
                  <a:lnTo>
                    <a:pt x="1821" y="202"/>
                  </a:lnTo>
                  <a:lnTo>
                    <a:pt x="1901" y="210"/>
                  </a:lnTo>
                  <a:lnTo>
                    <a:pt x="1981" y="219"/>
                  </a:lnTo>
                  <a:lnTo>
                    <a:pt x="2059" y="227"/>
                  </a:lnTo>
                  <a:lnTo>
                    <a:pt x="2136" y="237"/>
                  </a:lnTo>
                  <a:lnTo>
                    <a:pt x="2213" y="245"/>
                  </a:lnTo>
                  <a:lnTo>
                    <a:pt x="2286" y="253"/>
                  </a:lnTo>
                  <a:lnTo>
                    <a:pt x="2359" y="261"/>
                  </a:lnTo>
                  <a:lnTo>
                    <a:pt x="2430" y="269"/>
                  </a:lnTo>
                  <a:lnTo>
                    <a:pt x="2501" y="276"/>
                  </a:lnTo>
                  <a:lnTo>
                    <a:pt x="2571" y="285"/>
                  </a:lnTo>
                  <a:lnTo>
                    <a:pt x="2640" y="293"/>
                  </a:lnTo>
                  <a:lnTo>
                    <a:pt x="2709" y="300"/>
                  </a:lnTo>
                  <a:lnTo>
                    <a:pt x="2778" y="308"/>
                  </a:lnTo>
                  <a:lnTo>
                    <a:pt x="2778" y="432"/>
                  </a:lnTo>
                  <a:lnTo>
                    <a:pt x="2778" y="554"/>
                  </a:lnTo>
                  <a:lnTo>
                    <a:pt x="2778" y="678"/>
                  </a:lnTo>
                  <a:lnTo>
                    <a:pt x="2778" y="801"/>
                  </a:lnTo>
                  <a:lnTo>
                    <a:pt x="2778" y="925"/>
                  </a:lnTo>
                  <a:lnTo>
                    <a:pt x="2778" y="1049"/>
                  </a:lnTo>
                  <a:lnTo>
                    <a:pt x="2778" y="1172"/>
                  </a:lnTo>
                  <a:lnTo>
                    <a:pt x="2778" y="1295"/>
                  </a:lnTo>
                  <a:lnTo>
                    <a:pt x="2778" y="1418"/>
                  </a:lnTo>
                  <a:lnTo>
                    <a:pt x="2778" y="1542"/>
                  </a:lnTo>
                  <a:lnTo>
                    <a:pt x="2778" y="1666"/>
                  </a:lnTo>
                  <a:lnTo>
                    <a:pt x="2778" y="1789"/>
                  </a:lnTo>
                  <a:lnTo>
                    <a:pt x="2778" y="1913"/>
                  </a:lnTo>
                  <a:lnTo>
                    <a:pt x="2778" y="2036"/>
                  </a:lnTo>
                  <a:lnTo>
                    <a:pt x="2778" y="2160"/>
                  </a:lnTo>
                  <a:lnTo>
                    <a:pt x="2778" y="2284"/>
                  </a:lnTo>
                  <a:lnTo>
                    <a:pt x="2709" y="2291"/>
                  </a:lnTo>
                  <a:lnTo>
                    <a:pt x="2640" y="2299"/>
                  </a:lnTo>
                  <a:lnTo>
                    <a:pt x="2571" y="2307"/>
                  </a:lnTo>
                  <a:lnTo>
                    <a:pt x="2501" y="2314"/>
                  </a:lnTo>
                  <a:lnTo>
                    <a:pt x="2430" y="2322"/>
                  </a:lnTo>
                  <a:lnTo>
                    <a:pt x="2359" y="2330"/>
                  </a:lnTo>
                  <a:lnTo>
                    <a:pt x="2286" y="2339"/>
                  </a:lnTo>
                  <a:lnTo>
                    <a:pt x="2214" y="2347"/>
                  </a:lnTo>
                  <a:lnTo>
                    <a:pt x="2137" y="2355"/>
                  </a:lnTo>
                  <a:lnTo>
                    <a:pt x="2059" y="2363"/>
                  </a:lnTo>
                  <a:lnTo>
                    <a:pt x="1981" y="2372"/>
                  </a:lnTo>
                  <a:lnTo>
                    <a:pt x="1901" y="2381"/>
                  </a:lnTo>
                  <a:lnTo>
                    <a:pt x="1821" y="2390"/>
                  </a:lnTo>
                  <a:lnTo>
                    <a:pt x="1739" y="2398"/>
                  </a:lnTo>
                  <a:lnTo>
                    <a:pt x="1658" y="2407"/>
                  </a:lnTo>
                  <a:lnTo>
                    <a:pt x="1575" y="2417"/>
                  </a:lnTo>
                  <a:lnTo>
                    <a:pt x="1487" y="2426"/>
                  </a:lnTo>
                  <a:lnTo>
                    <a:pt x="1399" y="2435"/>
                  </a:lnTo>
                  <a:lnTo>
                    <a:pt x="1309" y="2446"/>
                  </a:lnTo>
                  <a:lnTo>
                    <a:pt x="1218" y="2456"/>
                  </a:lnTo>
                  <a:lnTo>
                    <a:pt x="1126" y="2467"/>
                  </a:lnTo>
                  <a:lnTo>
                    <a:pt x="1032" y="2477"/>
                  </a:lnTo>
                  <a:lnTo>
                    <a:pt x="939" y="2488"/>
                  </a:lnTo>
                  <a:lnTo>
                    <a:pt x="843" y="2498"/>
                  </a:lnTo>
                  <a:lnTo>
                    <a:pt x="793" y="2504"/>
                  </a:lnTo>
                  <a:lnTo>
                    <a:pt x="743" y="2510"/>
                  </a:lnTo>
                  <a:lnTo>
                    <a:pt x="692" y="2515"/>
                  </a:lnTo>
                  <a:lnTo>
                    <a:pt x="640" y="2521"/>
                  </a:lnTo>
                  <a:lnTo>
                    <a:pt x="589" y="2526"/>
                  </a:lnTo>
                  <a:lnTo>
                    <a:pt x="537" y="2532"/>
                  </a:lnTo>
                  <a:lnTo>
                    <a:pt x="484" y="2538"/>
                  </a:lnTo>
                  <a:lnTo>
                    <a:pt x="432" y="2544"/>
                  </a:lnTo>
                  <a:lnTo>
                    <a:pt x="379" y="2550"/>
                  </a:lnTo>
                  <a:lnTo>
                    <a:pt x="325" y="2556"/>
                  </a:lnTo>
                  <a:lnTo>
                    <a:pt x="272" y="2561"/>
                  </a:lnTo>
                  <a:lnTo>
                    <a:pt x="218" y="2568"/>
                  </a:lnTo>
                  <a:lnTo>
                    <a:pt x="164" y="2574"/>
                  </a:lnTo>
                  <a:lnTo>
                    <a:pt x="110" y="2580"/>
                  </a:lnTo>
                  <a:lnTo>
                    <a:pt x="55" y="2586"/>
                  </a:lnTo>
                  <a:lnTo>
                    <a:pt x="0" y="2592"/>
                  </a:lnTo>
                  <a:lnTo>
                    <a:pt x="0" y="2431"/>
                  </a:lnTo>
                  <a:lnTo>
                    <a:pt x="0" y="2269"/>
                  </a:lnTo>
                  <a:lnTo>
                    <a:pt x="0" y="2106"/>
                  </a:lnTo>
                  <a:lnTo>
                    <a:pt x="0" y="1944"/>
                  </a:lnTo>
                  <a:lnTo>
                    <a:pt x="0" y="1782"/>
                  </a:lnTo>
                  <a:lnTo>
                    <a:pt x="0" y="1620"/>
                  </a:lnTo>
                  <a:lnTo>
                    <a:pt x="0" y="1458"/>
                  </a:lnTo>
                  <a:lnTo>
                    <a:pt x="0" y="1297"/>
                  </a:lnTo>
                  <a:lnTo>
                    <a:pt x="0" y="1135"/>
                  </a:lnTo>
                  <a:lnTo>
                    <a:pt x="0" y="973"/>
                  </a:lnTo>
                  <a:lnTo>
                    <a:pt x="0" y="811"/>
                  </a:lnTo>
                  <a:lnTo>
                    <a:pt x="0" y="649"/>
                  </a:lnTo>
                  <a:lnTo>
                    <a:pt x="0" y="486"/>
                  </a:lnTo>
                  <a:lnTo>
                    <a:pt x="0" y="324"/>
                  </a:lnTo>
                  <a:lnTo>
                    <a:pt x="0" y="162"/>
                  </a:lnTo>
                  <a:lnTo>
                    <a:pt x="0" y="0"/>
                  </a:lnTo>
                  <a:close/>
                </a:path>
              </a:pathLst>
            </a:custGeom>
            <a:solidFill>
              <a:srgbClr val="17406D">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51" name="组合 50"/>
          <p:cNvGrpSpPr>
            <a:grpSpLocks noChangeAspect="1"/>
          </p:cNvGrpSpPr>
          <p:nvPr/>
        </p:nvGrpSpPr>
        <p:grpSpPr>
          <a:xfrm>
            <a:off x="0" y="4086441"/>
            <a:ext cx="4738733" cy="1055027"/>
            <a:chOff x="0" y="4183426"/>
            <a:chExt cx="4738733" cy="1055027"/>
          </a:xfrm>
          <a:effectLst>
            <a:outerShdw blurRad="152400" dist="76200" dir="2700000" algn="tl" rotWithShape="0">
              <a:prstClr val="black">
                <a:alpha val="60000"/>
              </a:prstClr>
            </a:outerShdw>
          </a:effectLst>
        </p:grpSpPr>
        <p:sp>
          <p:nvSpPr>
            <p:cNvPr id="52" name="Freeform 21"/>
            <p:cNvSpPr>
              <a:spLocks noChangeAspect="1"/>
            </p:cNvSpPr>
            <p:nvPr/>
          </p:nvSpPr>
          <p:spPr bwMode="auto">
            <a:xfrm>
              <a:off x="823870" y="4183426"/>
              <a:ext cx="3914863" cy="844615"/>
            </a:xfrm>
            <a:custGeom>
              <a:avLst/>
              <a:gdLst>
                <a:gd name="T0" fmla="*/ 0 w 13212"/>
                <a:gd name="T1" fmla="*/ 435 h 2847"/>
                <a:gd name="T2" fmla="*/ 11769 w 13212"/>
                <a:gd name="T3" fmla="*/ 435 h 2847"/>
                <a:gd name="T4" fmla="*/ 11769 w 13212"/>
                <a:gd name="T5" fmla="*/ 79 h 2847"/>
                <a:gd name="T6" fmla="*/ 11770 w 13212"/>
                <a:gd name="T7" fmla="*/ 66 h 2847"/>
                <a:gd name="T8" fmla="*/ 11773 w 13212"/>
                <a:gd name="T9" fmla="*/ 55 h 2847"/>
                <a:gd name="T10" fmla="*/ 11777 w 13212"/>
                <a:gd name="T11" fmla="*/ 44 h 2847"/>
                <a:gd name="T12" fmla="*/ 11783 w 13212"/>
                <a:gd name="T13" fmla="*/ 34 h 2847"/>
                <a:gd name="T14" fmla="*/ 11790 w 13212"/>
                <a:gd name="T15" fmla="*/ 25 h 2847"/>
                <a:gd name="T16" fmla="*/ 11798 w 13212"/>
                <a:gd name="T17" fmla="*/ 17 h 2847"/>
                <a:gd name="T18" fmla="*/ 11808 w 13212"/>
                <a:gd name="T19" fmla="*/ 10 h 2847"/>
                <a:gd name="T20" fmla="*/ 11818 w 13212"/>
                <a:gd name="T21" fmla="*/ 5 h 2847"/>
                <a:gd name="T22" fmla="*/ 11830 w 13212"/>
                <a:gd name="T23" fmla="*/ 2 h 2847"/>
                <a:gd name="T24" fmla="*/ 11841 w 13212"/>
                <a:gd name="T25" fmla="*/ 0 h 2847"/>
                <a:gd name="T26" fmla="*/ 11853 w 13212"/>
                <a:gd name="T27" fmla="*/ 0 h 2847"/>
                <a:gd name="T28" fmla="*/ 11865 w 13212"/>
                <a:gd name="T29" fmla="*/ 1 h 2847"/>
                <a:gd name="T30" fmla="*/ 11875 w 13212"/>
                <a:gd name="T31" fmla="*/ 3 h 2847"/>
                <a:gd name="T32" fmla="*/ 11886 w 13212"/>
                <a:gd name="T33" fmla="*/ 8 h 2847"/>
                <a:gd name="T34" fmla="*/ 11896 w 13212"/>
                <a:gd name="T35" fmla="*/ 15 h 2847"/>
                <a:gd name="T36" fmla="*/ 11906 w 13212"/>
                <a:gd name="T37" fmla="*/ 23 h 2847"/>
                <a:gd name="T38" fmla="*/ 13146 w 13212"/>
                <a:gd name="T39" fmla="*/ 1263 h 2847"/>
                <a:gd name="T40" fmla="*/ 13161 w 13212"/>
                <a:gd name="T41" fmla="*/ 1280 h 2847"/>
                <a:gd name="T42" fmla="*/ 13175 w 13212"/>
                <a:gd name="T43" fmla="*/ 1298 h 2847"/>
                <a:gd name="T44" fmla="*/ 13185 w 13212"/>
                <a:gd name="T45" fmla="*/ 1317 h 2847"/>
                <a:gd name="T46" fmla="*/ 13195 w 13212"/>
                <a:gd name="T47" fmla="*/ 1337 h 2847"/>
                <a:gd name="T48" fmla="*/ 13203 w 13212"/>
                <a:gd name="T49" fmla="*/ 1358 h 2847"/>
                <a:gd name="T50" fmla="*/ 13207 w 13212"/>
                <a:gd name="T51" fmla="*/ 1379 h 2847"/>
                <a:gd name="T52" fmla="*/ 13211 w 13212"/>
                <a:gd name="T53" fmla="*/ 1401 h 2847"/>
                <a:gd name="T54" fmla="*/ 13212 w 13212"/>
                <a:gd name="T55" fmla="*/ 1422 h 2847"/>
                <a:gd name="T56" fmla="*/ 13211 w 13212"/>
                <a:gd name="T57" fmla="*/ 1445 h 2847"/>
                <a:gd name="T58" fmla="*/ 13207 w 13212"/>
                <a:gd name="T59" fmla="*/ 1466 h 2847"/>
                <a:gd name="T60" fmla="*/ 13203 w 13212"/>
                <a:gd name="T61" fmla="*/ 1488 h 2847"/>
                <a:gd name="T62" fmla="*/ 13195 w 13212"/>
                <a:gd name="T63" fmla="*/ 1509 h 2847"/>
                <a:gd name="T64" fmla="*/ 13185 w 13212"/>
                <a:gd name="T65" fmla="*/ 1529 h 2847"/>
                <a:gd name="T66" fmla="*/ 13175 w 13212"/>
                <a:gd name="T67" fmla="*/ 1547 h 2847"/>
                <a:gd name="T68" fmla="*/ 13161 w 13212"/>
                <a:gd name="T69" fmla="*/ 1566 h 2847"/>
                <a:gd name="T70" fmla="*/ 13146 w 13212"/>
                <a:gd name="T71" fmla="*/ 1583 h 2847"/>
                <a:gd name="T72" fmla="*/ 11906 w 13212"/>
                <a:gd name="T73" fmla="*/ 2823 h 2847"/>
                <a:gd name="T74" fmla="*/ 11896 w 13212"/>
                <a:gd name="T75" fmla="*/ 2831 h 2847"/>
                <a:gd name="T76" fmla="*/ 11886 w 13212"/>
                <a:gd name="T77" fmla="*/ 2837 h 2847"/>
                <a:gd name="T78" fmla="*/ 11875 w 13212"/>
                <a:gd name="T79" fmla="*/ 2842 h 2847"/>
                <a:gd name="T80" fmla="*/ 11865 w 13212"/>
                <a:gd name="T81" fmla="*/ 2845 h 2847"/>
                <a:gd name="T82" fmla="*/ 11853 w 13212"/>
                <a:gd name="T83" fmla="*/ 2847 h 2847"/>
                <a:gd name="T84" fmla="*/ 11841 w 13212"/>
                <a:gd name="T85" fmla="*/ 2847 h 2847"/>
                <a:gd name="T86" fmla="*/ 11830 w 13212"/>
                <a:gd name="T87" fmla="*/ 2844 h 2847"/>
                <a:gd name="T88" fmla="*/ 11818 w 13212"/>
                <a:gd name="T89" fmla="*/ 2841 h 2847"/>
                <a:gd name="T90" fmla="*/ 11808 w 13212"/>
                <a:gd name="T91" fmla="*/ 2835 h 2847"/>
                <a:gd name="T92" fmla="*/ 11798 w 13212"/>
                <a:gd name="T93" fmla="*/ 2828 h 2847"/>
                <a:gd name="T94" fmla="*/ 11790 w 13212"/>
                <a:gd name="T95" fmla="*/ 2821 h 2847"/>
                <a:gd name="T96" fmla="*/ 11783 w 13212"/>
                <a:gd name="T97" fmla="*/ 2812 h 2847"/>
                <a:gd name="T98" fmla="*/ 11777 w 13212"/>
                <a:gd name="T99" fmla="*/ 2801 h 2847"/>
                <a:gd name="T100" fmla="*/ 11773 w 13212"/>
                <a:gd name="T101" fmla="*/ 2791 h 2847"/>
                <a:gd name="T102" fmla="*/ 11770 w 13212"/>
                <a:gd name="T103" fmla="*/ 2779 h 2847"/>
                <a:gd name="T104" fmla="*/ 11769 w 13212"/>
                <a:gd name="T105" fmla="*/ 2767 h 2847"/>
                <a:gd name="T106" fmla="*/ 11769 w 13212"/>
                <a:gd name="T107" fmla="*/ 2410 h 2847"/>
                <a:gd name="T108" fmla="*/ 0 w 13212"/>
                <a:gd name="T109" fmla="*/ 2410 h 2847"/>
                <a:gd name="T110" fmla="*/ 0 w 13212"/>
                <a:gd name="T111" fmla="*/ 435 h 2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212" h="2847">
                  <a:moveTo>
                    <a:pt x="0" y="435"/>
                  </a:moveTo>
                  <a:lnTo>
                    <a:pt x="11769" y="435"/>
                  </a:lnTo>
                  <a:lnTo>
                    <a:pt x="11769" y="79"/>
                  </a:lnTo>
                  <a:lnTo>
                    <a:pt x="11770" y="66"/>
                  </a:lnTo>
                  <a:lnTo>
                    <a:pt x="11773" y="55"/>
                  </a:lnTo>
                  <a:lnTo>
                    <a:pt x="11777" y="44"/>
                  </a:lnTo>
                  <a:lnTo>
                    <a:pt x="11783" y="34"/>
                  </a:lnTo>
                  <a:lnTo>
                    <a:pt x="11790" y="25"/>
                  </a:lnTo>
                  <a:lnTo>
                    <a:pt x="11798" y="17"/>
                  </a:lnTo>
                  <a:lnTo>
                    <a:pt x="11808" y="10"/>
                  </a:lnTo>
                  <a:lnTo>
                    <a:pt x="11818" y="5"/>
                  </a:lnTo>
                  <a:lnTo>
                    <a:pt x="11830" y="2"/>
                  </a:lnTo>
                  <a:lnTo>
                    <a:pt x="11841" y="0"/>
                  </a:lnTo>
                  <a:lnTo>
                    <a:pt x="11853" y="0"/>
                  </a:lnTo>
                  <a:lnTo>
                    <a:pt x="11865" y="1"/>
                  </a:lnTo>
                  <a:lnTo>
                    <a:pt x="11875" y="3"/>
                  </a:lnTo>
                  <a:lnTo>
                    <a:pt x="11886" y="8"/>
                  </a:lnTo>
                  <a:lnTo>
                    <a:pt x="11896" y="15"/>
                  </a:lnTo>
                  <a:lnTo>
                    <a:pt x="11906" y="23"/>
                  </a:lnTo>
                  <a:lnTo>
                    <a:pt x="13146" y="1263"/>
                  </a:lnTo>
                  <a:lnTo>
                    <a:pt x="13161" y="1280"/>
                  </a:lnTo>
                  <a:lnTo>
                    <a:pt x="13175" y="1298"/>
                  </a:lnTo>
                  <a:lnTo>
                    <a:pt x="13185" y="1317"/>
                  </a:lnTo>
                  <a:lnTo>
                    <a:pt x="13195" y="1337"/>
                  </a:lnTo>
                  <a:lnTo>
                    <a:pt x="13203" y="1358"/>
                  </a:lnTo>
                  <a:lnTo>
                    <a:pt x="13207" y="1379"/>
                  </a:lnTo>
                  <a:lnTo>
                    <a:pt x="13211" y="1401"/>
                  </a:lnTo>
                  <a:lnTo>
                    <a:pt x="13212" y="1422"/>
                  </a:lnTo>
                  <a:lnTo>
                    <a:pt x="13211" y="1445"/>
                  </a:lnTo>
                  <a:lnTo>
                    <a:pt x="13207" y="1466"/>
                  </a:lnTo>
                  <a:lnTo>
                    <a:pt x="13203" y="1488"/>
                  </a:lnTo>
                  <a:lnTo>
                    <a:pt x="13195" y="1509"/>
                  </a:lnTo>
                  <a:lnTo>
                    <a:pt x="13185" y="1529"/>
                  </a:lnTo>
                  <a:lnTo>
                    <a:pt x="13175" y="1547"/>
                  </a:lnTo>
                  <a:lnTo>
                    <a:pt x="13161" y="1566"/>
                  </a:lnTo>
                  <a:lnTo>
                    <a:pt x="13146" y="1583"/>
                  </a:lnTo>
                  <a:lnTo>
                    <a:pt x="11906" y="2823"/>
                  </a:lnTo>
                  <a:lnTo>
                    <a:pt x="11896" y="2831"/>
                  </a:lnTo>
                  <a:lnTo>
                    <a:pt x="11886" y="2837"/>
                  </a:lnTo>
                  <a:lnTo>
                    <a:pt x="11875" y="2842"/>
                  </a:lnTo>
                  <a:lnTo>
                    <a:pt x="11865" y="2845"/>
                  </a:lnTo>
                  <a:lnTo>
                    <a:pt x="11853" y="2847"/>
                  </a:lnTo>
                  <a:lnTo>
                    <a:pt x="11841" y="2847"/>
                  </a:lnTo>
                  <a:lnTo>
                    <a:pt x="11830" y="2844"/>
                  </a:lnTo>
                  <a:lnTo>
                    <a:pt x="11818" y="2841"/>
                  </a:lnTo>
                  <a:lnTo>
                    <a:pt x="11808" y="2835"/>
                  </a:lnTo>
                  <a:lnTo>
                    <a:pt x="11798" y="2828"/>
                  </a:lnTo>
                  <a:lnTo>
                    <a:pt x="11790" y="2821"/>
                  </a:lnTo>
                  <a:lnTo>
                    <a:pt x="11783" y="2812"/>
                  </a:lnTo>
                  <a:lnTo>
                    <a:pt x="11777" y="2801"/>
                  </a:lnTo>
                  <a:lnTo>
                    <a:pt x="11773" y="2791"/>
                  </a:lnTo>
                  <a:lnTo>
                    <a:pt x="11770" y="2779"/>
                  </a:lnTo>
                  <a:lnTo>
                    <a:pt x="11769" y="2767"/>
                  </a:lnTo>
                  <a:lnTo>
                    <a:pt x="11769" y="2410"/>
                  </a:lnTo>
                  <a:lnTo>
                    <a:pt x="0" y="2410"/>
                  </a:lnTo>
                  <a:lnTo>
                    <a:pt x="0" y="435"/>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3" name="Freeform 26"/>
            <p:cNvSpPr>
              <a:spLocks noChangeAspect="1"/>
            </p:cNvSpPr>
            <p:nvPr/>
          </p:nvSpPr>
          <p:spPr bwMode="auto">
            <a:xfrm>
              <a:off x="0" y="4315304"/>
              <a:ext cx="823870" cy="923149"/>
            </a:xfrm>
            <a:custGeom>
              <a:avLst/>
              <a:gdLst>
                <a:gd name="T0" fmla="*/ 55 w 2778"/>
                <a:gd name="T1" fmla="*/ 515 h 3117"/>
                <a:gd name="T2" fmla="*/ 164 w 2778"/>
                <a:gd name="T3" fmla="*/ 495 h 3117"/>
                <a:gd name="T4" fmla="*/ 272 w 2778"/>
                <a:gd name="T5" fmla="*/ 474 h 3117"/>
                <a:gd name="T6" fmla="*/ 379 w 2778"/>
                <a:gd name="T7" fmla="*/ 454 h 3117"/>
                <a:gd name="T8" fmla="*/ 484 w 2778"/>
                <a:gd name="T9" fmla="*/ 435 h 3117"/>
                <a:gd name="T10" fmla="*/ 589 w 2778"/>
                <a:gd name="T11" fmla="*/ 415 h 3117"/>
                <a:gd name="T12" fmla="*/ 692 w 2778"/>
                <a:gd name="T13" fmla="*/ 395 h 3117"/>
                <a:gd name="T14" fmla="*/ 793 w 2778"/>
                <a:gd name="T15" fmla="*/ 375 h 3117"/>
                <a:gd name="T16" fmla="*/ 939 w 2778"/>
                <a:gd name="T17" fmla="*/ 347 h 3117"/>
                <a:gd name="T18" fmla="*/ 1126 w 2778"/>
                <a:gd name="T19" fmla="*/ 312 h 3117"/>
                <a:gd name="T20" fmla="*/ 1309 w 2778"/>
                <a:gd name="T21" fmla="*/ 277 h 3117"/>
                <a:gd name="T22" fmla="*/ 1487 w 2778"/>
                <a:gd name="T23" fmla="*/ 243 h 3117"/>
                <a:gd name="T24" fmla="*/ 1658 w 2778"/>
                <a:gd name="T25" fmla="*/ 211 h 3117"/>
                <a:gd name="T26" fmla="*/ 1821 w 2778"/>
                <a:gd name="T27" fmla="*/ 180 h 3117"/>
                <a:gd name="T28" fmla="*/ 1981 w 2778"/>
                <a:gd name="T29" fmla="*/ 150 h 3117"/>
                <a:gd name="T30" fmla="*/ 2137 w 2778"/>
                <a:gd name="T31" fmla="*/ 121 h 3117"/>
                <a:gd name="T32" fmla="*/ 2286 w 2778"/>
                <a:gd name="T33" fmla="*/ 93 h 3117"/>
                <a:gd name="T34" fmla="*/ 2430 w 2778"/>
                <a:gd name="T35" fmla="*/ 65 h 3117"/>
                <a:gd name="T36" fmla="*/ 2571 w 2778"/>
                <a:gd name="T37" fmla="*/ 38 h 3117"/>
                <a:gd name="T38" fmla="*/ 2709 w 2778"/>
                <a:gd name="T39" fmla="*/ 12 h 3117"/>
                <a:gd name="T40" fmla="*/ 2778 w 2778"/>
                <a:gd name="T41" fmla="*/ 123 h 3117"/>
                <a:gd name="T42" fmla="*/ 2778 w 2778"/>
                <a:gd name="T43" fmla="*/ 369 h 3117"/>
                <a:gd name="T44" fmla="*/ 2778 w 2778"/>
                <a:gd name="T45" fmla="*/ 617 h 3117"/>
                <a:gd name="T46" fmla="*/ 2778 w 2778"/>
                <a:gd name="T47" fmla="*/ 864 h 3117"/>
                <a:gd name="T48" fmla="*/ 2778 w 2778"/>
                <a:gd name="T49" fmla="*/ 1110 h 3117"/>
                <a:gd name="T50" fmla="*/ 2778 w 2778"/>
                <a:gd name="T51" fmla="*/ 1356 h 3117"/>
                <a:gd name="T52" fmla="*/ 2778 w 2778"/>
                <a:gd name="T53" fmla="*/ 1603 h 3117"/>
                <a:gd name="T54" fmla="*/ 2778 w 2778"/>
                <a:gd name="T55" fmla="*/ 1849 h 3117"/>
                <a:gd name="T56" fmla="*/ 2710 w 2778"/>
                <a:gd name="T57" fmla="*/ 2001 h 3117"/>
                <a:gd name="T58" fmla="*/ 2571 w 2778"/>
                <a:gd name="T59" fmla="*/ 2058 h 3117"/>
                <a:gd name="T60" fmla="*/ 2430 w 2778"/>
                <a:gd name="T61" fmla="*/ 2117 h 3117"/>
                <a:gd name="T62" fmla="*/ 2286 w 2778"/>
                <a:gd name="T63" fmla="*/ 2176 h 3117"/>
                <a:gd name="T64" fmla="*/ 2137 w 2778"/>
                <a:gd name="T65" fmla="*/ 2238 h 3117"/>
                <a:gd name="T66" fmla="*/ 1981 w 2778"/>
                <a:gd name="T67" fmla="*/ 2302 h 3117"/>
                <a:gd name="T68" fmla="*/ 1821 w 2778"/>
                <a:gd name="T69" fmla="*/ 2367 h 3117"/>
                <a:gd name="T70" fmla="*/ 1658 w 2778"/>
                <a:gd name="T71" fmla="*/ 2434 h 3117"/>
                <a:gd name="T72" fmla="*/ 1487 w 2778"/>
                <a:gd name="T73" fmla="*/ 2504 h 3117"/>
                <a:gd name="T74" fmla="*/ 1309 w 2778"/>
                <a:gd name="T75" fmla="*/ 2578 h 3117"/>
                <a:gd name="T76" fmla="*/ 1126 w 2778"/>
                <a:gd name="T77" fmla="*/ 2654 h 3117"/>
                <a:gd name="T78" fmla="*/ 939 w 2778"/>
                <a:gd name="T79" fmla="*/ 2732 h 3117"/>
                <a:gd name="T80" fmla="*/ 793 w 2778"/>
                <a:gd name="T81" fmla="*/ 2792 h 3117"/>
                <a:gd name="T82" fmla="*/ 692 w 2778"/>
                <a:gd name="T83" fmla="*/ 2834 h 3117"/>
                <a:gd name="T84" fmla="*/ 589 w 2778"/>
                <a:gd name="T85" fmla="*/ 2876 h 3117"/>
                <a:gd name="T86" fmla="*/ 484 w 2778"/>
                <a:gd name="T87" fmla="*/ 2919 h 3117"/>
                <a:gd name="T88" fmla="*/ 379 w 2778"/>
                <a:gd name="T89" fmla="*/ 2962 h 3117"/>
                <a:gd name="T90" fmla="*/ 272 w 2778"/>
                <a:gd name="T91" fmla="*/ 3005 h 3117"/>
                <a:gd name="T92" fmla="*/ 164 w 2778"/>
                <a:gd name="T93" fmla="*/ 3050 h 3117"/>
                <a:gd name="T94" fmla="*/ 55 w 2778"/>
                <a:gd name="T95" fmla="*/ 3094 h 3117"/>
                <a:gd name="T96" fmla="*/ 0 w 2778"/>
                <a:gd name="T97" fmla="*/ 2955 h 3117"/>
                <a:gd name="T98" fmla="*/ 0 w 2778"/>
                <a:gd name="T99" fmla="*/ 2632 h 3117"/>
                <a:gd name="T100" fmla="*/ 0 w 2778"/>
                <a:gd name="T101" fmla="*/ 2308 h 3117"/>
                <a:gd name="T102" fmla="*/ 0 w 2778"/>
                <a:gd name="T103" fmla="*/ 1984 h 3117"/>
                <a:gd name="T104" fmla="*/ 0 w 2778"/>
                <a:gd name="T105" fmla="*/ 1660 h 3117"/>
                <a:gd name="T106" fmla="*/ 0 w 2778"/>
                <a:gd name="T107" fmla="*/ 1336 h 3117"/>
                <a:gd name="T108" fmla="*/ 0 w 2778"/>
                <a:gd name="T109" fmla="*/ 1012 h 3117"/>
                <a:gd name="T110" fmla="*/ 0 w 2778"/>
                <a:gd name="T111" fmla="*/ 688 h 3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778" h="3117">
                  <a:moveTo>
                    <a:pt x="0" y="526"/>
                  </a:moveTo>
                  <a:lnTo>
                    <a:pt x="55" y="515"/>
                  </a:lnTo>
                  <a:lnTo>
                    <a:pt x="110" y="506"/>
                  </a:lnTo>
                  <a:lnTo>
                    <a:pt x="164" y="495"/>
                  </a:lnTo>
                  <a:lnTo>
                    <a:pt x="218" y="485"/>
                  </a:lnTo>
                  <a:lnTo>
                    <a:pt x="272" y="474"/>
                  </a:lnTo>
                  <a:lnTo>
                    <a:pt x="325" y="464"/>
                  </a:lnTo>
                  <a:lnTo>
                    <a:pt x="379" y="454"/>
                  </a:lnTo>
                  <a:lnTo>
                    <a:pt x="432" y="444"/>
                  </a:lnTo>
                  <a:lnTo>
                    <a:pt x="484" y="435"/>
                  </a:lnTo>
                  <a:lnTo>
                    <a:pt x="537" y="424"/>
                  </a:lnTo>
                  <a:lnTo>
                    <a:pt x="589" y="415"/>
                  </a:lnTo>
                  <a:lnTo>
                    <a:pt x="640" y="404"/>
                  </a:lnTo>
                  <a:lnTo>
                    <a:pt x="692" y="395"/>
                  </a:lnTo>
                  <a:lnTo>
                    <a:pt x="743" y="386"/>
                  </a:lnTo>
                  <a:lnTo>
                    <a:pt x="793" y="375"/>
                  </a:lnTo>
                  <a:lnTo>
                    <a:pt x="843" y="366"/>
                  </a:lnTo>
                  <a:lnTo>
                    <a:pt x="939" y="347"/>
                  </a:lnTo>
                  <a:lnTo>
                    <a:pt x="1032" y="330"/>
                  </a:lnTo>
                  <a:lnTo>
                    <a:pt x="1126" y="312"/>
                  </a:lnTo>
                  <a:lnTo>
                    <a:pt x="1218" y="295"/>
                  </a:lnTo>
                  <a:lnTo>
                    <a:pt x="1309" y="277"/>
                  </a:lnTo>
                  <a:lnTo>
                    <a:pt x="1399" y="260"/>
                  </a:lnTo>
                  <a:lnTo>
                    <a:pt x="1487" y="243"/>
                  </a:lnTo>
                  <a:lnTo>
                    <a:pt x="1575" y="227"/>
                  </a:lnTo>
                  <a:lnTo>
                    <a:pt x="1658" y="211"/>
                  </a:lnTo>
                  <a:lnTo>
                    <a:pt x="1739" y="196"/>
                  </a:lnTo>
                  <a:lnTo>
                    <a:pt x="1821" y="180"/>
                  </a:lnTo>
                  <a:lnTo>
                    <a:pt x="1901" y="165"/>
                  </a:lnTo>
                  <a:lnTo>
                    <a:pt x="1981" y="150"/>
                  </a:lnTo>
                  <a:lnTo>
                    <a:pt x="2059" y="136"/>
                  </a:lnTo>
                  <a:lnTo>
                    <a:pt x="2137" y="121"/>
                  </a:lnTo>
                  <a:lnTo>
                    <a:pt x="2214" y="106"/>
                  </a:lnTo>
                  <a:lnTo>
                    <a:pt x="2286" y="93"/>
                  </a:lnTo>
                  <a:lnTo>
                    <a:pt x="2359" y="79"/>
                  </a:lnTo>
                  <a:lnTo>
                    <a:pt x="2430" y="65"/>
                  </a:lnTo>
                  <a:lnTo>
                    <a:pt x="2501" y="52"/>
                  </a:lnTo>
                  <a:lnTo>
                    <a:pt x="2571" y="38"/>
                  </a:lnTo>
                  <a:lnTo>
                    <a:pt x="2641" y="25"/>
                  </a:lnTo>
                  <a:lnTo>
                    <a:pt x="2709" y="12"/>
                  </a:lnTo>
                  <a:lnTo>
                    <a:pt x="2778" y="0"/>
                  </a:lnTo>
                  <a:lnTo>
                    <a:pt x="2778" y="123"/>
                  </a:lnTo>
                  <a:lnTo>
                    <a:pt x="2778" y="247"/>
                  </a:lnTo>
                  <a:lnTo>
                    <a:pt x="2778" y="369"/>
                  </a:lnTo>
                  <a:lnTo>
                    <a:pt x="2778" y="493"/>
                  </a:lnTo>
                  <a:lnTo>
                    <a:pt x="2778" y="617"/>
                  </a:lnTo>
                  <a:lnTo>
                    <a:pt x="2778" y="740"/>
                  </a:lnTo>
                  <a:lnTo>
                    <a:pt x="2778" y="864"/>
                  </a:lnTo>
                  <a:lnTo>
                    <a:pt x="2778" y="986"/>
                  </a:lnTo>
                  <a:lnTo>
                    <a:pt x="2778" y="1110"/>
                  </a:lnTo>
                  <a:lnTo>
                    <a:pt x="2778" y="1234"/>
                  </a:lnTo>
                  <a:lnTo>
                    <a:pt x="2778" y="1356"/>
                  </a:lnTo>
                  <a:lnTo>
                    <a:pt x="2778" y="1480"/>
                  </a:lnTo>
                  <a:lnTo>
                    <a:pt x="2778" y="1603"/>
                  </a:lnTo>
                  <a:lnTo>
                    <a:pt x="2778" y="1726"/>
                  </a:lnTo>
                  <a:lnTo>
                    <a:pt x="2778" y="1849"/>
                  </a:lnTo>
                  <a:lnTo>
                    <a:pt x="2778" y="1973"/>
                  </a:lnTo>
                  <a:lnTo>
                    <a:pt x="2710" y="2001"/>
                  </a:lnTo>
                  <a:lnTo>
                    <a:pt x="2641" y="2029"/>
                  </a:lnTo>
                  <a:lnTo>
                    <a:pt x="2571" y="2058"/>
                  </a:lnTo>
                  <a:lnTo>
                    <a:pt x="2501" y="2087"/>
                  </a:lnTo>
                  <a:lnTo>
                    <a:pt x="2430" y="2117"/>
                  </a:lnTo>
                  <a:lnTo>
                    <a:pt x="2359" y="2146"/>
                  </a:lnTo>
                  <a:lnTo>
                    <a:pt x="2286" y="2176"/>
                  </a:lnTo>
                  <a:lnTo>
                    <a:pt x="2214" y="2206"/>
                  </a:lnTo>
                  <a:lnTo>
                    <a:pt x="2137" y="2238"/>
                  </a:lnTo>
                  <a:lnTo>
                    <a:pt x="2059" y="2269"/>
                  </a:lnTo>
                  <a:lnTo>
                    <a:pt x="1981" y="2302"/>
                  </a:lnTo>
                  <a:lnTo>
                    <a:pt x="1901" y="2335"/>
                  </a:lnTo>
                  <a:lnTo>
                    <a:pt x="1821" y="2367"/>
                  </a:lnTo>
                  <a:lnTo>
                    <a:pt x="1739" y="2400"/>
                  </a:lnTo>
                  <a:lnTo>
                    <a:pt x="1658" y="2434"/>
                  </a:lnTo>
                  <a:lnTo>
                    <a:pt x="1575" y="2468"/>
                  </a:lnTo>
                  <a:lnTo>
                    <a:pt x="1487" y="2504"/>
                  </a:lnTo>
                  <a:lnTo>
                    <a:pt x="1399" y="2541"/>
                  </a:lnTo>
                  <a:lnTo>
                    <a:pt x="1309" y="2578"/>
                  </a:lnTo>
                  <a:lnTo>
                    <a:pt x="1218" y="2616"/>
                  </a:lnTo>
                  <a:lnTo>
                    <a:pt x="1126" y="2654"/>
                  </a:lnTo>
                  <a:lnTo>
                    <a:pt x="1032" y="2693"/>
                  </a:lnTo>
                  <a:lnTo>
                    <a:pt x="939" y="2732"/>
                  </a:lnTo>
                  <a:lnTo>
                    <a:pt x="843" y="2771"/>
                  </a:lnTo>
                  <a:lnTo>
                    <a:pt x="793" y="2792"/>
                  </a:lnTo>
                  <a:lnTo>
                    <a:pt x="743" y="2813"/>
                  </a:lnTo>
                  <a:lnTo>
                    <a:pt x="692" y="2834"/>
                  </a:lnTo>
                  <a:lnTo>
                    <a:pt x="640" y="2855"/>
                  </a:lnTo>
                  <a:lnTo>
                    <a:pt x="589" y="2876"/>
                  </a:lnTo>
                  <a:lnTo>
                    <a:pt x="537" y="2897"/>
                  </a:lnTo>
                  <a:lnTo>
                    <a:pt x="484" y="2919"/>
                  </a:lnTo>
                  <a:lnTo>
                    <a:pt x="432" y="2940"/>
                  </a:lnTo>
                  <a:lnTo>
                    <a:pt x="379" y="2962"/>
                  </a:lnTo>
                  <a:lnTo>
                    <a:pt x="325" y="2983"/>
                  </a:lnTo>
                  <a:lnTo>
                    <a:pt x="272" y="3005"/>
                  </a:lnTo>
                  <a:lnTo>
                    <a:pt x="218" y="3027"/>
                  </a:lnTo>
                  <a:lnTo>
                    <a:pt x="164" y="3050"/>
                  </a:lnTo>
                  <a:lnTo>
                    <a:pt x="110" y="3072"/>
                  </a:lnTo>
                  <a:lnTo>
                    <a:pt x="55" y="3094"/>
                  </a:lnTo>
                  <a:lnTo>
                    <a:pt x="0" y="3117"/>
                  </a:lnTo>
                  <a:lnTo>
                    <a:pt x="0" y="2955"/>
                  </a:lnTo>
                  <a:lnTo>
                    <a:pt x="0" y="2793"/>
                  </a:lnTo>
                  <a:lnTo>
                    <a:pt x="0" y="2632"/>
                  </a:lnTo>
                  <a:lnTo>
                    <a:pt x="0" y="2470"/>
                  </a:lnTo>
                  <a:lnTo>
                    <a:pt x="0" y="2308"/>
                  </a:lnTo>
                  <a:lnTo>
                    <a:pt x="0" y="2146"/>
                  </a:lnTo>
                  <a:lnTo>
                    <a:pt x="0" y="1984"/>
                  </a:lnTo>
                  <a:lnTo>
                    <a:pt x="0" y="1823"/>
                  </a:lnTo>
                  <a:lnTo>
                    <a:pt x="0" y="1660"/>
                  </a:lnTo>
                  <a:lnTo>
                    <a:pt x="0" y="1498"/>
                  </a:lnTo>
                  <a:lnTo>
                    <a:pt x="0" y="1336"/>
                  </a:lnTo>
                  <a:lnTo>
                    <a:pt x="0" y="1174"/>
                  </a:lnTo>
                  <a:lnTo>
                    <a:pt x="0" y="1012"/>
                  </a:lnTo>
                  <a:lnTo>
                    <a:pt x="0" y="850"/>
                  </a:lnTo>
                  <a:lnTo>
                    <a:pt x="0" y="688"/>
                  </a:lnTo>
                  <a:lnTo>
                    <a:pt x="0" y="526"/>
                  </a:lnTo>
                  <a:close/>
                </a:path>
              </a:pathLst>
            </a:custGeom>
            <a:solidFill>
              <a:srgbClr val="C00000">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54" name="组合 53"/>
          <p:cNvGrpSpPr>
            <a:grpSpLocks noChangeAspect="1"/>
          </p:cNvGrpSpPr>
          <p:nvPr/>
        </p:nvGrpSpPr>
        <p:grpSpPr>
          <a:xfrm>
            <a:off x="0" y="4879193"/>
            <a:ext cx="3945980" cy="1301003"/>
            <a:chOff x="0" y="4976178"/>
            <a:chExt cx="3945980" cy="1301003"/>
          </a:xfrm>
          <a:effectLst>
            <a:outerShdw blurRad="152400" dist="76200" dir="2700000" algn="tl" rotWithShape="0">
              <a:prstClr val="black">
                <a:alpha val="60000"/>
              </a:prstClr>
            </a:outerShdw>
          </a:effectLst>
        </p:grpSpPr>
        <p:sp>
          <p:nvSpPr>
            <p:cNvPr id="55" name="Freeform 22"/>
            <p:cNvSpPr>
              <a:spLocks noChangeAspect="1"/>
            </p:cNvSpPr>
            <p:nvPr/>
          </p:nvSpPr>
          <p:spPr bwMode="auto">
            <a:xfrm>
              <a:off x="823870" y="4976178"/>
              <a:ext cx="3122110" cy="844615"/>
            </a:xfrm>
            <a:custGeom>
              <a:avLst/>
              <a:gdLst>
                <a:gd name="T0" fmla="*/ 0 w 10536"/>
                <a:gd name="T1" fmla="*/ 436 h 2847"/>
                <a:gd name="T2" fmla="*/ 9094 w 10536"/>
                <a:gd name="T3" fmla="*/ 436 h 2847"/>
                <a:gd name="T4" fmla="*/ 9094 w 10536"/>
                <a:gd name="T5" fmla="*/ 79 h 2847"/>
                <a:gd name="T6" fmla="*/ 9095 w 10536"/>
                <a:gd name="T7" fmla="*/ 68 h 2847"/>
                <a:gd name="T8" fmla="*/ 9098 w 10536"/>
                <a:gd name="T9" fmla="*/ 56 h 2847"/>
                <a:gd name="T10" fmla="*/ 9101 w 10536"/>
                <a:gd name="T11" fmla="*/ 45 h 2847"/>
                <a:gd name="T12" fmla="*/ 9107 w 10536"/>
                <a:gd name="T13" fmla="*/ 35 h 2847"/>
                <a:gd name="T14" fmla="*/ 9114 w 10536"/>
                <a:gd name="T15" fmla="*/ 26 h 2847"/>
                <a:gd name="T16" fmla="*/ 9122 w 10536"/>
                <a:gd name="T17" fmla="*/ 19 h 2847"/>
                <a:gd name="T18" fmla="*/ 9133 w 10536"/>
                <a:gd name="T19" fmla="*/ 12 h 2847"/>
                <a:gd name="T20" fmla="*/ 9143 w 10536"/>
                <a:gd name="T21" fmla="*/ 6 h 2847"/>
                <a:gd name="T22" fmla="*/ 9155 w 10536"/>
                <a:gd name="T23" fmla="*/ 2 h 2847"/>
                <a:gd name="T24" fmla="*/ 9166 w 10536"/>
                <a:gd name="T25" fmla="*/ 0 h 2847"/>
                <a:gd name="T26" fmla="*/ 9178 w 10536"/>
                <a:gd name="T27" fmla="*/ 0 h 2847"/>
                <a:gd name="T28" fmla="*/ 9189 w 10536"/>
                <a:gd name="T29" fmla="*/ 1 h 2847"/>
                <a:gd name="T30" fmla="*/ 9200 w 10536"/>
                <a:gd name="T31" fmla="*/ 5 h 2847"/>
                <a:gd name="T32" fmla="*/ 9211 w 10536"/>
                <a:gd name="T33" fmla="*/ 9 h 2847"/>
                <a:gd name="T34" fmla="*/ 9220 w 10536"/>
                <a:gd name="T35" fmla="*/ 15 h 2847"/>
                <a:gd name="T36" fmla="*/ 9229 w 10536"/>
                <a:gd name="T37" fmla="*/ 23 h 2847"/>
                <a:gd name="T38" fmla="*/ 10469 w 10536"/>
                <a:gd name="T39" fmla="*/ 1263 h 2847"/>
                <a:gd name="T40" fmla="*/ 10486 w 10536"/>
                <a:gd name="T41" fmla="*/ 1281 h 2847"/>
                <a:gd name="T42" fmla="*/ 10499 w 10536"/>
                <a:gd name="T43" fmla="*/ 1299 h 2847"/>
                <a:gd name="T44" fmla="*/ 10510 w 10536"/>
                <a:gd name="T45" fmla="*/ 1318 h 2847"/>
                <a:gd name="T46" fmla="*/ 10520 w 10536"/>
                <a:gd name="T47" fmla="*/ 1338 h 2847"/>
                <a:gd name="T48" fmla="*/ 10527 w 10536"/>
                <a:gd name="T49" fmla="*/ 1359 h 2847"/>
                <a:gd name="T50" fmla="*/ 10532 w 10536"/>
                <a:gd name="T51" fmla="*/ 1380 h 2847"/>
                <a:gd name="T52" fmla="*/ 10535 w 10536"/>
                <a:gd name="T53" fmla="*/ 1402 h 2847"/>
                <a:gd name="T54" fmla="*/ 10536 w 10536"/>
                <a:gd name="T55" fmla="*/ 1424 h 2847"/>
                <a:gd name="T56" fmla="*/ 10535 w 10536"/>
                <a:gd name="T57" fmla="*/ 1445 h 2847"/>
                <a:gd name="T58" fmla="*/ 10532 w 10536"/>
                <a:gd name="T59" fmla="*/ 1467 h 2847"/>
                <a:gd name="T60" fmla="*/ 10527 w 10536"/>
                <a:gd name="T61" fmla="*/ 1488 h 2847"/>
                <a:gd name="T62" fmla="*/ 10520 w 10536"/>
                <a:gd name="T63" fmla="*/ 1509 h 2847"/>
                <a:gd name="T64" fmla="*/ 10510 w 10536"/>
                <a:gd name="T65" fmla="*/ 1529 h 2847"/>
                <a:gd name="T66" fmla="*/ 10499 w 10536"/>
                <a:gd name="T67" fmla="*/ 1549 h 2847"/>
                <a:gd name="T68" fmla="*/ 10486 w 10536"/>
                <a:gd name="T69" fmla="*/ 1566 h 2847"/>
                <a:gd name="T70" fmla="*/ 10469 w 10536"/>
                <a:gd name="T71" fmla="*/ 1584 h 2847"/>
                <a:gd name="T72" fmla="*/ 9229 w 10536"/>
                <a:gd name="T73" fmla="*/ 2824 h 2847"/>
                <a:gd name="T74" fmla="*/ 9220 w 10536"/>
                <a:gd name="T75" fmla="*/ 2832 h 2847"/>
                <a:gd name="T76" fmla="*/ 9211 w 10536"/>
                <a:gd name="T77" fmla="*/ 2839 h 2847"/>
                <a:gd name="T78" fmla="*/ 9200 w 10536"/>
                <a:gd name="T79" fmla="*/ 2844 h 2847"/>
                <a:gd name="T80" fmla="*/ 9189 w 10536"/>
                <a:gd name="T81" fmla="*/ 2846 h 2847"/>
                <a:gd name="T82" fmla="*/ 9178 w 10536"/>
                <a:gd name="T83" fmla="*/ 2847 h 2847"/>
                <a:gd name="T84" fmla="*/ 9166 w 10536"/>
                <a:gd name="T85" fmla="*/ 2847 h 2847"/>
                <a:gd name="T86" fmla="*/ 9155 w 10536"/>
                <a:gd name="T87" fmla="*/ 2845 h 2847"/>
                <a:gd name="T88" fmla="*/ 9143 w 10536"/>
                <a:gd name="T89" fmla="*/ 2841 h 2847"/>
                <a:gd name="T90" fmla="*/ 9133 w 10536"/>
                <a:gd name="T91" fmla="*/ 2835 h 2847"/>
                <a:gd name="T92" fmla="*/ 9122 w 10536"/>
                <a:gd name="T93" fmla="*/ 2830 h 2847"/>
                <a:gd name="T94" fmla="*/ 9114 w 10536"/>
                <a:gd name="T95" fmla="*/ 2821 h 2847"/>
                <a:gd name="T96" fmla="*/ 9107 w 10536"/>
                <a:gd name="T97" fmla="*/ 2812 h 2847"/>
                <a:gd name="T98" fmla="*/ 9101 w 10536"/>
                <a:gd name="T99" fmla="*/ 2803 h 2847"/>
                <a:gd name="T100" fmla="*/ 9098 w 10536"/>
                <a:gd name="T101" fmla="*/ 2791 h 2847"/>
                <a:gd name="T102" fmla="*/ 9095 w 10536"/>
                <a:gd name="T103" fmla="*/ 2781 h 2847"/>
                <a:gd name="T104" fmla="*/ 9094 w 10536"/>
                <a:gd name="T105" fmla="*/ 2768 h 2847"/>
                <a:gd name="T106" fmla="*/ 9094 w 10536"/>
                <a:gd name="T107" fmla="*/ 2412 h 2847"/>
                <a:gd name="T108" fmla="*/ 0 w 10536"/>
                <a:gd name="T109" fmla="*/ 2412 h 2847"/>
                <a:gd name="T110" fmla="*/ 0 w 10536"/>
                <a:gd name="T111" fmla="*/ 436 h 28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536" h="2847">
                  <a:moveTo>
                    <a:pt x="0" y="436"/>
                  </a:moveTo>
                  <a:lnTo>
                    <a:pt x="9094" y="436"/>
                  </a:lnTo>
                  <a:lnTo>
                    <a:pt x="9094" y="79"/>
                  </a:lnTo>
                  <a:lnTo>
                    <a:pt x="9095" y="68"/>
                  </a:lnTo>
                  <a:lnTo>
                    <a:pt x="9098" y="56"/>
                  </a:lnTo>
                  <a:lnTo>
                    <a:pt x="9101" y="45"/>
                  </a:lnTo>
                  <a:lnTo>
                    <a:pt x="9107" y="35"/>
                  </a:lnTo>
                  <a:lnTo>
                    <a:pt x="9114" y="26"/>
                  </a:lnTo>
                  <a:lnTo>
                    <a:pt x="9122" y="19"/>
                  </a:lnTo>
                  <a:lnTo>
                    <a:pt x="9133" y="12"/>
                  </a:lnTo>
                  <a:lnTo>
                    <a:pt x="9143" y="6"/>
                  </a:lnTo>
                  <a:lnTo>
                    <a:pt x="9155" y="2"/>
                  </a:lnTo>
                  <a:lnTo>
                    <a:pt x="9166" y="0"/>
                  </a:lnTo>
                  <a:lnTo>
                    <a:pt x="9178" y="0"/>
                  </a:lnTo>
                  <a:lnTo>
                    <a:pt x="9189" y="1"/>
                  </a:lnTo>
                  <a:lnTo>
                    <a:pt x="9200" y="5"/>
                  </a:lnTo>
                  <a:lnTo>
                    <a:pt x="9211" y="9"/>
                  </a:lnTo>
                  <a:lnTo>
                    <a:pt x="9220" y="15"/>
                  </a:lnTo>
                  <a:lnTo>
                    <a:pt x="9229" y="23"/>
                  </a:lnTo>
                  <a:lnTo>
                    <a:pt x="10469" y="1263"/>
                  </a:lnTo>
                  <a:lnTo>
                    <a:pt x="10486" y="1281"/>
                  </a:lnTo>
                  <a:lnTo>
                    <a:pt x="10499" y="1299"/>
                  </a:lnTo>
                  <a:lnTo>
                    <a:pt x="10510" y="1318"/>
                  </a:lnTo>
                  <a:lnTo>
                    <a:pt x="10520" y="1338"/>
                  </a:lnTo>
                  <a:lnTo>
                    <a:pt x="10527" y="1359"/>
                  </a:lnTo>
                  <a:lnTo>
                    <a:pt x="10532" y="1380"/>
                  </a:lnTo>
                  <a:lnTo>
                    <a:pt x="10535" y="1402"/>
                  </a:lnTo>
                  <a:lnTo>
                    <a:pt x="10536" y="1424"/>
                  </a:lnTo>
                  <a:lnTo>
                    <a:pt x="10535" y="1445"/>
                  </a:lnTo>
                  <a:lnTo>
                    <a:pt x="10532" y="1467"/>
                  </a:lnTo>
                  <a:lnTo>
                    <a:pt x="10527" y="1488"/>
                  </a:lnTo>
                  <a:lnTo>
                    <a:pt x="10520" y="1509"/>
                  </a:lnTo>
                  <a:lnTo>
                    <a:pt x="10510" y="1529"/>
                  </a:lnTo>
                  <a:lnTo>
                    <a:pt x="10499" y="1549"/>
                  </a:lnTo>
                  <a:lnTo>
                    <a:pt x="10486" y="1566"/>
                  </a:lnTo>
                  <a:lnTo>
                    <a:pt x="10469" y="1584"/>
                  </a:lnTo>
                  <a:lnTo>
                    <a:pt x="9229" y="2824"/>
                  </a:lnTo>
                  <a:lnTo>
                    <a:pt x="9220" y="2832"/>
                  </a:lnTo>
                  <a:lnTo>
                    <a:pt x="9211" y="2839"/>
                  </a:lnTo>
                  <a:lnTo>
                    <a:pt x="9200" y="2844"/>
                  </a:lnTo>
                  <a:lnTo>
                    <a:pt x="9189" y="2846"/>
                  </a:lnTo>
                  <a:lnTo>
                    <a:pt x="9178" y="2847"/>
                  </a:lnTo>
                  <a:lnTo>
                    <a:pt x="9166" y="2847"/>
                  </a:lnTo>
                  <a:lnTo>
                    <a:pt x="9155" y="2845"/>
                  </a:lnTo>
                  <a:lnTo>
                    <a:pt x="9143" y="2841"/>
                  </a:lnTo>
                  <a:lnTo>
                    <a:pt x="9133" y="2835"/>
                  </a:lnTo>
                  <a:lnTo>
                    <a:pt x="9122" y="2830"/>
                  </a:lnTo>
                  <a:lnTo>
                    <a:pt x="9114" y="2821"/>
                  </a:lnTo>
                  <a:lnTo>
                    <a:pt x="9107" y="2812"/>
                  </a:lnTo>
                  <a:lnTo>
                    <a:pt x="9101" y="2803"/>
                  </a:lnTo>
                  <a:lnTo>
                    <a:pt x="9098" y="2791"/>
                  </a:lnTo>
                  <a:lnTo>
                    <a:pt x="9095" y="2781"/>
                  </a:lnTo>
                  <a:lnTo>
                    <a:pt x="9094" y="2768"/>
                  </a:lnTo>
                  <a:lnTo>
                    <a:pt x="9094" y="2412"/>
                  </a:lnTo>
                  <a:lnTo>
                    <a:pt x="0" y="2412"/>
                  </a:lnTo>
                  <a:lnTo>
                    <a:pt x="0" y="436"/>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6" name="Freeform 27"/>
            <p:cNvSpPr>
              <a:spLocks noChangeAspect="1"/>
            </p:cNvSpPr>
            <p:nvPr/>
          </p:nvSpPr>
          <p:spPr bwMode="auto">
            <a:xfrm>
              <a:off x="0" y="5106575"/>
              <a:ext cx="823870" cy="1170606"/>
            </a:xfrm>
            <a:custGeom>
              <a:avLst/>
              <a:gdLst>
                <a:gd name="T0" fmla="*/ 55 w 2778"/>
                <a:gd name="T1" fmla="*/ 1337 h 3948"/>
                <a:gd name="T2" fmla="*/ 164 w 2778"/>
                <a:gd name="T3" fmla="*/ 1283 h 3948"/>
                <a:gd name="T4" fmla="*/ 272 w 2778"/>
                <a:gd name="T5" fmla="*/ 1230 h 3948"/>
                <a:gd name="T6" fmla="*/ 379 w 2778"/>
                <a:gd name="T7" fmla="*/ 1178 h 3948"/>
                <a:gd name="T8" fmla="*/ 484 w 2778"/>
                <a:gd name="T9" fmla="*/ 1127 h 3948"/>
                <a:gd name="T10" fmla="*/ 588 w 2778"/>
                <a:gd name="T11" fmla="*/ 1075 h 3948"/>
                <a:gd name="T12" fmla="*/ 691 w 2778"/>
                <a:gd name="T13" fmla="*/ 1024 h 3948"/>
                <a:gd name="T14" fmla="*/ 793 w 2778"/>
                <a:gd name="T15" fmla="*/ 975 h 3948"/>
                <a:gd name="T16" fmla="*/ 938 w 2778"/>
                <a:gd name="T17" fmla="*/ 903 h 3948"/>
                <a:gd name="T18" fmla="*/ 1126 w 2778"/>
                <a:gd name="T19" fmla="*/ 810 h 3948"/>
                <a:gd name="T20" fmla="*/ 1309 w 2778"/>
                <a:gd name="T21" fmla="*/ 721 h 3948"/>
                <a:gd name="T22" fmla="*/ 1487 w 2778"/>
                <a:gd name="T23" fmla="*/ 632 h 3948"/>
                <a:gd name="T24" fmla="*/ 1658 w 2778"/>
                <a:gd name="T25" fmla="*/ 549 h 3948"/>
                <a:gd name="T26" fmla="*/ 1821 w 2778"/>
                <a:gd name="T27" fmla="*/ 469 h 3948"/>
                <a:gd name="T28" fmla="*/ 1981 w 2778"/>
                <a:gd name="T29" fmla="*/ 391 h 3948"/>
                <a:gd name="T30" fmla="*/ 2137 w 2778"/>
                <a:gd name="T31" fmla="*/ 315 h 3948"/>
                <a:gd name="T32" fmla="*/ 2286 w 2778"/>
                <a:gd name="T33" fmla="*/ 241 h 3948"/>
                <a:gd name="T34" fmla="*/ 2431 w 2778"/>
                <a:gd name="T35" fmla="*/ 170 h 3948"/>
                <a:gd name="T36" fmla="*/ 2571 w 2778"/>
                <a:gd name="T37" fmla="*/ 100 h 3948"/>
                <a:gd name="T38" fmla="*/ 2710 w 2778"/>
                <a:gd name="T39" fmla="*/ 33 h 3948"/>
                <a:gd name="T40" fmla="*/ 2778 w 2778"/>
                <a:gd name="T41" fmla="*/ 123 h 3948"/>
                <a:gd name="T42" fmla="*/ 2778 w 2778"/>
                <a:gd name="T43" fmla="*/ 370 h 3948"/>
                <a:gd name="T44" fmla="*/ 2778 w 2778"/>
                <a:gd name="T45" fmla="*/ 617 h 3948"/>
                <a:gd name="T46" fmla="*/ 2778 w 2778"/>
                <a:gd name="T47" fmla="*/ 863 h 3948"/>
                <a:gd name="T48" fmla="*/ 2778 w 2778"/>
                <a:gd name="T49" fmla="*/ 1109 h 3948"/>
                <a:gd name="T50" fmla="*/ 2778 w 2778"/>
                <a:gd name="T51" fmla="*/ 1355 h 3948"/>
                <a:gd name="T52" fmla="*/ 2778 w 2778"/>
                <a:gd name="T53" fmla="*/ 1601 h 3948"/>
                <a:gd name="T54" fmla="*/ 2778 w 2778"/>
                <a:gd name="T55" fmla="*/ 1847 h 3948"/>
                <a:gd name="T56" fmla="*/ 2710 w 2778"/>
                <a:gd name="T57" fmla="*/ 2019 h 3948"/>
                <a:gd name="T58" fmla="*/ 2571 w 2778"/>
                <a:gd name="T59" fmla="*/ 2117 h 3948"/>
                <a:gd name="T60" fmla="*/ 2431 w 2778"/>
                <a:gd name="T61" fmla="*/ 2217 h 3948"/>
                <a:gd name="T62" fmla="*/ 2288 w 2778"/>
                <a:gd name="T63" fmla="*/ 2320 h 3948"/>
                <a:gd name="T64" fmla="*/ 2137 w 2778"/>
                <a:gd name="T65" fmla="*/ 2426 h 3948"/>
                <a:gd name="T66" fmla="*/ 1981 w 2778"/>
                <a:gd name="T67" fmla="*/ 2537 h 3948"/>
                <a:gd name="T68" fmla="*/ 1821 w 2778"/>
                <a:gd name="T69" fmla="*/ 2651 h 3948"/>
                <a:gd name="T70" fmla="*/ 1658 w 2778"/>
                <a:gd name="T71" fmla="*/ 2768 h 3948"/>
                <a:gd name="T72" fmla="*/ 1487 w 2778"/>
                <a:gd name="T73" fmla="*/ 2889 h 3948"/>
                <a:gd name="T74" fmla="*/ 1309 w 2778"/>
                <a:gd name="T75" fmla="*/ 3016 h 3948"/>
                <a:gd name="T76" fmla="*/ 1126 w 2778"/>
                <a:gd name="T77" fmla="*/ 3147 h 3948"/>
                <a:gd name="T78" fmla="*/ 938 w 2778"/>
                <a:gd name="T79" fmla="*/ 3280 h 3948"/>
                <a:gd name="T80" fmla="*/ 792 w 2778"/>
                <a:gd name="T81" fmla="*/ 3383 h 3948"/>
                <a:gd name="T82" fmla="*/ 691 w 2778"/>
                <a:gd name="T83" fmla="*/ 3456 h 3948"/>
                <a:gd name="T84" fmla="*/ 588 w 2778"/>
                <a:gd name="T85" fmla="*/ 3529 h 3948"/>
                <a:gd name="T86" fmla="*/ 484 w 2778"/>
                <a:gd name="T87" fmla="*/ 3604 h 3948"/>
                <a:gd name="T88" fmla="*/ 378 w 2778"/>
                <a:gd name="T89" fmla="*/ 3679 h 3948"/>
                <a:gd name="T90" fmla="*/ 272 w 2778"/>
                <a:gd name="T91" fmla="*/ 3754 h 3948"/>
                <a:gd name="T92" fmla="*/ 164 w 2778"/>
                <a:gd name="T93" fmla="*/ 3831 h 3948"/>
                <a:gd name="T94" fmla="*/ 55 w 2778"/>
                <a:gd name="T95" fmla="*/ 3908 h 3948"/>
                <a:gd name="T96" fmla="*/ 0 w 2778"/>
                <a:gd name="T97" fmla="*/ 3787 h 3948"/>
                <a:gd name="T98" fmla="*/ 0 w 2778"/>
                <a:gd name="T99" fmla="*/ 3465 h 3948"/>
                <a:gd name="T100" fmla="*/ 0 w 2778"/>
                <a:gd name="T101" fmla="*/ 3142 h 3948"/>
                <a:gd name="T102" fmla="*/ 0 w 2778"/>
                <a:gd name="T103" fmla="*/ 2820 h 3948"/>
                <a:gd name="T104" fmla="*/ 0 w 2778"/>
                <a:gd name="T105" fmla="*/ 2497 h 3948"/>
                <a:gd name="T106" fmla="*/ 0 w 2778"/>
                <a:gd name="T107" fmla="*/ 2174 h 3948"/>
                <a:gd name="T108" fmla="*/ 0 w 2778"/>
                <a:gd name="T109" fmla="*/ 1850 h 3948"/>
                <a:gd name="T110" fmla="*/ 0 w 2778"/>
                <a:gd name="T111" fmla="*/ 1525 h 3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778" h="3948">
                  <a:moveTo>
                    <a:pt x="0" y="1363"/>
                  </a:moveTo>
                  <a:lnTo>
                    <a:pt x="55" y="1337"/>
                  </a:lnTo>
                  <a:lnTo>
                    <a:pt x="110" y="1310"/>
                  </a:lnTo>
                  <a:lnTo>
                    <a:pt x="164" y="1283"/>
                  </a:lnTo>
                  <a:lnTo>
                    <a:pt x="218" y="1256"/>
                  </a:lnTo>
                  <a:lnTo>
                    <a:pt x="272" y="1230"/>
                  </a:lnTo>
                  <a:lnTo>
                    <a:pt x="325" y="1204"/>
                  </a:lnTo>
                  <a:lnTo>
                    <a:pt x="379" y="1178"/>
                  </a:lnTo>
                  <a:lnTo>
                    <a:pt x="432" y="1152"/>
                  </a:lnTo>
                  <a:lnTo>
                    <a:pt x="484" y="1127"/>
                  </a:lnTo>
                  <a:lnTo>
                    <a:pt x="537" y="1101"/>
                  </a:lnTo>
                  <a:lnTo>
                    <a:pt x="588" y="1075"/>
                  </a:lnTo>
                  <a:lnTo>
                    <a:pt x="640" y="1050"/>
                  </a:lnTo>
                  <a:lnTo>
                    <a:pt x="691" y="1024"/>
                  </a:lnTo>
                  <a:lnTo>
                    <a:pt x="742" y="999"/>
                  </a:lnTo>
                  <a:lnTo>
                    <a:pt x="793" y="975"/>
                  </a:lnTo>
                  <a:lnTo>
                    <a:pt x="843" y="949"/>
                  </a:lnTo>
                  <a:lnTo>
                    <a:pt x="938" y="903"/>
                  </a:lnTo>
                  <a:lnTo>
                    <a:pt x="1032" y="857"/>
                  </a:lnTo>
                  <a:lnTo>
                    <a:pt x="1126" y="810"/>
                  </a:lnTo>
                  <a:lnTo>
                    <a:pt x="1218" y="765"/>
                  </a:lnTo>
                  <a:lnTo>
                    <a:pt x="1309" y="721"/>
                  </a:lnTo>
                  <a:lnTo>
                    <a:pt x="1399" y="676"/>
                  </a:lnTo>
                  <a:lnTo>
                    <a:pt x="1487" y="632"/>
                  </a:lnTo>
                  <a:lnTo>
                    <a:pt x="1575" y="589"/>
                  </a:lnTo>
                  <a:lnTo>
                    <a:pt x="1658" y="549"/>
                  </a:lnTo>
                  <a:lnTo>
                    <a:pt x="1739" y="508"/>
                  </a:lnTo>
                  <a:lnTo>
                    <a:pt x="1821" y="469"/>
                  </a:lnTo>
                  <a:lnTo>
                    <a:pt x="1901" y="430"/>
                  </a:lnTo>
                  <a:lnTo>
                    <a:pt x="1981" y="391"/>
                  </a:lnTo>
                  <a:lnTo>
                    <a:pt x="2059" y="352"/>
                  </a:lnTo>
                  <a:lnTo>
                    <a:pt x="2137" y="315"/>
                  </a:lnTo>
                  <a:lnTo>
                    <a:pt x="2214" y="276"/>
                  </a:lnTo>
                  <a:lnTo>
                    <a:pt x="2286" y="241"/>
                  </a:lnTo>
                  <a:lnTo>
                    <a:pt x="2359" y="205"/>
                  </a:lnTo>
                  <a:lnTo>
                    <a:pt x="2431" y="170"/>
                  </a:lnTo>
                  <a:lnTo>
                    <a:pt x="2501" y="135"/>
                  </a:lnTo>
                  <a:lnTo>
                    <a:pt x="2571" y="100"/>
                  </a:lnTo>
                  <a:lnTo>
                    <a:pt x="2641" y="66"/>
                  </a:lnTo>
                  <a:lnTo>
                    <a:pt x="2710" y="33"/>
                  </a:lnTo>
                  <a:lnTo>
                    <a:pt x="2778" y="0"/>
                  </a:lnTo>
                  <a:lnTo>
                    <a:pt x="2778" y="123"/>
                  </a:lnTo>
                  <a:lnTo>
                    <a:pt x="2778" y="246"/>
                  </a:lnTo>
                  <a:lnTo>
                    <a:pt x="2778" y="370"/>
                  </a:lnTo>
                  <a:lnTo>
                    <a:pt x="2778" y="493"/>
                  </a:lnTo>
                  <a:lnTo>
                    <a:pt x="2778" y="617"/>
                  </a:lnTo>
                  <a:lnTo>
                    <a:pt x="2778" y="741"/>
                  </a:lnTo>
                  <a:lnTo>
                    <a:pt x="2778" y="863"/>
                  </a:lnTo>
                  <a:lnTo>
                    <a:pt x="2778" y="987"/>
                  </a:lnTo>
                  <a:lnTo>
                    <a:pt x="2778" y="1109"/>
                  </a:lnTo>
                  <a:lnTo>
                    <a:pt x="2778" y="1233"/>
                  </a:lnTo>
                  <a:lnTo>
                    <a:pt x="2778" y="1355"/>
                  </a:lnTo>
                  <a:lnTo>
                    <a:pt x="2778" y="1479"/>
                  </a:lnTo>
                  <a:lnTo>
                    <a:pt x="2778" y="1601"/>
                  </a:lnTo>
                  <a:lnTo>
                    <a:pt x="2778" y="1725"/>
                  </a:lnTo>
                  <a:lnTo>
                    <a:pt x="2778" y="1847"/>
                  </a:lnTo>
                  <a:lnTo>
                    <a:pt x="2778" y="1971"/>
                  </a:lnTo>
                  <a:lnTo>
                    <a:pt x="2710" y="2019"/>
                  </a:lnTo>
                  <a:lnTo>
                    <a:pt x="2641" y="2068"/>
                  </a:lnTo>
                  <a:lnTo>
                    <a:pt x="2571" y="2117"/>
                  </a:lnTo>
                  <a:lnTo>
                    <a:pt x="2501" y="2167"/>
                  </a:lnTo>
                  <a:lnTo>
                    <a:pt x="2431" y="2217"/>
                  </a:lnTo>
                  <a:lnTo>
                    <a:pt x="2359" y="2267"/>
                  </a:lnTo>
                  <a:lnTo>
                    <a:pt x="2288" y="2320"/>
                  </a:lnTo>
                  <a:lnTo>
                    <a:pt x="2214" y="2371"/>
                  </a:lnTo>
                  <a:lnTo>
                    <a:pt x="2137" y="2426"/>
                  </a:lnTo>
                  <a:lnTo>
                    <a:pt x="2060" y="2481"/>
                  </a:lnTo>
                  <a:lnTo>
                    <a:pt x="1981" y="2537"/>
                  </a:lnTo>
                  <a:lnTo>
                    <a:pt x="1901" y="2594"/>
                  </a:lnTo>
                  <a:lnTo>
                    <a:pt x="1821" y="2651"/>
                  </a:lnTo>
                  <a:lnTo>
                    <a:pt x="1741" y="2709"/>
                  </a:lnTo>
                  <a:lnTo>
                    <a:pt x="1658" y="2768"/>
                  </a:lnTo>
                  <a:lnTo>
                    <a:pt x="1575" y="2826"/>
                  </a:lnTo>
                  <a:lnTo>
                    <a:pt x="1487" y="2889"/>
                  </a:lnTo>
                  <a:lnTo>
                    <a:pt x="1399" y="2952"/>
                  </a:lnTo>
                  <a:lnTo>
                    <a:pt x="1309" y="3016"/>
                  </a:lnTo>
                  <a:lnTo>
                    <a:pt x="1218" y="3081"/>
                  </a:lnTo>
                  <a:lnTo>
                    <a:pt x="1126" y="3147"/>
                  </a:lnTo>
                  <a:lnTo>
                    <a:pt x="1032" y="3213"/>
                  </a:lnTo>
                  <a:lnTo>
                    <a:pt x="938" y="3280"/>
                  </a:lnTo>
                  <a:lnTo>
                    <a:pt x="843" y="3347"/>
                  </a:lnTo>
                  <a:lnTo>
                    <a:pt x="792" y="3383"/>
                  </a:lnTo>
                  <a:lnTo>
                    <a:pt x="742" y="3420"/>
                  </a:lnTo>
                  <a:lnTo>
                    <a:pt x="691" y="3456"/>
                  </a:lnTo>
                  <a:lnTo>
                    <a:pt x="639" y="3492"/>
                  </a:lnTo>
                  <a:lnTo>
                    <a:pt x="588" y="3529"/>
                  </a:lnTo>
                  <a:lnTo>
                    <a:pt x="535" y="3567"/>
                  </a:lnTo>
                  <a:lnTo>
                    <a:pt x="484" y="3604"/>
                  </a:lnTo>
                  <a:lnTo>
                    <a:pt x="432" y="3641"/>
                  </a:lnTo>
                  <a:lnTo>
                    <a:pt x="378" y="3679"/>
                  </a:lnTo>
                  <a:lnTo>
                    <a:pt x="325" y="3716"/>
                  </a:lnTo>
                  <a:lnTo>
                    <a:pt x="272" y="3754"/>
                  </a:lnTo>
                  <a:lnTo>
                    <a:pt x="218" y="3793"/>
                  </a:lnTo>
                  <a:lnTo>
                    <a:pt x="164" y="3831"/>
                  </a:lnTo>
                  <a:lnTo>
                    <a:pt x="110" y="3870"/>
                  </a:lnTo>
                  <a:lnTo>
                    <a:pt x="55" y="3908"/>
                  </a:lnTo>
                  <a:lnTo>
                    <a:pt x="0" y="3948"/>
                  </a:lnTo>
                  <a:lnTo>
                    <a:pt x="0" y="3787"/>
                  </a:lnTo>
                  <a:lnTo>
                    <a:pt x="0" y="3626"/>
                  </a:lnTo>
                  <a:lnTo>
                    <a:pt x="0" y="3465"/>
                  </a:lnTo>
                  <a:lnTo>
                    <a:pt x="0" y="3304"/>
                  </a:lnTo>
                  <a:lnTo>
                    <a:pt x="0" y="3142"/>
                  </a:lnTo>
                  <a:lnTo>
                    <a:pt x="0" y="2981"/>
                  </a:lnTo>
                  <a:lnTo>
                    <a:pt x="0" y="2820"/>
                  </a:lnTo>
                  <a:lnTo>
                    <a:pt x="0" y="2658"/>
                  </a:lnTo>
                  <a:lnTo>
                    <a:pt x="0" y="2497"/>
                  </a:lnTo>
                  <a:lnTo>
                    <a:pt x="0" y="2335"/>
                  </a:lnTo>
                  <a:lnTo>
                    <a:pt x="0" y="2174"/>
                  </a:lnTo>
                  <a:lnTo>
                    <a:pt x="0" y="2012"/>
                  </a:lnTo>
                  <a:lnTo>
                    <a:pt x="0" y="1850"/>
                  </a:lnTo>
                  <a:lnTo>
                    <a:pt x="0" y="1688"/>
                  </a:lnTo>
                  <a:lnTo>
                    <a:pt x="0" y="1525"/>
                  </a:lnTo>
                  <a:lnTo>
                    <a:pt x="0" y="1363"/>
                  </a:lnTo>
                  <a:close/>
                </a:path>
              </a:pathLst>
            </a:custGeom>
            <a:solidFill>
              <a:srgbClr val="17406D">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sp>
        <p:nvSpPr>
          <p:cNvPr id="57" name="文本框 56"/>
          <p:cNvSpPr txBox="1">
            <a:spLocks/>
          </p:cNvSpPr>
          <p:nvPr/>
        </p:nvSpPr>
        <p:spPr>
          <a:xfrm>
            <a:off x="5619076" y="1761159"/>
            <a:ext cx="4043096"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58" name="文本框 57"/>
          <p:cNvSpPr txBox="1">
            <a:spLocks/>
          </p:cNvSpPr>
          <p:nvPr/>
        </p:nvSpPr>
        <p:spPr>
          <a:xfrm>
            <a:off x="6427077" y="2553912"/>
            <a:ext cx="4043096"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59" name="文本框 58"/>
          <p:cNvSpPr txBox="1">
            <a:spLocks/>
          </p:cNvSpPr>
          <p:nvPr/>
        </p:nvSpPr>
        <p:spPr>
          <a:xfrm>
            <a:off x="7208952" y="3346664"/>
            <a:ext cx="4043096"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60" name="文本框 59"/>
          <p:cNvSpPr txBox="1">
            <a:spLocks/>
          </p:cNvSpPr>
          <p:nvPr/>
        </p:nvSpPr>
        <p:spPr>
          <a:xfrm>
            <a:off x="6413430" y="4139416"/>
            <a:ext cx="4043096"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61" name="文本框 60"/>
          <p:cNvSpPr txBox="1">
            <a:spLocks/>
          </p:cNvSpPr>
          <p:nvPr/>
        </p:nvSpPr>
        <p:spPr>
          <a:xfrm>
            <a:off x="5607229" y="4932168"/>
            <a:ext cx="4043096"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cxnSp>
        <p:nvCxnSpPr>
          <p:cNvPr id="62" name="直接连接符 61"/>
          <p:cNvCxnSpPr/>
          <p:nvPr/>
        </p:nvCxnSpPr>
        <p:spPr>
          <a:xfrm>
            <a:off x="5638891" y="3715996"/>
            <a:ext cx="1440000" cy="0"/>
          </a:xfrm>
          <a:prstGeom prst="line">
            <a:avLst/>
          </a:prstGeom>
          <a:noFill/>
          <a:ln w="19050" cap="rnd" cmpd="sng" algn="ctr">
            <a:solidFill>
              <a:srgbClr val="17406D"/>
            </a:solidFill>
            <a:prstDash val="sysDash"/>
            <a:miter lim="800000"/>
            <a:tailEnd type="oval" w="lg" len="lg"/>
          </a:ln>
          <a:effectLst/>
        </p:spPr>
      </p:cxnSp>
      <p:sp>
        <p:nvSpPr>
          <p:cNvPr id="63" name="Rectangle 35"/>
          <p:cNvSpPr>
            <a:spLocks noChangeArrowheads="1"/>
          </p:cNvSpPr>
          <p:nvPr/>
        </p:nvSpPr>
        <p:spPr bwMode="auto">
          <a:xfrm>
            <a:off x="1256480" y="1990666"/>
            <a:ext cx="1864329" cy="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800" b="1" dirty="0">
                <a:solidFill>
                  <a:srgbClr val="FFFFFF"/>
                </a:solidFill>
                <a:latin typeface="微软雅黑" panose="020B0503020204020204" pitchFamily="34" charset="-122"/>
                <a:ea typeface="微软雅黑" panose="020B0503020204020204" pitchFamily="34" charset="-122"/>
              </a:rPr>
              <a:t>单击此处添加标题</a:t>
            </a:r>
            <a:endParaRPr lang="zh-CN" altLang="en-US" sz="1800" b="1" dirty="0">
              <a:solidFill>
                <a:srgbClr val="FFFFFF"/>
              </a:solidFill>
              <a:ea typeface="宋体" panose="02010600030101010101" pitchFamily="2" charset="-122"/>
            </a:endParaRPr>
          </a:p>
        </p:txBody>
      </p:sp>
      <p:sp>
        <p:nvSpPr>
          <p:cNvPr id="64" name="Rectangle 35"/>
          <p:cNvSpPr>
            <a:spLocks noChangeArrowheads="1"/>
          </p:cNvSpPr>
          <p:nvPr/>
        </p:nvSpPr>
        <p:spPr bwMode="auto">
          <a:xfrm>
            <a:off x="1808108" y="2783419"/>
            <a:ext cx="1864329" cy="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800" b="1" dirty="0">
                <a:solidFill>
                  <a:srgbClr val="FFFFFF"/>
                </a:solidFill>
                <a:latin typeface="微软雅黑" panose="020B0503020204020204" pitchFamily="34" charset="-122"/>
                <a:ea typeface="微软雅黑" panose="020B0503020204020204" pitchFamily="34" charset="-122"/>
              </a:rPr>
              <a:t>单击此处添加标题</a:t>
            </a:r>
            <a:endParaRPr lang="zh-CN" altLang="en-US" sz="1800" b="1" dirty="0">
              <a:solidFill>
                <a:srgbClr val="FFFFFF"/>
              </a:solidFill>
              <a:ea typeface="宋体" panose="02010600030101010101" pitchFamily="2" charset="-122"/>
            </a:endParaRPr>
          </a:p>
        </p:txBody>
      </p:sp>
      <p:sp>
        <p:nvSpPr>
          <p:cNvPr id="65" name="Rectangle 35"/>
          <p:cNvSpPr>
            <a:spLocks noChangeArrowheads="1"/>
          </p:cNvSpPr>
          <p:nvPr/>
        </p:nvSpPr>
        <p:spPr bwMode="auto">
          <a:xfrm>
            <a:off x="2359736" y="3576171"/>
            <a:ext cx="1864329" cy="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800" b="1" dirty="0">
                <a:solidFill>
                  <a:srgbClr val="FFFFFF"/>
                </a:solidFill>
                <a:latin typeface="微软雅黑" panose="020B0503020204020204" pitchFamily="34" charset="-122"/>
                <a:ea typeface="微软雅黑" panose="020B0503020204020204" pitchFamily="34" charset="-122"/>
              </a:rPr>
              <a:t>单击此处添加标题</a:t>
            </a:r>
            <a:endParaRPr lang="zh-CN" altLang="en-US" sz="1800" b="1" dirty="0">
              <a:solidFill>
                <a:srgbClr val="FFFFFF"/>
              </a:solidFill>
              <a:ea typeface="宋体" panose="02010600030101010101" pitchFamily="2" charset="-122"/>
            </a:endParaRPr>
          </a:p>
        </p:txBody>
      </p:sp>
      <p:sp>
        <p:nvSpPr>
          <p:cNvPr id="66" name="Rectangle 35"/>
          <p:cNvSpPr>
            <a:spLocks noChangeArrowheads="1"/>
          </p:cNvSpPr>
          <p:nvPr/>
        </p:nvSpPr>
        <p:spPr bwMode="auto">
          <a:xfrm>
            <a:off x="1808108" y="4368923"/>
            <a:ext cx="1864329" cy="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800" b="1" dirty="0">
                <a:solidFill>
                  <a:srgbClr val="FFFFFF"/>
                </a:solidFill>
                <a:latin typeface="微软雅黑" panose="020B0503020204020204" pitchFamily="34" charset="-122"/>
                <a:ea typeface="微软雅黑" panose="020B0503020204020204" pitchFamily="34" charset="-122"/>
              </a:rPr>
              <a:t>单击此处添加标题</a:t>
            </a:r>
            <a:endParaRPr lang="zh-CN" altLang="en-US" sz="1800" b="1" dirty="0">
              <a:solidFill>
                <a:srgbClr val="FFFFFF"/>
              </a:solidFill>
              <a:ea typeface="宋体" panose="02010600030101010101" pitchFamily="2" charset="-122"/>
            </a:endParaRPr>
          </a:p>
        </p:txBody>
      </p:sp>
      <p:sp>
        <p:nvSpPr>
          <p:cNvPr id="67" name="Rectangle 35"/>
          <p:cNvSpPr>
            <a:spLocks noChangeArrowheads="1"/>
          </p:cNvSpPr>
          <p:nvPr/>
        </p:nvSpPr>
        <p:spPr bwMode="auto">
          <a:xfrm>
            <a:off x="1256480" y="5161675"/>
            <a:ext cx="1864329" cy="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800" b="1" dirty="0">
                <a:solidFill>
                  <a:srgbClr val="FFFFFF"/>
                </a:solidFill>
                <a:latin typeface="微软雅黑" panose="020B0503020204020204" pitchFamily="34" charset="-122"/>
                <a:ea typeface="微软雅黑" panose="020B0503020204020204" pitchFamily="34" charset="-122"/>
              </a:rPr>
              <a:t>单击此处添加标题</a:t>
            </a:r>
            <a:endParaRPr lang="zh-CN" altLang="en-US" sz="1800" b="1" dirty="0">
              <a:solidFill>
                <a:srgbClr val="FFFFFF"/>
              </a:solidFill>
              <a:ea typeface="宋体" panose="02010600030101010101" pitchFamily="2" charset="-122"/>
            </a:endParaRPr>
          </a:p>
        </p:txBody>
      </p:sp>
      <p:cxnSp>
        <p:nvCxnSpPr>
          <p:cNvPr id="68" name="直接连接符 67"/>
          <p:cNvCxnSpPr/>
          <p:nvPr/>
        </p:nvCxnSpPr>
        <p:spPr>
          <a:xfrm>
            <a:off x="4044674" y="2130491"/>
            <a:ext cx="1440000" cy="0"/>
          </a:xfrm>
          <a:prstGeom prst="line">
            <a:avLst/>
          </a:prstGeom>
          <a:noFill/>
          <a:ln w="19050" cap="rnd" cmpd="sng" algn="ctr">
            <a:solidFill>
              <a:srgbClr val="17406D"/>
            </a:solidFill>
            <a:prstDash val="sysDash"/>
            <a:miter lim="800000"/>
            <a:tailEnd type="oval" w="lg" len="lg"/>
          </a:ln>
          <a:effectLst/>
        </p:spPr>
      </p:cxnSp>
      <p:cxnSp>
        <p:nvCxnSpPr>
          <p:cNvPr id="69" name="直接连接符 68"/>
          <p:cNvCxnSpPr/>
          <p:nvPr/>
        </p:nvCxnSpPr>
        <p:spPr>
          <a:xfrm>
            <a:off x="4842899" y="2923244"/>
            <a:ext cx="1440000" cy="0"/>
          </a:xfrm>
          <a:prstGeom prst="line">
            <a:avLst/>
          </a:prstGeom>
          <a:noFill/>
          <a:ln w="19050" cap="rnd" cmpd="sng" algn="ctr">
            <a:solidFill>
              <a:srgbClr val="C00000"/>
            </a:solidFill>
            <a:prstDash val="sysDash"/>
            <a:miter lim="800000"/>
            <a:tailEnd type="oval" w="lg" len="lg"/>
          </a:ln>
          <a:effectLst/>
        </p:spPr>
      </p:cxnSp>
      <p:cxnSp>
        <p:nvCxnSpPr>
          <p:cNvPr id="70" name="直接连接符 69"/>
          <p:cNvCxnSpPr/>
          <p:nvPr/>
        </p:nvCxnSpPr>
        <p:spPr>
          <a:xfrm>
            <a:off x="4844904" y="4508748"/>
            <a:ext cx="1440000" cy="0"/>
          </a:xfrm>
          <a:prstGeom prst="line">
            <a:avLst/>
          </a:prstGeom>
          <a:noFill/>
          <a:ln w="19050" cap="rnd" cmpd="sng" algn="ctr">
            <a:solidFill>
              <a:srgbClr val="C00000"/>
            </a:solidFill>
            <a:prstDash val="sysDash"/>
            <a:miter lim="800000"/>
            <a:tailEnd type="oval" w="lg" len="lg"/>
          </a:ln>
          <a:effectLst/>
        </p:spPr>
      </p:cxnSp>
      <p:cxnSp>
        <p:nvCxnSpPr>
          <p:cNvPr id="71" name="直接连接符 70"/>
          <p:cNvCxnSpPr/>
          <p:nvPr/>
        </p:nvCxnSpPr>
        <p:spPr>
          <a:xfrm>
            <a:off x="4041377" y="5301500"/>
            <a:ext cx="1440000" cy="0"/>
          </a:xfrm>
          <a:prstGeom prst="line">
            <a:avLst/>
          </a:prstGeom>
          <a:noFill/>
          <a:ln w="19050" cap="rnd" cmpd="sng" algn="ctr">
            <a:solidFill>
              <a:srgbClr val="17406D"/>
            </a:solidFill>
            <a:prstDash val="sysDash"/>
            <a:miter lim="800000"/>
            <a:tailEnd type="oval" w="lg" len="lg"/>
          </a:ln>
          <a:effectLst/>
        </p:spPr>
      </p:cxnSp>
    </p:spTree>
    <p:extLst>
      <p:ext uri="{BB962C8B-B14F-4D97-AF65-F5344CB8AC3E}">
        <p14:creationId xmlns:p14="http://schemas.microsoft.com/office/powerpoint/2010/main" val="3976213800"/>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7"/>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40"/>
                                        </p:tgtEl>
                                        <p:attrNameLst>
                                          <p:attrName>style.visibility</p:attrName>
                                        </p:attrNameLst>
                                      </p:cBhvr>
                                      <p:to>
                                        <p:strVal val="visible"/>
                                      </p:to>
                                    </p:set>
                                    <p:anim calcmode="lin" valueType="num">
                                      <p:cBhvr>
                                        <p:cTn id="14" dur="500" fill="hold"/>
                                        <p:tgtEl>
                                          <p:spTgt spid="40"/>
                                        </p:tgtEl>
                                        <p:attrNameLst>
                                          <p:attrName>ppt_w</p:attrName>
                                        </p:attrNameLst>
                                      </p:cBhvr>
                                      <p:tavLst>
                                        <p:tav tm="0">
                                          <p:val>
                                            <p:fltVal val="0"/>
                                          </p:val>
                                        </p:tav>
                                        <p:tav tm="100000">
                                          <p:val>
                                            <p:strVal val="#ppt_w"/>
                                          </p:val>
                                        </p:tav>
                                      </p:tavLst>
                                    </p:anim>
                                    <p:anim calcmode="lin" valueType="num">
                                      <p:cBhvr>
                                        <p:cTn id="15" dur="500" fill="hold"/>
                                        <p:tgtEl>
                                          <p:spTgt spid="40"/>
                                        </p:tgtEl>
                                        <p:attrNameLst>
                                          <p:attrName>ppt_h</p:attrName>
                                        </p:attrNameLst>
                                      </p:cBhvr>
                                      <p:tavLst>
                                        <p:tav tm="0">
                                          <p:val>
                                            <p:fltVal val="0"/>
                                          </p:val>
                                        </p:tav>
                                        <p:tav tm="100000">
                                          <p:val>
                                            <p:strVal val="#ppt_h"/>
                                          </p:val>
                                        </p:tav>
                                      </p:tavLst>
                                    </p:anim>
                                    <p:animEffect transition="in" filter="fade">
                                      <p:cBhvr>
                                        <p:cTn id="16" dur="500"/>
                                        <p:tgtEl>
                                          <p:spTgt spid="40"/>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40"/>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41"/>
                                        </p:tgtEl>
                                        <p:attrNameLst>
                                          <p:attrName>style.visibility</p:attrName>
                                        </p:attrNameLst>
                                      </p:cBhvr>
                                      <p:to>
                                        <p:strVal val="visible"/>
                                      </p:to>
                                    </p:set>
                                    <p:anim calcmode="lin" valueType="num">
                                      <p:cBhvr>
                                        <p:cTn id="21" dur="500" fill="hold"/>
                                        <p:tgtEl>
                                          <p:spTgt spid="41"/>
                                        </p:tgtEl>
                                        <p:attrNameLst>
                                          <p:attrName>ppt_w</p:attrName>
                                        </p:attrNameLst>
                                      </p:cBhvr>
                                      <p:tavLst>
                                        <p:tav tm="0">
                                          <p:val>
                                            <p:fltVal val="0"/>
                                          </p:val>
                                        </p:tav>
                                        <p:tav tm="100000">
                                          <p:val>
                                            <p:strVal val="#ppt_w"/>
                                          </p:val>
                                        </p:tav>
                                      </p:tavLst>
                                    </p:anim>
                                    <p:anim calcmode="lin" valueType="num">
                                      <p:cBhvr>
                                        <p:cTn id="22" dur="500" fill="hold"/>
                                        <p:tgtEl>
                                          <p:spTgt spid="41"/>
                                        </p:tgtEl>
                                        <p:attrNameLst>
                                          <p:attrName>ppt_h</p:attrName>
                                        </p:attrNameLst>
                                      </p:cBhvr>
                                      <p:tavLst>
                                        <p:tav tm="0">
                                          <p:val>
                                            <p:fltVal val="0"/>
                                          </p:val>
                                        </p:tav>
                                        <p:tav tm="100000">
                                          <p:val>
                                            <p:strVal val="#ppt_h"/>
                                          </p:val>
                                        </p:tav>
                                      </p:tavLst>
                                    </p:anim>
                                    <p:animEffect transition="in" filter="fade">
                                      <p:cBhvr>
                                        <p:cTn id="23" dur="500"/>
                                        <p:tgtEl>
                                          <p:spTgt spid="41"/>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41"/>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nodeType="after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p:cTn id="29" dur="500" fill="hold"/>
                                        <p:tgtEl>
                                          <p:spTgt spid="48"/>
                                        </p:tgtEl>
                                        <p:attrNameLst>
                                          <p:attrName>ppt_w</p:attrName>
                                        </p:attrNameLst>
                                      </p:cBhvr>
                                      <p:tavLst>
                                        <p:tav tm="0">
                                          <p:val>
                                            <p:fltVal val="0"/>
                                          </p:val>
                                        </p:tav>
                                        <p:tav tm="100000">
                                          <p:val>
                                            <p:strVal val="#ppt_w"/>
                                          </p:val>
                                        </p:tav>
                                      </p:tavLst>
                                    </p:anim>
                                    <p:anim calcmode="lin" valueType="num">
                                      <p:cBhvr>
                                        <p:cTn id="30" dur="500" fill="hold"/>
                                        <p:tgtEl>
                                          <p:spTgt spid="48"/>
                                        </p:tgtEl>
                                        <p:attrNameLst>
                                          <p:attrName>ppt_h</p:attrName>
                                        </p:attrNameLst>
                                      </p:cBhvr>
                                      <p:tavLst>
                                        <p:tav tm="0">
                                          <p:val>
                                            <p:fltVal val="0"/>
                                          </p:val>
                                        </p:tav>
                                        <p:tav tm="100000">
                                          <p:val>
                                            <p:strVal val="#ppt_h"/>
                                          </p:val>
                                        </p:tav>
                                      </p:tavLst>
                                    </p:anim>
                                    <p:animEffect transition="in" filter="fade">
                                      <p:cBhvr>
                                        <p:cTn id="31" dur="500"/>
                                        <p:tgtEl>
                                          <p:spTgt spid="48"/>
                                        </p:tgtEl>
                                      </p:cBhvr>
                                    </p:animEffect>
                                  </p:childTnLst>
                                </p:cTn>
                              </p:par>
                              <p:par>
                                <p:cTn id="32" presetID="35" presetClass="path" presetSubtype="0" accel="50000" decel="50000" fill="hold" nodeType="withEffect">
                                  <p:stCondLst>
                                    <p:cond delay="0"/>
                                  </p:stCondLst>
                                  <p:childTnLst>
                                    <p:animMotion origin="layout" path="M -2.91667E-6 1.85185E-6 L -0.22682 1.85185E-6 " pathEditMode="relative" rAng="0" ptsTypes="AA">
                                      <p:cBhvr>
                                        <p:cTn id="33" dur="1000" spd="-100000" fill="hold"/>
                                        <p:tgtEl>
                                          <p:spTgt spid="48"/>
                                        </p:tgtEl>
                                        <p:attrNameLst>
                                          <p:attrName>ppt_x</p:attrName>
                                          <p:attrName>ppt_y</p:attrName>
                                        </p:attrNameLst>
                                      </p:cBhvr>
                                      <p:rCtr x="-11341" y="0"/>
                                    </p:animMotion>
                                  </p:childTnLst>
                                </p:cTn>
                              </p:par>
                              <p:par>
                                <p:cTn id="34" presetID="53" presetClass="entr" presetSubtype="16" fill="hold" nodeType="withEffect">
                                  <p:stCondLst>
                                    <p:cond delay="250"/>
                                  </p:stCondLst>
                                  <p:childTnLst>
                                    <p:set>
                                      <p:cBhvr>
                                        <p:cTn id="35" dur="1" fill="hold">
                                          <p:stCondLst>
                                            <p:cond delay="0"/>
                                          </p:stCondLst>
                                        </p:cTn>
                                        <p:tgtEl>
                                          <p:spTgt spid="45"/>
                                        </p:tgtEl>
                                        <p:attrNameLst>
                                          <p:attrName>style.visibility</p:attrName>
                                        </p:attrNameLst>
                                      </p:cBhvr>
                                      <p:to>
                                        <p:strVal val="visible"/>
                                      </p:to>
                                    </p:set>
                                    <p:anim calcmode="lin" valueType="num">
                                      <p:cBhvr>
                                        <p:cTn id="36" dur="500" fill="hold"/>
                                        <p:tgtEl>
                                          <p:spTgt spid="45"/>
                                        </p:tgtEl>
                                        <p:attrNameLst>
                                          <p:attrName>ppt_w</p:attrName>
                                        </p:attrNameLst>
                                      </p:cBhvr>
                                      <p:tavLst>
                                        <p:tav tm="0">
                                          <p:val>
                                            <p:fltVal val="0"/>
                                          </p:val>
                                        </p:tav>
                                        <p:tav tm="100000">
                                          <p:val>
                                            <p:strVal val="#ppt_w"/>
                                          </p:val>
                                        </p:tav>
                                      </p:tavLst>
                                    </p:anim>
                                    <p:anim calcmode="lin" valueType="num">
                                      <p:cBhvr>
                                        <p:cTn id="37" dur="500" fill="hold"/>
                                        <p:tgtEl>
                                          <p:spTgt spid="45"/>
                                        </p:tgtEl>
                                        <p:attrNameLst>
                                          <p:attrName>ppt_h</p:attrName>
                                        </p:attrNameLst>
                                      </p:cBhvr>
                                      <p:tavLst>
                                        <p:tav tm="0">
                                          <p:val>
                                            <p:fltVal val="0"/>
                                          </p:val>
                                        </p:tav>
                                        <p:tav tm="100000">
                                          <p:val>
                                            <p:strVal val="#ppt_h"/>
                                          </p:val>
                                        </p:tav>
                                      </p:tavLst>
                                    </p:anim>
                                    <p:animEffect transition="in" filter="fade">
                                      <p:cBhvr>
                                        <p:cTn id="38" dur="500"/>
                                        <p:tgtEl>
                                          <p:spTgt spid="45"/>
                                        </p:tgtEl>
                                      </p:cBhvr>
                                    </p:animEffect>
                                  </p:childTnLst>
                                </p:cTn>
                              </p:par>
                              <p:par>
                                <p:cTn id="39" presetID="35" presetClass="path" presetSubtype="0" accel="50000" decel="50000" fill="hold" nodeType="withEffect">
                                  <p:stCondLst>
                                    <p:cond delay="250"/>
                                  </p:stCondLst>
                                  <p:childTnLst>
                                    <p:animMotion origin="layout" path="M -8.33333E-7 -1.11111E-6 L -0.19427 -1.11111E-6 " pathEditMode="relative" rAng="0" ptsTypes="AA">
                                      <p:cBhvr>
                                        <p:cTn id="40" dur="1000" spd="-100000" fill="hold"/>
                                        <p:tgtEl>
                                          <p:spTgt spid="45"/>
                                        </p:tgtEl>
                                        <p:attrNameLst>
                                          <p:attrName>ppt_x</p:attrName>
                                          <p:attrName>ppt_y</p:attrName>
                                        </p:attrNameLst>
                                      </p:cBhvr>
                                      <p:rCtr x="-9714" y="0"/>
                                    </p:animMotion>
                                  </p:childTnLst>
                                </p:cTn>
                              </p:par>
                              <p:par>
                                <p:cTn id="41" presetID="53" presetClass="entr" presetSubtype="16" fill="hold" nodeType="withEffect">
                                  <p:stCondLst>
                                    <p:cond delay="250"/>
                                  </p:stCondLst>
                                  <p:childTnLst>
                                    <p:set>
                                      <p:cBhvr>
                                        <p:cTn id="42" dur="1" fill="hold">
                                          <p:stCondLst>
                                            <p:cond delay="0"/>
                                          </p:stCondLst>
                                        </p:cTn>
                                        <p:tgtEl>
                                          <p:spTgt spid="51"/>
                                        </p:tgtEl>
                                        <p:attrNameLst>
                                          <p:attrName>style.visibility</p:attrName>
                                        </p:attrNameLst>
                                      </p:cBhvr>
                                      <p:to>
                                        <p:strVal val="visible"/>
                                      </p:to>
                                    </p:set>
                                    <p:anim calcmode="lin" valueType="num">
                                      <p:cBhvr>
                                        <p:cTn id="43" dur="500" fill="hold"/>
                                        <p:tgtEl>
                                          <p:spTgt spid="51"/>
                                        </p:tgtEl>
                                        <p:attrNameLst>
                                          <p:attrName>ppt_w</p:attrName>
                                        </p:attrNameLst>
                                      </p:cBhvr>
                                      <p:tavLst>
                                        <p:tav tm="0">
                                          <p:val>
                                            <p:fltVal val="0"/>
                                          </p:val>
                                        </p:tav>
                                        <p:tav tm="100000">
                                          <p:val>
                                            <p:strVal val="#ppt_w"/>
                                          </p:val>
                                        </p:tav>
                                      </p:tavLst>
                                    </p:anim>
                                    <p:anim calcmode="lin" valueType="num">
                                      <p:cBhvr>
                                        <p:cTn id="44" dur="500" fill="hold"/>
                                        <p:tgtEl>
                                          <p:spTgt spid="51"/>
                                        </p:tgtEl>
                                        <p:attrNameLst>
                                          <p:attrName>ppt_h</p:attrName>
                                        </p:attrNameLst>
                                      </p:cBhvr>
                                      <p:tavLst>
                                        <p:tav tm="0">
                                          <p:val>
                                            <p:fltVal val="0"/>
                                          </p:val>
                                        </p:tav>
                                        <p:tav tm="100000">
                                          <p:val>
                                            <p:strVal val="#ppt_h"/>
                                          </p:val>
                                        </p:tav>
                                      </p:tavLst>
                                    </p:anim>
                                    <p:animEffect transition="in" filter="fade">
                                      <p:cBhvr>
                                        <p:cTn id="45" dur="500"/>
                                        <p:tgtEl>
                                          <p:spTgt spid="51"/>
                                        </p:tgtEl>
                                      </p:cBhvr>
                                    </p:animEffect>
                                  </p:childTnLst>
                                </p:cTn>
                              </p:par>
                              <p:par>
                                <p:cTn id="46" presetID="35" presetClass="path" presetSubtype="0" accel="50000" decel="50000" fill="hold" nodeType="withEffect">
                                  <p:stCondLst>
                                    <p:cond delay="250"/>
                                  </p:stCondLst>
                                  <p:childTnLst>
                                    <p:animMotion origin="layout" path="M -8.33333E-7 4.81481E-6 L -0.19427 4.81481E-6 " pathEditMode="relative" rAng="0" ptsTypes="AA">
                                      <p:cBhvr>
                                        <p:cTn id="47" dur="1000" spd="-100000" fill="hold"/>
                                        <p:tgtEl>
                                          <p:spTgt spid="51"/>
                                        </p:tgtEl>
                                        <p:attrNameLst>
                                          <p:attrName>ppt_x</p:attrName>
                                          <p:attrName>ppt_y</p:attrName>
                                        </p:attrNameLst>
                                      </p:cBhvr>
                                      <p:rCtr x="-9714" y="0"/>
                                    </p:animMotion>
                                  </p:childTnLst>
                                </p:cTn>
                              </p:par>
                              <p:par>
                                <p:cTn id="48" presetID="53" presetClass="entr" presetSubtype="16" fill="hold" nodeType="withEffect">
                                  <p:stCondLst>
                                    <p:cond delay="500"/>
                                  </p:stCondLst>
                                  <p:childTnLst>
                                    <p:set>
                                      <p:cBhvr>
                                        <p:cTn id="49" dur="1" fill="hold">
                                          <p:stCondLst>
                                            <p:cond delay="0"/>
                                          </p:stCondLst>
                                        </p:cTn>
                                        <p:tgtEl>
                                          <p:spTgt spid="42"/>
                                        </p:tgtEl>
                                        <p:attrNameLst>
                                          <p:attrName>style.visibility</p:attrName>
                                        </p:attrNameLst>
                                      </p:cBhvr>
                                      <p:to>
                                        <p:strVal val="visible"/>
                                      </p:to>
                                    </p:set>
                                    <p:anim calcmode="lin" valueType="num">
                                      <p:cBhvr>
                                        <p:cTn id="50" dur="500" fill="hold"/>
                                        <p:tgtEl>
                                          <p:spTgt spid="42"/>
                                        </p:tgtEl>
                                        <p:attrNameLst>
                                          <p:attrName>ppt_w</p:attrName>
                                        </p:attrNameLst>
                                      </p:cBhvr>
                                      <p:tavLst>
                                        <p:tav tm="0">
                                          <p:val>
                                            <p:fltVal val="0"/>
                                          </p:val>
                                        </p:tav>
                                        <p:tav tm="100000">
                                          <p:val>
                                            <p:strVal val="#ppt_w"/>
                                          </p:val>
                                        </p:tav>
                                      </p:tavLst>
                                    </p:anim>
                                    <p:anim calcmode="lin" valueType="num">
                                      <p:cBhvr>
                                        <p:cTn id="51" dur="500" fill="hold"/>
                                        <p:tgtEl>
                                          <p:spTgt spid="42"/>
                                        </p:tgtEl>
                                        <p:attrNameLst>
                                          <p:attrName>ppt_h</p:attrName>
                                        </p:attrNameLst>
                                      </p:cBhvr>
                                      <p:tavLst>
                                        <p:tav tm="0">
                                          <p:val>
                                            <p:fltVal val="0"/>
                                          </p:val>
                                        </p:tav>
                                        <p:tav tm="100000">
                                          <p:val>
                                            <p:strVal val="#ppt_h"/>
                                          </p:val>
                                        </p:tav>
                                      </p:tavLst>
                                    </p:anim>
                                    <p:animEffect transition="in" filter="fade">
                                      <p:cBhvr>
                                        <p:cTn id="52" dur="500"/>
                                        <p:tgtEl>
                                          <p:spTgt spid="42"/>
                                        </p:tgtEl>
                                      </p:cBhvr>
                                    </p:animEffect>
                                  </p:childTnLst>
                                </p:cTn>
                              </p:par>
                              <p:par>
                                <p:cTn id="53" presetID="35" presetClass="path" presetSubtype="0" accel="50000" decel="50000" fill="hold" nodeType="withEffect">
                                  <p:stCondLst>
                                    <p:cond delay="500"/>
                                  </p:stCondLst>
                                  <p:childTnLst>
                                    <p:animMotion origin="layout" path="M 1.04167E-6 -4.81481E-6 L -0.16185 -4.81481E-6 " pathEditMode="relative" rAng="0" ptsTypes="AA">
                                      <p:cBhvr>
                                        <p:cTn id="54" dur="1000" spd="-100000" fill="hold"/>
                                        <p:tgtEl>
                                          <p:spTgt spid="42"/>
                                        </p:tgtEl>
                                        <p:attrNameLst>
                                          <p:attrName>ppt_x</p:attrName>
                                          <p:attrName>ppt_y</p:attrName>
                                        </p:attrNameLst>
                                      </p:cBhvr>
                                      <p:rCtr x="-8099" y="0"/>
                                    </p:animMotion>
                                  </p:childTnLst>
                                </p:cTn>
                              </p:par>
                              <p:par>
                                <p:cTn id="55" presetID="53" presetClass="entr" presetSubtype="16" fill="hold" nodeType="withEffect">
                                  <p:stCondLst>
                                    <p:cond delay="500"/>
                                  </p:stCondLst>
                                  <p:childTnLst>
                                    <p:set>
                                      <p:cBhvr>
                                        <p:cTn id="56" dur="1" fill="hold">
                                          <p:stCondLst>
                                            <p:cond delay="0"/>
                                          </p:stCondLst>
                                        </p:cTn>
                                        <p:tgtEl>
                                          <p:spTgt spid="54"/>
                                        </p:tgtEl>
                                        <p:attrNameLst>
                                          <p:attrName>style.visibility</p:attrName>
                                        </p:attrNameLst>
                                      </p:cBhvr>
                                      <p:to>
                                        <p:strVal val="visible"/>
                                      </p:to>
                                    </p:set>
                                    <p:anim calcmode="lin" valueType="num">
                                      <p:cBhvr>
                                        <p:cTn id="57" dur="500" fill="hold"/>
                                        <p:tgtEl>
                                          <p:spTgt spid="54"/>
                                        </p:tgtEl>
                                        <p:attrNameLst>
                                          <p:attrName>ppt_w</p:attrName>
                                        </p:attrNameLst>
                                      </p:cBhvr>
                                      <p:tavLst>
                                        <p:tav tm="0">
                                          <p:val>
                                            <p:fltVal val="0"/>
                                          </p:val>
                                        </p:tav>
                                        <p:tav tm="100000">
                                          <p:val>
                                            <p:strVal val="#ppt_w"/>
                                          </p:val>
                                        </p:tav>
                                      </p:tavLst>
                                    </p:anim>
                                    <p:anim calcmode="lin" valueType="num">
                                      <p:cBhvr>
                                        <p:cTn id="58" dur="500" fill="hold"/>
                                        <p:tgtEl>
                                          <p:spTgt spid="54"/>
                                        </p:tgtEl>
                                        <p:attrNameLst>
                                          <p:attrName>ppt_h</p:attrName>
                                        </p:attrNameLst>
                                      </p:cBhvr>
                                      <p:tavLst>
                                        <p:tav tm="0">
                                          <p:val>
                                            <p:fltVal val="0"/>
                                          </p:val>
                                        </p:tav>
                                        <p:tav tm="100000">
                                          <p:val>
                                            <p:strVal val="#ppt_h"/>
                                          </p:val>
                                        </p:tav>
                                      </p:tavLst>
                                    </p:anim>
                                    <p:animEffect transition="in" filter="fade">
                                      <p:cBhvr>
                                        <p:cTn id="59" dur="500"/>
                                        <p:tgtEl>
                                          <p:spTgt spid="54"/>
                                        </p:tgtEl>
                                      </p:cBhvr>
                                    </p:animEffect>
                                  </p:childTnLst>
                                </p:cTn>
                              </p:par>
                              <p:par>
                                <p:cTn id="60" presetID="35" presetClass="path" presetSubtype="0" accel="50000" decel="50000" fill="hold" nodeType="withEffect">
                                  <p:stCondLst>
                                    <p:cond delay="500"/>
                                  </p:stCondLst>
                                  <p:childTnLst>
                                    <p:animMotion origin="layout" path="M 1.04167E-6 0 L -0.16185 0 " pathEditMode="relative" rAng="0" ptsTypes="AA">
                                      <p:cBhvr>
                                        <p:cTn id="61" dur="1000" spd="-100000" fill="hold"/>
                                        <p:tgtEl>
                                          <p:spTgt spid="54"/>
                                        </p:tgtEl>
                                        <p:attrNameLst>
                                          <p:attrName>ppt_x</p:attrName>
                                          <p:attrName>ppt_y</p:attrName>
                                        </p:attrNameLst>
                                      </p:cBhvr>
                                      <p:rCtr x="-8099" y="0"/>
                                    </p:animMotion>
                                  </p:childTnLst>
                                </p:cTn>
                              </p:par>
                            </p:childTnLst>
                          </p:cTn>
                        </p:par>
                        <p:par>
                          <p:cTn id="62" fill="hold">
                            <p:stCondLst>
                              <p:cond delay="3000"/>
                            </p:stCondLst>
                            <p:childTnLst>
                              <p:par>
                                <p:cTn id="63" presetID="53" presetClass="entr" presetSubtype="16" fill="hold" grpId="0" nodeType="afterEffect">
                                  <p:stCondLst>
                                    <p:cond delay="0"/>
                                  </p:stCondLst>
                                  <p:childTnLst>
                                    <p:set>
                                      <p:cBhvr>
                                        <p:cTn id="64" dur="1" fill="hold">
                                          <p:stCondLst>
                                            <p:cond delay="0"/>
                                          </p:stCondLst>
                                        </p:cTn>
                                        <p:tgtEl>
                                          <p:spTgt spid="63"/>
                                        </p:tgtEl>
                                        <p:attrNameLst>
                                          <p:attrName>style.visibility</p:attrName>
                                        </p:attrNameLst>
                                      </p:cBhvr>
                                      <p:to>
                                        <p:strVal val="visible"/>
                                      </p:to>
                                    </p:set>
                                    <p:anim calcmode="lin" valueType="num">
                                      <p:cBhvr>
                                        <p:cTn id="65" dur="500" fill="hold"/>
                                        <p:tgtEl>
                                          <p:spTgt spid="63"/>
                                        </p:tgtEl>
                                        <p:attrNameLst>
                                          <p:attrName>ppt_w</p:attrName>
                                        </p:attrNameLst>
                                      </p:cBhvr>
                                      <p:tavLst>
                                        <p:tav tm="0">
                                          <p:val>
                                            <p:fltVal val="0"/>
                                          </p:val>
                                        </p:tav>
                                        <p:tav tm="100000">
                                          <p:val>
                                            <p:strVal val="#ppt_w"/>
                                          </p:val>
                                        </p:tav>
                                      </p:tavLst>
                                    </p:anim>
                                    <p:anim calcmode="lin" valueType="num">
                                      <p:cBhvr>
                                        <p:cTn id="66" dur="500" fill="hold"/>
                                        <p:tgtEl>
                                          <p:spTgt spid="63"/>
                                        </p:tgtEl>
                                        <p:attrNameLst>
                                          <p:attrName>ppt_h</p:attrName>
                                        </p:attrNameLst>
                                      </p:cBhvr>
                                      <p:tavLst>
                                        <p:tav tm="0">
                                          <p:val>
                                            <p:fltVal val="0"/>
                                          </p:val>
                                        </p:tav>
                                        <p:tav tm="100000">
                                          <p:val>
                                            <p:strVal val="#ppt_h"/>
                                          </p:val>
                                        </p:tav>
                                      </p:tavLst>
                                    </p:anim>
                                    <p:animEffect transition="in" filter="fade">
                                      <p:cBhvr>
                                        <p:cTn id="67" dur="500"/>
                                        <p:tgtEl>
                                          <p:spTgt spid="63"/>
                                        </p:tgtEl>
                                      </p:cBhvr>
                                    </p:animEffect>
                                  </p:childTnLst>
                                </p:cTn>
                              </p:par>
                              <p:par>
                                <p:cTn id="68" presetID="63" presetClass="path" presetSubtype="0" accel="50000" decel="50000" fill="hold" grpId="1" nodeType="withEffect">
                                  <p:stCondLst>
                                    <p:cond delay="0"/>
                                  </p:stCondLst>
                                  <p:childTnLst>
                                    <p:animMotion origin="layout" path="M 2.91667E-6 1.85185E-6 L 0.14127 1.85185E-6 " pathEditMode="relative" rAng="0" ptsTypes="AA">
                                      <p:cBhvr>
                                        <p:cTn id="69" dur="1000" spd="-100000" fill="hold"/>
                                        <p:tgtEl>
                                          <p:spTgt spid="63"/>
                                        </p:tgtEl>
                                        <p:attrNameLst>
                                          <p:attrName>ppt_x</p:attrName>
                                          <p:attrName>ppt_y</p:attrName>
                                        </p:attrNameLst>
                                      </p:cBhvr>
                                      <p:rCtr x="7057" y="0"/>
                                    </p:animMotion>
                                  </p:childTnLst>
                                </p:cTn>
                              </p:par>
                              <p:par>
                                <p:cTn id="70" presetID="22" presetClass="entr" presetSubtype="8" fill="hold" nodeType="withEffect">
                                  <p:stCondLst>
                                    <p:cond delay="250"/>
                                  </p:stCondLst>
                                  <p:childTnLst>
                                    <p:set>
                                      <p:cBhvr>
                                        <p:cTn id="71" dur="1" fill="hold">
                                          <p:stCondLst>
                                            <p:cond delay="0"/>
                                          </p:stCondLst>
                                        </p:cTn>
                                        <p:tgtEl>
                                          <p:spTgt spid="68"/>
                                        </p:tgtEl>
                                        <p:attrNameLst>
                                          <p:attrName>style.visibility</p:attrName>
                                        </p:attrNameLst>
                                      </p:cBhvr>
                                      <p:to>
                                        <p:strVal val="visible"/>
                                      </p:to>
                                    </p:set>
                                    <p:animEffect transition="in" filter="wipe(left)">
                                      <p:cBhvr>
                                        <p:cTn id="72" dur="500"/>
                                        <p:tgtEl>
                                          <p:spTgt spid="68"/>
                                        </p:tgtEl>
                                      </p:cBhvr>
                                    </p:animEffect>
                                  </p:childTnLst>
                                </p:cTn>
                              </p:par>
                            </p:childTnLst>
                          </p:cTn>
                        </p:par>
                        <p:par>
                          <p:cTn id="73" fill="hold">
                            <p:stCondLst>
                              <p:cond delay="4000"/>
                            </p:stCondLst>
                            <p:childTnLst>
                              <p:par>
                                <p:cTn id="74" presetID="53" presetClass="entr" presetSubtype="16" fill="hold" grpId="0" nodeType="afterEffect">
                                  <p:stCondLst>
                                    <p:cond delay="0"/>
                                  </p:stCondLst>
                                  <p:iterate type="lt">
                                    <p:tmPct val="10000"/>
                                  </p:iterate>
                                  <p:childTnLst>
                                    <p:set>
                                      <p:cBhvr>
                                        <p:cTn id="75" dur="1" fill="hold">
                                          <p:stCondLst>
                                            <p:cond delay="0"/>
                                          </p:stCondLst>
                                        </p:cTn>
                                        <p:tgtEl>
                                          <p:spTgt spid="57"/>
                                        </p:tgtEl>
                                        <p:attrNameLst>
                                          <p:attrName>style.visibility</p:attrName>
                                        </p:attrNameLst>
                                      </p:cBhvr>
                                      <p:to>
                                        <p:strVal val="visible"/>
                                      </p:to>
                                    </p:set>
                                    <p:anim calcmode="lin" valueType="num">
                                      <p:cBhvr>
                                        <p:cTn id="76" dur="250" fill="hold"/>
                                        <p:tgtEl>
                                          <p:spTgt spid="57"/>
                                        </p:tgtEl>
                                        <p:attrNameLst>
                                          <p:attrName>ppt_w</p:attrName>
                                        </p:attrNameLst>
                                      </p:cBhvr>
                                      <p:tavLst>
                                        <p:tav tm="0">
                                          <p:val>
                                            <p:fltVal val="0"/>
                                          </p:val>
                                        </p:tav>
                                        <p:tav tm="100000">
                                          <p:val>
                                            <p:strVal val="#ppt_w"/>
                                          </p:val>
                                        </p:tav>
                                      </p:tavLst>
                                    </p:anim>
                                    <p:anim calcmode="lin" valueType="num">
                                      <p:cBhvr>
                                        <p:cTn id="77" dur="250" fill="hold"/>
                                        <p:tgtEl>
                                          <p:spTgt spid="57"/>
                                        </p:tgtEl>
                                        <p:attrNameLst>
                                          <p:attrName>ppt_h</p:attrName>
                                        </p:attrNameLst>
                                      </p:cBhvr>
                                      <p:tavLst>
                                        <p:tav tm="0">
                                          <p:val>
                                            <p:fltVal val="0"/>
                                          </p:val>
                                        </p:tav>
                                        <p:tav tm="100000">
                                          <p:val>
                                            <p:strVal val="#ppt_h"/>
                                          </p:val>
                                        </p:tav>
                                      </p:tavLst>
                                    </p:anim>
                                    <p:animEffect transition="in" filter="fade">
                                      <p:cBhvr>
                                        <p:cTn id="78" dur="250"/>
                                        <p:tgtEl>
                                          <p:spTgt spid="57"/>
                                        </p:tgtEl>
                                      </p:cBhvr>
                                    </p:animEffect>
                                  </p:childTnLst>
                                </p:cTn>
                              </p:par>
                            </p:childTnLst>
                          </p:cTn>
                        </p:par>
                        <p:par>
                          <p:cTn id="79" fill="hold">
                            <p:stCondLst>
                              <p:cond delay="5550"/>
                            </p:stCondLst>
                            <p:childTnLst>
                              <p:par>
                                <p:cTn id="80" presetID="53" presetClass="entr" presetSubtype="16" fill="hold" grpId="0" nodeType="afterEffect">
                                  <p:stCondLst>
                                    <p:cond delay="0"/>
                                  </p:stCondLst>
                                  <p:childTnLst>
                                    <p:set>
                                      <p:cBhvr>
                                        <p:cTn id="81" dur="1" fill="hold">
                                          <p:stCondLst>
                                            <p:cond delay="0"/>
                                          </p:stCondLst>
                                        </p:cTn>
                                        <p:tgtEl>
                                          <p:spTgt spid="64"/>
                                        </p:tgtEl>
                                        <p:attrNameLst>
                                          <p:attrName>style.visibility</p:attrName>
                                        </p:attrNameLst>
                                      </p:cBhvr>
                                      <p:to>
                                        <p:strVal val="visible"/>
                                      </p:to>
                                    </p:set>
                                    <p:anim calcmode="lin" valueType="num">
                                      <p:cBhvr>
                                        <p:cTn id="82" dur="500" fill="hold"/>
                                        <p:tgtEl>
                                          <p:spTgt spid="64"/>
                                        </p:tgtEl>
                                        <p:attrNameLst>
                                          <p:attrName>ppt_w</p:attrName>
                                        </p:attrNameLst>
                                      </p:cBhvr>
                                      <p:tavLst>
                                        <p:tav tm="0">
                                          <p:val>
                                            <p:fltVal val="0"/>
                                          </p:val>
                                        </p:tav>
                                        <p:tav tm="100000">
                                          <p:val>
                                            <p:strVal val="#ppt_w"/>
                                          </p:val>
                                        </p:tav>
                                      </p:tavLst>
                                    </p:anim>
                                    <p:anim calcmode="lin" valueType="num">
                                      <p:cBhvr>
                                        <p:cTn id="83" dur="500" fill="hold"/>
                                        <p:tgtEl>
                                          <p:spTgt spid="64"/>
                                        </p:tgtEl>
                                        <p:attrNameLst>
                                          <p:attrName>ppt_h</p:attrName>
                                        </p:attrNameLst>
                                      </p:cBhvr>
                                      <p:tavLst>
                                        <p:tav tm="0">
                                          <p:val>
                                            <p:fltVal val="0"/>
                                          </p:val>
                                        </p:tav>
                                        <p:tav tm="100000">
                                          <p:val>
                                            <p:strVal val="#ppt_h"/>
                                          </p:val>
                                        </p:tav>
                                      </p:tavLst>
                                    </p:anim>
                                    <p:animEffect transition="in" filter="fade">
                                      <p:cBhvr>
                                        <p:cTn id="84" dur="500"/>
                                        <p:tgtEl>
                                          <p:spTgt spid="64"/>
                                        </p:tgtEl>
                                      </p:cBhvr>
                                    </p:animEffect>
                                  </p:childTnLst>
                                </p:cTn>
                              </p:par>
                              <p:par>
                                <p:cTn id="85" presetID="63" presetClass="path" presetSubtype="0" accel="50000" decel="50000" fill="hold" grpId="1" nodeType="withEffect">
                                  <p:stCondLst>
                                    <p:cond delay="0"/>
                                  </p:stCondLst>
                                  <p:childTnLst>
                                    <p:animMotion origin="layout" path="M 4.16667E-7 2.59259E-6 L 0.14128 2.59259E-6 " pathEditMode="relative" rAng="0" ptsTypes="AA">
                                      <p:cBhvr>
                                        <p:cTn id="86" dur="1000" spd="-100000" fill="hold"/>
                                        <p:tgtEl>
                                          <p:spTgt spid="64"/>
                                        </p:tgtEl>
                                        <p:attrNameLst>
                                          <p:attrName>ppt_x</p:attrName>
                                          <p:attrName>ppt_y</p:attrName>
                                        </p:attrNameLst>
                                      </p:cBhvr>
                                      <p:rCtr x="7057" y="0"/>
                                    </p:animMotion>
                                  </p:childTnLst>
                                </p:cTn>
                              </p:par>
                              <p:par>
                                <p:cTn id="87" presetID="22" presetClass="entr" presetSubtype="8" fill="hold" nodeType="withEffect">
                                  <p:stCondLst>
                                    <p:cond delay="250"/>
                                  </p:stCondLst>
                                  <p:childTnLst>
                                    <p:set>
                                      <p:cBhvr>
                                        <p:cTn id="88" dur="1" fill="hold">
                                          <p:stCondLst>
                                            <p:cond delay="0"/>
                                          </p:stCondLst>
                                        </p:cTn>
                                        <p:tgtEl>
                                          <p:spTgt spid="69"/>
                                        </p:tgtEl>
                                        <p:attrNameLst>
                                          <p:attrName>style.visibility</p:attrName>
                                        </p:attrNameLst>
                                      </p:cBhvr>
                                      <p:to>
                                        <p:strVal val="visible"/>
                                      </p:to>
                                    </p:set>
                                    <p:animEffect transition="in" filter="wipe(left)">
                                      <p:cBhvr>
                                        <p:cTn id="89" dur="500"/>
                                        <p:tgtEl>
                                          <p:spTgt spid="69"/>
                                        </p:tgtEl>
                                      </p:cBhvr>
                                    </p:animEffect>
                                  </p:childTnLst>
                                </p:cTn>
                              </p:par>
                            </p:childTnLst>
                          </p:cTn>
                        </p:par>
                        <p:par>
                          <p:cTn id="90" fill="hold">
                            <p:stCondLst>
                              <p:cond delay="6550"/>
                            </p:stCondLst>
                            <p:childTnLst>
                              <p:par>
                                <p:cTn id="91" presetID="53" presetClass="entr" presetSubtype="16" fill="hold" grpId="0" nodeType="afterEffect">
                                  <p:stCondLst>
                                    <p:cond delay="0"/>
                                  </p:stCondLst>
                                  <p:iterate type="lt">
                                    <p:tmPct val="10000"/>
                                  </p:iterate>
                                  <p:childTnLst>
                                    <p:set>
                                      <p:cBhvr>
                                        <p:cTn id="92" dur="1" fill="hold">
                                          <p:stCondLst>
                                            <p:cond delay="0"/>
                                          </p:stCondLst>
                                        </p:cTn>
                                        <p:tgtEl>
                                          <p:spTgt spid="58"/>
                                        </p:tgtEl>
                                        <p:attrNameLst>
                                          <p:attrName>style.visibility</p:attrName>
                                        </p:attrNameLst>
                                      </p:cBhvr>
                                      <p:to>
                                        <p:strVal val="visible"/>
                                      </p:to>
                                    </p:set>
                                    <p:anim calcmode="lin" valueType="num">
                                      <p:cBhvr>
                                        <p:cTn id="93" dur="250" fill="hold"/>
                                        <p:tgtEl>
                                          <p:spTgt spid="58"/>
                                        </p:tgtEl>
                                        <p:attrNameLst>
                                          <p:attrName>ppt_w</p:attrName>
                                        </p:attrNameLst>
                                      </p:cBhvr>
                                      <p:tavLst>
                                        <p:tav tm="0">
                                          <p:val>
                                            <p:fltVal val="0"/>
                                          </p:val>
                                        </p:tav>
                                        <p:tav tm="100000">
                                          <p:val>
                                            <p:strVal val="#ppt_w"/>
                                          </p:val>
                                        </p:tav>
                                      </p:tavLst>
                                    </p:anim>
                                    <p:anim calcmode="lin" valueType="num">
                                      <p:cBhvr>
                                        <p:cTn id="94" dur="250" fill="hold"/>
                                        <p:tgtEl>
                                          <p:spTgt spid="58"/>
                                        </p:tgtEl>
                                        <p:attrNameLst>
                                          <p:attrName>ppt_h</p:attrName>
                                        </p:attrNameLst>
                                      </p:cBhvr>
                                      <p:tavLst>
                                        <p:tav tm="0">
                                          <p:val>
                                            <p:fltVal val="0"/>
                                          </p:val>
                                        </p:tav>
                                        <p:tav tm="100000">
                                          <p:val>
                                            <p:strVal val="#ppt_h"/>
                                          </p:val>
                                        </p:tav>
                                      </p:tavLst>
                                    </p:anim>
                                    <p:animEffect transition="in" filter="fade">
                                      <p:cBhvr>
                                        <p:cTn id="95" dur="250"/>
                                        <p:tgtEl>
                                          <p:spTgt spid="58"/>
                                        </p:tgtEl>
                                      </p:cBhvr>
                                    </p:animEffect>
                                  </p:childTnLst>
                                </p:cTn>
                              </p:par>
                            </p:childTnLst>
                          </p:cTn>
                        </p:par>
                        <p:par>
                          <p:cTn id="96" fill="hold">
                            <p:stCondLst>
                              <p:cond delay="8100"/>
                            </p:stCondLst>
                            <p:childTnLst>
                              <p:par>
                                <p:cTn id="97" presetID="53" presetClass="entr" presetSubtype="16" fill="hold" grpId="0" nodeType="afterEffect">
                                  <p:stCondLst>
                                    <p:cond delay="0"/>
                                  </p:stCondLst>
                                  <p:childTnLst>
                                    <p:set>
                                      <p:cBhvr>
                                        <p:cTn id="98" dur="1" fill="hold">
                                          <p:stCondLst>
                                            <p:cond delay="0"/>
                                          </p:stCondLst>
                                        </p:cTn>
                                        <p:tgtEl>
                                          <p:spTgt spid="65"/>
                                        </p:tgtEl>
                                        <p:attrNameLst>
                                          <p:attrName>style.visibility</p:attrName>
                                        </p:attrNameLst>
                                      </p:cBhvr>
                                      <p:to>
                                        <p:strVal val="visible"/>
                                      </p:to>
                                    </p:set>
                                    <p:anim calcmode="lin" valueType="num">
                                      <p:cBhvr>
                                        <p:cTn id="99" dur="500" fill="hold"/>
                                        <p:tgtEl>
                                          <p:spTgt spid="65"/>
                                        </p:tgtEl>
                                        <p:attrNameLst>
                                          <p:attrName>ppt_w</p:attrName>
                                        </p:attrNameLst>
                                      </p:cBhvr>
                                      <p:tavLst>
                                        <p:tav tm="0">
                                          <p:val>
                                            <p:fltVal val="0"/>
                                          </p:val>
                                        </p:tav>
                                        <p:tav tm="100000">
                                          <p:val>
                                            <p:strVal val="#ppt_w"/>
                                          </p:val>
                                        </p:tav>
                                      </p:tavLst>
                                    </p:anim>
                                    <p:anim calcmode="lin" valueType="num">
                                      <p:cBhvr>
                                        <p:cTn id="100" dur="500" fill="hold"/>
                                        <p:tgtEl>
                                          <p:spTgt spid="65"/>
                                        </p:tgtEl>
                                        <p:attrNameLst>
                                          <p:attrName>ppt_h</p:attrName>
                                        </p:attrNameLst>
                                      </p:cBhvr>
                                      <p:tavLst>
                                        <p:tav tm="0">
                                          <p:val>
                                            <p:fltVal val="0"/>
                                          </p:val>
                                        </p:tav>
                                        <p:tav tm="100000">
                                          <p:val>
                                            <p:strVal val="#ppt_h"/>
                                          </p:val>
                                        </p:tav>
                                      </p:tavLst>
                                    </p:anim>
                                    <p:animEffect transition="in" filter="fade">
                                      <p:cBhvr>
                                        <p:cTn id="101" dur="500"/>
                                        <p:tgtEl>
                                          <p:spTgt spid="65"/>
                                        </p:tgtEl>
                                      </p:cBhvr>
                                    </p:animEffect>
                                  </p:childTnLst>
                                </p:cTn>
                              </p:par>
                              <p:par>
                                <p:cTn id="102" presetID="63" presetClass="path" presetSubtype="0" accel="50000" decel="50000" fill="hold" grpId="1" nodeType="withEffect">
                                  <p:stCondLst>
                                    <p:cond delay="0"/>
                                  </p:stCondLst>
                                  <p:childTnLst>
                                    <p:animMotion origin="layout" path="M -1.875E-6 1.85185E-6 L 0.14128 1.85185E-6 " pathEditMode="relative" rAng="0" ptsTypes="AA">
                                      <p:cBhvr>
                                        <p:cTn id="103" dur="1000" spd="-100000" fill="hold"/>
                                        <p:tgtEl>
                                          <p:spTgt spid="65"/>
                                        </p:tgtEl>
                                        <p:attrNameLst>
                                          <p:attrName>ppt_x</p:attrName>
                                          <p:attrName>ppt_y</p:attrName>
                                        </p:attrNameLst>
                                      </p:cBhvr>
                                      <p:rCtr x="7057" y="0"/>
                                    </p:animMotion>
                                  </p:childTnLst>
                                </p:cTn>
                              </p:par>
                              <p:par>
                                <p:cTn id="104" presetID="22" presetClass="entr" presetSubtype="8" fill="hold" nodeType="withEffect">
                                  <p:stCondLst>
                                    <p:cond delay="250"/>
                                  </p:stCondLst>
                                  <p:childTnLst>
                                    <p:set>
                                      <p:cBhvr>
                                        <p:cTn id="105" dur="1" fill="hold">
                                          <p:stCondLst>
                                            <p:cond delay="0"/>
                                          </p:stCondLst>
                                        </p:cTn>
                                        <p:tgtEl>
                                          <p:spTgt spid="62"/>
                                        </p:tgtEl>
                                        <p:attrNameLst>
                                          <p:attrName>style.visibility</p:attrName>
                                        </p:attrNameLst>
                                      </p:cBhvr>
                                      <p:to>
                                        <p:strVal val="visible"/>
                                      </p:to>
                                    </p:set>
                                    <p:animEffect transition="in" filter="wipe(left)">
                                      <p:cBhvr>
                                        <p:cTn id="106" dur="500"/>
                                        <p:tgtEl>
                                          <p:spTgt spid="62"/>
                                        </p:tgtEl>
                                      </p:cBhvr>
                                    </p:animEffect>
                                  </p:childTnLst>
                                </p:cTn>
                              </p:par>
                            </p:childTnLst>
                          </p:cTn>
                        </p:par>
                        <p:par>
                          <p:cTn id="107" fill="hold">
                            <p:stCondLst>
                              <p:cond delay="9100"/>
                            </p:stCondLst>
                            <p:childTnLst>
                              <p:par>
                                <p:cTn id="108" presetID="53" presetClass="entr" presetSubtype="16" fill="hold" grpId="0" nodeType="afterEffect">
                                  <p:stCondLst>
                                    <p:cond delay="0"/>
                                  </p:stCondLst>
                                  <p:iterate type="lt">
                                    <p:tmPct val="10000"/>
                                  </p:iterate>
                                  <p:childTnLst>
                                    <p:set>
                                      <p:cBhvr>
                                        <p:cTn id="109" dur="1" fill="hold">
                                          <p:stCondLst>
                                            <p:cond delay="0"/>
                                          </p:stCondLst>
                                        </p:cTn>
                                        <p:tgtEl>
                                          <p:spTgt spid="59"/>
                                        </p:tgtEl>
                                        <p:attrNameLst>
                                          <p:attrName>style.visibility</p:attrName>
                                        </p:attrNameLst>
                                      </p:cBhvr>
                                      <p:to>
                                        <p:strVal val="visible"/>
                                      </p:to>
                                    </p:set>
                                    <p:anim calcmode="lin" valueType="num">
                                      <p:cBhvr>
                                        <p:cTn id="110" dur="250" fill="hold"/>
                                        <p:tgtEl>
                                          <p:spTgt spid="59"/>
                                        </p:tgtEl>
                                        <p:attrNameLst>
                                          <p:attrName>ppt_w</p:attrName>
                                        </p:attrNameLst>
                                      </p:cBhvr>
                                      <p:tavLst>
                                        <p:tav tm="0">
                                          <p:val>
                                            <p:fltVal val="0"/>
                                          </p:val>
                                        </p:tav>
                                        <p:tav tm="100000">
                                          <p:val>
                                            <p:strVal val="#ppt_w"/>
                                          </p:val>
                                        </p:tav>
                                      </p:tavLst>
                                    </p:anim>
                                    <p:anim calcmode="lin" valueType="num">
                                      <p:cBhvr>
                                        <p:cTn id="111" dur="250" fill="hold"/>
                                        <p:tgtEl>
                                          <p:spTgt spid="59"/>
                                        </p:tgtEl>
                                        <p:attrNameLst>
                                          <p:attrName>ppt_h</p:attrName>
                                        </p:attrNameLst>
                                      </p:cBhvr>
                                      <p:tavLst>
                                        <p:tav tm="0">
                                          <p:val>
                                            <p:fltVal val="0"/>
                                          </p:val>
                                        </p:tav>
                                        <p:tav tm="100000">
                                          <p:val>
                                            <p:strVal val="#ppt_h"/>
                                          </p:val>
                                        </p:tav>
                                      </p:tavLst>
                                    </p:anim>
                                    <p:animEffect transition="in" filter="fade">
                                      <p:cBhvr>
                                        <p:cTn id="112" dur="250"/>
                                        <p:tgtEl>
                                          <p:spTgt spid="59"/>
                                        </p:tgtEl>
                                      </p:cBhvr>
                                    </p:animEffect>
                                  </p:childTnLst>
                                </p:cTn>
                              </p:par>
                            </p:childTnLst>
                          </p:cTn>
                        </p:par>
                        <p:par>
                          <p:cTn id="113" fill="hold">
                            <p:stCondLst>
                              <p:cond delay="10650"/>
                            </p:stCondLst>
                            <p:childTnLst>
                              <p:par>
                                <p:cTn id="114" presetID="53" presetClass="entr" presetSubtype="16" fill="hold" grpId="0" nodeType="afterEffect">
                                  <p:stCondLst>
                                    <p:cond delay="0"/>
                                  </p:stCondLst>
                                  <p:childTnLst>
                                    <p:set>
                                      <p:cBhvr>
                                        <p:cTn id="115" dur="1" fill="hold">
                                          <p:stCondLst>
                                            <p:cond delay="0"/>
                                          </p:stCondLst>
                                        </p:cTn>
                                        <p:tgtEl>
                                          <p:spTgt spid="66"/>
                                        </p:tgtEl>
                                        <p:attrNameLst>
                                          <p:attrName>style.visibility</p:attrName>
                                        </p:attrNameLst>
                                      </p:cBhvr>
                                      <p:to>
                                        <p:strVal val="visible"/>
                                      </p:to>
                                    </p:set>
                                    <p:anim calcmode="lin" valueType="num">
                                      <p:cBhvr>
                                        <p:cTn id="116" dur="500" fill="hold"/>
                                        <p:tgtEl>
                                          <p:spTgt spid="66"/>
                                        </p:tgtEl>
                                        <p:attrNameLst>
                                          <p:attrName>ppt_w</p:attrName>
                                        </p:attrNameLst>
                                      </p:cBhvr>
                                      <p:tavLst>
                                        <p:tav tm="0">
                                          <p:val>
                                            <p:fltVal val="0"/>
                                          </p:val>
                                        </p:tav>
                                        <p:tav tm="100000">
                                          <p:val>
                                            <p:strVal val="#ppt_w"/>
                                          </p:val>
                                        </p:tav>
                                      </p:tavLst>
                                    </p:anim>
                                    <p:anim calcmode="lin" valueType="num">
                                      <p:cBhvr>
                                        <p:cTn id="117" dur="500" fill="hold"/>
                                        <p:tgtEl>
                                          <p:spTgt spid="66"/>
                                        </p:tgtEl>
                                        <p:attrNameLst>
                                          <p:attrName>ppt_h</p:attrName>
                                        </p:attrNameLst>
                                      </p:cBhvr>
                                      <p:tavLst>
                                        <p:tav tm="0">
                                          <p:val>
                                            <p:fltVal val="0"/>
                                          </p:val>
                                        </p:tav>
                                        <p:tav tm="100000">
                                          <p:val>
                                            <p:strVal val="#ppt_h"/>
                                          </p:val>
                                        </p:tav>
                                      </p:tavLst>
                                    </p:anim>
                                    <p:animEffect transition="in" filter="fade">
                                      <p:cBhvr>
                                        <p:cTn id="118" dur="500"/>
                                        <p:tgtEl>
                                          <p:spTgt spid="66"/>
                                        </p:tgtEl>
                                      </p:cBhvr>
                                    </p:animEffect>
                                  </p:childTnLst>
                                </p:cTn>
                              </p:par>
                              <p:par>
                                <p:cTn id="119" presetID="63" presetClass="path" presetSubtype="0" accel="50000" decel="50000" fill="hold" grpId="1" nodeType="withEffect">
                                  <p:stCondLst>
                                    <p:cond delay="0"/>
                                  </p:stCondLst>
                                  <p:childTnLst>
                                    <p:animMotion origin="layout" path="M 4.16667E-7 2.59259E-6 L 0.14128 2.59259E-6 " pathEditMode="relative" rAng="0" ptsTypes="AA">
                                      <p:cBhvr>
                                        <p:cTn id="120" dur="1000" spd="-100000" fill="hold"/>
                                        <p:tgtEl>
                                          <p:spTgt spid="66"/>
                                        </p:tgtEl>
                                        <p:attrNameLst>
                                          <p:attrName>ppt_x</p:attrName>
                                          <p:attrName>ppt_y</p:attrName>
                                        </p:attrNameLst>
                                      </p:cBhvr>
                                      <p:rCtr x="7057" y="0"/>
                                    </p:animMotion>
                                  </p:childTnLst>
                                </p:cTn>
                              </p:par>
                              <p:par>
                                <p:cTn id="121" presetID="22" presetClass="entr" presetSubtype="8" fill="hold" nodeType="withEffect">
                                  <p:stCondLst>
                                    <p:cond delay="250"/>
                                  </p:stCondLst>
                                  <p:childTnLst>
                                    <p:set>
                                      <p:cBhvr>
                                        <p:cTn id="122" dur="1" fill="hold">
                                          <p:stCondLst>
                                            <p:cond delay="0"/>
                                          </p:stCondLst>
                                        </p:cTn>
                                        <p:tgtEl>
                                          <p:spTgt spid="70"/>
                                        </p:tgtEl>
                                        <p:attrNameLst>
                                          <p:attrName>style.visibility</p:attrName>
                                        </p:attrNameLst>
                                      </p:cBhvr>
                                      <p:to>
                                        <p:strVal val="visible"/>
                                      </p:to>
                                    </p:set>
                                    <p:animEffect transition="in" filter="wipe(left)">
                                      <p:cBhvr>
                                        <p:cTn id="123" dur="500"/>
                                        <p:tgtEl>
                                          <p:spTgt spid="70"/>
                                        </p:tgtEl>
                                      </p:cBhvr>
                                    </p:animEffect>
                                  </p:childTnLst>
                                </p:cTn>
                              </p:par>
                            </p:childTnLst>
                          </p:cTn>
                        </p:par>
                        <p:par>
                          <p:cTn id="124" fill="hold">
                            <p:stCondLst>
                              <p:cond delay="11650"/>
                            </p:stCondLst>
                            <p:childTnLst>
                              <p:par>
                                <p:cTn id="125" presetID="53" presetClass="entr" presetSubtype="16" fill="hold" grpId="0" nodeType="afterEffect">
                                  <p:stCondLst>
                                    <p:cond delay="0"/>
                                  </p:stCondLst>
                                  <p:iterate type="lt">
                                    <p:tmPct val="10000"/>
                                  </p:iterate>
                                  <p:childTnLst>
                                    <p:set>
                                      <p:cBhvr>
                                        <p:cTn id="126" dur="1" fill="hold">
                                          <p:stCondLst>
                                            <p:cond delay="0"/>
                                          </p:stCondLst>
                                        </p:cTn>
                                        <p:tgtEl>
                                          <p:spTgt spid="60"/>
                                        </p:tgtEl>
                                        <p:attrNameLst>
                                          <p:attrName>style.visibility</p:attrName>
                                        </p:attrNameLst>
                                      </p:cBhvr>
                                      <p:to>
                                        <p:strVal val="visible"/>
                                      </p:to>
                                    </p:set>
                                    <p:anim calcmode="lin" valueType="num">
                                      <p:cBhvr>
                                        <p:cTn id="127" dur="250" fill="hold"/>
                                        <p:tgtEl>
                                          <p:spTgt spid="60"/>
                                        </p:tgtEl>
                                        <p:attrNameLst>
                                          <p:attrName>ppt_w</p:attrName>
                                        </p:attrNameLst>
                                      </p:cBhvr>
                                      <p:tavLst>
                                        <p:tav tm="0">
                                          <p:val>
                                            <p:fltVal val="0"/>
                                          </p:val>
                                        </p:tav>
                                        <p:tav tm="100000">
                                          <p:val>
                                            <p:strVal val="#ppt_w"/>
                                          </p:val>
                                        </p:tav>
                                      </p:tavLst>
                                    </p:anim>
                                    <p:anim calcmode="lin" valueType="num">
                                      <p:cBhvr>
                                        <p:cTn id="128" dur="250" fill="hold"/>
                                        <p:tgtEl>
                                          <p:spTgt spid="60"/>
                                        </p:tgtEl>
                                        <p:attrNameLst>
                                          <p:attrName>ppt_h</p:attrName>
                                        </p:attrNameLst>
                                      </p:cBhvr>
                                      <p:tavLst>
                                        <p:tav tm="0">
                                          <p:val>
                                            <p:fltVal val="0"/>
                                          </p:val>
                                        </p:tav>
                                        <p:tav tm="100000">
                                          <p:val>
                                            <p:strVal val="#ppt_h"/>
                                          </p:val>
                                        </p:tav>
                                      </p:tavLst>
                                    </p:anim>
                                    <p:animEffect transition="in" filter="fade">
                                      <p:cBhvr>
                                        <p:cTn id="129" dur="250"/>
                                        <p:tgtEl>
                                          <p:spTgt spid="60"/>
                                        </p:tgtEl>
                                      </p:cBhvr>
                                    </p:animEffect>
                                  </p:childTnLst>
                                </p:cTn>
                              </p:par>
                            </p:childTnLst>
                          </p:cTn>
                        </p:par>
                        <p:par>
                          <p:cTn id="130" fill="hold">
                            <p:stCondLst>
                              <p:cond delay="13200"/>
                            </p:stCondLst>
                            <p:childTnLst>
                              <p:par>
                                <p:cTn id="131" presetID="53" presetClass="entr" presetSubtype="16" fill="hold" grpId="0" nodeType="afterEffect">
                                  <p:stCondLst>
                                    <p:cond delay="0"/>
                                  </p:stCondLst>
                                  <p:childTnLst>
                                    <p:set>
                                      <p:cBhvr>
                                        <p:cTn id="132" dur="1" fill="hold">
                                          <p:stCondLst>
                                            <p:cond delay="0"/>
                                          </p:stCondLst>
                                        </p:cTn>
                                        <p:tgtEl>
                                          <p:spTgt spid="67"/>
                                        </p:tgtEl>
                                        <p:attrNameLst>
                                          <p:attrName>style.visibility</p:attrName>
                                        </p:attrNameLst>
                                      </p:cBhvr>
                                      <p:to>
                                        <p:strVal val="visible"/>
                                      </p:to>
                                    </p:set>
                                    <p:anim calcmode="lin" valueType="num">
                                      <p:cBhvr>
                                        <p:cTn id="133" dur="500" fill="hold"/>
                                        <p:tgtEl>
                                          <p:spTgt spid="67"/>
                                        </p:tgtEl>
                                        <p:attrNameLst>
                                          <p:attrName>ppt_w</p:attrName>
                                        </p:attrNameLst>
                                      </p:cBhvr>
                                      <p:tavLst>
                                        <p:tav tm="0">
                                          <p:val>
                                            <p:fltVal val="0"/>
                                          </p:val>
                                        </p:tav>
                                        <p:tav tm="100000">
                                          <p:val>
                                            <p:strVal val="#ppt_w"/>
                                          </p:val>
                                        </p:tav>
                                      </p:tavLst>
                                    </p:anim>
                                    <p:anim calcmode="lin" valueType="num">
                                      <p:cBhvr>
                                        <p:cTn id="134" dur="500" fill="hold"/>
                                        <p:tgtEl>
                                          <p:spTgt spid="67"/>
                                        </p:tgtEl>
                                        <p:attrNameLst>
                                          <p:attrName>ppt_h</p:attrName>
                                        </p:attrNameLst>
                                      </p:cBhvr>
                                      <p:tavLst>
                                        <p:tav tm="0">
                                          <p:val>
                                            <p:fltVal val="0"/>
                                          </p:val>
                                        </p:tav>
                                        <p:tav tm="100000">
                                          <p:val>
                                            <p:strVal val="#ppt_h"/>
                                          </p:val>
                                        </p:tav>
                                      </p:tavLst>
                                    </p:anim>
                                    <p:animEffect transition="in" filter="fade">
                                      <p:cBhvr>
                                        <p:cTn id="135" dur="500"/>
                                        <p:tgtEl>
                                          <p:spTgt spid="67"/>
                                        </p:tgtEl>
                                      </p:cBhvr>
                                    </p:animEffect>
                                  </p:childTnLst>
                                </p:cTn>
                              </p:par>
                              <p:par>
                                <p:cTn id="136" presetID="63" presetClass="path" presetSubtype="0" accel="50000" decel="50000" fill="hold" grpId="1" nodeType="withEffect">
                                  <p:stCondLst>
                                    <p:cond delay="0"/>
                                  </p:stCondLst>
                                  <p:childTnLst>
                                    <p:animMotion origin="layout" path="M 2.91667E-6 3.33333E-6 L 0.14127 3.33333E-6 " pathEditMode="relative" rAng="0" ptsTypes="AA">
                                      <p:cBhvr>
                                        <p:cTn id="137" dur="1000" spd="-100000" fill="hold"/>
                                        <p:tgtEl>
                                          <p:spTgt spid="67"/>
                                        </p:tgtEl>
                                        <p:attrNameLst>
                                          <p:attrName>ppt_x</p:attrName>
                                          <p:attrName>ppt_y</p:attrName>
                                        </p:attrNameLst>
                                      </p:cBhvr>
                                      <p:rCtr x="7057" y="0"/>
                                    </p:animMotion>
                                  </p:childTnLst>
                                </p:cTn>
                              </p:par>
                              <p:par>
                                <p:cTn id="138" presetID="22" presetClass="entr" presetSubtype="8" fill="hold" nodeType="withEffect">
                                  <p:stCondLst>
                                    <p:cond delay="250"/>
                                  </p:stCondLst>
                                  <p:childTnLst>
                                    <p:set>
                                      <p:cBhvr>
                                        <p:cTn id="139" dur="1" fill="hold">
                                          <p:stCondLst>
                                            <p:cond delay="0"/>
                                          </p:stCondLst>
                                        </p:cTn>
                                        <p:tgtEl>
                                          <p:spTgt spid="71"/>
                                        </p:tgtEl>
                                        <p:attrNameLst>
                                          <p:attrName>style.visibility</p:attrName>
                                        </p:attrNameLst>
                                      </p:cBhvr>
                                      <p:to>
                                        <p:strVal val="visible"/>
                                      </p:to>
                                    </p:set>
                                    <p:animEffect transition="in" filter="wipe(left)">
                                      <p:cBhvr>
                                        <p:cTn id="140" dur="500"/>
                                        <p:tgtEl>
                                          <p:spTgt spid="71"/>
                                        </p:tgtEl>
                                      </p:cBhvr>
                                    </p:animEffect>
                                  </p:childTnLst>
                                </p:cTn>
                              </p:par>
                            </p:childTnLst>
                          </p:cTn>
                        </p:par>
                        <p:par>
                          <p:cTn id="141" fill="hold">
                            <p:stCondLst>
                              <p:cond delay="14200"/>
                            </p:stCondLst>
                            <p:childTnLst>
                              <p:par>
                                <p:cTn id="142" presetID="53" presetClass="entr" presetSubtype="16" fill="hold" grpId="0" nodeType="afterEffect">
                                  <p:stCondLst>
                                    <p:cond delay="0"/>
                                  </p:stCondLst>
                                  <p:iterate type="lt">
                                    <p:tmPct val="10000"/>
                                  </p:iterate>
                                  <p:childTnLst>
                                    <p:set>
                                      <p:cBhvr>
                                        <p:cTn id="143" dur="1" fill="hold">
                                          <p:stCondLst>
                                            <p:cond delay="0"/>
                                          </p:stCondLst>
                                        </p:cTn>
                                        <p:tgtEl>
                                          <p:spTgt spid="61"/>
                                        </p:tgtEl>
                                        <p:attrNameLst>
                                          <p:attrName>style.visibility</p:attrName>
                                        </p:attrNameLst>
                                      </p:cBhvr>
                                      <p:to>
                                        <p:strVal val="visible"/>
                                      </p:to>
                                    </p:set>
                                    <p:anim calcmode="lin" valueType="num">
                                      <p:cBhvr>
                                        <p:cTn id="144" dur="250" fill="hold"/>
                                        <p:tgtEl>
                                          <p:spTgt spid="61"/>
                                        </p:tgtEl>
                                        <p:attrNameLst>
                                          <p:attrName>ppt_w</p:attrName>
                                        </p:attrNameLst>
                                      </p:cBhvr>
                                      <p:tavLst>
                                        <p:tav tm="0">
                                          <p:val>
                                            <p:fltVal val="0"/>
                                          </p:val>
                                        </p:tav>
                                        <p:tav tm="100000">
                                          <p:val>
                                            <p:strVal val="#ppt_w"/>
                                          </p:val>
                                        </p:tav>
                                      </p:tavLst>
                                    </p:anim>
                                    <p:anim calcmode="lin" valueType="num">
                                      <p:cBhvr>
                                        <p:cTn id="145" dur="250" fill="hold"/>
                                        <p:tgtEl>
                                          <p:spTgt spid="61"/>
                                        </p:tgtEl>
                                        <p:attrNameLst>
                                          <p:attrName>ppt_h</p:attrName>
                                        </p:attrNameLst>
                                      </p:cBhvr>
                                      <p:tavLst>
                                        <p:tav tm="0">
                                          <p:val>
                                            <p:fltVal val="0"/>
                                          </p:val>
                                        </p:tav>
                                        <p:tav tm="100000">
                                          <p:val>
                                            <p:strVal val="#ppt_h"/>
                                          </p:val>
                                        </p:tav>
                                      </p:tavLst>
                                    </p:anim>
                                    <p:animEffect transition="in" filter="fade">
                                      <p:cBhvr>
                                        <p:cTn id="146" dur="25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0" grpId="1"/>
      <p:bldP spid="57" grpId="0"/>
      <p:bldP spid="58" grpId="0"/>
      <p:bldP spid="59" grpId="0"/>
      <p:bldP spid="60" grpId="0"/>
      <p:bldP spid="61" grpId="0"/>
      <p:bldP spid="63" grpId="0"/>
      <p:bldP spid="63" grpId="1"/>
      <p:bldP spid="64" grpId="0"/>
      <p:bldP spid="64" grpId="1"/>
      <p:bldP spid="65" grpId="0"/>
      <p:bldP spid="65" grpId="1"/>
      <p:bldP spid="66" grpId="0"/>
      <p:bldP spid="66" grpId="1"/>
      <p:bldP spid="67" grpId="0"/>
      <p:bldP spid="67"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942612" y="1754708"/>
            <a:ext cx="2306777" cy="1938992"/>
          </a:xfrm>
          <a:prstGeom prst="rect">
            <a:avLst/>
          </a:prstGeom>
          <a:effectLst/>
        </p:spPr>
        <p:txBody>
          <a:bodyPr wrap="square" anchor="ctr">
            <a:spAutoFit/>
          </a:bodyPr>
          <a:lstStyle>
            <a:defPPr>
              <a:defRPr lang="zh-CN"/>
            </a:defPPr>
            <a:lvl1pPr algn="ctr">
              <a:defRPr sz="9600" b="1" spc="300">
                <a:solidFill>
                  <a:schemeClr val="accent2"/>
                </a:solidFill>
                <a:effectLst>
                  <a:innerShdw blurRad="76200" dist="76200" dir="13500000">
                    <a:prstClr val="black">
                      <a:alpha val="50000"/>
                    </a:prstClr>
                  </a:innerShdw>
                </a:effectLst>
                <a:ea typeface="微软雅黑" panose="020B0503020204020204" pitchFamily="34" charset="-122"/>
              </a:defRPr>
            </a:lvl1pPr>
          </a:lstStyle>
          <a:p>
            <a:pPr algn="ctr"/>
            <a:r>
              <a:rPr lang="en-US" altLang="zh-CN" sz="12000" dirty="0">
                <a:solidFill>
                  <a:srgbClr val="17406D"/>
                </a:solidFill>
                <a:effectLst/>
                <a:latin typeface="AgencyFB" panose="02000806040000020003" pitchFamily="2" charset="0"/>
              </a:rPr>
              <a:t>04</a:t>
            </a:r>
            <a:endParaRPr lang="zh-CN" altLang="en-US" sz="12000" dirty="0">
              <a:solidFill>
                <a:srgbClr val="17406D"/>
              </a:solidFill>
              <a:effectLst/>
              <a:latin typeface="AgencyFB" panose="02000806040000020003" pitchFamily="2" charset="0"/>
            </a:endParaRPr>
          </a:p>
        </p:txBody>
      </p:sp>
      <p:sp>
        <p:nvSpPr>
          <p:cNvPr id="8" name="文本框 7"/>
          <p:cNvSpPr txBox="1"/>
          <p:nvPr/>
        </p:nvSpPr>
        <p:spPr>
          <a:xfrm>
            <a:off x="2475943" y="3914196"/>
            <a:ext cx="7240115" cy="1200329"/>
          </a:xfrm>
          <a:prstGeom prst="rect">
            <a:avLst/>
          </a:prstGeom>
          <a:noFill/>
        </p:spPr>
        <p:txBody>
          <a:bodyPr wrap="square" rtlCol="0">
            <a:spAutoFit/>
          </a:bodyPr>
          <a:lstStyle/>
          <a:p>
            <a:pPr algn="ctr"/>
            <a:r>
              <a:rPr lang="zh-CN" altLang="en-US" sz="7200" b="1" dirty="0">
                <a:solidFill>
                  <a:srgbClr val="17406D"/>
                </a:solidFill>
                <a:latin typeface="微软雅黑" panose="020B0503020204020204" pitchFamily="34" charset="-122"/>
                <a:ea typeface="微软雅黑" panose="020B0503020204020204" pitchFamily="34" charset="-122"/>
                <a:cs typeface="Aharoni" panose="02010803020104030203" pitchFamily="2" charset="-79"/>
              </a:rPr>
              <a:t>工作不足之处</a:t>
            </a:r>
          </a:p>
        </p:txBody>
      </p:sp>
      <p:sp>
        <p:nvSpPr>
          <p:cNvPr id="9" name="文本框 8"/>
          <p:cNvSpPr txBox="1"/>
          <p:nvPr/>
        </p:nvSpPr>
        <p:spPr>
          <a:xfrm>
            <a:off x="3838808" y="5053565"/>
            <a:ext cx="4514385" cy="461665"/>
          </a:xfrm>
          <a:prstGeom prst="rect">
            <a:avLst/>
          </a:prstGeom>
          <a:noFill/>
        </p:spPr>
        <p:txBody>
          <a:bodyPr wrap="square" rtlCol="0">
            <a:spAutoFit/>
          </a:bodyPr>
          <a:lstStyle>
            <a:defPPr>
              <a:defRPr lang="zh-CN"/>
            </a:defPPr>
            <a:lvl1pPr>
              <a:defRPr sz="12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17406D"/>
                </a:solidFill>
                <a:effectLst/>
                <a:uLnTx/>
                <a:uFillTx/>
                <a:latin typeface="微软雅黑" panose="020B0503020204020204" pitchFamily="34" charset="-122"/>
                <a:ea typeface="微软雅黑" panose="020B0503020204020204" pitchFamily="34" charset="-122"/>
              </a:rPr>
              <a:t>DEFICIENCIES</a:t>
            </a:r>
          </a:p>
        </p:txBody>
      </p:sp>
      <p:sp>
        <p:nvSpPr>
          <p:cNvPr id="10" name="Freeform 5"/>
          <p:cNvSpPr>
            <a:spLocks/>
          </p:cNvSpPr>
          <p:nvPr/>
        </p:nvSpPr>
        <p:spPr bwMode="auto">
          <a:xfrm>
            <a:off x="6289733" y="1127760"/>
            <a:ext cx="789927" cy="784927"/>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11" name="Freeform 6"/>
          <p:cNvSpPr>
            <a:spLocks/>
          </p:cNvSpPr>
          <p:nvPr/>
        </p:nvSpPr>
        <p:spPr bwMode="auto">
          <a:xfrm>
            <a:off x="5112343" y="1127760"/>
            <a:ext cx="1967317" cy="2494768"/>
          </a:xfrm>
          <a:custGeom>
            <a:avLst/>
            <a:gdLst>
              <a:gd name="T0" fmla="*/ 200 w 6832"/>
              <a:gd name="T1" fmla="*/ 0 h 8715"/>
              <a:gd name="T2" fmla="*/ 3879 w 6832"/>
              <a:gd name="T3" fmla="*/ 0 h 8715"/>
              <a:gd name="T4" fmla="*/ 3879 w 6832"/>
              <a:gd name="T5" fmla="*/ 400 h 8715"/>
              <a:gd name="T6" fmla="*/ 400 w 6832"/>
              <a:gd name="T7" fmla="*/ 400 h 8715"/>
              <a:gd name="T8" fmla="*/ 400 w 6832"/>
              <a:gd name="T9" fmla="*/ 8315 h 8715"/>
              <a:gd name="T10" fmla="*/ 6432 w 6832"/>
              <a:gd name="T11" fmla="*/ 8315 h 8715"/>
              <a:gd name="T12" fmla="*/ 6432 w 6832"/>
              <a:gd name="T13" fmla="*/ 2952 h 8715"/>
              <a:gd name="T14" fmla="*/ 6832 w 6832"/>
              <a:gd name="T15" fmla="*/ 2952 h 8715"/>
              <a:gd name="T16" fmla="*/ 6832 w 6832"/>
              <a:gd name="T17" fmla="*/ 8515 h 8715"/>
              <a:gd name="T18" fmla="*/ 6832 w 6832"/>
              <a:gd name="T19" fmla="*/ 8715 h 8715"/>
              <a:gd name="T20" fmla="*/ 6632 w 6832"/>
              <a:gd name="T21" fmla="*/ 8715 h 8715"/>
              <a:gd name="T22" fmla="*/ 200 w 6832"/>
              <a:gd name="T23" fmla="*/ 8715 h 8715"/>
              <a:gd name="T24" fmla="*/ 0 w 6832"/>
              <a:gd name="T25" fmla="*/ 8715 h 8715"/>
              <a:gd name="T26" fmla="*/ 0 w 6832"/>
              <a:gd name="T27" fmla="*/ 8515 h 8715"/>
              <a:gd name="T28" fmla="*/ 0 w 6832"/>
              <a:gd name="T29" fmla="*/ 200 h 8715"/>
              <a:gd name="T30" fmla="*/ 0 w 6832"/>
              <a:gd name="T31" fmla="*/ 0 h 8715"/>
              <a:gd name="T32" fmla="*/ 200 w 6832"/>
              <a:gd name="T33" fmla="*/ 0 h 8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832" h="8715">
                <a:moveTo>
                  <a:pt x="200" y="0"/>
                </a:moveTo>
                <a:lnTo>
                  <a:pt x="3879" y="0"/>
                </a:lnTo>
                <a:lnTo>
                  <a:pt x="3879" y="400"/>
                </a:lnTo>
                <a:lnTo>
                  <a:pt x="400" y="400"/>
                </a:lnTo>
                <a:lnTo>
                  <a:pt x="400" y="8315"/>
                </a:lnTo>
                <a:lnTo>
                  <a:pt x="6432" y="8315"/>
                </a:lnTo>
                <a:lnTo>
                  <a:pt x="6432" y="2952"/>
                </a:lnTo>
                <a:lnTo>
                  <a:pt x="6832" y="2952"/>
                </a:lnTo>
                <a:lnTo>
                  <a:pt x="6832" y="8515"/>
                </a:lnTo>
                <a:lnTo>
                  <a:pt x="6832" y="8715"/>
                </a:lnTo>
                <a:lnTo>
                  <a:pt x="6632" y="8715"/>
                </a:lnTo>
                <a:lnTo>
                  <a:pt x="200" y="8715"/>
                </a:lnTo>
                <a:lnTo>
                  <a:pt x="0" y="8715"/>
                </a:lnTo>
                <a:lnTo>
                  <a:pt x="0" y="8515"/>
                </a:lnTo>
                <a:lnTo>
                  <a:pt x="0" y="200"/>
                </a:lnTo>
                <a:lnTo>
                  <a:pt x="0" y="0"/>
                </a:lnTo>
                <a:lnTo>
                  <a:pt x="200" y="0"/>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cxnSp>
        <p:nvCxnSpPr>
          <p:cNvPr id="18" name="直接连接符 17"/>
          <p:cNvCxnSpPr/>
          <p:nvPr/>
        </p:nvCxnSpPr>
        <p:spPr>
          <a:xfrm flipV="1">
            <a:off x="588582" y="-226165"/>
            <a:ext cx="2743006" cy="2743005"/>
          </a:xfrm>
          <a:prstGeom prst="line">
            <a:avLst/>
          </a:prstGeom>
          <a:noFill/>
          <a:ln w="63500" cap="rnd" cmpd="sng" algn="ctr">
            <a:gradFill>
              <a:gsLst>
                <a:gs pos="0">
                  <a:srgbClr val="17406D">
                    <a:alpha val="0"/>
                  </a:srgbClr>
                </a:gs>
                <a:gs pos="75000">
                  <a:srgbClr val="17406D"/>
                </a:gs>
              </a:gsLst>
              <a:lin ang="5400000" scaled="1"/>
            </a:gradFill>
            <a:prstDash val="solid"/>
            <a:miter lim="800000"/>
          </a:ln>
          <a:effectLst/>
        </p:spPr>
      </p:cxnSp>
      <p:cxnSp>
        <p:nvCxnSpPr>
          <p:cNvPr id="19" name="直接连接符 18"/>
          <p:cNvCxnSpPr/>
          <p:nvPr/>
        </p:nvCxnSpPr>
        <p:spPr>
          <a:xfrm flipV="1">
            <a:off x="-712073" y="543360"/>
            <a:ext cx="2601310" cy="2601310"/>
          </a:xfrm>
          <a:prstGeom prst="line">
            <a:avLst/>
          </a:prstGeom>
          <a:noFill/>
          <a:ln w="50800" cap="rnd" cmpd="sng" algn="ctr">
            <a:gradFill>
              <a:gsLst>
                <a:gs pos="20000">
                  <a:srgbClr val="C00000">
                    <a:alpha val="0"/>
                  </a:srgbClr>
                </a:gs>
                <a:gs pos="100000">
                  <a:srgbClr val="C00000"/>
                </a:gs>
              </a:gsLst>
              <a:lin ang="5400000" scaled="1"/>
            </a:gradFill>
            <a:prstDash val="solid"/>
            <a:miter lim="800000"/>
          </a:ln>
          <a:effectLst/>
        </p:spPr>
      </p:cxnSp>
      <p:cxnSp>
        <p:nvCxnSpPr>
          <p:cNvPr id="20" name="直接连接符 19"/>
          <p:cNvCxnSpPr/>
          <p:nvPr/>
        </p:nvCxnSpPr>
        <p:spPr>
          <a:xfrm flipV="1">
            <a:off x="352289" y="-864305"/>
            <a:ext cx="2601310" cy="2601310"/>
          </a:xfrm>
          <a:prstGeom prst="line">
            <a:avLst/>
          </a:prstGeom>
          <a:noFill/>
          <a:ln w="38100" cap="rnd" cmpd="sng" algn="ctr">
            <a:gradFill>
              <a:gsLst>
                <a:gs pos="0">
                  <a:srgbClr val="17406D">
                    <a:alpha val="0"/>
                  </a:srgbClr>
                </a:gs>
                <a:gs pos="75000">
                  <a:srgbClr val="17406D"/>
                </a:gs>
              </a:gsLst>
              <a:lin ang="5400000" scaled="1"/>
            </a:gradFill>
            <a:prstDash val="solid"/>
            <a:miter lim="800000"/>
          </a:ln>
          <a:effectLst/>
        </p:spPr>
      </p:cxnSp>
      <p:cxnSp>
        <p:nvCxnSpPr>
          <p:cNvPr id="21" name="直接连接符 20"/>
          <p:cNvCxnSpPr/>
          <p:nvPr/>
        </p:nvCxnSpPr>
        <p:spPr>
          <a:xfrm flipV="1">
            <a:off x="9899473" y="4336237"/>
            <a:ext cx="2601310" cy="2601310"/>
          </a:xfrm>
          <a:prstGeom prst="line">
            <a:avLst/>
          </a:prstGeom>
          <a:noFill/>
          <a:ln w="63500" cap="rnd" cmpd="sng" algn="ctr">
            <a:gradFill>
              <a:gsLst>
                <a:gs pos="0">
                  <a:srgbClr val="17406D">
                    <a:alpha val="0"/>
                  </a:srgbClr>
                </a:gs>
                <a:gs pos="50000">
                  <a:srgbClr val="17406D"/>
                </a:gs>
              </a:gsLst>
              <a:lin ang="5400000" scaled="1"/>
            </a:gradFill>
            <a:prstDash val="solid"/>
            <a:miter lim="800000"/>
          </a:ln>
          <a:effectLst/>
        </p:spPr>
      </p:cxnSp>
      <p:cxnSp>
        <p:nvCxnSpPr>
          <p:cNvPr id="22" name="直接连接符 21"/>
          <p:cNvCxnSpPr/>
          <p:nvPr/>
        </p:nvCxnSpPr>
        <p:spPr>
          <a:xfrm flipV="1">
            <a:off x="8583250" y="4587764"/>
            <a:ext cx="2993181" cy="2993181"/>
          </a:xfrm>
          <a:prstGeom prst="line">
            <a:avLst/>
          </a:prstGeom>
          <a:noFill/>
          <a:ln w="50800" cap="rnd" cmpd="sng" algn="ctr">
            <a:gradFill>
              <a:gsLst>
                <a:gs pos="8000">
                  <a:srgbClr val="C00000">
                    <a:alpha val="0"/>
                  </a:srgbClr>
                </a:gs>
                <a:gs pos="100000">
                  <a:srgbClr val="C00000"/>
                </a:gs>
              </a:gsLst>
              <a:lin ang="5400000" scaled="1"/>
            </a:gradFill>
            <a:prstDash val="solid"/>
            <a:miter lim="800000"/>
          </a:ln>
          <a:effectLst/>
        </p:spPr>
      </p:cxnSp>
      <p:cxnSp>
        <p:nvCxnSpPr>
          <p:cNvPr id="23" name="直接连接符 22"/>
          <p:cNvCxnSpPr/>
          <p:nvPr/>
        </p:nvCxnSpPr>
        <p:spPr>
          <a:xfrm flipV="1">
            <a:off x="9899473" y="3524672"/>
            <a:ext cx="2365215" cy="2365215"/>
          </a:xfrm>
          <a:prstGeom prst="line">
            <a:avLst/>
          </a:prstGeom>
          <a:noFill/>
          <a:ln w="38100" cap="rnd" cmpd="sng" algn="ctr">
            <a:gradFill>
              <a:gsLst>
                <a:gs pos="0">
                  <a:srgbClr val="17406D">
                    <a:alpha val="0"/>
                  </a:srgbClr>
                </a:gs>
                <a:gs pos="50000">
                  <a:srgbClr val="17406D"/>
                </a:gs>
              </a:gsLst>
              <a:lin ang="5400000" scaled="1"/>
            </a:gradFill>
            <a:prstDash val="solid"/>
            <a:miter lim="800000"/>
          </a:ln>
          <a:effectLst/>
        </p:spPr>
      </p:cxnSp>
    </p:spTree>
    <p:extLst>
      <p:ext uri="{BB962C8B-B14F-4D97-AF65-F5344CB8AC3E}">
        <p14:creationId xmlns:p14="http://schemas.microsoft.com/office/powerpoint/2010/main" val="3870229869"/>
      </p:ext>
    </p:extLst>
  </p:cSld>
  <p:clrMapOvr>
    <a:masterClrMapping/>
  </p:clrMapOvr>
  <mc:AlternateContent xmlns:mc="http://schemas.openxmlformats.org/markup-compatibility/2006" xmlns:p14="http://schemas.microsoft.com/office/powerpoint/2010/main">
    <mc:Choice Requires="p14">
      <p:transition spd="slow" p14:dur="1400" advTm="0">
        <p14:ripp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upRight)">
                                      <p:cBhvr>
                                        <p:cTn id="7" dur="750"/>
                                        <p:tgtEl>
                                          <p:spTgt spid="11"/>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ppt_w</p:attrName>
                                        </p:attrNameLst>
                                      </p:cBhvr>
                                      <p:tavLst>
                                        <p:tav tm="0">
                                          <p:val>
                                            <p:fltVal val="0"/>
                                          </p:val>
                                        </p:tav>
                                        <p:tav tm="100000">
                                          <p:val>
                                            <p:strVal val="#ppt_w"/>
                                          </p:val>
                                        </p:tav>
                                      </p:tavLst>
                                    </p:anim>
                                    <p:anim calcmode="lin" valueType="num">
                                      <p:cBhvr>
                                        <p:cTn id="11" dur="500" fill="hold"/>
                                        <p:tgtEl>
                                          <p:spTgt spid="10"/>
                                        </p:tgtEl>
                                        <p:attrNameLst>
                                          <p:attrName>ppt_h</p:attrName>
                                        </p:attrNameLst>
                                      </p:cBhvr>
                                      <p:tavLst>
                                        <p:tav tm="0">
                                          <p:val>
                                            <p:fltVal val="0"/>
                                          </p:val>
                                        </p:tav>
                                        <p:tav tm="100000">
                                          <p:val>
                                            <p:strVal val="#ppt_h"/>
                                          </p:val>
                                        </p:tav>
                                      </p:tavLst>
                                    </p:anim>
                                    <p:animEffect transition="in" filter="fade">
                                      <p:cBhvr>
                                        <p:cTn id="12" dur="500"/>
                                        <p:tgtEl>
                                          <p:spTgt spid="10"/>
                                        </p:tgtEl>
                                      </p:cBhvr>
                                    </p:animEffect>
                                  </p:childTnLst>
                                </p:cTn>
                              </p:par>
                              <p:par>
                                <p:cTn id="13" presetID="56" presetClass="path" presetSubtype="0" accel="50000" decel="50000" fill="hold" grpId="1" nodeType="withEffect">
                                  <p:stCondLst>
                                    <p:cond delay="250"/>
                                  </p:stCondLst>
                                  <p:childTnLst>
                                    <p:animMotion origin="layout" path="M -0.0556 0.09907 L 2.70833E-6 2.22222E-6 " pathEditMode="relative" rAng="0" ptsTypes="AA">
                                      <p:cBhvr>
                                        <p:cTn id="14" dur="1000" fill="hold"/>
                                        <p:tgtEl>
                                          <p:spTgt spid="10"/>
                                        </p:tgtEl>
                                        <p:attrNameLst>
                                          <p:attrName>ppt_x</p:attrName>
                                          <p:attrName>ppt_y</p:attrName>
                                        </p:attrNameLst>
                                      </p:cBhvr>
                                      <p:rCtr x="2773" y="-4954"/>
                                    </p:animMotion>
                                  </p:childTnLst>
                                </p:cTn>
                              </p:par>
                              <p:par>
                                <p:cTn id="15" presetID="10" presetClass="entr" presetSubtype="0" fill="hold" grpId="0" nodeType="withEffect">
                                  <p:stCondLst>
                                    <p:cond delay="7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50"/>
                                        <p:tgtEl>
                                          <p:spTgt spid="7"/>
                                        </p:tgtEl>
                                      </p:cBhvr>
                                    </p:animEffect>
                                  </p:childTnLst>
                                </p:cTn>
                              </p:par>
                              <p:par>
                                <p:cTn id="18" presetID="53" presetClass="entr" presetSubtype="16" fill="hold" grpId="0" nodeType="withEffect">
                                  <p:stCondLst>
                                    <p:cond delay="100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63" presetClass="path" presetSubtype="0" accel="50000" decel="50000" fill="hold" grpId="1" nodeType="withEffect">
                                  <p:stCondLst>
                                    <p:cond delay="1000"/>
                                  </p:stCondLst>
                                  <p:childTnLst>
                                    <p:animMotion origin="layout" path="M 0 0 L 0.25 0 E" pathEditMode="relative" ptsTypes="">
                                      <p:cBhvr>
                                        <p:cTn id="24" dur="1000" spd="-100000" fill="hold"/>
                                        <p:tgtEl>
                                          <p:spTgt spid="8"/>
                                        </p:tgtEl>
                                        <p:attrNameLst>
                                          <p:attrName>ppt_x</p:attrName>
                                          <p:attrName>ppt_y</p:attrName>
                                        </p:attrNameLst>
                                      </p:cBhvr>
                                    </p:animMotion>
                                  </p:childTnLst>
                                </p:cTn>
                              </p:par>
                              <p:par>
                                <p:cTn id="25" presetID="53" presetClass="entr" presetSubtype="16" fill="hold" grpId="0" nodeType="withEffect">
                                  <p:stCondLst>
                                    <p:cond delay="1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35" presetClass="path" presetSubtype="0" accel="50000" decel="50000" fill="hold" grpId="1" nodeType="withEffect">
                                  <p:stCondLst>
                                    <p:cond delay="1250"/>
                                  </p:stCondLst>
                                  <p:childTnLst>
                                    <p:animMotion origin="layout" path="M 0 -3.7037E-7 L -0.25 -3.7037E-7 " pathEditMode="relative" rAng="0" ptsTypes="AA">
                                      <p:cBhvr>
                                        <p:cTn id="31" dur="1000" spd="-100000" fill="hold"/>
                                        <p:tgtEl>
                                          <p:spTgt spid="9"/>
                                        </p:tgtEl>
                                        <p:attrNameLst>
                                          <p:attrName>ppt_x</p:attrName>
                                          <p:attrName>ppt_y</p:attrName>
                                        </p:attrNameLst>
                                      </p:cBhvr>
                                      <p:rCtr x="-12500" y="0"/>
                                    </p:animMotion>
                                  </p:childTnLst>
                                </p:cTn>
                              </p:par>
                              <p:par>
                                <p:cTn id="32" presetID="53" presetClass="entr" presetSubtype="16" fill="hold" nodeType="withEffect">
                                  <p:stCondLst>
                                    <p:cond delay="2000"/>
                                  </p:stCondLst>
                                  <p:childTnLst>
                                    <p:set>
                                      <p:cBhvr>
                                        <p:cTn id="33" dur="1" fill="hold">
                                          <p:stCondLst>
                                            <p:cond delay="0"/>
                                          </p:stCondLst>
                                        </p:cTn>
                                        <p:tgtEl>
                                          <p:spTgt spid="21"/>
                                        </p:tgtEl>
                                        <p:attrNameLst>
                                          <p:attrName>style.visibility</p:attrName>
                                        </p:attrNameLst>
                                      </p:cBhvr>
                                      <p:to>
                                        <p:strVal val="visible"/>
                                      </p:to>
                                    </p:set>
                                    <p:anim calcmode="lin" valueType="num">
                                      <p:cBhvr>
                                        <p:cTn id="34" dur="500" fill="hold"/>
                                        <p:tgtEl>
                                          <p:spTgt spid="21"/>
                                        </p:tgtEl>
                                        <p:attrNameLst>
                                          <p:attrName>ppt_w</p:attrName>
                                        </p:attrNameLst>
                                      </p:cBhvr>
                                      <p:tavLst>
                                        <p:tav tm="0">
                                          <p:val>
                                            <p:fltVal val="0"/>
                                          </p:val>
                                        </p:tav>
                                        <p:tav tm="100000">
                                          <p:val>
                                            <p:strVal val="#ppt_w"/>
                                          </p:val>
                                        </p:tav>
                                      </p:tavLst>
                                    </p:anim>
                                    <p:anim calcmode="lin" valueType="num">
                                      <p:cBhvr>
                                        <p:cTn id="35" dur="500" fill="hold"/>
                                        <p:tgtEl>
                                          <p:spTgt spid="21"/>
                                        </p:tgtEl>
                                        <p:attrNameLst>
                                          <p:attrName>ppt_h</p:attrName>
                                        </p:attrNameLst>
                                      </p:cBhvr>
                                      <p:tavLst>
                                        <p:tav tm="0">
                                          <p:val>
                                            <p:fltVal val="0"/>
                                          </p:val>
                                        </p:tav>
                                        <p:tav tm="100000">
                                          <p:val>
                                            <p:strVal val="#ppt_h"/>
                                          </p:val>
                                        </p:tav>
                                      </p:tavLst>
                                    </p:anim>
                                    <p:animEffect transition="in" filter="fade">
                                      <p:cBhvr>
                                        <p:cTn id="36" dur="500"/>
                                        <p:tgtEl>
                                          <p:spTgt spid="21"/>
                                        </p:tgtEl>
                                      </p:cBhvr>
                                    </p:animEffect>
                                  </p:childTnLst>
                                </p:cTn>
                              </p:par>
                              <p:par>
                                <p:cTn id="37" presetID="56" presetClass="path" presetSubtype="0" accel="50000" decel="50000" fill="hold" nodeType="withEffect">
                                  <p:stCondLst>
                                    <p:cond delay="2000"/>
                                  </p:stCondLst>
                                  <p:childTnLst>
                                    <p:animMotion origin="layout" path="M -0.09792 0.1743 L 2.08333E-7 7.40741E-7 " pathEditMode="relative" rAng="0" ptsTypes="AA">
                                      <p:cBhvr>
                                        <p:cTn id="38" dur="1000" fill="hold"/>
                                        <p:tgtEl>
                                          <p:spTgt spid="21"/>
                                        </p:tgtEl>
                                        <p:attrNameLst>
                                          <p:attrName>ppt_x</p:attrName>
                                          <p:attrName>ppt_y</p:attrName>
                                        </p:attrNameLst>
                                      </p:cBhvr>
                                      <p:rCtr x="4896" y="-8727"/>
                                    </p:animMotion>
                                  </p:childTnLst>
                                </p:cTn>
                              </p:par>
                              <p:par>
                                <p:cTn id="39" presetID="53" presetClass="entr" presetSubtype="16" fill="hold" nodeType="withEffect">
                                  <p:stCondLst>
                                    <p:cond delay="2250"/>
                                  </p:stCondLst>
                                  <p:childTnLst>
                                    <p:set>
                                      <p:cBhvr>
                                        <p:cTn id="40" dur="1" fill="hold">
                                          <p:stCondLst>
                                            <p:cond delay="0"/>
                                          </p:stCondLst>
                                        </p:cTn>
                                        <p:tgtEl>
                                          <p:spTgt spid="22"/>
                                        </p:tgtEl>
                                        <p:attrNameLst>
                                          <p:attrName>style.visibility</p:attrName>
                                        </p:attrNameLst>
                                      </p:cBhvr>
                                      <p:to>
                                        <p:strVal val="visible"/>
                                      </p:to>
                                    </p:set>
                                    <p:anim calcmode="lin" valueType="num">
                                      <p:cBhvr>
                                        <p:cTn id="41" dur="500" fill="hold"/>
                                        <p:tgtEl>
                                          <p:spTgt spid="22"/>
                                        </p:tgtEl>
                                        <p:attrNameLst>
                                          <p:attrName>ppt_w</p:attrName>
                                        </p:attrNameLst>
                                      </p:cBhvr>
                                      <p:tavLst>
                                        <p:tav tm="0">
                                          <p:val>
                                            <p:fltVal val="0"/>
                                          </p:val>
                                        </p:tav>
                                        <p:tav tm="100000">
                                          <p:val>
                                            <p:strVal val="#ppt_w"/>
                                          </p:val>
                                        </p:tav>
                                      </p:tavLst>
                                    </p:anim>
                                    <p:anim calcmode="lin" valueType="num">
                                      <p:cBhvr>
                                        <p:cTn id="42" dur="500" fill="hold"/>
                                        <p:tgtEl>
                                          <p:spTgt spid="22"/>
                                        </p:tgtEl>
                                        <p:attrNameLst>
                                          <p:attrName>ppt_h</p:attrName>
                                        </p:attrNameLst>
                                      </p:cBhvr>
                                      <p:tavLst>
                                        <p:tav tm="0">
                                          <p:val>
                                            <p:fltVal val="0"/>
                                          </p:val>
                                        </p:tav>
                                        <p:tav tm="100000">
                                          <p:val>
                                            <p:strVal val="#ppt_h"/>
                                          </p:val>
                                        </p:tav>
                                      </p:tavLst>
                                    </p:anim>
                                    <p:animEffect transition="in" filter="fade">
                                      <p:cBhvr>
                                        <p:cTn id="43" dur="500"/>
                                        <p:tgtEl>
                                          <p:spTgt spid="22"/>
                                        </p:tgtEl>
                                      </p:cBhvr>
                                    </p:animEffect>
                                  </p:childTnLst>
                                </p:cTn>
                              </p:par>
                              <p:par>
                                <p:cTn id="44" presetID="56" presetClass="path" presetSubtype="0" accel="50000" decel="50000" fill="hold" nodeType="withEffect">
                                  <p:stCondLst>
                                    <p:cond delay="2250"/>
                                  </p:stCondLst>
                                  <p:childTnLst>
                                    <p:animMotion origin="layout" path="M -0.09791 0.1743 L -2.70833E-6 2.96296E-6 " pathEditMode="relative" rAng="0" ptsTypes="AA">
                                      <p:cBhvr>
                                        <p:cTn id="45" dur="1000" fill="hold"/>
                                        <p:tgtEl>
                                          <p:spTgt spid="22"/>
                                        </p:tgtEl>
                                        <p:attrNameLst>
                                          <p:attrName>ppt_x</p:attrName>
                                          <p:attrName>ppt_y</p:attrName>
                                        </p:attrNameLst>
                                      </p:cBhvr>
                                      <p:rCtr x="4896" y="-8727"/>
                                    </p:animMotion>
                                  </p:childTnLst>
                                </p:cTn>
                              </p:par>
                              <p:par>
                                <p:cTn id="46" presetID="53" presetClass="entr" presetSubtype="16" fill="hold" nodeType="withEffect">
                                  <p:stCondLst>
                                    <p:cond delay="2500"/>
                                  </p:stCondLst>
                                  <p:childTnLst>
                                    <p:set>
                                      <p:cBhvr>
                                        <p:cTn id="47" dur="1" fill="hold">
                                          <p:stCondLst>
                                            <p:cond delay="0"/>
                                          </p:stCondLst>
                                        </p:cTn>
                                        <p:tgtEl>
                                          <p:spTgt spid="23"/>
                                        </p:tgtEl>
                                        <p:attrNameLst>
                                          <p:attrName>style.visibility</p:attrName>
                                        </p:attrNameLst>
                                      </p:cBhvr>
                                      <p:to>
                                        <p:strVal val="visible"/>
                                      </p:to>
                                    </p:set>
                                    <p:anim calcmode="lin" valueType="num">
                                      <p:cBhvr>
                                        <p:cTn id="48" dur="500" fill="hold"/>
                                        <p:tgtEl>
                                          <p:spTgt spid="23"/>
                                        </p:tgtEl>
                                        <p:attrNameLst>
                                          <p:attrName>ppt_w</p:attrName>
                                        </p:attrNameLst>
                                      </p:cBhvr>
                                      <p:tavLst>
                                        <p:tav tm="0">
                                          <p:val>
                                            <p:fltVal val="0"/>
                                          </p:val>
                                        </p:tav>
                                        <p:tav tm="100000">
                                          <p:val>
                                            <p:strVal val="#ppt_w"/>
                                          </p:val>
                                        </p:tav>
                                      </p:tavLst>
                                    </p:anim>
                                    <p:anim calcmode="lin" valueType="num">
                                      <p:cBhvr>
                                        <p:cTn id="49" dur="500" fill="hold"/>
                                        <p:tgtEl>
                                          <p:spTgt spid="23"/>
                                        </p:tgtEl>
                                        <p:attrNameLst>
                                          <p:attrName>ppt_h</p:attrName>
                                        </p:attrNameLst>
                                      </p:cBhvr>
                                      <p:tavLst>
                                        <p:tav tm="0">
                                          <p:val>
                                            <p:fltVal val="0"/>
                                          </p:val>
                                        </p:tav>
                                        <p:tav tm="100000">
                                          <p:val>
                                            <p:strVal val="#ppt_h"/>
                                          </p:val>
                                        </p:tav>
                                      </p:tavLst>
                                    </p:anim>
                                    <p:animEffect transition="in" filter="fade">
                                      <p:cBhvr>
                                        <p:cTn id="50" dur="500"/>
                                        <p:tgtEl>
                                          <p:spTgt spid="23"/>
                                        </p:tgtEl>
                                      </p:cBhvr>
                                    </p:animEffect>
                                  </p:childTnLst>
                                </p:cTn>
                              </p:par>
                              <p:par>
                                <p:cTn id="51" presetID="56" presetClass="path" presetSubtype="0" accel="50000" decel="50000" fill="hold" nodeType="withEffect">
                                  <p:stCondLst>
                                    <p:cond delay="2500"/>
                                  </p:stCondLst>
                                  <p:childTnLst>
                                    <p:animMotion origin="layout" path="M -0.09791 0.17431 L -4.375E-6 -2.59259E-6 " pathEditMode="relative" rAng="0" ptsTypes="AA">
                                      <p:cBhvr>
                                        <p:cTn id="52" dur="1000" fill="hold"/>
                                        <p:tgtEl>
                                          <p:spTgt spid="23"/>
                                        </p:tgtEl>
                                        <p:attrNameLst>
                                          <p:attrName>ppt_x</p:attrName>
                                          <p:attrName>ppt_y</p:attrName>
                                        </p:attrNameLst>
                                      </p:cBhvr>
                                      <p:rCtr x="4896" y="-8727"/>
                                    </p:animMotion>
                                  </p:childTnLst>
                                </p:cTn>
                              </p:par>
                              <p:par>
                                <p:cTn id="53" presetID="53" presetClass="entr" presetSubtype="16" fill="hold" nodeType="withEffect">
                                  <p:stCondLst>
                                    <p:cond delay="2500"/>
                                  </p:st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par>
                                <p:cTn id="58" presetID="56" presetClass="path" presetSubtype="0" accel="50000" decel="50000" fill="hold" nodeType="withEffect">
                                  <p:stCondLst>
                                    <p:cond delay="2500"/>
                                  </p:stCondLst>
                                  <p:childTnLst>
                                    <p:animMotion origin="layout" path="M -0.09792 0.1743 L 2.70833E-6 1.85185E-6 " pathEditMode="relative" rAng="0" ptsTypes="AA">
                                      <p:cBhvr>
                                        <p:cTn id="59" dur="1000" fill="hold"/>
                                        <p:tgtEl>
                                          <p:spTgt spid="18"/>
                                        </p:tgtEl>
                                        <p:attrNameLst>
                                          <p:attrName>ppt_x</p:attrName>
                                          <p:attrName>ppt_y</p:attrName>
                                        </p:attrNameLst>
                                      </p:cBhvr>
                                      <p:rCtr x="4896" y="-8727"/>
                                    </p:animMotion>
                                  </p:childTnLst>
                                </p:cTn>
                              </p:par>
                              <p:par>
                                <p:cTn id="60" presetID="53" presetClass="entr" presetSubtype="16" fill="hold" nodeType="withEffect">
                                  <p:stCondLst>
                                    <p:cond delay="2750"/>
                                  </p:stCondLst>
                                  <p:childTnLst>
                                    <p:set>
                                      <p:cBhvr>
                                        <p:cTn id="61" dur="1" fill="hold">
                                          <p:stCondLst>
                                            <p:cond delay="0"/>
                                          </p:stCondLst>
                                        </p:cTn>
                                        <p:tgtEl>
                                          <p:spTgt spid="19"/>
                                        </p:tgtEl>
                                        <p:attrNameLst>
                                          <p:attrName>style.visibility</p:attrName>
                                        </p:attrNameLst>
                                      </p:cBhvr>
                                      <p:to>
                                        <p:strVal val="visible"/>
                                      </p:to>
                                    </p:set>
                                    <p:anim calcmode="lin" valueType="num">
                                      <p:cBhvr>
                                        <p:cTn id="62" dur="500" fill="hold"/>
                                        <p:tgtEl>
                                          <p:spTgt spid="19"/>
                                        </p:tgtEl>
                                        <p:attrNameLst>
                                          <p:attrName>ppt_w</p:attrName>
                                        </p:attrNameLst>
                                      </p:cBhvr>
                                      <p:tavLst>
                                        <p:tav tm="0">
                                          <p:val>
                                            <p:fltVal val="0"/>
                                          </p:val>
                                        </p:tav>
                                        <p:tav tm="100000">
                                          <p:val>
                                            <p:strVal val="#ppt_w"/>
                                          </p:val>
                                        </p:tav>
                                      </p:tavLst>
                                    </p:anim>
                                    <p:anim calcmode="lin" valueType="num">
                                      <p:cBhvr>
                                        <p:cTn id="63" dur="500" fill="hold"/>
                                        <p:tgtEl>
                                          <p:spTgt spid="19"/>
                                        </p:tgtEl>
                                        <p:attrNameLst>
                                          <p:attrName>ppt_h</p:attrName>
                                        </p:attrNameLst>
                                      </p:cBhvr>
                                      <p:tavLst>
                                        <p:tav tm="0">
                                          <p:val>
                                            <p:fltVal val="0"/>
                                          </p:val>
                                        </p:tav>
                                        <p:tav tm="100000">
                                          <p:val>
                                            <p:strVal val="#ppt_h"/>
                                          </p:val>
                                        </p:tav>
                                      </p:tavLst>
                                    </p:anim>
                                    <p:animEffect transition="in" filter="fade">
                                      <p:cBhvr>
                                        <p:cTn id="64" dur="500"/>
                                        <p:tgtEl>
                                          <p:spTgt spid="19"/>
                                        </p:tgtEl>
                                      </p:cBhvr>
                                    </p:animEffect>
                                  </p:childTnLst>
                                </p:cTn>
                              </p:par>
                              <p:par>
                                <p:cTn id="65" presetID="56" presetClass="path" presetSubtype="0" accel="50000" decel="50000" fill="hold" nodeType="withEffect">
                                  <p:stCondLst>
                                    <p:cond delay="2750"/>
                                  </p:stCondLst>
                                  <p:childTnLst>
                                    <p:animMotion origin="layout" path="M -0.09792 0.17431 L 2.08333E-7 -2.22222E-6 " pathEditMode="relative" rAng="0" ptsTypes="AA">
                                      <p:cBhvr>
                                        <p:cTn id="66" dur="1000" fill="hold"/>
                                        <p:tgtEl>
                                          <p:spTgt spid="19"/>
                                        </p:tgtEl>
                                        <p:attrNameLst>
                                          <p:attrName>ppt_x</p:attrName>
                                          <p:attrName>ppt_y</p:attrName>
                                        </p:attrNameLst>
                                      </p:cBhvr>
                                      <p:rCtr x="4896" y="-8727"/>
                                    </p:animMotion>
                                  </p:childTnLst>
                                </p:cTn>
                              </p:par>
                              <p:par>
                                <p:cTn id="67" presetID="53" presetClass="entr" presetSubtype="16" fill="hold" nodeType="withEffect">
                                  <p:stCondLst>
                                    <p:cond delay="3000"/>
                                  </p:stCondLst>
                                  <p:childTnLst>
                                    <p:set>
                                      <p:cBhvr>
                                        <p:cTn id="68" dur="1" fill="hold">
                                          <p:stCondLst>
                                            <p:cond delay="0"/>
                                          </p:stCondLst>
                                        </p:cTn>
                                        <p:tgtEl>
                                          <p:spTgt spid="20"/>
                                        </p:tgtEl>
                                        <p:attrNameLst>
                                          <p:attrName>style.visibility</p:attrName>
                                        </p:attrNameLst>
                                      </p:cBhvr>
                                      <p:to>
                                        <p:strVal val="visible"/>
                                      </p:to>
                                    </p:set>
                                    <p:anim calcmode="lin" valueType="num">
                                      <p:cBhvr>
                                        <p:cTn id="69" dur="500" fill="hold"/>
                                        <p:tgtEl>
                                          <p:spTgt spid="20"/>
                                        </p:tgtEl>
                                        <p:attrNameLst>
                                          <p:attrName>ppt_w</p:attrName>
                                        </p:attrNameLst>
                                      </p:cBhvr>
                                      <p:tavLst>
                                        <p:tav tm="0">
                                          <p:val>
                                            <p:fltVal val="0"/>
                                          </p:val>
                                        </p:tav>
                                        <p:tav tm="100000">
                                          <p:val>
                                            <p:strVal val="#ppt_w"/>
                                          </p:val>
                                        </p:tav>
                                      </p:tavLst>
                                    </p:anim>
                                    <p:anim calcmode="lin" valueType="num">
                                      <p:cBhvr>
                                        <p:cTn id="70" dur="500" fill="hold"/>
                                        <p:tgtEl>
                                          <p:spTgt spid="20"/>
                                        </p:tgtEl>
                                        <p:attrNameLst>
                                          <p:attrName>ppt_h</p:attrName>
                                        </p:attrNameLst>
                                      </p:cBhvr>
                                      <p:tavLst>
                                        <p:tav tm="0">
                                          <p:val>
                                            <p:fltVal val="0"/>
                                          </p:val>
                                        </p:tav>
                                        <p:tav tm="100000">
                                          <p:val>
                                            <p:strVal val="#ppt_h"/>
                                          </p:val>
                                        </p:tav>
                                      </p:tavLst>
                                    </p:anim>
                                    <p:animEffect transition="in" filter="fade">
                                      <p:cBhvr>
                                        <p:cTn id="71" dur="500"/>
                                        <p:tgtEl>
                                          <p:spTgt spid="20"/>
                                        </p:tgtEl>
                                      </p:cBhvr>
                                    </p:animEffect>
                                  </p:childTnLst>
                                </p:cTn>
                              </p:par>
                              <p:par>
                                <p:cTn id="72" presetID="56" presetClass="path" presetSubtype="0" accel="50000" decel="50000" fill="hold" nodeType="withEffect">
                                  <p:stCondLst>
                                    <p:cond delay="3000"/>
                                  </p:stCondLst>
                                  <p:childTnLst>
                                    <p:animMotion origin="layout" path="M -0.09792 0.17431 L 2.08333E-7 -2.22222E-6 " pathEditMode="relative" rAng="0" ptsTypes="AA">
                                      <p:cBhvr>
                                        <p:cTn id="73" dur="1000" fill="hold"/>
                                        <p:tgtEl>
                                          <p:spTgt spid="20"/>
                                        </p:tgtEl>
                                        <p:attrNameLst>
                                          <p:attrName>ppt_x</p:attrName>
                                          <p:attrName>ppt_y</p:attrName>
                                        </p:attrNameLst>
                                      </p:cBhvr>
                                      <p:rCtr x="4896" y="-87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9" grpId="1"/>
      <p:bldP spid="10" grpId="0" animBg="1"/>
      <p:bldP spid="10" grpId="1"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450633" y="228814"/>
            <a:ext cx="720000" cy="720000"/>
            <a:chOff x="450633" y="228814"/>
            <a:chExt cx="720000" cy="720000"/>
          </a:xfrm>
        </p:grpSpPr>
        <p:sp>
          <p:nvSpPr>
            <p:cNvPr id="33" name="椭圆 32"/>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4"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5" name="文本框 34"/>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管理上的不足</a:t>
            </a:r>
          </a:p>
        </p:txBody>
      </p:sp>
      <p:cxnSp>
        <p:nvCxnSpPr>
          <p:cNvPr id="36" name="直接连接符 35"/>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37" name="Oval 29"/>
          <p:cNvSpPr>
            <a:spLocks noChangeAspect="1" noChangeArrowheads="1"/>
          </p:cNvSpPr>
          <p:nvPr/>
        </p:nvSpPr>
        <p:spPr bwMode="auto">
          <a:xfrm>
            <a:off x="1037423" y="2320409"/>
            <a:ext cx="2884488" cy="2882900"/>
          </a:xfrm>
          <a:prstGeom prst="ellipse">
            <a:avLst/>
          </a:prstGeom>
          <a:gradFill flip="none" rotWithShape="1">
            <a:gsLst>
              <a:gs pos="0">
                <a:srgbClr val="17406D"/>
              </a:gs>
              <a:gs pos="100000">
                <a:srgbClr val="17406D">
                  <a:lumMod val="50000"/>
                </a:srgbClr>
              </a:gs>
            </a:gsLst>
            <a:lin ang="13500000" scaled="1"/>
            <a:tileRect/>
          </a:gradFill>
          <a:ln w="381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8" name="Freeform 37"/>
          <p:cNvSpPr>
            <a:spLocks noChangeAspect="1"/>
          </p:cNvSpPr>
          <p:nvPr/>
        </p:nvSpPr>
        <p:spPr bwMode="auto">
          <a:xfrm>
            <a:off x="2478873" y="1686996"/>
            <a:ext cx="2076450" cy="4148137"/>
          </a:xfrm>
          <a:custGeom>
            <a:avLst/>
            <a:gdLst>
              <a:gd name="T0" fmla="*/ 0 w 5702"/>
              <a:gd name="T1" fmla="*/ 0 h 11403"/>
              <a:gd name="T2" fmla="*/ 5702 w 5702"/>
              <a:gd name="T3" fmla="*/ 5701 h 11403"/>
              <a:gd name="T4" fmla="*/ 0 w 5702"/>
              <a:gd name="T5" fmla="*/ 11403 h 11403"/>
            </a:gdLst>
            <a:ahLst/>
            <a:cxnLst>
              <a:cxn ang="0">
                <a:pos x="T0" y="T1"/>
              </a:cxn>
              <a:cxn ang="0">
                <a:pos x="T2" y="T3"/>
              </a:cxn>
              <a:cxn ang="0">
                <a:pos x="T4" y="T5"/>
              </a:cxn>
            </a:cxnLst>
            <a:rect l="0" t="0" r="r" b="b"/>
            <a:pathLst>
              <a:path w="5702" h="11403">
                <a:moveTo>
                  <a:pt x="0" y="0"/>
                </a:moveTo>
                <a:cubicBezTo>
                  <a:pt x="3149" y="0"/>
                  <a:pt x="5702" y="2553"/>
                  <a:pt x="5702" y="5701"/>
                </a:cubicBezTo>
                <a:cubicBezTo>
                  <a:pt x="5702" y="8850"/>
                  <a:pt x="3149" y="11403"/>
                  <a:pt x="0" y="11403"/>
                </a:cubicBezTo>
              </a:path>
            </a:pathLst>
          </a:custGeom>
          <a:noFill/>
          <a:ln w="19050" cap="rnd">
            <a:solidFill>
              <a:srgbClr val="FFFFFF">
                <a:lumMod val="50000"/>
              </a:srgbClr>
            </a:solidFill>
            <a:prstDash val="sys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9" name="Freeform 30"/>
          <p:cNvSpPr>
            <a:spLocks noChangeAspect="1" noEditPoints="1"/>
          </p:cNvSpPr>
          <p:nvPr/>
        </p:nvSpPr>
        <p:spPr bwMode="auto">
          <a:xfrm>
            <a:off x="1748623" y="2699821"/>
            <a:ext cx="1457325" cy="2124075"/>
          </a:xfrm>
          <a:custGeom>
            <a:avLst/>
            <a:gdLst>
              <a:gd name="T0" fmla="*/ 3855 w 4004"/>
              <a:gd name="T1" fmla="*/ 2413 h 5841"/>
              <a:gd name="T2" fmla="*/ 3514 w 4004"/>
              <a:gd name="T3" fmla="*/ 2921 h 5841"/>
              <a:gd name="T4" fmla="*/ 2705 w 4004"/>
              <a:gd name="T5" fmla="*/ 3553 h 5841"/>
              <a:gd name="T6" fmla="*/ 2484 w 4004"/>
              <a:gd name="T7" fmla="*/ 3799 h 5841"/>
              <a:gd name="T8" fmla="*/ 2442 w 4004"/>
              <a:gd name="T9" fmla="*/ 4046 h 5841"/>
              <a:gd name="T10" fmla="*/ 2148 w 4004"/>
              <a:gd name="T11" fmla="*/ 4318 h 5841"/>
              <a:gd name="T12" fmla="*/ 1879 w 4004"/>
              <a:gd name="T13" fmla="*/ 4318 h 5841"/>
              <a:gd name="T14" fmla="*/ 1584 w 4004"/>
              <a:gd name="T15" fmla="*/ 4023 h 5841"/>
              <a:gd name="T16" fmla="*/ 1584 w 4004"/>
              <a:gd name="T17" fmla="*/ 3732 h 5841"/>
              <a:gd name="T18" fmla="*/ 1704 w 4004"/>
              <a:gd name="T19" fmla="*/ 3267 h 5841"/>
              <a:gd name="T20" fmla="*/ 2228 w 4004"/>
              <a:gd name="T21" fmla="*/ 2784 h 5841"/>
              <a:gd name="T22" fmla="*/ 2845 w 4004"/>
              <a:gd name="T23" fmla="*/ 1781 h 5841"/>
              <a:gd name="T24" fmla="*/ 2603 w 4004"/>
              <a:gd name="T25" fmla="*/ 1146 h 5841"/>
              <a:gd name="T26" fmla="*/ 1976 w 4004"/>
              <a:gd name="T27" fmla="*/ 912 h 5841"/>
              <a:gd name="T28" fmla="*/ 969 w 4004"/>
              <a:gd name="T29" fmla="*/ 1874 h 5841"/>
              <a:gd name="T30" fmla="*/ 630 w 4004"/>
              <a:gd name="T31" fmla="*/ 2098 h 5841"/>
              <a:gd name="T32" fmla="*/ 253 w 4004"/>
              <a:gd name="T33" fmla="*/ 2031 h 5841"/>
              <a:gd name="T34" fmla="*/ 62 w 4004"/>
              <a:gd name="T35" fmla="*/ 1907 h 5841"/>
              <a:gd name="T36" fmla="*/ 16 w 4004"/>
              <a:gd name="T37" fmla="*/ 1683 h 5841"/>
              <a:gd name="T38" fmla="*/ 657 w 4004"/>
              <a:gd name="T39" fmla="*/ 528 h 5841"/>
              <a:gd name="T40" fmla="*/ 2089 w 4004"/>
              <a:gd name="T41" fmla="*/ 0 h 5841"/>
              <a:gd name="T42" fmla="*/ 3461 w 4004"/>
              <a:gd name="T43" fmla="*/ 493 h 5841"/>
              <a:gd name="T44" fmla="*/ 4004 w 4004"/>
              <a:gd name="T45" fmla="*/ 1720 h 5841"/>
              <a:gd name="T46" fmla="*/ 3855 w 4004"/>
              <a:gd name="T47" fmla="*/ 2413 h 5841"/>
              <a:gd name="T48" fmla="*/ 2007 w 4004"/>
              <a:gd name="T49" fmla="*/ 5841 h 5841"/>
              <a:gd name="T50" fmla="*/ 1514 w 4004"/>
              <a:gd name="T51" fmla="*/ 5348 h 5841"/>
              <a:gd name="T52" fmla="*/ 2007 w 4004"/>
              <a:gd name="T53" fmla="*/ 4854 h 5841"/>
              <a:gd name="T54" fmla="*/ 2501 w 4004"/>
              <a:gd name="T55" fmla="*/ 5348 h 5841"/>
              <a:gd name="T56" fmla="*/ 2007 w 4004"/>
              <a:gd name="T57" fmla="*/ 5841 h 5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04" h="5841">
                <a:moveTo>
                  <a:pt x="3855" y="2413"/>
                </a:moveTo>
                <a:cubicBezTo>
                  <a:pt x="3755" y="2632"/>
                  <a:pt x="3641" y="2801"/>
                  <a:pt x="3514" y="2921"/>
                </a:cubicBezTo>
                <a:cubicBezTo>
                  <a:pt x="3386" y="3041"/>
                  <a:pt x="3117" y="3252"/>
                  <a:pt x="2705" y="3553"/>
                </a:cubicBezTo>
                <a:cubicBezTo>
                  <a:pt x="2590" y="3637"/>
                  <a:pt x="2516" y="3719"/>
                  <a:pt x="2484" y="3799"/>
                </a:cubicBezTo>
                <a:cubicBezTo>
                  <a:pt x="2465" y="3847"/>
                  <a:pt x="2451" y="3929"/>
                  <a:pt x="2442" y="4046"/>
                </a:cubicBezTo>
                <a:cubicBezTo>
                  <a:pt x="2431" y="4199"/>
                  <a:pt x="2303" y="4318"/>
                  <a:pt x="2148" y="4318"/>
                </a:cubicBezTo>
                <a:lnTo>
                  <a:pt x="1879" y="4318"/>
                </a:lnTo>
                <a:cubicBezTo>
                  <a:pt x="1717" y="4318"/>
                  <a:pt x="1584" y="4186"/>
                  <a:pt x="1584" y="4023"/>
                </a:cubicBezTo>
                <a:lnTo>
                  <a:pt x="1584" y="3732"/>
                </a:lnTo>
                <a:cubicBezTo>
                  <a:pt x="1584" y="3535"/>
                  <a:pt x="1625" y="3380"/>
                  <a:pt x="1704" y="3267"/>
                </a:cubicBezTo>
                <a:cubicBezTo>
                  <a:pt x="1784" y="3154"/>
                  <a:pt x="1958" y="2993"/>
                  <a:pt x="2228" y="2784"/>
                </a:cubicBezTo>
                <a:cubicBezTo>
                  <a:pt x="2639" y="2469"/>
                  <a:pt x="2845" y="2134"/>
                  <a:pt x="2845" y="1781"/>
                </a:cubicBezTo>
                <a:cubicBezTo>
                  <a:pt x="2845" y="1514"/>
                  <a:pt x="2764" y="1303"/>
                  <a:pt x="2603" y="1146"/>
                </a:cubicBezTo>
                <a:cubicBezTo>
                  <a:pt x="2443" y="990"/>
                  <a:pt x="2233" y="912"/>
                  <a:pt x="1976" y="912"/>
                </a:cubicBezTo>
                <a:cubicBezTo>
                  <a:pt x="1450" y="912"/>
                  <a:pt x="1114" y="1232"/>
                  <a:pt x="969" y="1874"/>
                </a:cubicBezTo>
                <a:cubicBezTo>
                  <a:pt x="934" y="2027"/>
                  <a:pt x="785" y="2126"/>
                  <a:pt x="630" y="2098"/>
                </a:cubicBezTo>
                <a:lnTo>
                  <a:pt x="253" y="2031"/>
                </a:lnTo>
                <a:cubicBezTo>
                  <a:pt x="175" y="2018"/>
                  <a:pt x="106" y="1972"/>
                  <a:pt x="62" y="1907"/>
                </a:cubicBezTo>
                <a:cubicBezTo>
                  <a:pt x="17" y="1841"/>
                  <a:pt x="0" y="1761"/>
                  <a:pt x="16" y="1683"/>
                </a:cubicBezTo>
                <a:cubicBezTo>
                  <a:pt x="112" y="1206"/>
                  <a:pt x="325" y="821"/>
                  <a:pt x="657" y="528"/>
                </a:cubicBezTo>
                <a:cubicBezTo>
                  <a:pt x="1055" y="176"/>
                  <a:pt x="1533" y="0"/>
                  <a:pt x="2089" y="0"/>
                </a:cubicBezTo>
                <a:cubicBezTo>
                  <a:pt x="2642" y="0"/>
                  <a:pt x="3099" y="164"/>
                  <a:pt x="3461" y="493"/>
                </a:cubicBezTo>
                <a:cubicBezTo>
                  <a:pt x="3823" y="821"/>
                  <a:pt x="4004" y="1231"/>
                  <a:pt x="4004" y="1720"/>
                </a:cubicBezTo>
                <a:cubicBezTo>
                  <a:pt x="4004" y="1963"/>
                  <a:pt x="3954" y="2194"/>
                  <a:pt x="3855" y="2413"/>
                </a:cubicBezTo>
                <a:close/>
                <a:moveTo>
                  <a:pt x="2007" y="5841"/>
                </a:moveTo>
                <a:cubicBezTo>
                  <a:pt x="1735" y="5841"/>
                  <a:pt x="1514" y="5620"/>
                  <a:pt x="1514" y="5348"/>
                </a:cubicBezTo>
                <a:cubicBezTo>
                  <a:pt x="1514" y="5075"/>
                  <a:pt x="1735" y="4854"/>
                  <a:pt x="2007" y="4854"/>
                </a:cubicBezTo>
                <a:cubicBezTo>
                  <a:pt x="2280" y="4854"/>
                  <a:pt x="2501" y="5075"/>
                  <a:pt x="2501" y="5348"/>
                </a:cubicBezTo>
                <a:cubicBezTo>
                  <a:pt x="2501" y="5620"/>
                  <a:pt x="2280" y="5841"/>
                  <a:pt x="2007" y="5841"/>
                </a:cubicBezTo>
                <a:close/>
              </a:path>
            </a:pathLst>
          </a:custGeom>
          <a:solidFill>
            <a:srgbClr val="FFFFFF"/>
          </a:solidFill>
          <a:ln w="31750" cap="flat" cmpd="sng" algn="ctr">
            <a:gradFill flip="none" rotWithShape="1">
              <a:gsLst>
                <a:gs pos="0">
                  <a:srgbClr val="17406D">
                    <a:lumMod val="50000"/>
                  </a:srgbClr>
                </a:gs>
                <a:gs pos="100000">
                  <a:srgbClr val="17406D"/>
                </a:gs>
              </a:gsLst>
              <a:lin ang="2700000" scaled="1"/>
              <a:tileRect/>
            </a:gradFill>
            <a:prstDash val="solid"/>
            <a:miter lim="800000"/>
          </a:ln>
          <a:effectLst>
            <a:innerShdw blurRad="152400" dist="76200" dir="135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0" name="Oval 31"/>
          <p:cNvSpPr>
            <a:spLocks noChangeAspect="1" noChangeArrowheads="1"/>
          </p:cNvSpPr>
          <p:nvPr/>
        </p:nvSpPr>
        <p:spPr bwMode="auto">
          <a:xfrm>
            <a:off x="2388386" y="1596509"/>
            <a:ext cx="182563" cy="182562"/>
          </a:xfrm>
          <a:prstGeom prst="ellipse">
            <a:avLst/>
          </a:pr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1" name="Freeform 32"/>
          <p:cNvSpPr>
            <a:spLocks noChangeAspect="1"/>
          </p:cNvSpPr>
          <p:nvPr/>
        </p:nvSpPr>
        <p:spPr bwMode="auto">
          <a:xfrm>
            <a:off x="2388386" y="5744646"/>
            <a:ext cx="182563" cy="182562"/>
          </a:xfrm>
          <a:custGeom>
            <a:avLst/>
            <a:gdLst>
              <a:gd name="T0" fmla="*/ 250 w 500"/>
              <a:gd name="T1" fmla="*/ 501 h 501"/>
              <a:gd name="T2" fmla="*/ 0 w 500"/>
              <a:gd name="T3" fmla="*/ 250 h 501"/>
              <a:gd name="T4" fmla="*/ 250 w 500"/>
              <a:gd name="T5" fmla="*/ 0 h 501"/>
              <a:gd name="T6" fmla="*/ 500 w 500"/>
              <a:gd name="T7" fmla="*/ 250 h 501"/>
              <a:gd name="T8" fmla="*/ 250 w 500"/>
              <a:gd name="T9" fmla="*/ 501 h 501"/>
            </a:gdLst>
            <a:ahLst/>
            <a:cxnLst>
              <a:cxn ang="0">
                <a:pos x="T0" y="T1"/>
              </a:cxn>
              <a:cxn ang="0">
                <a:pos x="T2" y="T3"/>
              </a:cxn>
              <a:cxn ang="0">
                <a:pos x="T4" y="T5"/>
              </a:cxn>
              <a:cxn ang="0">
                <a:pos x="T6" y="T7"/>
              </a:cxn>
              <a:cxn ang="0">
                <a:pos x="T8" y="T9"/>
              </a:cxn>
            </a:cxnLst>
            <a:rect l="0" t="0" r="r" b="b"/>
            <a:pathLst>
              <a:path w="500" h="501">
                <a:moveTo>
                  <a:pt x="250" y="501"/>
                </a:moveTo>
                <a:cubicBezTo>
                  <a:pt x="112" y="501"/>
                  <a:pt x="0" y="389"/>
                  <a:pt x="0" y="250"/>
                </a:cubicBezTo>
                <a:cubicBezTo>
                  <a:pt x="0" y="112"/>
                  <a:pt x="112" y="0"/>
                  <a:pt x="250" y="0"/>
                </a:cubicBezTo>
                <a:cubicBezTo>
                  <a:pt x="388" y="0"/>
                  <a:pt x="500" y="112"/>
                  <a:pt x="500" y="250"/>
                </a:cubicBezTo>
                <a:cubicBezTo>
                  <a:pt x="500" y="389"/>
                  <a:pt x="388" y="500"/>
                  <a:pt x="250" y="501"/>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2" name="Freeform 33"/>
          <p:cNvSpPr>
            <a:spLocks/>
          </p:cNvSpPr>
          <p:nvPr/>
        </p:nvSpPr>
        <p:spPr bwMode="auto">
          <a:xfrm>
            <a:off x="3699661" y="2083871"/>
            <a:ext cx="2184400" cy="0"/>
          </a:xfrm>
          <a:custGeom>
            <a:avLst/>
            <a:gdLst>
              <a:gd name="T0" fmla="*/ 0 w 6000"/>
              <a:gd name="T1" fmla="*/ 6000 w 6000"/>
            </a:gdLst>
            <a:ahLst/>
            <a:cxnLst>
              <a:cxn ang="0">
                <a:pos x="T0" y="0"/>
              </a:cxn>
              <a:cxn ang="0">
                <a:pos x="T1" y="0"/>
              </a:cxn>
            </a:cxnLst>
            <a:rect l="0" t="0" r="r" b="b"/>
            <a:pathLst>
              <a:path w="6000">
                <a:moveTo>
                  <a:pt x="0" y="0"/>
                </a:moveTo>
                <a:cubicBezTo>
                  <a:pt x="6000" y="0"/>
                  <a:pt x="6000" y="0"/>
                  <a:pt x="6000" y="0"/>
                </a:cubicBezTo>
              </a:path>
            </a:pathLst>
          </a:custGeom>
          <a:noFill/>
          <a:ln w="12700" cap="rnd">
            <a:solidFill>
              <a:srgbClr val="17406D"/>
            </a:solidFill>
            <a:prstDash val="sysDash"/>
            <a:miter lim="800000"/>
            <a:headEnd type="oval" w="lg" len="lg"/>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3" name="Freeform 34"/>
          <p:cNvSpPr>
            <a:spLocks/>
          </p:cNvSpPr>
          <p:nvPr/>
        </p:nvSpPr>
        <p:spPr bwMode="auto">
          <a:xfrm>
            <a:off x="4479123" y="3203059"/>
            <a:ext cx="2184400" cy="0"/>
          </a:xfrm>
          <a:custGeom>
            <a:avLst/>
            <a:gdLst>
              <a:gd name="T0" fmla="*/ 0 w 6000"/>
              <a:gd name="T1" fmla="*/ 6000 w 6000"/>
            </a:gdLst>
            <a:ahLst/>
            <a:cxnLst>
              <a:cxn ang="0">
                <a:pos x="T0" y="0"/>
              </a:cxn>
              <a:cxn ang="0">
                <a:pos x="T1" y="0"/>
              </a:cxn>
            </a:cxnLst>
            <a:rect l="0" t="0" r="r" b="b"/>
            <a:pathLst>
              <a:path w="6000">
                <a:moveTo>
                  <a:pt x="0" y="0"/>
                </a:moveTo>
                <a:cubicBezTo>
                  <a:pt x="6000" y="0"/>
                  <a:pt x="6000" y="0"/>
                  <a:pt x="6000" y="0"/>
                </a:cubicBezTo>
              </a:path>
            </a:pathLst>
          </a:custGeom>
          <a:noFill/>
          <a:ln w="12700" cap="rnd">
            <a:solidFill>
              <a:srgbClr val="C00000"/>
            </a:solidFill>
            <a:prstDash val="sysDash"/>
            <a:miter lim="800000"/>
            <a:headEnd type="oval" w="lg" len="lg"/>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4" name="Freeform 35"/>
          <p:cNvSpPr>
            <a:spLocks/>
          </p:cNvSpPr>
          <p:nvPr/>
        </p:nvSpPr>
        <p:spPr bwMode="auto">
          <a:xfrm>
            <a:off x="4479123" y="4320659"/>
            <a:ext cx="2184400" cy="0"/>
          </a:xfrm>
          <a:custGeom>
            <a:avLst/>
            <a:gdLst>
              <a:gd name="T0" fmla="*/ 0 w 6000"/>
              <a:gd name="T1" fmla="*/ 6000 w 6000"/>
            </a:gdLst>
            <a:ahLst/>
            <a:cxnLst>
              <a:cxn ang="0">
                <a:pos x="T0" y="0"/>
              </a:cxn>
              <a:cxn ang="0">
                <a:pos x="T1" y="0"/>
              </a:cxn>
            </a:cxnLst>
            <a:rect l="0" t="0" r="r" b="b"/>
            <a:pathLst>
              <a:path w="6000">
                <a:moveTo>
                  <a:pt x="0" y="0"/>
                </a:moveTo>
                <a:cubicBezTo>
                  <a:pt x="6000" y="0"/>
                  <a:pt x="6000" y="0"/>
                  <a:pt x="6000" y="0"/>
                </a:cubicBezTo>
              </a:path>
            </a:pathLst>
          </a:custGeom>
          <a:noFill/>
          <a:ln w="12700" cap="rnd">
            <a:solidFill>
              <a:srgbClr val="17406D"/>
            </a:solidFill>
            <a:prstDash val="sysDash"/>
            <a:miter lim="800000"/>
            <a:headEnd type="oval" w="lg" len="lg"/>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5" name="Freeform 36"/>
          <p:cNvSpPr>
            <a:spLocks/>
          </p:cNvSpPr>
          <p:nvPr/>
        </p:nvSpPr>
        <p:spPr bwMode="auto">
          <a:xfrm>
            <a:off x="3699661" y="5439846"/>
            <a:ext cx="2184400" cy="0"/>
          </a:xfrm>
          <a:custGeom>
            <a:avLst/>
            <a:gdLst>
              <a:gd name="T0" fmla="*/ 0 w 6000"/>
              <a:gd name="T1" fmla="*/ 6000 w 6000"/>
            </a:gdLst>
            <a:ahLst/>
            <a:cxnLst>
              <a:cxn ang="0">
                <a:pos x="T0" y="0"/>
              </a:cxn>
              <a:cxn ang="0">
                <a:pos x="T1" y="0"/>
              </a:cxn>
            </a:cxnLst>
            <a:rect l="0" t="0" r="r" b="b"/>
            <a:pathLst>
              <a:path w="6000">
                <a:moveTo>
                  <a:pt x="0" y="0"/>
                </a:moveTo>
                <a:cubicBezTo>
                  <a:pt x="6000" y="0"/>
                  <a:pt x="6000" y="0"/>
                  <a:pt x="6000" y="0"/>
                </a:cubicBezTo>
              </a:path>
            </a:pathLst>
          </a:custGeom>
          <a:noFill/>
          <a:ln w="12700" cap="rnd">
            <a:solidFill>
              <a:srgbClr val="C00000"/>
            </a:solidFill>
            <a:prstDash val="sysDash"/>
            <a:miter lim="800000"/>
            <a:headEnd type="oval" w="lg" len="lg"/>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6" name="文本框 45"/>
          <p:cNvSpPr txBox="1">
            <a:spLocks/>
          </p:cNvSpPr>
          <p:nvPr/>
        </p:nvSpPr>
        <p:spPr>
          <a:xfrm>
            <a:off x="6650076" y="1648268"/>
            <a:ext cx="3828769"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7" name="文本框 46"/>
          <p:cNvSpPr txBox="1">
            <a:spLocks/>
          </p:cNvSpPr>
          <p:nvPr/>
        </p:nvSpPr>
        <p:spPr>
          <a:xfrm>
            <a:off x="6650076" y="1990711"/>
            <a:ext cx="3832832" cy="523220"/>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48" name="文本框 47"/>
          <p:cNvSpPr txBox="1">
            <a:spLocks/>
          </p:cNvSpPr>
          <p:nvPr/>
        </p:nvSpPr>
        <p:spPr>
          <a:xfrm>
            <a:off x="7429322" y="2770227"/>
            <a:ext cx="3828769"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9" name="文本框 48"/>
          <p:cNvSpPr txBox="1">
            <a:spLocks/>
          </p:cNvSpPr>
          <p:nvPr/>
        </p:nvSpPr>
        <p:spPr>
          <a:xfrm>
            <a:off x="7429322" y="3112670"/>
            <a:ext cx="3832832" cy="523220"/>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50" name="文本框 49"/>
          <p:cNvSpPr txBox="1">
            <a:spLocks/>
          </p:cNvSpPr>
          <p:nvPr/>
        </p:nvSpPr>
        <p:spPr>
          <a:xfrm>
            <a:off x="7429322" y="3887827"/>
            <a:ext cx="3828769"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1" name="文本框 50"/>
          <p:cNvSpPr txBox="1">
            <a:spLocks/>
          </p:cNvSpPr>
          <p:nvPr/>
        </p:nvSpPr>
        <p:spPr>
          <a:xfrm>
            <a:off x="7429322" y="4230270"/>
            <a:ext cx="3832832" cy="523220"/>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52" name="文本框 51"/>
          <p:cNvSpPr txBox="1">
            <a:spLocks/>
          </p:cNvSpPr>
          <p:nvPr/>
        </p:nvSpPr>
        <p:spPr>
          <a:xfrm>
            <a:off x="6650076" y="5002534"/>
            <a:ext cx="3828769"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53" name="文本框 52"/>
          <p:cNvSpPr txBox="1">
            <a:spLocks/>
          </p:cNvSpPr>
          <p:nvPr/>
        </p:nvSpPr>
        <p:spPr>
          <a:xfrm>
            <a:off x="6650076" y="5344977"/>
            <a:ext cx="3832832" cy="523220"/>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54" name="椭圆 53"/>
          <p:cNvSpPr>
            <a:spLocks noChangeAspect="1"/>
          </p:cNvSpPr>
          <p:nvPr/>
        </p:nvSpPr>
        <p:spPr>
          <a:xfrm>
            <a:off x="5884061" y="1777871"/>
            <a:ext cx="612000" cy="612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5" name="椭圆 54"/>
          <p:cNvSpPr>
            <a:spLocks noChangeAspect="1"/>
          </p:cNvSpPr>
          <p:nvPr/>
        </p:nvSpPr>
        <p:spPr>
          <a:xfrm>
            <a:off x="6663523" y="2897059"/>
            <a:ext cx="612000" cy="612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6" name="椭圆 55"/>
          <p:cNvSpPr>
            <a:spLocks noChangeAspect="1"/>
          </p:cNvSpPr>
          <p:nvPr/>
        </p:nvSpPr>
        <p:spPr>
          <a:xfrm>
            <a:off x="6663523" y="4014659"/>
            <a:ext cx="612000" cy="612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7" name="椭圆 56"/>
          <p:cNvSpPr>
            <a:spLocks noChangeAspect="1"/>
          </p:cNvSpPr>
          <p:nvPr/>
        </p:nvSpPr>
        <p:spPr>
          <a:xfrm>
            <a:off x="5884061" y="5132259"/>
            <a:ext cx="612000" cy="612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8" name="文本框 57"/>
          <p:cNvSpPr txBox="1"/>
          <p:nvPr/>
        </p:nvSpPr>
        <p:spPr>
          <a:xfrm>
            <a:off x="5914986" y="1822261"/>
            <a:ext cx="550151" cy="523220"/>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150" b="1" i="0" u="none" strike="noStrike" kern="0" cap="none" spc="0" normalizeH="0" baseline="0" noProof="0" dirty="0">
                <a:ln>
                  <a:noFill/>
                </a:ln>
                <a:solidFill>
                  <a:srgbClr val="FFFFFF"/>
                </a:solidFill>
                <a:effectLst/>
                <a:uLnTx/>
                <a:uFillTx/>
              </a:rPr>
              <a:t>01</a:t>
            </a:r>
            <a:endParaRPr kumimoji="0" lang="zh-CN" altLang="en-US" sz="2800" b="1" i="0" u="none" strike="noStrike" kern="0" cap="none" spc="0" normalizeH="0" baseline="0" noProof="0" dirty="0">
              <a:ln>
                <a:noFill/>
              </a:ln>
              <a:solidFill>
                <a:srgbClr val="FFFFFF"/>
              </a:solidFill>
              <a:effectLst/>
              <a:uLnTx/>
              <a:uFillTx/>
            </a:endParaRPr>
          </a:p>
        </p:txBody>
      </p:sp>
      <p:sp>
        <p:nvSpPr>
          <p:cNvPr id="59" name="文本框 58"/>
          <p:cNvSpPr txBox="1"/>
          <p:nvPr/>
        </p:nvSpPr>
        <p:spPr>
          <a:xfrm>
            <a:off x="6694448" y="2941449"/>
            <a:ext cx="550151" cy="523220"/>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150" b="1" i="0" u="none" strike="noStrike" kern="0" cap="none" spc="0" normalizeH="0" baseline="0" noProof="0" dirty="0">
                <a:ln>
                  <a:noFill/>
                </a:ln>
                <a:solidFill>
                  <a:srgbClr val="FFFFFF"/>
                </a:solidFill>
                <a:effectLst/>
                <a:uLnTx/>
                <a:uFillTx/>
              </a:rPr>
              <a:t>02</a:t>
            </a:r>
            <a:endParaRPr kumimoji="0" lang="zh-CN" altLang="en-US" sz="2800" b="1" i="0" u="none" strike="noStrike" kern="0" cap="none" spc="0" normalizeH="0" baseline="0" noProof="0" dirty="0">
              <a:ln>
                <a:noFill/>
              </a:ln>
              <a:solidFill>
                <a:srgbClr val="FFFFFF"/>
              </a:solidFill>
              <a:effectLst/>
              <a:uLnTx/>
              <a:uFillTx/>
            </a:endParaRPr>
          </a:p>
        </p:txBody>
      </p:sp>
      <p:sp>
        <p:nvSpPr>
          <p:cNvPr id="60" name="文本框 59"/>
          <p:cNvSpPr txBox="1"/>
          <p:nvPr/>
        </p:nvSpPr>
        <p:spPr>
          <a:xfrm>
            <a:off x="6694448" y="4059049"/>
            <a:ext cx="550151" cy="523220"/>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150" b="1" i="0" u="none" strike="noStrike" kern="0" cap="none" spc="0" normalizeH="0" baseline="0" noProof="0" dirty="0">
                <a:ln>
                  <a:noFill/>
                </a:ln>
                <a:solidFill>
                  <a:srgbClr val="FFFFFF"/>
                </a:solidFill>
                <a:effectLst/>
                <a:uLnTx/>
                <a:uFillTx/>
              </a:rPr>
              <a:t>03</a:t>
            </a:r>
            <a:endParaRPr kumimoji="0" lang="zh-CN" altLang="en-US" sz="2800" b="1" i="0" u="none" strike="noStrike" kern="0" cap="none" spc="0" normalizeH="0" baseline="0" noProof="0" dirty="0">
              <a:ln>
                <a:noFill/>
              </a:ln>
              <a:solidFill>
                <a:srgbClr val="FFFFFF"/>
              </a:solidFill>
              <a:effectLst/>
              <a:uLnTx/>
              <a:uFillTx/>
            </a:endParaRPr>
          </a:p>
        </p:txBody>
      </p:sp>
      <p:sp>
        <p:nvSpPr>
          <p:cNvPr id="61" name="文本框 60"/>
          <p:cNvSpPr txBox="1"/>
          <p:nvPr/>
        </p:nvSpPr>
        <p:spPr>
          <a:xfrm>
            <a:off x="5914986" y="5176649"/>
            <a:ext cx="550151" cy="523220"/>
          </a:xfrm>
          <a:prstGeom prst="rect">
            <a:avLst/>
          </a:prstGeom>
          <a:noFill/>
        </p:spPr>
        <p:txBody>
          <a:bodyPr wrap="square" rtlCol="0" anchor="ctr">
            <a:spAutoFit/>
          </a:bodyPr>
          <a:lstStyle/>
          <a:p>
            <a:pPr marL="0" marR="0" lvl="0" indent="0" defTabSz="914400" eaLnBrk="1" fontAlgn="auto" latinLnBrk="0" hangingPunct="1" algn="ctr">
              <a:lnSpc>
                <a:spcPct val="100000"/>
              </a:lnSpc>
              <a:spcBef>
                <a:spcPts val="0"/>
              </a:spcBef>
              <a:spcAft>
                <a:spcPts val="0"/>
              </a:spcAft>
              <a:buClrTx/>
              <a:buSzTx/>
              <a:buFontTx/>
              <a:buNone/>
              <a:tabLst/>
              <a:defRPr/>
            </a:pPr>
            <a:r>
              <a:rPr kumimoji="0" lang="en-US" altLang="zh-CN" sz="2150" b="1" i="0" u="none" strike="noStrike" kern="0" cap="none" spc="0" normalizeH="0" baseline="0" noProof="0" dirty="0">
                <a:ln>
                  <a:noFill/>
                </a:ln>
                <a:solidFill>
                  <a:srgbClr val="FFFFFF"/>
                </a:solidFill>
                <a:effectLst/>
                <a:uLnTx/>
                <a:uFillTx/>
              </a:rPr>
              <a:t>04</a:t>
            </a:r>
            <a:endParaRPr kumimoji="0" lang="zh-CN" altLang="en-US" sz="2800" b="1" i="0"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831170100"/>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2"/>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5"/>
                                        </p:tgtEl>
                                        <p:attrNameLst>
                                          <p:attrName>style.visibility</p:attrName>
                                        </p:attrNameLst>
                                      </p:cBhvr>
                                      <p:to>
                                        <p:strVal val="visible"/>
                                      </p:to>
                                    </p:set>
                                    <p:anim calcmode="lin" valueType="num">
                                      <p:cBhvr>
                                        <p:cTn id="14" dur="500" fill="hold"/>
                                        <p:tgtEl>
                                          <p:spTgt spid="35"/>
                                        </p:tgtEl>
                                        <p:attrNameLst>
                                          <p:attrName>ppt_w</p:attrName>
                                        </p:attrNameLst>
                                      </p:cBhvr>
                                      <p:tavLst>
                                        <p:tav tm="0">
                                          <p:val>
                                            <p:fltVal val="0"/>
                                          </p:val>
                                        </p:tav>
                                        <p:tav tm="100000">
                                          <p:val>
                                            <p:strVal val="#ppt_w"/>
                                          </p:val>
                                        </p:tav>
                                      </p:tavLst>
                                    </p:anim>
                                    <p:anim calcmode="lin" valueType="num">
                                      <p:cBhvr>
                                        <p:cTn id="15" dur="500" fill="hold"/>
                                        <p:tgtEl>
                                          <p:spTgt spid="35"/>
                                        </p:tgtEl>
                                        <p:attrNameLst>
                                          <p:attrName>ppt_h</p:attrName>
                                        </p:attrNameLst>
                                      </p:cBhvr>
                                      <p:tavLst>
                                        <p:tav tm="0">
                                          <p:val>
                                            <p:fltVal val="0"/>
                                          </p:val>
                                        </p:tav>
                                        <p:tav tm="100000">
                                          <p:val>
                                            <p:strVal val="#ppt_h"/>
                                          </p:val>
                                        </p:tav>
                                      </p:tavLst>
                                    </p:anim>
                                    <p:animEffect transition="in" filter="fade">
                                      <p:cBhvr>
                                        <p:cTn id="16" dur="500"/>
                                        <p:tgtEl>
                                          <p:spTgt spid="35"/>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5"/>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6"/>
                                        </p:tgtEl>
                                        <p:attrNameLst>
                                          <p:attrName>style.visibility</p:attrName>
                                        </p:attrNameLst>
                                      </p:cBhvr>
                                      <p:to>
                                        <p:strVal val="visible"/>
                                      </p:to>
                                    </p:set>
                                    <p:anim calcmode="lin" valueType="num">
                                      <p:cBhvr>
                                        <p:cTn id="21" dur="500" fill="hold"/>
                                        <p:tgtEl>
                                          <p:spTgt spid="36"/>
                                        </p:tgtEl>
                                        <p:attrNameLst>
                                          <p:attrName>ppt_w</p:attrName>
                                        </p:attrNameLst>
                                      </p:cBhvr>
                                      <p:tavLst>
                                        <p:tav tm="0">
                                          <p:val>
                                            <p:fltVal val="0"/>
                                          </p:val>
                                        </p:tav>
                                        <p:tav tm="100000">
                                          <p:val>
                                            <p:strVal val="#ppt_w"/>
                                          </p:val>
                                        </p:tav>
                                      </p:tavLst>
                                    </p:anim>
                                    <p:anim calcmode="lin" valueType="num">
                                      <p:cBhvr>
                                        <p:cTn id="22" dur="500" fill="hold"/>
                                        <p:tgtEl>
                                          <p:spTgt spid="36"/>
                                        </p:tgtEl>
                                        <p:attrNameLst>
                                          <p:attrName>ppt_h</p:attrName>
                                        </p:attrNameLst>
                                      </p:cBhvr>
                                      <p:tavLst>
                                        <p:tav tm="0">
                                          <p:val>
                                            <p:fltVal val="0"/>
                                          </p:val>
                                        </p:tav>
                                        <p:tav tm="100000">
                                          <p:val>
                                            <p:strVal val="#ppt_h"/>
                                          </p:val>
                                        </p:tav>
                                      </p:tavLst>
                                    </p:anim>
                                    <p:animEffect transition="in" filter="fade">
                                      <p:cBhvr>
                                        <p:cTn id="23" dur="500"/>
                                        <p:tgtEl>
                                          <p:spTgt spid="36"/>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6"/>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37"/>
                                        </p:tgtEl>
                                        <p:attrNameLst>
                                          <p:attrName>style.visibility</p:attrName>
                                        </p:attrNameLst>
                                      </p:cBhvr>
                                      <p:to>
                                        <p:strVal val="visible"/>
                                      </p:to>
                                    </p:set>
                                    <p:anim calcmode="lin" valueType="num">
                                      <p:cBhvr>
                                        <p:cTn id="29" dur="250" fill="hold"/>
                                        <p:tgtEl>
                                          <p:spTgt spid="37"/>
                                        </p:tgtEl>
                                        <p:attrNameLst>
                                          <p:attrName>ppt_w</p:attrName>
                                        </p:attrNameLst>
                                      </p:cBhvr>
                                      <p:tavLst>
                                        <p:tav tm="0">
                                          <p:val>
                                            <p:fltVal val="0"/>
                                          </p:val>
                                        </p:tav>
                                        <p:tav tm="100000">
                                          <p:val>
                                            <p:strVal val="#ppt_w"/>
                                          </p:val>
                                        </p:tav>
                                      </p:tavLst>
                                    </p:anim>
                                    <p:anim calcmode="lin" valueType="num">
                                      <p:cBhvr>
                                        <p:cTn id="30" dur="250" fill="hold"/>
                                        <p:tgtEl>
                                          <p:spTgt spid="37"/>
                                        </p:tgtEl>
                                        <p:attrNameLst>
                                          <p:attrName>ppt_h</p:attrName>
                                        </p:attrNameLst>
                                      </p:cBhvr>
                                      <p:tavLst>
                                        <p:tav tm="0">
                                          <p:val>
                                            <p:fltVal val="0"/>
                                          </p:val>
                                        </p:tav>
                                        <p:tav tm="100000">
                                          <p:val>
                                            <p:strVal val="#ppt_h"/>
                                          </p:val>
                                        </p:tav>
                                      </p:tavLst>
                                    </p:anim>
                                    <p:animEffect transition="in" filter="fade">
                                      <p:cBhvr>
                                        <p:cTn id="31" dur="250"/>
                                        <p:tgtEl>
                                          <p:spTgt spid="37"/>
                                        </p:tgtEl>
                                      </p:cBhvr>
                                    </p:animEffect>
                                  </p:childTnLst>
                                </p:cTn>
                              </p:par>
                              <p:par>
                                <p:cTn id="32" presetID="6" presetClass="emph" presetSubtype="0" decel="100000" fill="hold" grpId="1" nodeType="withEffect">
                                  <p:stCondLst>
                                    <p:cond delay="200"/>
                                  </p:stCondLst>
                                  <p:childTnLst>
                                    <p:animScale>
                                      <p:cBhvr>
                                        <p:cTn id="33" dur="250" fill="hold"/>
                                        <p:tgtEl>
                                          <p:spTgt spid="37"/>
                                        </p:tgtEl>
                                      </p:cBhvr>
                                      <p:by x="120000" y="120000"/>
                                    </p:animScale>
                                  </p:childTnLst>
                                </p:cTn>
                              </p:par>
                              <p:par>
                                <p:cTn id="34" presetID="6" presetClass="emph" presetSubtype="0" decel="100000" fill="hold" grpId="2" nodeType="withEffect">
                                  <p:stCondLst>
                                    <p:cond delay="400"/>
                                  </p:stCondLst>
                                  <p:childTnLst>
                                    <p:animScale>
                                      <p:cBhvr>
                                        <p:cTn id="35" dur="250" fill="hold"/>
                                        <p:tgtEl>
                                          <p:spTgt spid="37"/>
                                        </p:tgtEl>
                                      </p:cBhvr>
                                      <p:by x="83000" y="83000"/>
                                    </p:animScale>
                                  </p:childTnLst>
                                </p:cTn>
                              </p:par>
                              <p:par>
                                <p:cTn id="36" presetID="53" presetClass="entr" presetSubtype="16" fill="hold" grpId="0" nodeType="withEffect">
                                  <p:stCondLst>
                                    <p:cond delay="400"/>
                                  </p:stCondLst>
                                  <p:childTnLst>
                                    <p:set>
                                      <p:cBhvr>
                                        <p:cTn id="37" dur="1" fill="hold">
                                          <p:stCondLst>
                                            <p:cond delay="0"/>
                                          </p:stCondLst>
                                        </p:cTn>
                                        <p:tgtEl>
                                          <p:spTgt spid="39"/>
                                        </p:tgtEl>
                                        <p:attrNameLst>
                                          <p:attrName>style.visibility</p:attrName>
                                        </p:attrNameLst>
                                      </p:cBhvr>
                                      <p:to>
                                        <p:strVal val="visible"/>
                                      </p:to>
                                    </p:set>
                                    <p:anim calcmode="lin" valueType="num">
                                      <p:cBhvr>
                                        <p:cTn id="38" dur="250" fill="hold"/>
                                        <p:tgtEl>
                                          <p:spTgt spid="39"/>
                                        </p:tgtEl>
                                        <p:attrNameLst>
                                          <p:attrName>ppt_w</p:attrName>
                                        </p:attrNameLst>
                                      </p:cBhvr>
                                      <p:tavLst>
                                        <p:tav tm="0">
                                          <p:val>
                                            <p:fltVal val="0"/>
                                          </p:val>
                                        </p:tav>
                                        <p:tav tm="100000">
                                          <p:val>
                                            <p:strVal val="#ppt_w"/>
                                          </p:val>
                                        </p:tav>
                                      </p:tavLst>
                                    </p:anim>
                                    <p:anim calcmode="lin" valueType="num">
                                      <p:cBhvr>
                                        <p:cTn id="39" dur="250" fill="hold"/>
                                        <p:tgtEl>
                                          <p:spTgt spid="39"/>
                                        </p:tgtEl>
                                        <p:attrNameLst>
                                          <p:attrName>ppt_h</p:attrName>
                                        </p:attrNameLst>
                                      </p:cBhvr>
                                      <p:tavLst>
                                        <p:tav tm="0">
                                          <p:val>
                                            <p:fltVal val="0"/>
                                          </p:val>
                                        </p:tav>
                                        <p:tav tm="100000">
                                          <p:val>
                                            <p:strVal val="#ppt_h"/>
                                          </p:val>
                                        </p:tav>
                                      </p:tavLst>
                                    </p:anim>
                                    <p:animEffect transition="in" filter="fade">
                                      <p:cBhvr>
                                        <p:cTn id="40" dur="250"/>
                                        <p:tgtEl>
                                          <p:spTgt spid="39"/>
                                        </p:tgtEl>
                                      </p:cBhvr>
                                    </p:animEffect>
                                  </p:childTnLst>
                                </p:cTn>
                              </p:par>
                              <p:par>
                                <p:cTn id="41" presetID="6" presetClass="emph" presetSubtype="0" decel="100000" fill="hold" grpId="1" nodeType="withEffect">
                                  <p:stCondLst>
                                    <p:cond delay="600"/>
                                  </p:stCondLst>
                                  <p:childTnLst>
                                    <p:animScale>
                                      <p:cBhvr>
                                        <p:cTn id="42" dur="250" fill="hold"/>
                                        <p:tgtEl>
                                          <p:spTgt spid="39"/>
                                        </p:tgtEl>
                                      </p:cBhvr>
                                      <p:by x="120000" y="120000"/>
                                    </p:animScale>
                                  </p:childTnLst>
                                </p:cTn>
                              </p:par>
                              <p:par>
                                <p:cTn id="43" presetID="6" presetClass="emph" presetSubtype="0" decel="100000" fill="hold" grpId="2" nodeType="withEffect">
                                  <p:stCondLst>
                                    <p:cond delay="800"/>
                                  </p:stCondLst>
                                  <p:childTnLst>
                                    <p:animScale>
                                      <p:cBhvr>
                                        <p:cTn id="44" dur="250" fill="hold"/>
                                        <p:tgtEl>
                                          <p:spTgt spid="39"/>
                                        </p:tgtEl>
                                      </p:cBhvr>
                                      <p:by x="83000" y="83000"/>
                                    </p:animScale>
                                  </p:childTnLst>
                                </p:cTn>
                              </p:par>
                            </p:childTnLst>
                          </p:cTn>
                        </p:par>
                        <p:par>
                          <p:cTn id="45" fill="hold">
                            <p:stCondLst>
                              <p:cond delay="2550"/>
                            </p:stCondLst>
                            <p:childTnLst>
                              <p:par>
                                <p:cTn id="46" presetID="53" presetClass="entr" presetSubtype="16" fill="hold" grpId="0" nodeType="afterEffect">
                                  <p:stCondLst>
                                    <p:cond delay="0"/>
                                  </p:stCondLst>
                                  <p:childTnLst>
                                    <p:set>
                                      <p:cBhvr>
                                        <p:cTn id="47" dur="1" fill="hold">
                                          <p:stCondLst>
                                            <p:cond delay="0"/>
                                          </p:stCondLst>
                                        </p:cTn>
                                        <p:tgtEl>
                                          <p:spTgt spid="40"/>
                                        </p:tgtEl>
                                        <p:attrNameLst>
                                          <p:attrName>style.visibility</p:attrName>
                                        </p:attrNameLst>
                                      </p:cBhvr>
                                      <p:to>
                                        <p:strVal val="visible"/>
                                      </p:to>
                                    </p:set>
                                    <p:anim calcmode="lin" valueType="num">
                                      <p:cBhvr>
                                        <p:cTn id="48" dur="500" fill="hold"/>
                                        <p:tgtEl>
                                          <p:spTgt spid="40"/>
                                        </p:tgtEl>
                                        <p:attrNameLst>
                                          <p:attrName>ppt_w</p:attrName>
                                        </p:attrNameLst>
                                      </p:cBhvr>
                                      <p:tavLst>
                                        <p:tav tm="0">
                                          <p:val>
                                            <p:fltVal val="0"/>
                                          </p:val>
                                        </p:tav>
                                        <p:tav tm="100000">
                                          <p:val>
                                            <p:strVal val="#ppt_w"/>
                                          </p:val>
                                        </p:tav>
                                      </p:tavLst>
                                    </p:anim>
                                    <p:anim calcmode="lin" valueType="num">
                                      <p:cBhvr>
                                        <p:cTn id="49" dur="500" fill="hold"/>
                                        <p:tgtEl>
                                          <p:spTgt spid="40"/>
                                        </p:tgtEl>
                                        <p:attrNameLst>
                                          <p:attrName>ppt_h</p:attrName>
                                        </p:attrNameLst>
                                      </p:cBhvr>
                                      <p:tavLst>
                                        <p:tav tm="0">
                                          <p:val>
                                            <p:fltVal val="0"/>
                                          </p:val>
                                        </p:tav>
                                        <p:tav tm="100000">
                                          <p:val>
                                            <p:strVal val="#ppt_h"/>
                                          </p:val>
                                        </p:tav>
                                      </p:tavLst>
                                    </p:anim>
                                    <p:animEffect transition="in" filter="fade">
                                      <p:cBhvr>
                                        <p:cTn id="50" dur="500"/>
                                        <p:tgtEl>
                                          <p:spTgt spid="40"/>
                                        </p:tgtEl>
                                      </p:cBhvr>
                                    </p:animEffect>
                                  </p:childTnLst>
                                </p:cTn>
                              </p:par>
                            </p:childTnLst>
                          </p:cTn>
                        </p:par>
                        <p:par>
                          <p:cTn id="51" fill="hold">
                            <p:stCondLst>
                              <p:cond delay="3050"/>
                            </p:stCondLst>
                            <p:childTnLst>
                              <p:par>
                                <p:cTn id="52" presetID="22" presetClass="entr" presetSubtype="1" fill="hold" grpId="0" nodeType="after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wipe(up)">
                                      <p:cBhvr>
                                        <p:cTn id="54" dur="500"/>
                                        <p:tgtEl>
                                          <p:spTgt spid="38"/>
                                        </p:tgtEl>
                                      </p:cBhvr>
                                    </p:animEffect>
                                  </p:childTnLst>
                                </p:cTn>
                              </p:par>
                            </p:childTnLst>
                          </p:cTn>
                        </p:par>
                        <p:par>
                          <p:cTn id="55" fill="hold">
                            <p:stCondLst>
                              <p:cond delay="3550"/>
                            </p:stCondLst>
                            <p:childTnLst>
                              <p:par>
                                <p:cTn id="56" presetID="53" presetClass="entr" presetSubtype="16" fill="hold" grpId="0" nodeType="afterEffect">
                                  <p:stCondLst>
                                    <p:cond delay="0"/>
                                  </p:stCondLst>
                                  <p:childTnLst>
                                    <p:set>
                                      <p:cBhvr>
                                        <p:cTn id="57" dur="1" fill="hold">
                                          <p:stCondLst>
                                            <p:cond delay="0"/>
                                          </p:stCondLst>
                                        </p:cTn>
                                        <p:tgtEl>
                                          <p:spTgt spid="41"/>
                                        </p:tgtEl>
                                        <p:attrNameLst>
                                          <p:attrName>style.visibility</p:attrName>
                                        </p:attrNameLst>
                                      </p:cBhvr>
                                      <p:to>
                                        <p:strVal val="visible"/>
                                      </p:to>
                                    </p:set>
                                    <p:anim calcmode="lin" valueType="num">
                                      <p:cBhvr>
                                        <p:cTn id="58" dur="500" fill="hold"/>
                                        <p:tgtEl>
                                          <p:spTgt spid="41"/>
                                        </p:tgtEl>
                                        <p:attrNameLst>
                                          <p:attrName>ppt_w</p:attrName>
                                        </p:attrNameLst>
                                      </p:cBhvr>
                                      <p:tavLst>
                                        <p:tav tm="0">
                                          <p:val>
                                            <p:fltVal val="0"/>
                                          </p:val>
                                        </p:tav>
                                        <p:tav tm="100000">
                                          <p:val>
                                            <p:strVal val="#ppt_w"/>
                                          </p:val>
                                        </p:tav>
                                      </p:tavLst>
                                    </p:anim>
                                    <p:anim calcmode="lin" valueType="num">
                                      <p:cBhvr>
                                        <p:cTn id="59" dur="500" fill="hold"/>
                                        <p:tgtEl>
                                          <p:spTgt spid="41"/>
                                        </p:tgtEl>
                                        <p:attrNameLst>
                                          <p:attrName>ppt_h</p:attrName>
                                        </p:attrNameLst>
                                      </p:cBhvr>
                                      <p:tavLst>
                                        <p:tav tm="0">
                                          <p:val>
                                            <p:fltVal val="0"/>
                                          </p:val>
                                        </p:tav>
                                        <p:tav tm="100000">
                                          <p:val>
                                            <p:strVal val="#ppt_h"/>
                                          </p:val>
                                        </p:tav>
                                      </p:tavLst>
                                    </p:anim>
                                    <p:animEffect transition="in" filter="fade">
                                      <p:cBhvr>
                                        <p:cTn id="60" dur="500"/>
                                        <p:tgtEl>
                                          <p:spTgt spid="41"/>
                                        </p:tgtEl>
                                      </p:cBhvr>
                                    </p:animEffect>
                                  </p:childTnLst>
                                </p:cTn>
                              </p:par>
                            </p:childTnLst>
                          </p:cTn>
                        </p:par>
                        <p:par>
                          <p:cTn id="61" fill="hold">
                            <p:stCondLst>
                              <p:cond delay="4050"/>
                            </p:stCondLst>
                            <p:childTnLst>
                              <p:par>
                                <p:cTn id="62" presetID="22" presetClass="entr" presetSubtype="8" fill="hold" grpId="0" nodeType="after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wipe(left)">
                                      <p:cBhvr>
                                        <p:cTn id="64" dur="500"/>
                                        <p:tgtEl>
                                          <p:spTgt spid="42"/>
                                        </p:tgtEl>
                                      </p:cBhvr>
                                    </p:animEffect>
                                  </p:childTnLst>
                                </p:cTn>
                              </p:par>
                            </p:childTnLst>
                          </p:cTn>
                        </p:par>
                        <p:par>
                          <p:cTn id="65" fill="hold">
                            <p:stCondLst>
                              <p:cond delay="4550"/>
                            </p:stCondLst>
                            <p:childTnLst>
                              <p:par>
                                <p:cTn id="66" presetID="53" presetClass="entr" presetSubtype="16" fill="hold" grpId="0" nodeType="afterEffect">
                                  <p:stCondLst>
                                    <p:cond delay="0"/>
                                  </p:stCondLst>
                                  <p:childTnLst>
                                    <p:set>
                                      <p:cBhvr>
                                        <p:cTn id="67" dur="1" fill="hold">
                                          <p:stCondLst>
                                            <p:cond delay="0"/>
                                          </p:stCondLst>
                                        </p:cTn>
                                        <p:tgtEl>
                                          <p:spTgt spid="54"/>
                                        </p:tgtEl>
                                        <p:attrNameLst>
                                          <p:attrName>style.visibility</p:attrName>
                                        </p:attrNameLst>
                                      </p:cBhvr>
                                      <p:to>
                                        <p:strVal val="visible"/>
                                      </p:to>
                                    </p:set>
                                    <p:anim calcmode="lin" valueType="num">
                                      <p:cBhvr>
                                        <p:cTn id="68" dur="250" fill="hold"/>
                                        <p:tgtEl>
                                          <p:spTgt spid="54"/>
                                        </p:tgtEl>
                                        <p:attrNameLst>
                                          <p:attrName>ppt_w</p:attrName>
                                        </p:attrNameLst>
                                      </p:cBhvr>
                                      <p:tavLst>
                                        <p:tav tm="0">
                                          <p:val>
                                            <p:fltVal val="0"/>
                                          </p:val>
                                        </p:tav>
                                        <p:tav tm="100000">
                                          <p:val>
                                            <p:strVal val="#ppt_w"/>
                                          </p:val>
                                        </p:tav>
                                      </p:tavLst>
                                    </p:anim>
                                    <p:anim calcmode="lin" valueType="num">
                                      <p:cBhvr>
                                        <p:cTn id="69" dur="250" fill="hold"/>
                                        <p:tgtEl>
                                          <p:spTgt spid="54"/>
                                        </p:tgtEl>
                                        <p:attrNameLst>
                                          <p:attrName>ppt_h</p:attrName>
                                        </p:attrNameLst>
                                      </p:cBhvr>
                                      <p:tavLst>
                                        <p:tav tm="0">
                                          <p:val>
                                            <p:fltVal val="0"/>
                                          </p:val>
                                        </p:tav>
                                        <p:tav tm="100000">
                                          <p:val>
                                            <p:strVal val="#ppt_h"/>
                                          </p:val>
                                        </p:tav>
                                      </p:tavLst>
                                    </p:anim>
                                    <p:animEffect transition="in" filter="fade">
                                      <p:cBhvr>
                                        <p:cTn id="70" dur="250"/>
                                        <p:tgtEl>
                                          <p:spTgt spid="54"/>
                                        </p:tgtEl>
                                      </p:cBhvr>
                                    </p:animEffect>
                                  </p:childTnLst>
                                </p:cTn>
                              </p:par>
                              <p:par>
                                <p:cTn id="71" presetID="6" presetClass="emph" presetSubtype="0" decel="100000" fill="hold" grpId="1" nodeType="withEffect">
                                  <p:stCondLst>
                                    <p:cond delay="200"/>
                                  </p:stCondLst>
                                  <p:childTnLst>
                                    <p:animScale>
                                      <p:cBhvr>
                                        <p:cTn id="72" dur="250" fill="hold"/>
                                        <p:tgtEl>
                                          <p:spTgt spid="54"/>
                                        </p:tgtEl>
                                      </p:cBhvr>
                                      <p:by x="120000" y="120000"/>
                                    </p:animScale>
                                  </p:childTnLst>
                                </p:cTn>
                              </p:par>
                              <p:par>
                                <p:cTn id="73" presetID="6" presetClass="emph" presetSubtype="0" decel="100000" fill="hold" grpId="2" nodeType="withEffect">
                                  <p:stCondLst>
                                    <p:cond delay="400"/>
                                  </p:stCondLst>
                                  <p:childTnLst>
                                    <p:animScale>
                                      <p:cBhvr>
                                        <p:cTn id="74" dur="250" fill="hold"/>
                                        <p:tgtEl>
                                          <p:spTgt spid="54"/>
                                        </p:tgtEl>
                                      </p:cBhvr>
                                      <p:by x="83000" y="83000"/>
                                    </p:animScale>
                                  </p:childTnLst>
                                </p:cTn>
                              </p:par>
                              <p:par>
                                <p:cTn id="75" presetID="53" presetClass="entr" presetSubtype="16" fill="hold" grpId="0" nodeType="withEffect">
                                  <p:stCondLst>
                                    <p:cond delay="400"/>
                                  </p:stCondLst>
                                  <p:childTnLst>
                                    <p:set>
                                      <p:cBhvr>
                                        <p:cTn id="76" dur="1" fill="hold">
                                          <p:stCondLst>
                                            <p:cond delay="0"/>
                                          </p:stCondLst>
                                        </p:cTn>
                                        <p:tgtEl>
                                          <p:spTgt spid="58"/>
                                        </p:tgtEl>
                                        <p:attrNameLst>
                                          <p:attrName>style.visibility</p:attrName>
                                        </p:attrNameLst>
                                      </p:cBhvr>
                                      <p:to>
                                        <p:strVal val="visible"/>
                                      </p:to>
                                    </p:set>
                                    <p:anim calcmode="lin" valueType="num">
                                      <p:cBhvr>
                                        <p:cTn id="77" dur="250" fill="hold"/>
                                        <p:tgtEl>
                                          <p:spTgt spid="58"/>
                                        </p:tgtEl>
                                        <p:attrNameLst>
                                          <p:attrName>ppt_w</p:attrName>
                                        </p:attrNameLst>
                                      </p:cBhvr>
                                      <p:tavLst>
                                        <p:tav tm="0">
                                          <p:val>
                                            <p:fltVal val="0"/>
                                          </p:val>
                                        </p:tav>
                                        <p:tav tm="100000">
                                          <p:val>
                                            <p:strVal val="#ppt_w"/>
                                          </p:val>
                                        </p:tav>
                                      </p:tavLst>
                                    </p:anim>
                                    <p:anim calcmode="lin" valueType="num">
                                      <p:cBhvr>
                                        <p:cTn id="78" dur="250" fill="hold"/>
                                        <p:tgtEl>
                                          <p:spTgt spid="58"/>
                                        </p:tgtEl>
                                        <p:attrNameLst>
                                          <p:attrName>ppt_h</p:attrName>
                                        </p:attrNameLst>
                                      </p:cBhvr>
                                      <p:tavLst>
                                        <p:tav tm="0">
                                          <p:val>
                                            <p:fltVal val="0"/>
                                          </p:val>
                                        </p:tav>
                                        <p:tav tm="100000">
                                          <p:val>
                                            <p:strVal val="#ppt_h"/>
                                          </p:val>
                                        </p:tav>
                                      </p:tavLst>
                                    </p:anim>
                                    <p:animEffect transition="in" filter="fade">
                                      <p:cBhvr>
                                        <p:cTn id="79" dur="250"/>
                                        <p:tgtEl>
                                          <p:spTgt spid="58"/>
                                        </p:tgtEl>
                                      </p:cBhvr>
                                    </p:animEffect>
                                  </p:childTnLst>
                                </p:cTn>
                              </p:par>
                              <p:par>
                                <p:cTn id="80" presetID="6" presetClass="emph" presetSubtype="0" decel="100000" fill="hold" grpId="1" nodeType="withEffect">
                                  <p:stCondLst>
                                    <p:cond delay="600"/>
                                  </p:stCondLst>
                                  <p:childTnLst>
                                    <p:animScale>
                                      <p:cBhvr>
                                        <p:cTn id="81" dur="250" fill="hold"/>
                                        <p:tgtEl>
                                          <p:spTgt spid="58"/>
                                        </p:tgtEl>
                                      </p:cBhvr>
                                      <p:by x="120000" y="120000"/>
                                    </p:animScale>
                                  </p:childTnLst>
                                </p:cTn>
                              </p:par>
                              <p:par>
                                <p:cTn id="82" presetID="6" presetClass="emph" presetSubtype="0" decel="100000" fill="hold" grpId="2" nodeType="withEffect">
                                  <p:stCondLst>
                                    <p:cond delay="800"/>
                                  </p:stCondLst>
                                  <p:childTnLst>
                                    <p:animScale>
                                      <p:cBhvr>
                                        <p:cTn id="83" dur="250" fill="hold"/>
                                        <p:tgtEl>
                                          <p:spTgt spid="58"/>
                                        </p:tgtEl>
                                      </p:cBhvr>
                                      <p:by x="83000" y="83000"/>
                                    </p:animScale>
                                  </p:childTnLst>
                                </p:cTn>
                              </p:par>
                              <p:par>
                                <p:cTn id="84" presetID="53" presetClass="entr" presetSubtype="16" fill="hold" grpId="0" nodeType="withEffect">
                                  <p:stCondLst>
                                    <p:cond delay="800"/>
                                  </p:stCondLst>
                                  <p:childTnLst>
                                    <p:set>
                                      <p:cBhvr>
                                        <p:cTn id="85" dur="1" fill="hold">
                                          <p:stCondLst>
                                            <p:cond delay="0"/>
                                          </p:stCondLst>
                                        </p:cTn>
                                        <p:tgtEl>
                                          <p:spTgt spid="46"/>
                                        </p:tgtEl>
                                        <p:attrNameLst>
                                          <p:attrName>style.visibility</p:attrName>
                                        </p:attrNameLst>
                                      </p:cBhvr>
                                      <p:to>
                                        <p:strVal val="visible"/>
                                      </p:to>
                                    </p:set>
                                    <p:anim calcmode="lin" valueType="num">
                                      <p:cBhvr>
                                        <p:cTn id="86" dur="500" fill="hold"/>
                                        <p:tgtEl>
                                          <p:spTgt spid="46"/>
                                        </p:tgtEl>
                                        <p:attrNameLst>
                                          <p:attrName>ppt_w</p:attrName>
                                        </p:attrNameLst>
                                      </p:cBhvr>
                                      <p:tavLst>
                                        <p:tav tm="0">
                                          <p:val>
                                            <p:fltVal val="0"/>
                                          </p:val>
                                        </p:tav>
                                        <p:tav tm="100000">
                                          <p:val>
                                            <p:strVal val="#ppt_w"/>
                                          </p:val>
                                        </p:tav>
                                      </p:tavLst>
                                    </p:anim>
                                    <p:anim calcmode="lin" valueType="num">
                                      <p:cBhvr>
                                        <p:cTn id="87" dur="500" fill="hold"/>
                                        <p:tgtEl>
                                          <p:spTgt spid="46"/>
                                        </p:tgtEl>
                                        <p:attrNameLst>
                                          <p:attrName>ppt_h</p:attrName>
                                        </p:attrNameLst>
                                      </p:cBhvr>
                                      <p:tavLst>
                                        <p:tav tm="0">
                                          <p:val>
                                            <p:fltVal val="0"/>
                                          </p:val>
                                        </p:tav>
                                        <p:tav tm="100000">
                                          <p:val>
                                            <p:strVal val="#ppt_h"/>
                                          </p:val>
                                        </p:tav>
                                      </p:tavLst>
                                    </p:anim>
                                    <p:animEffect transition="in" filter="fade">
                                      <p:cBhvr>
                                        <p:cTn id="88" dur="500"/>
                                        <p:tgtEl>
                                          <p:spTgt spid="46"/>
                                        </p:tgtEl>
                                      </p:cBhvr>
                                    </p:animEffect>
                                  </p:childTnLst>
                                </p:cTn>
                              </p:par>
                              <p:par>
                                <p:cTn id="89" presetID="63" presetClass="path" presetSubtype="0" accel="50000" decel="50000" fill="hold" grpId="1" nodeType="withEffect">
                                  <p:stCondLst>
                                    <p:cond delay="800"/>
                                  </p:stCondLst>
                                  <p:childTnLst>
                                    <p:animMotion origin="layout" path="M -3.95833E-6 2.59259E-6 L 0.14154 2.59259E-6 " pathEditMode="relative" rAng="0" ptsTypes="AA">
                                      <p:cBhvr>
                                        <p:cTn id="90" dur="1000" spd="-100000" fill="hold"/>
                                        <p:tgtEl>
                                          <p:spTgt spid="46"/>
                                        </p:tgtEl>
                                        <p:attrNameLst>
                                          <p:attrName>ppt_x</p:attrName>
                                          <p:attrName>ppt_y</p:attrName>
                                        </p:attrNameLst>
                                      </p:cBhvr>
                                      <p:rCtr x="7070" y="0"/>
                                    </p:animMotion>
                                  </p:childTnLst>
                                </p:cTn>
                              </p:par>
                              <p:par>
                                <p:cTn id="91" presetID="53" presetClass="entr" presetSubtype="16" fill="hold" grpId="0" nodeType="withEffect">
                                  <p:stCondLst>
                                    <p:cond delay="1500"/>
                                  </p:stCondLst>
                                  <p:iterate type="lt">
                                    <p:tmPct val="10000"/>
                                  </p:iterate>
                                  <p:childTnLst>
                                    <p:set>
                                      <p:cBhvr>
                                        <p:cTn id="92" dur="1" fill="hold">
                                          <p:stCondLst>
                                            <p:cond delay="0"/>
                                          </p:stCondLst>
                                        </p:cTn>
                                        <p:tgtEl>
                                          <p:spTgt spid="47"/>
                                        </p:tgtEl>
                                        <p:attrNameLst>
                                          <p:attrName>style.visibility</p:attrName>
                                        </p:attrNameLst>
                                      </p:cBhvr>
                                      <p:to>
                                        <p:strVal val="visible"/>
                                      </p:to>
                                    </p:set>
                                    <p:anim calcmode="lin" valueType="num">
                                      <p:cBhvr>
                                        <p:cTn id="93" dur="250" fill="hold"/>
                                        <p:tgtEl>
                                          <p:spTgt spid="47"/>
                                        </p:tgtEl>
                                        <p:attrNameLst>
                                          <p:attrName>ppt_w</p:attrName>
                                        </p:attrNameLst>
                                      </p:cBhvr>
                                      <p:tavLst>
                                        <p:tav tm="0">
                                          <p:val>
                                            <p:fltVal val="0"/>
                                          </p:val>
                                        </p:tav>
                                        <p:tav tm="100000">
                                          <p:val>
                                            <p:strVal val="#ppt_w"/>
                                          </p:val>
                                        </p:tav>
                                      </p:tavLst>
                                    </p:anim>
                                    <p:anim calcmode="lin" valueType="num">
                                      <p:cBhvr>
                                        <p:cTn id="94" dur="250" fill="hold"/>
                                        <p:tgtEl>
                                          <p:spTgt spid="47"/>
                                        </p:tgtEl>
                                        <p:attrNameLst>
                                          <p:attrName>ppt_h</p:attrName>
                                        </p:attrNameLst>
                                      </p:cBhvr>
                                      <p:tavLst>
                                        <p:tav tm="0">
                                          <p:val>
                                            <p:fltVal val="0"/>
                                          </p:val>
                                        </p:tav>
                                        <p:tav tm="100000">
                                          <p:val>
                                            <p:strVal val="#ppt_h"/>
                                          </p:val>
                                        </p:tav>
                                      </p:tavLst>
                                    </p:anim>
                                    <p:animEffect transition="in" filter="fade">
                                      <p:cBhvr>
                                        <p:cTn id="95" dur="250"/>
                                        <p:tgtEl>
                                          <p:spTgt spid="47"/>
                                        </p:tgtEl>
                                      </p:cBhvr>
                                    </p:animEffect>
                                  </p:childTnLst>
                                </p:cTn>
                              </p:par>
                            </p:childTnLst>
                          </p:cTn>
                        </p:par>
                        <p:par>
                          <p:cTn id="96" fill="hold">
                            <p:stCondLst>
                              <p:cond delay="7225"/>
                            </p:stCondLst>
                            <p:childTnLst>
                              <p:par>
                                <p:cTn id="97" presetID="22" presetClass="entr" presetSubtype="8" fill="hold" grpId="0" nodeType="after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wipe(left)">
                                      <p:cBhvr>
                                        <p:cTn id="99" dur="500"/>
                                        <p:tgtEl>
                                          <p:spTgt spid="43"/>
                                        </p:tgtEl>
                                      </p:cBhvr>
                                    </p:animEffect>
                                  </p:childTnLst>
                                </p:cTn>
                              </p:par>
                            </p:childTnLst>
                          </p:cTn>
                        </p:par>
                        <p:par>
                          <p:cTn id="100" fill="hold">
                            <p:stCondLst>
                              <p:cond delay="7725"/>
                            </p:stCondLst>
                            <p:childTnLst>
                              <p:par>
                                <p:cTn id="101" presetID="53" presetClass="entr" presetSubtype="16" fill="hold" grpId="0" nodeType="afterEffect">
                                  <p:stCondLst>
                                    <p:cond delay="0"/>
                                  </p:stCondLst>
                                  <p:childTnLst>
                                    <p:set>
                                      <p:cBhvr>
                                        <p:cTn id="102" dur="1" fill="hold">
                                          <p:stCondLst>
                                            <p:cond delay="0"/>
                                          </p:stCondLst>
                                        </p:cTn>
                                        <p:tgtEl>
                                          <p:spTgt spid="55"/>
                                        </p:tgtEl>
                                        <p:attrNameLst>
                                          <p:attrName>style.visibility</p:attrName>
                                        </p:attrNameLst>
                                      </p:cBhvr>
                                      <p:to>
                                        <p:strVal val="visible"/>
                                      </p:to>
                                    </p:set>
                                    <p:anim calcmode="lin" valueType="num">
                                      <p:cBhvr>
                                        <p:cTn id="103" dur="250" fill="hold"/>
                                        <p:tgtEl>
                                          <p:spTgt spid="55"/>
                                        </p:tgtEl>
                                        <p:attrNameLst>
                                          <p:attrName>ppt_w</p:attrName>
                                        </p:attrNameLst>
                                      </p:cBhvr>
                                      <p:tavLst>
                                        <p:tav tm="0">
                                          <p:val>
                                            <p:fltVal val="0"/>
                                          </p:val>
                                        </p:tav>
                                        <p:tav tm="100000">
                                          <p:val>
                                            <p:strVal val="#ppt_w"/>
                                          </p:val>
                                        </p:tav>
                                      </p:tavLst>
                                    </p:anim>
                                    <p:anim calcmode="lin" valueType="num">
                                      <p:cBhvr>
                                        <p:cTn id="104" dur="250" fill="hold"/>
                                        <p:tgtEl>
                                          <p:spTgt spid="55"/>
                                        </p:tgtEl>
                                        <p:attrNameLst>
                                          <p:attrName>ppt_h</p:attrName>
                                        </p:attrNameLst>
                                      </p:cBhvr>
                                      <p:tavLst>
                                        <p:tav tm="0">
                                          <p:val>
                                            <p:fltVal val="0"/>
                                          </p:val>
                                        </p:tav>
                                        <p:tav tm="100000">
                                          <p:val>
                                            <p:strVal val="#ppt_h"/>
                                          </p:val>
                                        </p:tav>
                                      </p:tavLst>
                                    </p:anim>
                                    <p:animEffect transition="in" filter="fade">
                                      <p:cBhvr>
                                        <p:cTn id="105" dur="250"/>
                                        <p:tgtEl>
                                          <p:spTgt spid="55"/>
                                        </p:tgtEl>
                                      </p:cBhvr>
                                    </p:animEffect>
                                  </p:childTnLst>
                                </p:cTn>
                              </p:par>
                              <p:par>
                                <p:cTn id="106" presetID="6" presetClass="emph" presetSubtype="0" decel="100000" fill="hold" grpId="1" nodeType="withEffect">
                                  <p:stCondLst>
                                    <p:cond delay="200"/>
                                  </p:stCondLst>
                                  <p:childTnLst>
                                    <p:animScale>
                                      <p:cBhvr>
                                        <p:cTn id="107" dur="250" fill="hold"/>
                                        <p:tgtEl>
                                          <p:spTgt spid="55"/>
                                        </p:tgtEl>
                                      </p:cBhvr>
                                      <p:by x="120000" y="120000"/>
                                    </p:animScale>
                                  </p:childTnLst>
                                </p:cTn>
                              </p:par>
                              <p:par>
                                <p:cTn id="108" presetID="6" presetClass="emph" presetSubtype="0" decel="100000" fill="hold" grpId="2" nodeType="withEffect">
                                  <p:stCondLst>
                                    <p:cond delay="400"/>
                                  </p:stCondLst>
                                  <p:childTnLst>
                                    <p:animScale>
                                      <p:cBhvr>
                                        <p:cTn id="109" dur="250" fill="hold"/>
                                        <p:tgtEl>
                                          <p:spTgt spid="55"/>
                                        </p:tgtEl>
                                      </p:cBhvr>
                                      <p:by x="83000" y="83000"/>
                                    </p:animScale>
                                  </p:childTnLst>
                                </p:cTn>
                              </p:par>
                              <p:par>
                                <p:cTn id="110" presetID="53" presetClass="entr" presetSubtype="16" fill="hold" grpId="0" nodeType="withEffect">
                                  <p:stCondLst>
                                    <p:cond delay="400"/>
                                  </p:stCondLst>
                                  <p:childTnLst>
                                    <p:set>
                                      <p:cBhvr>
                                        <p:cTn id="111" dur="1" fill="hold">
                                          <p:stCondLst>
                                            <p:cond delay="0"/>
                                          </p:stCondLst>
                                        </p:cTn>
                                        <p:tgtEl>
                                          <p:spTgt spid="59"/>
                                        </p:tgtEl>
                                        <p:attrNameLst>
                                          <p:attrName>style.visibility</p:attrName>
                                        </p:attrNameLst>
                                      </p:cBhvr>
                                      <p:to>
                                        <p:strVal val="visible"/>
                                      </p:to>
                                    </p:set>
                                    <p:anim calcmode="lin" valueType="num">
                                      <p:cBhvr>
                                        <p:cTn id="112" dur="250" fill="hold"/>
                                        <p:tgtEl>
                                          <p:spTgt spid="59"/>
                                        </p:tgtEl>
                                        <p:attrNameLst>
                                          <p:attrName>ppt_w</p:attrName>
                                        </p:attrNameLst>
                                      </p:cBhvr>
                                      <p:tavLst>
                                        <p:tav tm="0">
                                          <p:val>
                                            <p:fltVal val="0"/>
                                          </p:val>
                                        </p:tav>
                                        <p:tav tm="100000">
                                          <p:val>
                                            <p:strVal val="#ppt_w"/>
                                          </p:val>
                                        </p:tav>
                                      </p:tavLst>
                                    </p:anim>
                                    <p:anim calcmode="lin" valueType="num">
                                      <p:cBhvr>
                                        <p:cTn id="113" dur="250" fill="hold"/>
                                        <p:tgtEl>
                                          <p:spTgt spid="59"/>
                                        </p:tgtEl>
                                        <p:attrNameLst>
                                          <p:attrName>ppt_h</p:attrName>
                                        </p:attrNameLst>
                                      </p:cBhvr>
                                      <p:tavLst>
                                        <p:tav tm="0">
                                          <p:val>
                                            <p:fltVal val="0"/>
                                          </p:val>
                                        </p:tav>
                                        <p:tav tm="100000">
                                          <p:val>
                                            <p:strVal val="#ppt_h"/>
                                          </p:val>
                                        </p:tav>
                                      </p:tavLst>
                                    </p:anim>
                                    <p:animEffect transition="in" filter="fade">
                                      <p:cBhvr>
                                        <p:cTn id="114" dur="250"/>
                                        <p:tgtEl>
                                          <p:spTgt spid="59"/>
                                        </p:tgtEl>
                                      </p:cBhvr>
                                    </p:animEffect>
                                  </p:childTnLst>
                                </p:cTn>
                              </p:par>
                              <p:par>
                                <p:cTn id="115" presetID="6" presetClass="emph" presetSubtype="0" decel="100000" fill="hold" grpId="1" nodeType="withEffect">
                                  <p:stCondLst>
                                    <p:cond delay="600"/>
                                  </p:stCondLst>
                                  <p:childTnLst>
                                    <p:animScale>
                                      <p:cBhvr>
                                        <p:cTn id="116" dur="250" fill="hold"/>
                                        <p:tgtEl>
                                          <p:spTgt spid="59"/>
                                        </p:tgtEl>
                                      </p:cBhvr>
                                      <p:by x="120000" y="120000"/>
                                    </p:animScale>
                                  </p:childTnLst>
                                </p:cTn>
                              </p:par>
                              <p:par>
                                <p:cTn id="117" presetID="6" presetClass="emph" presetSubtype="0" decel="100000" fill="hold" grpId="2" nodeType="withEffect">
                                  <p:stCondLst>
                                    <p:cond delay="800"/>
                                  </p:stCondLst>
                                  <p:childTnLst>
                                    <p:animScale>
                                      <p:cBhvr>
                                        <p:cTn id="118" dur="250" fill="hold"/>
                                        <p:tgtEl>
                                          <p:spTgt spid="59"/>
                                        </p:tgtEl>
                                      </p:cBhvr>
                                      <p:by x="83000" y="83000"/>
                                    </p:animScale>
                                  </p:childTnLst>
                                </p:cTn>
                              </p:par>
                              <p:par>
                                <p:cTn id="119" presetID="53" presetClass="entr" presetSubtype="16" fill="hold" grpId="0" nodeType="withEffect">
                                  <p:stCondLst>
                                    <p:cond delay="800"/>
                                  </p:stCondLst>
                                  <p:childTnLst>
                                    <p:set>
                                      <p:cBhvr>
                                        <p:cTn id="120" dur="1" fill="hold">
                                          <p:stCondLst>
                                            <p:cond delay="0"/>
                                          </p:stCondLst>
                                        </p:cTn>
                                        <p:tgtEl>
                                          <p:spTgt spid="48"/>
                                        </p:tgtEl>
                                        <p:attrNameLst>
                                          <p:attrName>style.visibility</p:attrName>
                                        </p:attrNameLst>
                                      </p:cBhvr>
                                      <p:to>
                                        <p:strVal val="visible"/>
                                      </p:to>
                                    </p:set>
                                    <p:anim calcmode="lin" valueType="num">
                                      <p:cBhvr>
                                        <p:cTn id="121" dur="500" fill="hold"/>
                                        <p:tgtEl>
                                          <p:spTgt spid="48"/>
                                        </p:tgtEl>
                                        <p:attrNameLst>
                                          <p:attrName>ppt_w</p:attrName>
                                        </p:attrNameLst>
                                      </p:cBhvr>
                                      <p:tavLst>
                                        <p:tav tm="0">
                                          <p:val>
                                            <p:fltVal val="0"/>
                                          </p:val>
                                        </p:tav>
                                        <p:tav tm="100000">
                                          <p:val>
                                            <p:strVal val="#ppt_w"/>
                                          </p:val>
                                        </p:tav>
                                      </p:tavLst>
                                    </p:anim>
                                    <p:anim calcmode="lin" valueType="num">
                                      <p:cBhvr>
                                        <p:cTn id="122" dur="500" fill="hold"/>
                                        <p:tgtEl>
                                          <p:spTgt spid="48"/>
                                        </p:tgtEl>
                                        <p:attrNameLst>
                                          <p:attrName>ppt_h</p:attrName>
                                        </p:attrNameLst>
                                      </p:cBhvr>
                                      <p:tavLst>
                                        <p:tav tm="0">
                                          <p:val>
                                            <p:fltVal val="0"/>
                                          </p:val>
                                        </p:tav>
                                        <p:tav tm="100000">
                                          <p:val>
                                            <p:strVal val="#ppt_h"/>
                                          </p:val>
                                        </p:tav>
                                      </p:tavLst>
                                    </p:anim>
                                    <p:animEffect transition="in" filter="fade">
                                      <p:cBhvr>
                                        <p:cTn id="123" dur="500"/>
                                        <p:tgtEl>
                                          <p:spTgt spid="48"/>
                                        </p:tgtEl>
                                      </p:cBhvr>
                                    </p:animEffect>
                                  </p:childTnLst>
                                </p:cTn>
                              </p:par>
                              <p:par>
                                <p:cTn id="124" presetID="63" presetClass="path" presetSubtype="0" accel="50000" decel="50000" fill="hold" grpId="1" nodeType="withEffect">
                                  <p:stCondLst>
                                    <p:cond delay="800"/>
                                  </p:stCondLst>
                                  <p:childTnLst>
                                    <p:animMotion origin="layout" path="M 3.75E-6 -4.81481E-6 L 0.14153 -4.81481E-6 " pathEditMode="relative" rAng="0" ptsTypes="AA">
                                      <p:cBhvr>
                                        <p:cTn id="125" dur="1000" spd="-100000" fill="hold"/>
                                        <p:tgtEl>
                                          <p:spTgt spid="48"/>
                                        </p:tgtEl>
                                        <p:attrNameLst>
                                          <p:attrName>ppt_x</p:attrName>
                                          <p:attrName>ppt_y</p:attrName>
                                        </p:attrNameLst>
                                      </p:cBhvr>
                                      <p:rCtr x="7070" y="0"/>
                                    </p:animMotion>
                                  </p:childTnLst>
                                </p:cTn>
                              </p:par>
                              <p:par>
                                <p:cTn id="126" presetID="53" presetClass="entr" presetSubtype="16" fill="hold" grpId="0" nodeType="withEffect">
                                  <p:stCondLst>
                                    <p:cond delay="1500"/>
                                  </p:stCondLst>
                                  <p:iterate type="lt">
                                    <p:tmPct val="10000"/>
                                  </p:iterate>
                                  <p:childTnLst>
                                    <p:set>
                                      <p:cBhvr>
                                        <p:cTn id="127" dur="1" fill="hold">
                                          <p:stCondLst>
                                            <p:cond delay="0"/>
                                          </p:stCondLst>
                                        </p:cTn>
                                        <p:tgtEl>
                                          <p:spTgt spid="49"/>
                                        </p:tgtEl>
                                        <p:attrNameLst>
                                          <p:attrName>style.visibility</p:attrName>
                                        </p:attrNameLst>
                                      </p:cBhvr>
                                      <p:to>
                                        <p:strVal val="visible"/>
                                      </p:to>
                                    </p:set>
                                    <p:anim calcmode="lin" valueType="num">
                                      <p:cBhvr>
                                        <p:cTn id="128" dur="250" fill="hold"/>
                                        <p:tgtEl>
                                          <p:spTgt spid="49"/>
                                        </p:tgtEl>
                                        <p:attrNameLst>
                                          <p:attrName>ppt_w</p:attrName>
                                        </p:attrNameLst>
                                      </p:cBhvr>
                                      <p:tavLst>
                                        <p:tav tm="0">
                                          <p:val>
                                            <p:fltVal val="0"/>
                                          </p:val>
                                        </p:tav>
                                        <p:tav tm="100000">
                                          <p:val>
                                            <p:strVal val="#ppt_w"/>
                                          </p:val>
                                        </p:tav>
                                      </p:tavLst>
                                    </p:anim>
                                    <p:anim calcmode="lin" valueType="num">
                                      <p:cBhvr>
                                        <p:cTn id="129" dur="250" fill="hold"/>
                                        <p:tgtEl>
                                          <p:spTgt spid="49"/>
                                        </p:tgtEl>
                                        <p:attrNameLst>
                                          <p:attrName>ppt_h</p:attrName>
                                        </p:attrNameLst>
                                      </p:cBhvr>
                                      <p:tavLst>
                                        <p:tav tm="0">
                                          <p:val>
                                            <p:fltVal val="0"/>
                                          </p:val>
                                        </p:tav>
                                        <p:tav tm="100000">
                                          <p:val>
                                            <p:strVal val="#ppt_h"/>
                                          </p:val>
                                        </p:tav>
                                      </p:tavLst>
                                    </p:anim>
                                    <p:animEffect transition="in" filter="fade">
                                      <p:cBhvr>
                                        <p:cTn id="130" dur="250"/>
                                        <p:tgtEl>
                                          <p:spTgt spid="49"/>
                                        </p:tgtEl>
                                      </p:cBhvr>
                                    </p:animEffect>
                                  </p:childTnLst>
                                </p:cTn>
                              </p:par>
                            </p:childTnLst>
                          </p:cTn>
                        </p:par>
                        <p:par>
                          <p:cTn id="131" fill="hold">
                            <p:stCondLst>
                              <p:cond delay="10400"/>
                            </p:stCondLst>
                            <p:childTnLst>
                              <p:par>
                                <p:cTn id="132" presetID="22" presetClass="entr" presetSubtype="8" fill="hold" grpId="0" nodeType="afterEffect">
                                  <p:stCondLst>
                                    <p:cond delay="0"/>
                                  </p:stCondLst>
                                  <p:childTnLst>
                                    <p:set>
                                      <p:cBhvr>
                                        <p:cTn id="133" dur="1" fill="hold">
                                          <p:stCondLst>
                                            <p:cond delay="0"/>
                                          </p:stCondLst>
                                        </p:cTn>
                                        <p:tgtEl>
                                          <p:spTgt spid="44"/>
                                        </p:tgtEl>
                                        <p:attrNameLst>
                                          <p:attrName>style.visibility</p:attrName>
                                        </p:attrNameLst>
                                      </p:cBhvr>
                                      <p:to>
                                        <p:strVal val="visible"/>
                                      </p:to>
                                    </p:set>
                                    <p:animEffect transition="in" filter="wipe(left)">
                                      <p:cBhvr>
                                        <p:cTn id="134" dur="500"/>
                                        <p:tgtEl>
                                          <p:spTgt spid="44"/>
                                        </p:tgtEl>
                                      </p:cBhvr>
                                    </p:animEffect>
                                  </p:childTnLst>
                                </p:cTn>
                              </p:par>
                            </p:childTnLst>
                          </p:cTn>
                        </p:par>
                        <p:par>
                          <p:cTn id="135" fill="hold">
                            <p:stCondLst>
                              <p:cond delay="10900"/>
                            </p:stCondLst>
                            <p:childTnLst>
                              <p:par>
                                <p:cTn id="136" presetID="53" presetClass="entr" presetSubtype="16" fill="hold" grpId="0" nodeType="afterEffect">
                                  <p:stCondLst>
                                    <p:cond delay="0"/>
                                  </p:stCondLst>
                                  <p:childTnLst>
                                    <p:set>
                                      <p:cBhvr>
                                        <p:cTn id="137" dur="1" fill="hold">
                                          <p:stCondLst>
                                            <p:cond delay="0"/>
                                          </p:stCondLst>
                                        </p:cTn>
                                        <p:tgtEl>
                                          <p:spTgt spid="56"/>
                                        </p:tgtEl>
                                        <p:attrNameLst>
                                          <p:attrName>style.visibility</p:attrName>
                                        </p:attrNameLst>
                                      </p:cBhvr>
                                      <p:to>
                                        <p:strVal val="visible"/>
                                      </p:to>
                                    </p:set>
                                    <p:anim calcmode="lin" valueType="num">
                                      <p:cBhvr>
                                        <p:cTn id="138" dur="250" fill="hold"/>
                                        <p:tgtEl>
                                          <p:spTgt spid="56"/>
                                        </p:tgtEl>
                                        <p:attrNameLst>
                                          <p:attrName>ppt_w</p:attrName>
                                        </p:attrNameLst>
                                      </p:cBhvr>
                                      <p:tavLst>
                                        <p:tav tm="0">
                                          <p:val>
                                            <p:fltVal val="0"/>
                                          </p:val>
                                        </p:tav>
                                        <p:tav tm="100000">
                                          <p:val>
                                            <p:strVal val="#ppt_w"/>
                                          </p:val>
                                        </p:tav>
                                      </p:tavLst>
                                    </p:anim>
                                    <p:anim calcmode="lin" valueType="num">
                                      <p:cBhvr>
                                        <p:cTn id="139" dur="250" fill="hold"/>
                                        <p:tgtEl>
                                          <p:spTgt spid="56"/>
                                        </p:tgtEl>
                                        <p:attrNameLst>
                                          <p:attrName>ppt_h</p:attrName>
                                        </p:attrNameLst>
                                      </p:cBhvr>
                                      <p:tavLst>
                                        <p:tav tm="0">
                                          <p:val>
                                            <p:fltVal val="0"/>
                                          </p:val>
                                        </p:tav>
                                        <p:tav tm="100000">
                                          <p:val>
                                            <p:strVal val="#ppt_h"/>
                                          </p:val>
                                        </p:tav>
                                      </p:tavLst>
                                    </p:anim>
                                    <p:animEffect transition="in" filter="fade">
                                      <p:cBhvr>
                                        <p:cTn id="140" dur="250"/>
                                        <p:tgtEl>
                                          <p:spTgt spid="56"/>
                                        </p:tgtEl>
                                      </p:cBhvr>
                                    </p:animEffect>
                                  </p:childTnLst>
                                </p:cTn>
                              </p:par>
                              <p:par>
                                <p:cTn id="141" presetID="6" presetClass="emph" presetSubtype="0" decel="100000" fill="hold" grpId="1" nodeType="withEffect">
                                  <p:stCondLst>
                                    <p:cond delay="200"/>
                                  </p:stCondLst>
                                  <p:childTnLst>
                                    <p:animScale>
                                      <p:cBhvr>
                                        <p:cTn id="142" dur="250" fill="hold"/>
                                        <p:tgtEl>
                                          <p:spTgt spid="56"/>
                                        </p:tgtEl>
                                      </p:cBhvr>
                                      <p:by x="120000" y="120000"/>
                                    </p:animScale>
                                  </p:childTnLst>
                                </p:cTn>
                              </p:par>
                              <p:par>
                                <p:cTn id="143" presetID="6" presetClass="emph" presetSubtype="0" decel="100000" fill="hold" grpId="2" nodeType="withEffect">
                                  <p:stCondLst>
                                    <p:cond delay="400"/>
                                  </p:stCondLst>
                                  <p:childTnLst>
                                    <p:animScale>
                                      <p:cBhvr>
                                        <p:cTn id="144" dur="250" fill="hold"/>
                                        <p:tgtEl>
                                          <p:spTgt spid="56"/>
                                        </p:tgtEl>
                                      </p:cBhvr>
                                      <p:by x="83000" y="83000"/>
                                    </p:animScale>
                                  </p:childTnLst>
                                </p:cTn>
                              </p:par>
                              <p:par>
                                <p:cTn id="145" presetID="53" presetClass="entr" presetSubtype="16" fill="hold" grpId="0" nodeType="withEffect">
                                  <p:stCondLst>
                                    <p:cond delay="400"/>
                                  </p:stCondLst>
                                  <p:childTnLst>
                                    <p:set>
                                      <p:cBhvr>
                                        <p:cTn id="146" dur="1" fill="hold">
                                          <p:stCondLst>
                                            <p:cond delay="0"/>
                                          </p:stCondLst>
                                        </p:cTn>
                                        <p:tgtEl>
                                          <p:spTgt spid="60"/>
                                        </p:tgtEl>
                                        <p:attrNameLst>
                                          <p:attrName>style.visibility</p:attrName>
                                        </p:attrNameLst>
                                      </p:cBhvr>
                                      <p:to>
                                        <p:strVal val="visible"/>
                                      </p:to>
                                    </p:set>
                                    <p:anim calcmode="lin" valueType="num">
                                      <p:cBhvr>
                                        <p:cTn id="147" dur="250" fill="hold"/>
                                        <p:tgtEl>
                                          <p:spTgt spid="60"/>
                                        </p:tgtEl>
                                        <p:attrNameLst>
                                          <p:attrName>ppt_w</p:attrName>
                                        </p:attrNameLst>
                                      </p:cBhvr>
                                      <p:tavLst>
                                        <p:tav tm="0">
                                          <p:val>
                                            <p:fltVal val="0"/>
                                          </p:val>
                                        </p:tav>
                                        <p:tav tm="100000">
                                          <p:val>
                                            <p:strVal val="#ppt_w"/>
                                          </p:val>
                                        </p:tav>
                                      </p:tavLst>
                                    </p:anim>
                                    <p:anim calcmode="lin" valueType="num">
                                      <p:cBhvr>
                                        <p:cTn id="148" dur="250" fill="hold"/>
                                        <p:tgtEl>
                                          <p:spTgt spid="60"/>
                                        </p:tgtEl>
                                        <p:attrNameLst>
                                          <p:attrName>ppt_h</p:attrName>
                                        </p:attrNameLst>
                                      </p:cBhvr>
                                      <p:tavLst>
                                        <p:tav tm="0">
                                          <p:val>
                                            <p:fltVal val="0"/>
                                          </p:val>
                                        </p:tav>
                                        <p:tav tm="100000">
                                          <p:val>
                                            <p:strVal val="#ppt_h"/>
                                          </p:val>
                                        </p:tav>
                                      </p:tavLst>
                                    </p:anim>
                                    <p:animEffect transition="in" filter="fade">
                                      <p:cBhvr>
                                        <p:cTn id="149" dur="250"/>
                                        <p:tgtEl>
                                          <p:spTgt spid="60"/>
                                        </p:tgtEl>
                                      </p:cBhvr>
                                    </p:animEffect>
                                  </p:childTnLst>
                                </p:cTn>
                              </p:par>
                              <p:par>
                                <p:cTn id="150" presetID="6" presetClass="emph" presetSubtype="0" decel="100000" fill="hold" grpId="1" nodeType="withEffect">
                                  <p:stCondLst>
                                    <p:cond delay="600"/>
                                  </p:stCondLst>
                                  <p:childTnLst>
                                    <p:animScale>
                                      <p:cBhvr>
                                        <p:cTn id="151" dur="250" fill="hold"/>
                                        <p:tgtEl>
                                          <p:spTgt spid="60"/>
                                        </p:tgtEl>
                                      </p:cBhvr>
                                      <p:by x="120000" y="120000"/>
                                    </p:animScale>
                                  </p:childTnLst>
                                </p:cTn>
                              </p:par>
                              <p:par>
                                <p:cTn id="152" presetID="6" presetClass="emph" presetSubtype="0" decel="100000" fill="hold" grpId="2" nodeType="withEffect">
                                  <p:stCondLst>
                                    <p:cond delay="800"/>
                                  </p:stCondLst>
                                  <p:childTnLst>
                                    <p:animScale>
                                      <p:cBhvr>
                                        <p:cTn id="153" dur="250" fill="hold"/>
                                        <p:tgtEl>
                                          <p:spTgt spid="60"/>
                                        </p:tgtEl>
                                      </p:cBhvr>
                                      <p:by x="83000" y="83000"/>
                                    </p:animScale>
                                  </p:childTnLst>
                                </p:cTn>
                              </p:par>
                              <p:par>
                                <p:cTn id="154" presetID="53" presetClass="entr" presetSubtype="16" fill="hold" grpId="0" nodeType="withEffect">
                                  <p:stCondLst>
                                    <p:cond delay="800"/>
                                  </p:stCondLst>
                                  <p:childTnLst>
                                    <p:set>
                                      <p:cBhvr>
                                        <p:cTn id="155" dur="1" fill="hold">
                                          <p:stCondLst>
                                            <p:cond delay="0"/>
                                          </p:stCondLst>
                                        </p:cTn>
                                        <p:tgtEl>
                                          <p:spTgt spid="50"/>
                                        </p:tgtEl>
                                        <p:attrNameLst>
                                          <p:attrName>style.visibility</p:attrName>
                                        </p:attrNameLst>
                                      </p:cBhvr>
                                      <p:to>
                                        <p:strVal val="visible"/>
                                      </p:to>
                                    </p:set>
                                    <p:anim calcmode="lin" valueType="num">
                                      <p:cBhvr>
                                        <p:cTn id="156" dur="500" fill="hold"/>
                                        <p:tgtEl>
                                          <p:spTgt spid="50"/>
                                        </p:tgtEl>
                                        <p:attrNameLst>
                                          <p:attrName>ppt_w</p:attrName>
                                        </p:attrNameLst>
                                      </p:cBhvr>
                                      <p:tavLst>
                                        <p:tav tm="0">
                                          <p:val>
                                            <p:fltVal val="0"/>
                                          </p:val>
                                        </p:tav>
                                        <p:tav tm="100000">
                                          <p:val>
                                            <p:strVal val="#ppt_w"/>
                                          </p:val>
                                        </p:tav>
                                      </p:tavLst>
                                    </p:anim>
                                    <p:anim calcmode="lin" valueType="num">
                                      <p:cBhvr>
                                        <p:cTn id="157" dur="500" fill="hold"/>
                                        <p:tgtEl>
                                          <p:spTgt spid="50"/>
                                        </p:tgtEl>
                                        <p:attrNameLst>
                                          <p:attrName>ppt_h</p:attrName>
                                        </p:attrNameLst>
                                      </p:cBhvr>
                                      <p:tavLst>
                                        <p:tav tm="0">
                                          <p:val>
                                            <p:fltVal val="0"/>
                                          </p:val>
                                        </p:tav>
                                        <p:tav tm="100000">
                                          <p:val>
                                            <p:strVal val="#ppt_h"/>
                                          </p:val>
                                        </p:tav>
                                      </p:tavLst>
                                    </p:anim>
                                    <p:animEffect transition="in" filter="fade">
                                      <p:cBhvr>
                                        <p:cTn id="158" dur="500"/>
                                        <p:tgtEl>
                                          <p:spTgt spid="50"/>
                                        </p:tgtEl>
                                      </p:cBhvr>
                                    </p:animEffect>
                                  </p:childTnLst>
                                </p:cTn>
                              </p:par>
                              <p:par>
                                <p:cTn id="159" presetID="63" presetClass="path" presetSubtype="0" accel="50000" decel="50000" fill="hold" grpId="1" nodeType="withEffect">
                                  <p:stCondLst>
                                    <p:cond delay="800"/>
                                  </p:stCondLst>
                                  <p:childTnLst>
                                    <p:animMotion origin="layout" path="M 3.75E-6 2.22222E-6 L 0.14153 2.22222E-6 " pathEditMode="relative" rAng="0" ptsTypes="AA">
                                      <p:cBhvr>
                                        <p:cTn id="160" dur="1000" spd="-100000" fill="hold"/>
                                        <p:tgtEl>
                                          <p:spTgt spid="50"/>
                                        </p:tgtEl>
                                        <p:attrNameLst>
                                          <p:attrName>ppt_x</p:attrName>
                                          <p:attrName>ppt_y</p:attrName>
                                        </p:attrNameLst>
                                      </p:cBhvr>
                                      <p:rCtr x="7070" y="0"/>
                                    </p:animMotion>
                                  </p:childTnLst>
                                </p:cTn>
                              </p:par>
                              <p:par>
                                <p:cTn id="161" presetID="53" presetClass="entr" presetSubtype="16" fill="hold" grpId="0" nodeType="withEffect">
                                  <p:stCondLst>
                                    <p:cond delay="1500"/>
                                  </p:stCondLst>
                                  <p:iterate type="lt">
                                    <p:tmPct val="10000"/>
                                  </p:iterate>
                                  <p:childTnLst>
                                    <p:set>
                                      <p:cBhvr>
                                        <p:cTn id="162" dur="1" fill="hold">
                                          <p:stCondLst>
                                            <p:cond delay="0"/>
                                          </p:stCondLst>
                                        </p:cTn>
                                        <p:tgtEl>
                                          <p:spTgt spid="51"/>
                                        </p:tgtEl>
                                        <p:attrNameLst>
                                          <p:attrName>style.visibility</p:attrName>
                                        </p:attrNameLst>
                                      </p:cBhvr>
                                      <p:to>
                                        <p:strVal val="visible"/>
                                      </p:to>
                                    </p:set>
                                    <p:anim calcmode="lin" valueType="num">
                                      <p:cBhvr>
                                        <p:cTn id="163" dur="250" fill="hold"/>
                                        <p:tgtEl>
                                          <p:spTgt spid="51"/>
                                        </p:tgtEl>
                                        <p:attrNameLst>
                                          <p:attrName>ppt_w</p:attrName>
                                        </p:attrNameLst>
                                      </p:cBhvr>
                                      <p:tavLst>
                                        <p:tav tm="0">
                                          <p:val>
                                            <p:fltVal val="0"/>
                                          </p:val>
                                        </p:tav>
                                        <p:tav tm="100000">
                                          <p:val>
                                            <p:strVal val="#ppt_w"/>
                                          </p:val>
                                        </p:tav>
                                      </p:tavLst>
                                    </p:anim>
                                    <p:anim calcmode="lin" valueType="num">
                                      <p:cBhvr>
                                        <p:cTn id="164" dur="250" fill="hold"/>
                                        <p:tgtEl>
                                          <p:spTgt spid="51"/>
                                        </p:tgtEl>
                                        <p:attrNameLst>
                                          <p:attrName>ppt_h</p:attrName>
                                        </p:attrNameLst>
                                      </p:cBhvr>
                                      <p:tavLst>
                                        <p:tav tm="0">
                                          <p:val>
                                            <p:fltVal val="0"/>
                                          </p:val>
                                        </p:tav>
                                        <p:tav tm="100000">
                                          <p:val>
                                            <p:strVal val="#ppt_h"/>
                                          </p:val>
                                        </p:tav>
                                      </p:tavLst>
                                    </p:anim>
                                    <p:animEffect transition="in" filter="fade">
                                      <p:cBhvr>
                                        <p:cTn id="165" dur="250"/>
                                        <p:tgtEl>
                                          <p:spTgt spid="51"/>
                                        </p:tgtEl>
                                      </p:cBhvr>
                                    </p:animEffect>
                                  </p:childTnLst>
                                </p:cTn>
                              </p:par>
                            </p:childTnLst>
                          </p:cTn>
                        </p:par>
                        <p:par>
                          <p:cTn id="166" fill="hold">
                            <p:stCondLst>
                              <p:cond delay="13575"/>
                            </p:stCondLst>
                            <p:childTnLst>
                              <p:par>
                                <p:cTn id="167" presetID="22" presetClass="entr" presetSubtype="8" fill="hold" grpId="0" nodeType="afterEffect">
                                  <p:stCondLst>
                                    <p:cond delay="0"/>
                                  </p:stCondLst>
                                  <p:childTnLst>
                                    <p:set>
                                      <p:cBhvr>
                                        <p:cTn id="168" dur="1" fill="hold">
                                          <p:stCondLst>
                                            <p:cond delay="0"/>
                                          </p:stCondLst>
                                        </p:cTn>
                                        <p:tgtEl>
                                          <p:spTgt spid="45"/>
                                        </p:tgtEl>
                                        <p:attrNameLst>
                                          <p:attrName>style.visibility</p:attrName>
                                        </p:attrNameLst>
                                      </p:cBhvr>
                                      <p:to>
                                        <p:strVal val="visible"/>
                                      </p:to>
                                    </p:set>
                                    <p:animEffect transition="in" filter="wipe(left)">
                                      <p:cBhvr>
                                        <p:cTn id="169" dur="500"/>
                                        <p:tgtEl>
                                          <p:spTgt spid="45"/>
                                        </p:tgtEl>
                                      </p:cBhvr>
                                    </p:animEffect>
                                  </p:childTnLst>
                                </p:cTn>
                              </p:par>
                            </p:childTnLst>
                          </p:cTn>
                        </p:par>
                        <p:par>
                          <p:cTn id="170" fill="hold">
                            <p:stCondLst>
                              <p:cond delay="14075"/>
                            </p:stCondLst>
                            <p:childTnLst>
                              <p:par>
                                <p:cTn id="171" presetID="53" presetClass="entr" presetSubtype="16" fill="hold" grpId="0" nodeType="afterEffect">
                                  <p:stCondLst>
                                    <p:cond delay="0"/>
                                  </p:stCondLst>
                                  <p:childTnLst>
                                    <p:set>
                                      <p:cBhvr>
                                        <p:cTn id="172" dur="1" fill="hold">
                                          <p:stCondLst>
                                            <p:cond delay="0"/>
                                          </p:stCondLst>
                                        </p:cTn>
                                        <p:tgtEl>
                                          <p:spTgt spid="57"/>
                                        </p:tgtEl>
                                        <p:attrNameLst>
                                          <p:attrName>style.visibility</p:attrName>
                                        </p:attrNameLst>
                                      </p:cBhvr>
                                      <p:to>
                                        <p:strVal val="visible"/>
                                      </p:to>
                                    </p:set>
                                    <p:anim calcmode="lin" valueType="num">
                                      <p:cBhvr>
                                        <p:cTn id="173" dur="250" fill="hold"/>
                                        <p:tgtEl>
                                          <p:spTgt spid="57"/>
                                        </p:tgtEl>
                                        <p:attrNameLst>
                                          <p:attrName>ppt_w</p:attrName>
                                        </p:attrNameLst>
                                      </p:cBhvr>
                                      <p:tavLst>
                                        <p:tav tm="0">
                                          <p:val>
                                            <p:fltVal val="0"/>
                                          </p:val>
                                        </p:tav>
                                        <p:tav tm="100000">
                                          <p:val>
                                            <p:strVal val="#ppt_w"/>
                                          </p:val>
                                        </p:tav>
                                      </p:tavLst>
                                    </p:anim>
                                    <p:anim calcmode="lin" valueType="num">
                                      <p:cBhvr>
                                        <p:cTn id="174" dur="250" fill="hold"/>
                                        <p:tgtEl>
                                          <p:spTgt spid="57"/>
                                        </p:tgtEl>
                                        <p:attrNameLst>
                                          <p:attrName>ppt_h</p:attrName>
                                        </p:attrNameLst>
                                      </p:cBhvr>
                                      <p:tavLst>
                                        <p:tav tm="0">
                                          <p:val>
                                            <p:fltVal val="0"/>
                                          </p:val>
                                        </p:tav>
                                        <p:tav tm="100000">
                                          <p:val>
                                            <p:strVal val="#ppt_h"/>
                                          </p:val>
                                        </p:tav>
                                      </p:tavLst>
                                    </p:anim>
                                    <p:animEffect transition="in" filter="fade">
                                      <p:cBhvr>
                                        <p:cTn id="175" dur="250"/>
                                        <p:tgtEl>
                                          <p:spTgt spid="57"/>
                                        </p:tgtEl>
                                      </p:cBhvr>
                                    </p:animEffect>
                                  </p:childTnLst>
                                </p:cTn>
                              </p:par>
                              <p:par>
                                <p:cTn id="176" presetID="6" presetClass="emph" presetSubtype="0" decel="100000" fill="hold" grpId="1" nodeType="withEffect">
                                  <p:stCondLst>
                                    <p:cond delay="200"/>
                                  </p:stCondLst>
                                  <p:childTnLst>
                                    <p:animScale>
                                      <p:cBhvr>
                                        <p:cTn id="177" dur="250" fill="hold"/>
                                        <p:tgtEl>
                                          <p:spTgt spid="57"/>
                                        </p:tgtEl>
                                      </p:cBhvr>
                                      <p:by x="120000" y="120000"/>
                                    </p:animScale>
                                  </p:childTnLst>
                                </p:cTn>
                              </p:par>
                              <p:par>
                                <p:cTn id="178" presetID="6" presetClass="emph" presetSubtype="0" decel="100000" fill="hold" grpId="2" nodeType="withEffect">
                                  <p:stCondLst>
                                    <p:cond delay="400"/>
                                  </p:stCondLst>
                                  <p:childTnLst>
                                    <p:animScale>
                                      <p:cBhvr>
                                        <p:cTn id="179" dur="250" fill="hold"/>
                                        <p:tgtEl>
                                          <p:spTgt spid="57"/>
                                        </p:tgtEl>
                                      </p:cBhvr>
                                      <p:by x="83000" y="83000"/>
                                    </p:animScale>
                                  </p:childTnLst>
                                </p:cTn>
                              </p:par>
                              <p:par>
                                <p:cTn id="180" presetID="53" presetClass="entr" presetSubtype="16" fill="hold" grpId="0" nodeType="withEffect">
                                  <p:stCondLst>
                                    <p:cond delay="400"/>
                                  </p:stCondLst>
                                  <p:childTnLst>
                                    <p:set>
                                      <p:cBhvr>
                                        <p:cTn id="181" dur="1" fill="hold">
                                          <p:stCondLst>
                                            <p:cond delay="0"/>
                                          </p:stCondLst>
                                        </p:cTn>
                                        <p:tgtEl>
                                          <p:spTgt spid="61"/>
                                        </p:tgtEl>
                                        <p:attrNameLst>
                                          <p:attrName>style.visibility</p:attrName>
                                        </p:attrNameLst>
                                      </p:cBhvr>
                                      <p:to>
                                        <p:strVal val="visible"/>
                                      </p:to>
                                    </p:set>
                                    <p:anim calcmode="lin" valueType="num">
                                      <p:cBhvr>
                                        <p:cTn id="182" dur="250" fill="hold"/>
                                        <p:tgtEl>
                                          <p:spTgt spid="61"/>
                                        </p:tgtEl>
                                        <p:attrNameLst>
                                          <p:attrName>ppt_w</p:attrName>
                                        </p:attrNameLst>
                                      </p:cBhvr>
                                      <p:tavLst>
                                        <p:tav tm="0">
                                          <p:val>
                                            <p:fltVal val="0"/>
                                          </p:val>
                                        </p:tav>
                                        <p:tav tm="100000">
                                          <p:val>
                                            <p:strVal val="#ppt_w"/>
                                          </p:val>
                                        </p:tav>
                                      </p:tavLst>
                                    </p:anim>
                                    <p:anim calcmode="lin" valueType="num">
                                      <p:cBhvr>
                                        <p:cTn id="183" dur="250" fill="hold"/>
                                        <p:tgtEl>
                                          <p:spTgt spid="61"/>
                                        </p:tgtEl>
                                        <p:attrNameLst>
                                          <p:attrName>ppt_h</p:attrName>
                                        </p:attrNameLst>
                                      </p:cBhvr>
                                      <p:tavLst>
                                        <p:tav tm="0">
                                          <p:val>
                                            <p:fltVal val="0"/>
                                          </p:val>
                                        </p:tav>
                                        <p:tav tm="100000">
                                          <p:val>
                                            <p:strVal val="#ppt_h"/>
                                          </p:val>
                                        </p:tav>
                                      </p:tavLst>
                                    </p:anim>
                                    <p:animEffect transition="in" filter="fade">
                                      <p:cBhvr>
                                        <p:cTn id="184" dur="250"/>
                                        <p:tgtEl>
                                          <p:spTgt spid="61"/>
                                        </p:tgtEl>
                                      </p:cBhvr>
                                    </p:animEffect>
                                  </p:childTnLst>
                                </p:cTn>
                              </p:par>
                              <p:par>
                                <p:cTn id="185" presetID="6" presetClass="emph" presetSubtype="0" decel="100000" fill="hold" grpId="1" nodeType="withEffect">
                                  <p:stCondLst>
                                    <p:cond delay="600"/>
                                  </p:stCondLst>
                                  <p:childTnLst>
                                    <p:animScale>
                                      <p:cBhvr>
                                        <p:cTn id="186" dur="250" fill="hold"/>
                                        <p:tgtEl>
                                          <p:spTgt spid="61"/>
                                        </p:tgtEl>
                                      </p:cBhvr>
                                      <p:by x="120000" y="120000"/>
                                    </p:animScale>
                                  </p:childTnLst>
                                </p:cTn>
                              </p:par>
                              <p:par>
                                <p:cTn id="187" presetID="6" presetClass="emph" presetSubtype="0" decel="100000" fill="hold" grpId="2" nodeType="withEffect">
                                  <p:stCondLst>
                                    <p:cond delay="800"/>
                                  </p:stCondLst>
                                  <p:childTnLst>
                                    <p:animScale>
                                      <p:cBhvr>
                                        <p:cTn id="188" dur="250" fill="hold"/>
                                        <p:tgtEl>
                                          <p:spTgt spid="61"/>
                                        </p:tgtEl>
                                      </p:cBhvr>
                                      <p:by x="83000" y="83000"/>
                                    </p:animScale>
                                  </p:childTnLst>
                                </p:cTn>
                              </p:par>
                              <p:par>
                                <p:cTn id="189" presetID="53" presetClass="entr" presetSubtype="16" fill="hold" grpId="0" nodeType="withEffect">
                                  <p:stCondLst>
                                    <p:cond delay="800"/>
                                  </p:stCondLst>
                                  <p:childTnLst>
                                    <p:set>
                                      <p:cBhvr>
                                        <p:cTn id="190" dur="1" fill="hold">
                                          <p:stCondLst>
                                            <p:cond delay="0"/>
                                          </p:stCondLst>
                                        </p:cTn>
                                        <p:tgtEl>
                                          <p:spTgt spid="52"/>
                                        </p:tgtEl>
                                        <p:attrNameLst>
                                          <p:attrName>style.visibility</p:attrName>
                                        </p:attrNameLst>
                                      </p:cBhvr>
                                      <p:to>
                                        <p:strVal val="visible"/>
                                      </p:to>
                                    </p:set>
                                    <p:anim calcmode="lin" valueType="num">
                                      <p:cBhvr>
                                        <p:cTn id="191" dur="500" fill="hold"/>
                                        <p:tgtEl>
                                          <p:spTgt spid="52"/>
                                        </p:tgtEl>
                                        <p:attrNameLst>
                                          <p:attrName>ppt_w</p:attrName>
                                        </p:attrNameLst>
                                      </p:cBhvr>
                                      <p:tavLst>
                                        <p:tav tm="0">
                                          <p:val>
                                            <p:fltVal val="0"/>
                                          </p:val>
                                        </p:tav>
                                        <p:tav tm="100000">
                                          <p:val>
                                            <p:strVal val="#ppt_w"/>
                                          </p:val>
                                        </p:tav>
                                      </p:tavLst>
                                    </p:anim>
                                    <p:anim calcmode="lin" valueType="num">
                                      <p:cBhvr>
                                        <p:cTn id="192" dur="500" fill="hold"/>
                                        <p:tgtEl>
                                          <p:spTgt spid="52"/>
                                        </p:tgtEl>
                                        <p:attrNameLst>
                                          <p:attrName>ppt_h</p:attrName>
                                        </p:attrNameLst>
                                      </p:cBhvr>
                                      <p:tavLst>
                                        <p:tav tm="0">
                                          <p:val>
                                            <p:fltVal val="0"/>
                                          </p:val>
                                        </p:tav>
                                        <p:tav tm="100000">
                                          <p:val>
                                            <p:strVal val="#ppt_h"/>
                                          </p:val>
                                        </p:tav>
                                      </p:tavLst>
                                    </p:anim>
                                    <p:animEffect transition="in" filter="fade">
                                      <p:cBhvr>
                                        <p:cTn id="193" dur="500"/>
                                        <p:tgtEl>
                                          <p:spTgt spid="52"/>
                                        </p:tgtEl>
                                      </p:cBhvr>
                                    </p:animEffect>
                                  </p:childTnLst>
                                </p:cTn>
                              </p:par>
                              <p:par>
                                <p:cTn id="194" presetID="63" presetClass="path" presetSubtype="0" accel="50000" decel="50000" fill="hold" grpId="1" nodeType="withEffect">
                                  <p:stCondLst>
                                    <p:cond delay="800"/>
                                  </p:stCondLst>
                                  <p:childTnLst>
                                    <p:animMotion origin="layout" path="M -3.95833E-6 2.22222E-6 L 0.14154 2.22222E-6 " pathEditMode="relative" rAng="0" ptsTypes="AA">
                                      <p:cBhvr>
                                        <p:cTn id="195" dur="1000" spd="-100000" fill="hold"/>
                                        <p:tgtEl>
                                          <p:spTgt spid="52"/>
                                        </p:tgtEl>
                                        <p:attrNameLst>
                                          <p:attrName>ppt_x</p:attrName>
                                          <p:attrName>ppt_y</p:attrName>
                                        </p:attrNameLst>
                                      </p:cBhvr>
                                      <p:rCtr x="7070" y="0"/>
                                    </p:animMotion>
                                  </p:childTnLst>
                                </p:cTn>
                              </p:par>
                              <p:par>
                                <p:cTn id="196" presetID="53" presetClass="entr" presetSubtype="16" fill="hold" grpId="0" nodeType="withEffect">
                                  <p:stCondLst>
                                    <p:cond delay="1500"/>
                                  </p:stCondLst>
                                  <p:iterate type="lt">
                                    <p:tmPct val="10000"/>
                                  </p:iterate>
                                  <p:childTnLst>
                                    <p:set>
                                      <p:cBhvr>
                                        <p:cTn id="197" dur="1" fill="hold">
                                          <p:stCondLst>
                                            <p:cond delay="0"/>
                                          </p:stCondLst>
                                        </p:cTn>
                                        <p:tgtEl>
                                          <p:spTgt spid="53"/>
                                        </p:tgtEl>
                                        <p:attrNameLst>
                                          <p:attrName>style.visibility</p:attrName>
                                        </p:attrNameLst>
                                      </p:cBhvr>
                                      <p:to>
                                        <p:strVal val="visible"/>
                                      </p:to>
                                    </p:set>
                                    <p:anim calcmode="lin" valueType="num">
                                      <p:cBhvr>
                                        <p:cTn id="198" dur="250" fill="hold"/>
                                        <p:tgtEl>
                                          <p:spTgt spid="53"/>
                                        </p:tgtEl>
                                        <p:attrNameLst>
                                          <p:attrName>ppt_w</p:attrName>
                                        </p:attrNameLst>
                                      </p:cBhvr>
                                      <p:tavLst>
                                        <p:tav tm="0">
                                          <p:val>
                                            <p:fltVal val="0"/>
                                          </p:val>
                                        </p:tav>
                                        <p:tav tm="100000">
                                          <p:val>
                                            <p:strVal val="#ppt_w"/>
                                          </p:val>
                                        </p:tav>
                                      </p:tavLst>
                                    </p:anim>
                                    <p:anim calcmode="lin" valueType="num">
                                      <p:cBhvr>
                                        <p:cTn id="199" dur="250" fill="hold"/>
                                        <p:tgtEl>
                                          <p:spTgt spid="53"/>
                                        </p:tgtEl>
                                        <p:attrNameLst>
                                          <p:attrName>ppt_h</p:attrName>
                                        </p:attrNameLst>
                                      </p:cBhvr>
                                      <p:tavLst>
                                        <p:tav tm="0">
                                          <p:val>
                                            <p:fltVal val="0"/>
                                          </p:val>
                                        </p:tav>
                                        <p:tav tm="100000">
                                          <p:val>
                                            <p:strVal val="#ppt_h"/>
                                          </p:val>
                                        </p:tav>
                                      </p:tavLst>
                                    </p:anim>
                                    <p:animEffect transition="in" filter="fade">
                                      <p:cBhvr>
                                        <p:cTn id="200" dur="2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5" grpId="1"/>
      <p:bldP spid="37" grpId="0" animBg="1"/>
      <p:bldP spid="37" grpId="1" animBg="1"/>
      <p:bldP spid="37" grpId="2" animBg="1"/>
      <p:bldP spid="38" grpId="0" animBg="1"/>
      <p:bldP spid="39" grpId="0" animBg="1"/>
      <p:bldP spid="39" grpId="1" animBg="1"/>
      <p:bldP spid="39" grpId="2" animBg="1"/>
      <p:bldP spid="40" grpId="0" animBg="1"/>
      <p:bldP spid="41" grpId="0" animBg="1"/>
      <p:bldP spid="42" grpId="0" animBg="1"/>
      <p:bldP spid="43" grpId="0" animBg="1"/>
      <p:bldP spid="44" grpId="0" animBg="1"/>
      <p:bldP spid="45" grpId="0" animBg="1"/>
      <p:bldP spid="46" grpId="0"/>
      <p:bldP spid="46" grpId="1"/>
      <p:bldP spid="47" grpId="0"/>
      <p:bldP spid="48" grpId="0"/>
      <p:bldP spid="48" grpId="1"/>
      <p:bldP spid="49" grpId="0"/>
      <p:bldP spid="50" grpId="0"/>
      <p:bldP spid="50" grpId="1"/>
      <p:bldP spid="51" grpId="0"/>
      <p:bldP spid="52" grpId="0"/>
      <p:bldP spid="52" grpId="1"/>
      <p:bldP spid="53" grpId="0"/>
      <p:bldP spid="54" grpId="0" animBg="1"/>
      <p:bldP spid="54" grpId="1" animBg="1"/>
      <p:bldP spid="54" grpId="2" animBg="1"/>
      <p:bldP spid="55" grpId="0" animBg="1"/>
      <p:bldP spid="55" grpId="1" animBg="1"/>
      <p:bldP spid="55" grpId="2" animBg="1"/>
      <p:bldP spid="56" grpId="0" animBg="1"/>
      <p:bldP spid="56" grpId="1" animBg="1"/>
      <p:bldP spid="56" grpId="2" animBg="1"/>
      <p:bldP spid="57" grpId="0" animBg="1"/>
      <p:bldP spid="57" grpId="1" animBg="1"/>
      <p:bldP spid="57" grpId="2" animBg="1"/>
      <p:bldP spid="58" grpId="0"/>
      <p:bldP spid="58" grpId="1"/>
      <p:bldP spid="58" grpId="2"/>
      <p:bldP spid="59" grpId="0"/>
      <p:bldP spid="59" grpId="1"/>
      <p:bldP spid="59" grpId="2"/>
      <p:bldP spid="60" grpId="0"/>
      <p:bldP spid="60" grpId="1"/>
      <p:bldP spid="60" grpId="2"/>
      <p:bldP spid="61" grpId="0"/>
      <p:bldP spid="61" grpId="1"/>
      <p:bldP spid="61" grpId="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450633" y="228814"/>
            <a:ext cx="720000" cy="720000"/>
            <a:chOff x="450633" y="228814"/>
            <a:chExt cx="720000" cy="720000"/>
          </a:xfrm>
        </p:grpSpPr>
        <p:sp>
          <p:nvSpPr>
            <p:cNvPr id="21" name="椭圆 20"/>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22"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23" name="文本框 22"/>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执行力上的不足</a:t>
            </a:r>
          </a:p>
        </p:txBody>
      </p:sp>
      <p:cxnSp>
        <p:nvCxnSpPr>
          <p:cNvPr id="24" name="直接连接符 23"/>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25" name="下箭头 11"/>
          <p:cNvSpPr>
            <a:spLocks noChangeAspect="1"/>
          </p:cNvSpPr>
          <p:nvPr/>
        </p:nvSpPr>
        <p:spPr>
          <a:xfrm rot="4368884">
            <a:off x="4955020" y="1660024"/>
            <a:ext cx="1294537" cy="2451326"/>
          </a:xfrm>
          <a:custGeom>
            <a:avLst/>
            <a:gdLst>
              <a:gd name="connsiteX0" fmla="*/ 0 w 720080"/>
              <a:gd name="connsiteY0" fmla="*/ 2808312 h 3168352"/>
              <a:gd name="connsiteX1" fmla="*/ 180020 w 720080"/>
              <a:gd name="connsiteY1" fmla="*/ 2808312 h 3168352"/>
              <a:gd name="connsiteX2" fmla="*/ 180020 w 720080"/>
              <a:gd name="connsiteY2" fmla="*/ 0 h 3168352"/>
              <a:gd name="connsiteX3" fmla="*/ 540060 w 720080"/>
              <a:gd name="connsiteY3" fmla="*/ 0 h 3168352"/>
              <a:gd name="connsiteX4" fmla="*/ 540060 w 720080"/>
              <a:gd name="connsiteY4" fmla="*/ 2808312 h 3168352"/>
              <a:gd name="connsiteX5" fmla="*/ 720080 w 720080"/>
              <a:gd name="connsiteY5" fmla="*/ 2808312 h 3168352"/>
              <a:gd name="connsiteX6" fmla="*/ 360040 w 720080"/>
              <a:gd name="connsiteY6" fmla="*/ 3168352 h 3168352"/>
              <a:gd name="connsiteX7" fmla="*/ 0 w 720080"/>
              <a:gd name="connsiteY7"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538" h="2941772">
                <a:moveTo>
                  <a:pt x="0" y="2581732"/>
                </a:moveTo>
                <a:lnTo>
                  <a:pt x="180020" y="2581732"/>
                </a:lnTo>
                <a:cubicBezTo>
                  <a:pt x="22448" y="1449685"/>
                  <a:pt x="392875" y="355256"/>
                  <a:pt x="1553538" y="0"/>
                </a:cubicBezTo>
                <a:cubicBezTo>
                  <a:pt x="659395" y="472539"/>
                  <a:pt x="327789" y="1270071"/>
                  <a:pt x="540060" y="2581732"/>
                </a:cubicBezTo>
                <a:lnTo>
                  <a:pt x="720080" y="2581732"/>
                </a:lnTo>
                <a:lnTo>
                  <a:pt x="360040" y="2941772"/>
                </a:lnTo>
                <a:lnTo>
                  <a:pt x="0" y="2581732"/>
                </a:lnTo>
                <a:close/>
              </a:path>
            </a:pathLst>
          </a:custGeom>
          <a:solidFill>
            <a:srgbClr val="17406D"/>
          </a:solidFill>
          <a:ln w="12700" cap="flat" cmpd="sng" algn="ctr">
            <a:noFill/>
            <a:prstDash val="solid"/>
            <a:miter lim="800000"/>
          </a:ln>
          <a:effectLst>
            <a:outerShdw blurRad="203200" dist="152400" dir="2700000" algn="tl" rotWithShape="0">
              <a:prstClr val="black">
                <a:alpha val="6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panose="020F0502020204030204"/>
              <a:ea typeface="宋体" panose="02010600030101010101" pitchFamily="2" charset="-122"/>
            </a:endParaRPr>
          </a:p>
        </p:txBody>
      </p:sp>
      <p:sp>
        <p:nvSpPr>
          <p:cNvPr id="26" name="下箭头 11"/>
          <p:cNvSpPr>
            <a:spLocks noChangeAspect="1"/>
          </p:cNvSpPr>
          <p:nvPr/>
        </p:nvSpPr>
        <p:spPr>
          <a:xfrm rot="20821995">
            <a:off x="4535464" y="2993953"/>
            <a:ext cx="1294536" cy="2451326"/>
          </a:xfrm>
          <a:custGeom>
            <a:avLst/>
            <a:gdLst>
              <a:gd name="connsiteX0" fmla="*/ 0 w 720080"/>
              <a:gd name="connsiteY0" fmla="*/ 2808312 h 3168352"/>
              <a:gd name="connsiteX1" fmla="*/ 180020 w 720080"/>
              <a:gd name="connsiteY1" fmla="*/ 2808312 h 3168352"/>
              <a:gd name="connsiteX2" fmla="*/ 180020 w 720080"/>
              <a:gd name="connsiteY2" fmla="*/ 0 h 3168352"/>
              <a:gd name="connsiteX3" fmla="*/ 540060 w 720080"/>
              <a:gd name="connsiteY3" fmla="*/ 0 h 3168352"/>
              <a:gd name="connsiteX4" fmla="*/ 540060 w 720080"/>
              <a:gd name="connsiteY4" fmla="*/ 2808312 h 3168352"/>
              <a:gd name="connsiteX5" fmla="*/ 720080 w 720080"/>
              <a:gd name="connsiteY5" fmla="*/ 2808312 h 3168352"/>
              <a:gd name="connsiteX6" fmla="*/ 360040 w 720080"/>
              <a:gd name="connsiteY6" fmla="*/ 3168352 h 3168352"/>
              <a:gd name="connsiteX7" fmla="*/ 0 w 720080"/>
              <a:gd name="connsiteY7"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538" h="2941772">
                <a:moveTo>
                  <a:pt x="0" y="2581732"/>
                </a:moveTo>
                <a:lnTo>
                  <a:pt x="180020" y="2581732"/>
                </a:lnTo>
                <a:cubicBezTo>
                  <a:pt x="22448" y="1449685"/>
                  <a:pt x="392875" y="355256"/>
                  <a:pt x="1553538" y="0"/>
                </a:cubicBezTo>
                <a:cubicBezTo>
                  <a:pt x="659395" y="472539"/>
                  <a:pt x="327789" y="1270071"/>
                  <a:pt x="540060" y="2581732"/>
                </a:cubicBezTo>
                <a:lnTo>
                  <a:pt x="720080" y="2581732"/>
                </a:lnTo>
                <a:lnTo>
                  <a:pt x="360040" y="2941772"/>
                </a:lnTo>
                <a:lnTo>
                  <a:pt x="0" y="2581732"/>
                </a:lnTo>
                <a:close/>
              </a:path>
            </a:pathLst>
          </a:custGeom>
          <a:solidFill>
            <a:srgbClr val="C00000"/>
          </a:solidFill>
          <a:ln w="12700" cap="flat" cmpd="sng" algn="ctr">
            <a:noFill/>
            <a:prstDash val="solid"/>
            <a:miter lim="800000"/>
          </a:ln>
          <a:effectLst>
            <a:outerShdw blurRad="203200" dist="152400" dir="2700000" algn="tl" rotWithShape="0">
              <a:prstClr val="black">
                <a:alpha val="6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panose="020F0502020204030204"/>
              <a:ea typeface="宋体" panose="02010600030101010101" pitchFamily="2" charset="-122"/>
            </a:endParaRPr>
          </a:p>
        </p:txBody>
      </p:sp>
      <p:sp>
        <p:nvSpPr>
          <p:cNvPr id="27" name="下箭头 11"/>
          <p:cNvSpPr>
            <a:spLocks noChangeAspect="1"/>
          </p:cNvSpPr>
          <p:nvPr/>
        </p:nvSpPr>
        <p:spPr>
          <a:xfrm rot="15242877">
            <a:off x="5942443" y="3425923"/>
            <a:ext cx="1294537" cy="2451326"/>
          </a:xfrm>
          <a:custGeom>
            <a:avLst/>
            <a:gdLst>
              <a:gd name="connsiteX0" fmla="*/ 0 w 720080"/>
              <a:gd name="connsiteY0" fmla="*/ 2808312 h 3168352"/>
              <a:gd name="connsiteX1" fmla="*/ 180020 w 720080"/>
              <a:gd name="connsiteY1" fmla="*/ 2808312 h 3168352"/>
              <a:gd name="connsiteX2" fmla="*/ 180020 w 720080"/>
              <a:gd name="connsiteY2" fmla="*/ 0 h 3168352"/>
              <a:gd name="connsiteX3" fmla="*/ 540060 w 720080"/>
              <a:gd name="connsiteY3" fmla="*/ 0 h 3168352"/>
              <a:gd name="connsiteX4" fmla="*/ 540060 w 720080"/>
              <a:gd name="connsiteY4" fmla="*/ 2808312 h 3168352"/>
              <a:gd name="connsiteX5" fmla="*/ 720080 w 720080"/>
              <a:gd name="connsiteY5" fmla="*/ 2808312 h 3168352"/>
              <a:gd name="connsiteX6" fmla="*/ 360040 w 720080"/>
              <a:gd name="connsiteY6" fmla="*/ 3168352 h 3168352"/>
              <a:gd name="connsiteX7" fmla="*/ 0 w 720080"/>
              <a:gd name="connsiteY7"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538" h="2941772">
                <a:moveTo>
                  <a:pt x="0" y="2581732"/>
                </a:moveTo>
                <a:lnTo>
                  <a:pt x="180020" y="2581732"/>
                </a:lnTo>
                <a:cubicBezTo>
                  <a:pt x="22448" y="1449685"/>
                  <a:pt x="392875" y="355256"/>
                  <a:pt x="1553538" y="0"/>
                </a:cubicBezTo>
                <a:cubicBezTo>
                  <a:pt x="659395" y="472539"/>
                  <a:pt x="327789" y="1270071"/>
                  <a:pt x="540060" y="2581732"/>
                </a:cubicBezTo>
                <a:lnTo>
                  <a:pt x="720080" y="2581732"/>
                </a:lnTo>
                <a:lnTo>
                  <a:pt x="360040" y="2941772"/>
                </a:lnTo>
                <a:lnTo>
                  <a:pt x="0" y="2581732"/>
                </a:lnTo>
                <a:close/>
              </a:path>
            </a:pathLst>
          </a:custGeom>
          <a:solidFill>
            <a:srgbClr val="17406D"/>
          </a:solidFill>
          <a:ln w="12700" cap="flat" cmpd="sng" algn="ctr">
            <a:noFill/>
            <a:prstDash val="solid"/>
            <a:miter lim="800000"/>
          </a:ln>
          <a:effectLst>
            <a:outerShdw blurRad="203200" dist="152400" dir="2700000" algn="tl" rotWithShape="0">
              <a:prstClr val="black">
                <a:alpha val="6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panose="020F0502020204030204"/>
              <a:ea typeface="宋体" panose="02010600030101010101" pitchFamily="2" charset="-122"/>
            </a:endParaRPr>
          </a:p>
        </p:txBody>
      </p:sp>
      <p:sp>
        <p:nvSpPr>
          <p:cNvPr id="28" name="下箭头 11"/>
          <p:cNvSpPr>
            <a:spLocks noChangeAspect="1"/>
          </p:cNvSpPr>
          <p:nvPr/>
        </p:nvSpPr>
        <p:spPr>
          <a:xfrm rot="9466551">
            <a:off x="6259936" y="2007338"/>
            <a:ext cx="1294536" cy="2451326"/>
          </a:xfrm>
          <a:custGeom>
            <a:avLst/>
            <a:gdLst>
              <a:gd name="connsiteX0" fmla="*/ 0 w 720080"/>
              <a:gd name="connsiteY0" fmla="*/ 2808312 h 3168352"/>
              <a:gd name="connsiteX1" fmla="*/ 180020 w 720080"/>
              <a:gd name="connsiteY1" fmla="*/ 2808312 h 3168352"/>
              <a:gd name="connsiteX2" fmla="*/ 180020 w 720080"/>
              <a:gd name="connsiteY2" fmla="*/ 0 h 3168352"/>
              <a:gd name="connsiteX3" fmla="*/ 540060 w 720080"/>
              <a:gd name="connsiteY3" fmla="*/ 0 h 3168352"/>
              <a:gd name="connsiteX4" fmla="*/ 540060 w 720080"/>
              <a:gd name="connsiteY4" fmla="*/ 2808312 h 3168352"/>
              <a:gd name="connsiteX5" fmla="*/ 720080 w 720080"/>
              <a:gd name="connsiteY5" fmla="*/ 2808312 h 3168352"/>
              <a:gd name="connsiteX6" fmla="*/ 360040 w 720080"/>
              <a:gd name="connsiteY6" fmla="*/ 3168352 h 3168352"/>
              <a:gd name="connsiteX7" fmla="*/ 0 w 720080"/>
              <a:gd name="connsiteY7"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20080"/>
              <a:gd name="connsiteY0" fmla="*/ 2808312 h 3168352"/>
              <a:gd name="connsiteX1" fmla="*/ 180020 w 720080"/>
              <a:gd name="connsiteY1" fmla="*/ 2808312 h 3168352"/>
              <a:gd name="connsiteX2" fmla="*/ 540060 w 720080"/>
              <a:gd name="connsiteY2" fmla="*/ 0 h 3168352"/>
              <a:gd name="connsiteX3" fmla="*/ 540060 w 720080"/>
              <a:gd name="connsiteY3" fmla="*/ 2808312 h 3168352"/>
              <a:gd name="connsiteX4" fmla="*/ 720080 w 720080"/>
              <a:gd name="connsiteY4" fmla="*/ 2808312 h 3168352"/>
              <a:gd name="connsiteX5" fmla="*/ 360040 w 720080"/>
              <a:gd name="connsiteY5" fmla="*/ 3168352 h 3168352"/>
              <a:gd name="connsiteX6" fmla="*/ 0 w 720080"/>
              <a:gd name="connsiteY6" fmla="*/ 2808312 h 3168352"/>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752331"/>
              <a:gd name="connsiteY0" fmla="*/ 3085897 h 3445937"/>
              <a:gd name="connsiteX1" fmla="*/ 180020 w 752331"/>
              <a:gd name="connsiteY1" fmla="*/ 3085897 h 3445937"/>
              <a:gd name="connsiteX2" fmla="*/ 752331 w 752331"/>
              <a:gd name="connsiteY2" fmla="*/ 0 h 3445937"/>
              <a:gd name="connsiteX3" fmla="*/ 540060 w 752331"/>
              <a:gd name="connsiteY3" fmla="*/ 3085897 h 3445937"/>
              <a:gd name="connsiteX4" fmla="*/ 720080 w 752331"/>
              <a:gd name="connsiteY4" fmla="*/ 3085897 h 3445937"/>
              <a:gd name="connsiteX5" fmla="*/ 360040 w 752331"/>
              <a:gd name="connsiteY5" fmla="*/ 3445937 h 3445937"/>
              <a:gd name="connsiteX6" fmla="*/ 0 w 752331"/>
              <a:gd name="connsiteY6" fmla="*/ 3085897 h 3445937"/>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21214"/>
              <a:gd name="connsiteY0" fmla="*/ 2643005 h 3003045"/>
              <a:gd name="connsiteX1" fmla="*/ 180020 w 1521214"/>
              <a:gd name="connsiteY1" fmla="*/ 2643005 h 3003045"/>
              <a:gd name="connsiteX2" fmla="*/ 1521214 w 1521214"/>
              <a:gd name="connsiteY2" fmla="*/ 0 h 3003045"/>
              <a:gd name="connsiteX3" fmla="*/ 540060 w 1521214"/>
              <a:gd name="connsiteY3" fmla="*/ 2643005 h 3003045"/>
              <a:gd name="connsiteX4" fmla="*/ 720080 w 1521214"/>
              <a:gd name="connsiteY4" fmla="*/ 2643005 h 3003045"/>
              <a:gd name="connsiteX5" fmla="*/ 360040 w 1521214"/>
              <a:gd name="connsiteY5" fmla="*/ 3003045 h 3003045"/>
              <a:gd name="connsiteX6" fmla="*/ 0 w 1521214"/>
              <a:gd name="connsiteY6" fmla="*/ 2643005 h 3003045"/>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 name="connsiteX0" fmla="*/ 0 w 1553538"/>
              <a:gd name="connsiteY0" fmla="*/ 2581732 h 2941772"/>
              <a:gd name="connsiteX1" fmla="*/ 180020 w 1553538"/>
              <a:gd name="connsiteY1" fmla="*/ 2581732 h 2941772"/>
              <a:gd name="connsiteX2" fmla="*/ 1553538 w 1553538"/>
              <a:gd name="connsiteY2" fmla="*/ 0 h 2941772"/>
              <a:gd name="connsiteX3" fmla="*/ 540060 w 1553538"/>
              <a:gd name="connsiteY3" fmla="*/ 2581732 h 2941772"/>
              <a:gd name="connsiteX4" fmla="*/ 720080 w 1553538"/>
              <a:gd name="connsiteY4" fmla="*/ 2581732 h 2941772"/>
              <a:gd name="connsiteX5" fmla="*/ 360040 w 1553538"/>
              <a:gd name="connsiteY5" fmla="*/ 2941772 h 2941772"/>
              <a:gd name="connsiteX6" fmla="*/ 0 w 1553538"/>
              <a:gd name="connsiteY6" fmla="*/ 2581732 h 294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538" h="2941772">
                <a:moveTo>
                  <a:pt x="0" y="2581732"/>
                </a:moveTo>
                <a:lnTo>
                  <a:pt x="180020" y="2581732"/>
                </a:lnTo>
                <a:cubicBezTo>
                  <a:pt x="22448" y="1449685"/>
                  <a:pt x="392875" y="355256"/>
                  <a:pt x="1553538" y="0"/>
                </a:cubicBezTo>
                <a:cubicBezTo>
                  <a:pt x="659395" y="472539"/>
                  <a:pt x="327789" y="1270071"/>
                  <a:pt x="540060" y="2581732"/>
                </a:cubicBezTo>
                <a:lnTo>
                  <a:pt x="720080" y="2581732"/>
                </a:lnTo>
                <a:lnTo>
                  <a:pt x="360040" y="2941772"/>
                </a:lnTo>
                <a:lnTo>
                  <a:pt x="0" y="2581732"/>
                </a:lnTo>
                <a:close/>
              </a:path>
            </a:pathLst>
          </a:custGeom>
          <a:solidFill>
            <a:srgbClr val="C00000"/>
          </a:solidFill>
          <a:ln w="12700" cap="flat" cmpd="sng" algn="ctr">
            <a:noFill/>
            <a:prstDash val="solid"/>
            <a:miter lim="800000"/>
          </a:ln>
          <a:effectLst>
            <a:outerShdw blurRad="203200" dist="152400" dir="2700000" algn="tl" rotWithShape="0">
              <a:prstClr val="black">
                <a:alpha val="6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Calibri" panose="020F0502020204030204"/>
              <a:ea typeface="宋体" panose="02010600030101010101" pitchFamily="2" charset="-122"/>
            </a:endParaRPr>
          </a:p>
        </p:txBody>
      </p:sp>
      <p:sp>
        <p:nvSpPr>
          <p:cNvPr id="29" name="矩形 28"/>
          <p:cNvSpPr/>
          <p:nvPr/>
        </p:nvSpPr>
        <p:spPr>
          <a:xfrm>
            <a:off x="957498" y="1645684"/>
            <a:ext cx="3054265" cy="461665"/>
          </a:xfrm>
          <a:prstGeom prst="rect">
            <a:avLst/>
          </a:prstGeom>
        </p:spPr>
        <p:txBody>
          <a:bodyPr wrap="square">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添加标题</a:t>
            </a:r>
          </a:p>
        </p:txBody>
      </p:sp>
      <p:sp>
        <p:nvSpPr>
          <p:cNvPr id="30" name="矩形 29"/>
          <p:cNvSpPr/>
          <p:nvPr/>
        </p:nvSpPr>
        <p:spPr>
          <a:xfrm>
            <a:off x="957498" y="2078323"/>
            <a:ext cx="3054265" cy="1169551"/>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在这里输入您的文字内容，或者将您的文字内容复制在这里。在这里输入您的文字内容，或者将您的文字复制在这里，在这里输入您的文字内容，或者将您的文字复制在这里</a:t>
            </a:r>
          </a:p>
        </p:txBody>
      </p:sp>
      <p:sp>
        <p:nvSpPr>
          <p:cNvPr id="31" name="矩形 30"/>
          <p:cNvSpPr/>
          <p:nvPr/>
        </p:nvSpPr>
        <p:spPr>
          <a:xfrm>
            <a:off x="957498" y="4055253"/>
            <a:ext cx="3054265" cy="461665"/>
          </a:xfrm>
          <a:prstGeom prst="rect">
            <a:avLst/>
          </a:prstGeom>
        </p:spPr>
        <p:txBody>
          <a:bodyPr wrap="square">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添加标题</a:t>
            </a:r>
          </a:p>
        </p:txBody>
      </p:sp>
      <p:sp>
        <p:nvSpPr>
          <p:cNvPr id="32" name="矩形 31"/>
          <p:cNvSpPr/>
          <p:nvPr/>
        </p:nvSpPr>
        <p:spPr>
          <a:xfrm>
            <a:off x="957498" y="4487892"/>
            <a:ext cx="3054265" cy="1169551"/>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在这里输入您的文字内容，或者将您的文字内容复制在这里。在这里输入您的文字内容，或者将您的文字复制在这里，在这里输入您的文字内容，或者将您的文字复制在这里</a:t>
            </a:r>
          </a:p>
        </p:txBody>
      </p:sp>
      <p:sp>
        <p:nvSpPr>
          <p:cNvPr id="33" name="矩形 32"/>
          <p:cNvSpPr/>
          <p:nvPr/>
        </p:nvSpPr>
        <p:spPr>
          <a:xfrm>
            <a:off x="8309768" y="1645684"/>
            <a:ext cx="3054265" cy="461665"/>
          </a:xfrm>
          <a:prstGeom prst="rect">
            <a:avLst/>
          </a:prstGeom>
        </p:spPr>
        <p:txBody>
          <a:bodyPr wrap="square">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添加标题</a:t>
            </a:r>
          </a:p>
        </p:txBody>
      </p:sp>
      <p:sp>
        <p:nvSpPr>
          <p:cNvPr id="34" name="矩形 33"/>
          <p:cNvSpPr/>
          <p:nvPr/>
        </p:nvSpPr>
        <p:spPr>
          <a:xfrm>
            <a:off x="8309768" y="2078323"/>
            <a:ext cx="3054265" cy="1169551"/>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在这里输入您的文字内容，或者将您的文字内容复制在这里。在这里输入您的文字内容，或者将您的文字复制在这里，在这里输入您的文字内容，或者将您的文字复制在这里</a:t>
            </a:r>
          </a:p>
        </p:txBody>
      </p:sp>
      <p:sp>
        <p:nvSpPr>
          <p:cNvPr id="35" name="矩形 34"/>
          <p:cNvSpPr/>
          <p:nvPr/>
        </p:nvSpPr>
        <p:spPr>
          <a:xfrm>
            <a:off x="8309768" y="4055253"/>
            <a:ext cx="3054265" cy="461665"/>
          </a:xfrm>
          <a:prstGeom prst="rect">
            <a:avLst/>
          </a:prstGeom>
        </p:spPr>
        <p:txBody>
          <a:bodyPr wrap="square">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添加标题</a:t>
            </a:r>
          </a:p>
        </p:txBody>
      </p:sp>
      <p:sp>
        <p:nvSpPr>
          <p:cNvPr id="36" name="矩形 35"/>
          <p:cNvSpPr/>
          <p:nvPr/>
        </p:nvSpPr>
        <p:spPr>
          <a:xfrm>
            <a:off x="8309768" y="4487892"/>
            <a:ext cx="3054265" cy="1169551"/>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在这里输入您的文字内容，或者将您的文字内容复制在这里。在这里输入您的文字内容，或者将您的文字复制在这里，在这里输入您的文字内容，或者将您的文字复制在这里</a:t>
            </a:r>
          </a:p>
        </p:txBody>
      </p:sp>
      <p:sp>
        <p:nvSpPr>
          <p:cNvPr id="37" name="矩形 36"/>
          <p:cNvSpPr/>
          <p:nvPr/>
        </p:nvSpPr>
        <p:spPr>
          <a:xfrm>
            <a:off x="5515464" y="3139284"/>
            <a:ext cx="1170010" cy="1200329"/>
          </a:xfrm>
          <a:prstGeom prst="rect">
            <a:avLst/>
          </a:prstGeom>
        </p:spPr>
        <p:txBody>
          <a:bodyPr wrap="square">
            <a:spAutoFit/>
          </a:bodyPr>
          <a:lstStyle/>
          <a:p>
            <a:pPr algn="ctr"/>
            <a:r>
              <a:rPr lang="zh-CN" altLang="en-US" sz="3600" b="1" dirty="0">
                <a:solidFill>
                  <a:srgbClr val="000000"/>
                </a:solidFill>
                <a:latin typeface="微软雅黑" panose="020B0503020204020204" pitchFamily="34" charset="-122"/>
                <a:ea typeface="微软雅黑" panose="020B0503020204020204" pitchFamily="34" charset="-122"/>
              </a:rPr>
              <a:t>添加标题</a:t>
            </a:r>
          </a:p>
        </p:txBody>
      </p:sp>
    </p:spTree>
    <p:extLst>
      <p:ext uri="{BB962C8B-B14F-4D97-AF65-F5344CB8AC3E}">
        <p14:creationId xmlns:p14="http://schemas.microsoft.com/office/powerpoint/2010/main" val="1446330409"/>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20"/>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23"/>
                                        </p:tgtEl>
                                        <p:attrNameLst>
                                          <p:attrName>style.visibility</p:attrName>
                                        </p:attrNameLst>
                                      </p:cBhvr>
                                      <p:to>
                                        <p:strVal val="visible"/>
                                      </p:to>
                                    </p:set>
                                    <p:anim calcmode="lin" valueType="num">
                                      <p:cBhvr>
                                        <p:cTn id="14" dur="500" fill="hold"/>
                                        <p:tgtEl>
                                          <p:spTgt spid="23"/>
                                        </p:tgtEl>
                                        <p:attrNameLst>
                                          <p:attrName>ppt_w</p:attrName>
                                        </p:attrNameLst>
                                      </p:cBhvr>
                                      <p:tavLst>
                                        <p:tav tm="0">
                                          <p:val>
                                            <p:fltVal val="0"/>
                                          </p:val>
                                        </p:tav>
                                        <p:tav tm="100000">
                                          <p:val>
                                            <p:strVal val="#ppt_w"/>
                                          </p:val>
                                        </p:tav>
                                      </p:tavLst>
                                    </p:anim>
                                    <p:anim calcmode="lin" valueType="num">
                                      <p:cBhvr>
                                        <p:cTn id="15" dur="500" fill="hold"/>
                                        <p:tgtEl>
                                          <p:spTgt spid="23"/>
                                        </p:tgtEl>
                                        <p:attrNameLst>
                                          <p:attrName>ppt_h</p:attrName>
                                        </p:attrNameLst>
                                      </p:cBhvr>
                                      <p:tavLst>
                                        <p:tav tm="0">
                                          <p:val>
                                            <p:fltVal val="0"/>
                                          </p:val>
                                        </p:tav>
                                        <p:tav tm="100000">
                                          <p:val>
                                            <p:strVal val="#ppt_h"/>
                                          </p:val>
                                        </p:tav>
                                      </p:tavLst>
                                    </p:anim>
                                    <p:animEffect transition="in" filter="fade">
                                      <p:cBhvr>
                                        <p:cTn id="16" dur="500"/>
                                        <p:tgtEl>
                                          <p:spTgt spid="23"/>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23"/>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24"/>
                                        </p:tgtEl>
                                        <p:attrNameLst>
                                          <p:attrName>style.visibility</p:attrName>
                                        </p:attrNameLst>
                                      </p:cBhvr>
                                      <p:to>
                                        <p:strVal val="visible"/>
                                      </p:to>
                                    </p:set>
                                    <p:anim calcmode="lin" valueType="num">
                                      <p:cBhvr>
                                        <p:cTn id="21" dur="500" fill="hold"/>
                                        <p:tgtEl>
                                          <p:spTgt spid="24"/>
                                        </p:tgtEl>
                                        <p:attrNameLst>
                                          <p:attrName>ppt_w</p:attrName>
                                        </p:attrNameLst>
                                      </p:cBhvr>
                                      <p:tavLst>
                                        <p:tav tm="0">
                                          <p:val>
                                            <p:fltVal val="0"/>
                                          </p:val>
                                        </p:tav>
                                        <p:tav tm="100000">
                                          <p:val>
                                            <p:strVal val="#ppt_w"/>
                                          </p:val>
                                        </p:tav>
                                      </p:tavLst>
                                    </p:anim>
                                    <p:anim calcmode="lin" valueType="num">
                                      <p:cBhvr>
                                        <p:cTn id="22" dur="500" fill="hold"/>
                                        <p:tgtEl>
                                          <p:spTgt spid="24"/>
                                        </p:tgtEl>
                                        <p:attrNameLst>
                                          <p:attrName>ppt_h</p:attrName>
                                        </p:attrNameLst>
                                      </p:cBhvr>
                                      <p:tavLst>
                                        <p:tav tm="0">
                                          <p:val>
                                            <p:fltVal val="0"/>
                                          </p:val>
                                        </p:tav>
                                        <p:tav tm="100000">
                                          <p:val>
                                            <p:strVal val="#ppt_h"/>
                                          </p:val>
                                        </p:tav>
                                      </p:tavLst>
                                    </p:anim>
                                    <p:animEffect transition="in" filter="fade">
                                      <p:cBhvr>
                                        <p:cTn id="23" dur="500"/>
                                        <p:tgtEl>
                                          <p:spTgt spid="24"/>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24"/>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37"/>
                                        </p:tgtEl>
                                        <p:attrNameLst>
                                          <p:attrName>style.visibility</p:attrName>
                                        </p:attrNameLst>
                                      </p:cBhvr>
                                      <p:to>
                                        <p:strVal val="visible"/>
                                      </p:to>
                                    </p:set>
                                    <p:anim calcmode="lin" valueType="num">
                                      <p:cBhvr>
                                        <p:cTn id="29" dur="250" fill="hold"/>
                                        <p:tgtEl>
                                          <p:spTgt spid="37"/>
                                        </p:tgtEl>
                                        <p:attrNameLst>
                                          <p:attrName>ppt_w</p:attrName>
                                        </p:attrNameLst>
                                      </p:cBhvr>
                                      <p:tavLst>
                                        <p:tav tm="0">
                                          <p:val>
                                            <p:fltVal val="0"/>
                                          </p:val>
                                        </p:tav>
                                        <p:tav tm="100000">
                                          <p:val>
                                            <p:strVal val="#ppt_w"/>
                                          </p:val>
                                        </p:tav>
                                      </p:tavLst>
                                    </p:anim>
                                    <p:anim calcmode="lin" valueType="num">
                                      <p:cBhvr>
                                        <p:cTn id="30" dur="250" fill="hold"/>
                                        <p:tgtEl>
                                          <p:spTgt spid="37"/>
                                        </p:tgtEl>
                                        <p:attrNameLst>
                                          <p:attrName>ppt_h</p:attrName>
                                        </p:attrNameLst>
                                      </p:cBhvr>
                                      <p:tavLst>
                                        <p:tav tm="0">
                                          <p:val>
                                            <p:fltVal val="0"/>
                                          </p:val>
                                        </p:tav>
                                        <p:tav tm="100000">
                                          <p:val>
                                            <p:strVal val="#ppt_h"/>
                                          </p:val>
                                        </p:tav>
                                      </p:tavLst>
                                    </p:anim>
                                    <p:animEffect transition="in" filter="fade">
                                      <p:cBhvr>
                                        <p:cTn id="31" dur="250"/>
                                        <p:tgtEl>
                                          <p:spTgt spid="37"/>
                                        </p:tgtEl>
                                      </p:cBhvr>
                                    </p:animEffect>
                                  </p:childTnLst>
                                </p:cTn>
                              </p:par>
                              <p:par>
                                <p:cTn id="32" presetID="6" presetClass="emph" presetSubtype="0" decel="100000" fill="hold" grpId="1" nodeType="withEffect">
                                  <p:stCondLst>
                                    <p:cond delay="200"/>
                                  </p:stCondLst>
                                  <p:childTnLst>
                                    <p:animScale>
                                      <p:cBhvr>
                                        <p:cTn id="33" dur="250" fill="hold"/>
                                        <p:tgtEl>
                                          <p:spTgt spid="37"/>
                                        </p:tgtEl>
                                      </p:cBhvr>
                                      <p:by x="110000" y="110000"/>
                                    </p:animScale>
                                  </p:childTnLst>
                                </p:cTn>
                              </p:par>
                              <p:par>
                                <p:cTn id="34" presetID="6" presetClass="emph" presetSubtype="0" decel="100000" fill="hold" grpId="2" nodeType="withEffect">
                                  <p:stCondLst>
                                    <p:cond delay="400"/>
                                  </p:stCondLst>
                                  <p:childTnLst>
                                    <p:animScale>
                                      <p:cBhvr>
                                        <p:cTn id="35" dur="250" fill="hold"/>
                                        <p:tgtEl>
                                          <p:spTgt spid="37"/>
                                        </p:tgtEl>
                                      </p:cBhvr>
                                      <p:by x="91000" y="91000"/>
                                    </p:animScale>
                                  </p:childTnLst>
                                </p:cTn>
                              </p:par>
                            </p:childTnLst>
                          </p:cTn>
                        </p:par>
                        <p:par>
                          <p:cTn id="36" fill="hold">
                            <p:stCondLst>
                              <p:cond delay="2150"/>
                            </p:stCondLst>
                            <p:childTnLst>
                              <p:par>
                                <p:cTn id="37" presetID="53" presetClass="entr" presetSubtype="16"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p:cTn id="39" dur="500" fill="hold"/>
                                        <p:tgtEl>
                                          <p:spTgt spid="25"/>
                                        </p:tgtEl>
                                        <p:attrNameLst>
                                          <p:attrName>ppt_w</p:attrName>
                                        </p:attrNameLst>
                                      </p:cBhvr>
                                      <p:tavLst>
                                        <p:tav tm="0">
                                          <p:val>
                                            <p:fltVal val="0"/>
                                          </p:val>
                                        </p:tav>
                                        <p:tav tm="100000">
                                          <p:val>
                                            <p:strVal val="#ppt_w"/>
                                          </p:val>
                                        </p:tav>
                                      </p:tavLst>
                                    </p:anim>
                                    <p:anim calcmode="lin" valueType="num">
                                      <p:cBhvr>
                                        <p:cTn id="40" dur="500" fill="hold"/>
                                        <p:tgtEl>
                                          <p:spTgt spid="25"/>
                                        </p:tgtEl>
                                        <p:attrNameLst>
                                          <p:attrName>ppt_h</p:attrName>
                                        </p:attrNameLst>
                                      </p:cBhvr>
                                      <p:tavLst>
                                        <p:tav tm="0">
                                          <p:val>
                                            <p:fltVal val="0"/>
                                          </p:val>
                                        </p:tav>
                                        <p:tav tm="100000">
                                          <p:val>
                                            <p:strVal val="#ppt_h"/>
                                          </p:val>
                                        </p:tav>
                                      </p:tavLst>
                                    </p:anim>
                                    <p:animEffect transition="in" filter="fade">
                                      <p:cBhvr>
                                        <p:cTn id="41" dur="500"/>
                                        <p:tgtEl>
                                          <p:spTgt spid="25"/>
                                        </p:tgtEl>
                                      </p:cBhvr>
                                    </p:animEffect>
                                  </p:childTnLst>
                                </p:cTn>
                              </p:par>
                              <p:par>
                                <p:cTn id="42" presetID="53" presetClass="entr" presetSubtype="16" fill="hold" grpId="0" nodeType="withEffect">
                                  <p:stCondLst>
                                    <p:cond delay="25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par>
                                <p:cTn id="47" presetID="53" presetClass="entr" presetSubtype="16" fill="hold" grpId="0" nodeType="withEffect">
                                  <p:stCondLst>
                                    <p:cond delay="500"/>
                                  </p:stCondLst>
                                  <p:childTnLst>
                                    <p:set>
                                      <p:cBhvr>
                                        <p:cTn id="48" dur="1" fill="hold">
                                          <p:stCondLst>
                                            <p:cond delay="0"/>
                                          </p:stCondLst>
                                        </p:cTn>
                                        <p:tgtEl>
                                          <p:spTgt spid="27"/>
                                        </p:tgtEl>
                                        <p:attrNameLst>
                                          <p:attrName>style.visibility</p:attrName>
                                        </p:attrNameLst>
                                      </p:cBhvr>
                                      <p:to>
                                        <p:strVal val="visible"/>
                                      </p:to>
                                    </p:set>
                                    <p:anim calcmode="lin" valueType="num">
                                      <p:cBhvr>
                                        <p:cTn id="49" dur="500" fill="hold"/>
                                        <p:tgtEl>
                                          <p:spTgt spid="27"/>
                                        </p:tgtEl>
                                        <p:attrNameLst>
                                          <p:attrName>ppt_w</p:attrName>
                                        </p:attrNameLst>
                                      </p:cBhvr>
                                      <p:tavLst>
                                        <p:tav tm="0">
                                          <p:val>
                                            <p:fltVal val="0"/>
                                          </p:val>
                                        </p:tav>
                                        <p:tav tm="100000">
                                          <p:val>
                                            <p:strVal val="#ppt_w"/>
                                          </p:val>
                                        </p:tav>
                                      </p:tavLst>
                                    </p:anim>
                                    <p:anim calcmode="lin" valueType="num">
                                      <p:cBhvr>
                                        <p:cTn id="50" dur="500" fill="hold"/>
                                        <p:tgtEl>
                                          <p:spTgt spid="27"/>
                                        </p:tgtEl>
                                        <p:attrNameLst>
                                          <p:attrName>ppt_h</p:attrName>
                                        </p:attrNameLst>
                                      </p:cBhvr>
                                      <p:tavLst>
                                        <p:tav tm="0">
                                          <p:val>
                                            <p:fltVal val="0"/>
                                          </p:val>
                                        </p:tav>
                                        <p:tav tm="100000">
                                          <p:val>
                                            <p:strVal val="#ppt_h"/>
                                          </p:val>
                                        </p:tav>
                                      </p:tavLst>
                                    </p:anim>
                                    <p:animEffect transition="in" filter="fade">
                                      <p:cBhvr>
                                        <p:cTn id="51" dur="500"/>
                                        <p:tgtEl>
                                          <p:spTgt spid="27"/>
                                        </p:tgtEl>
                                      </p:cBhvr>
                                    </p:animEffect>
                                  </p:childTnLst>
                                </p:cTn>
                              </p:par>
                              <p:par>
                                <p:cTn id="52" presetID="53" presetClass="entr" presetSubtype="16" fill="hold" grpId="0" nodeType="withEffect">
                                  <p:stCondLst>
                                    <p:cond delay="75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animEffect transition="in" filter="fade">
                                      <p:cBhvr>
                                        <p:cTn id="56" dur="500"/>
                                        <p:tgtEl>
                                          <p:spTgt spid="28"/>
                                        </p:tgtEl>
                                      </p:cBhvr>
                                    </p:animEffect>
                                  </p:childTnLst>
                                </p:cTn>
                              </p:par>
                            </p:childTnLst>
                          </p:cTn>
                        </p:par>
                        <p:par>
                          <p:cTn id="57" fill="hold">
                            <p:stCondLst>
                              <p:cond delay="3400"/>
                            </p:stCondLst>
                            <p:childTnLst>
                              <p:par>
                                <p:cTn id="58" presetID="53" presetClass="entr" presetSubtype="16" fill="hold" grpId="0" nodeType="afterEffect">
                                  <p:stCondLst>
                                    <p:cond delay="0"/>
                                  </p:stCondLst>
                                  <p:childTnLst>
                                    <p:set>
                                      <p:cBhvr>
                                        <p:cTn id="59" dur="1" fill="hold">
                                          <p:stCondLst>
                                            <p:cond delay="0"/>
                                          </p:stCondLst>
                                        </p:cTn>
                                        <p:tgtEl>
                                          <p:spTgt spid="29"/>
                                        </p:tgtEl>
                                        <p:attrNameLst>
                                          <p:attrName>style.visibility</p:attrName>
                                        </p:attrNameLst>
                                      </p:cBhvr>
                                      <p:to>
                                        <p:strVal val="visible"/>
                                      </p:to>
                                    </p:set>
                                    <p:anim calcmode="lin" valueType="num">
                                      <p:cBhvr>
                                        <p:cTn id="60" dur="500" fill="hold"/>
                                        <p:tgtEl>
                                          <p:spTgt spid="29"/>
                                        </p:tgtEl>
                                        <p:attrNameLst>
                                          <p:attrName>ppt_w</p:attrName>
                                        </p:attrNameLst>
                                      </p:cBhvr>
                                      <p:tavLst>
                                        <p:tav tm="0">
                                          <p:val>
                                            <p:fltVal val="0"/>
                                          </p:val>
                                        </p:tav>
                                        <p:tav tm="100000">
                                          <p:val>
                                            <p:strVal val="#ppt_w"/>
                                          </p:val>
                                        </p:tav>
                                      </p:tavLst>
                                    </p:anim>
                                    <p:anim calcmode="lin" valueType="num">
                                      <p:cBhvr>
                                        <p:cTn id="61" dur="500" fill="hold"/>
                                        <p:tgtEl>
                                          <p:spTgt spid="29"/>
                                        </p:tgtEl>
                                        <p:attrNameLst>
                                          <p:attrName>ppt_h</p:attrName>
                                        </p:attrNameLst>
                                      </p:cBhvr>
                                      <p:tavLst>
                                        <p:tav tm="0">
                                          <p:val>
                                            <p:fltVal val="0"/>
                                          </p:val>
                                        </p:tav>
                                        <p:tav tm="100000">
                                          <p:val>
                                            <p:strVal val="#ppt_h"/>
                                          </p:val>
                                        </p:tav>
                                      </p:tavLst>
                                    </p:anim>
                                    <p:animEffect transition="in" filter="fade">
                                      <p:cBhvr>
                                        <p:cTn id="62" dur="500"/>
                                        <p:tgtEl>
                                          <p:spTgt spid="29"/>
                                        </p:tgtEl>
                                      </p:cBhvr>
                                    </p:animEffect>
                                  </p:childTnLst>
                                </p:cTn>
                              </p:par>
                            </p:childTnLst>
                          </p:cTn>
                        </p:par>
                        <p:par>
                          <p:cTn id="63" fill="hold">
                            <p:stCondLst>
                              <p:cond delay="3900"/>
                            </p:stCondLst>
                            <p:childTnLst>
                              <p:par>
                                <p:cTn id="64" presetID="53" presetClass="entr" presetSubtype="16" fill="hold" grpId="0" nodeType="afterEffect">
                                  <p:stCondLst>
                                    <p:cond delay="0"/>
                                  </p:stCondLst>
                                  <p:iterate type="lt">
                                    <p:tmPct val="10000"/>
                                  </p:iterate>
                                  <p:childTnLst>
                                    <p:set>
                                      <p:cBhvr>
                                        <p:cTn id="65" dur="1" fill="hold">
                                          <p:stCondLst>
                                            <p:cond delay="0"/>
                                          </p:stCondLst>
                                        </p:cTn>
                                        <p:tgtEl>
                                          <p:spTgt spid="30"/>
                                        </p:tgtEl>
                                        <p:attrNameLst>
                                          <p:attrName>style.visibility</p:attrName>
                                        </p:attrNameLst>
                                      </p:cBhvr>
                                      <p:to>
                                        <p:strVal val="visible"/>
                                      </p:to>
                                    </p:set>
                                    <p:anim calcmode="lin" valueType="num">
                                      <p:cBhvr>
                                        <p:cTn id="66" dur="100" fill="hold"/>
                                        <p:tgtEl>
                                          <p:spTgt spid="30"/>
                                        </p:tgtEl>
                                        <p:attrNameLst>
                                          <p:attrName>ppt_w</p:attrName>
                                        </p:attrNameLst>
                                      </p:cBhvr>
                                      <p:tavLst>
                                        <p:tav tm="0">
                                          <p:val>
                                            <p:fltVal val="0"/>
                                          </p:val>
                                        </p:tav>
                                        <p:tav tm="100000">
                                          <p:val>
                                            <p:strVal val="#ppt_w"/>
                                          </p:val>
                                        </p:tav>
                                      </p:tavLst>
                                    </p:anim>
                                    <p:anim calcmode="lin" valueType="num">
                                      <p:cBhvr>
                                        <p:cTn id="67" dur="100" fill="hold"/>
                                        <p:tgtEl>
                                          <p:spTgt spid="30"/>
                                        </p:tgtEl>
                                        <p:attrNameLst>
                                          <p:attrName>ppt_h</p:attrName>
                                        </p:attrNameLst>
                                      </p:cBhvr>
                                      <p:tavLst>
                                        <p:tav tm="0">
                                          <p:val>
                                            <p:fltVal val="0"/>
                                          </p:val>
                                        </p:tav>
                                        <p:tav tm="100000">
                                          <p:val>
                                            <p:strVal val="#ppt_h"/>
                                          </p:val>
                                        </p:tav>
                                      </p:tavLst>
                                    </p:anim>
                                    <p:animEffect transition="in" filter="fade">
                                      <p:cBhvr>
                                        <p:cTn id="68" dur="100"/>
                                        <p:tgtEl>
                                          <p:spTgt spid="30"/>
                                        </p:tgtEl>
                                      </p:cBhvr>
                                    </p:animEffect>
                                  </p:childTnLst>
                                </p:cTn>
                              </p:par>
                            </p:childTnLst>
                          </p:cTn>
                        </p:par>
                        <p:par>
                          <p:cTn id="69" fill="hold">
                            <p:stCondLst>
                              <p:cond delay="4750"/>
                            </p:stCondLst>
                            <p:childTnLst>
                              <p:par>
                                <p:cTn id="70" presetID="53" presetClass="entr" presetSubtype="16" fill="hold" grpId="0" nodeType="afterEffect">
                                  <p:stCondLst>
                                    <p:cond delay="0"/>
                                  </p:stCondLst>
                                  <p:childTnLst>
                                    <p:set>
                                      <p:cBhvr>
                                        <p:cTn id="71" dur="1" fill="hold">
                                          <p:stCondLst>
                                            <p:cond delay="0"/>
                                          </p:stCondLst>
                                        </p:cTn>
                                        <p:tgtEl>
                                          <p:spTgt spid="33"/>
                                        </p:tgtEl>
                                        <p:attrNameLst>
                                          <p:attrName>style.visibility</p:attrName>
                                        </p:attrNameLst>
                                      </p:cBhvr>
                                      <p:to>
                                        <p:strVal val="visible"/>
                                      </p:to>
                                    </p:set>
                                    <p:anim calcmode="lin" valueType="num">
                                      <p:cBhvr>
                                        <p:cTn id="72" dur="500" fill="hold"/>
                                        <p:tgtEl>
                                          <p:spTgt spid="33"/>
                                        </p:tgtEl>
                                        <p:attrNameLst>
                                          <p:attrName>ppt_w</p:attrName>
                                        </p:attrNameLst>
                                      </p:cBhvr>
                                      <p:tavLst>
                                        <p:tav tm="0">
                                          <p:val>
                                            <p:fltVal val="0"/>
                                          </p:val>
                                        </p:tav>
                                        <p:tav tm="100000">
                                          <p:val>
                                            <p:strVal val="#ppt_w"/>
                                          </p:val>
                                        </p:tav>
                                      </p:tavLst>
                                    </p:anim>
                                    <p:anim calcmode="lin" valueType="num">
                                      <p:cBhvr>
                                        <p:cTn id="73" dur="500" fill="hold"/>
                                        <p:tgtEl>
                                          <p:spTgt spid="33"/>
                                        </p:tgtEl>
                                        <p:attrNameLst>
                                          <p:attrName>ppt_h</p:attrName>
                                        </p:attrNameLst>
                                      </p:cBhvr>
                                      <p:tavLst>
                                        <p:tav tm="0">
                                          <p:val>
                                            <p:fltVal val="0"/>
                                          </p:val>
                                        </p:tav>
                                        <p:tav tm="100000">
                                          <p:val>
                                            <p:strVal val="#ppt_h"/>
                                          </p:val>
                                        </p:tav>
                                      </p:tavLst>
                                    </p:anim>
                                    <p:animEffect transition="in" filter="fade">
                                      <p:cBhvr>
                                        <p:cTn id="74" dur="500"/>
                                        <p:tgtEl>
                                          <p:spTgt spid="33"/>
                                        </p:tgtEl>
                                      </p:cBhvr>
                                    </p:animEffect>
                                  </p:childTnLst>
                                </p:cTn>
                              </p:par>
                            </p:childTnLst>
                          </p:cTn>
                        </p:par>
                        <p:par>
                          <p:cTn id="75" fill="hold">
                            <p:stCondLst>
                              <p:cond delay="5250"/>
                            </p:stCondLst>
                            <p:childTnLst>
                              <p:par>
                                <p:cTn id="76" presetID="53" presetClass="entr" presetSubtype="16" fill="hold" grpId="0" nodeType="afterEffect">
                                  <p:stCondLst>
                                    <p:cond delay="0"/>
                                  </p:stCondLst>
                                  <p:iterate type="lt">
                                    <p:tmPct val="10000"/>
                                  </p:iterate>
                                  <p:childTnLst>
                                    <p:set>
                                      <p:cBhvr>
                                        <p:cTn id="77" dur="1" fill="hold">
                                          <p:stCondLst>
                                            <p:cond delay="0"/>
                                          </p:stCondLst>
                                        </p:cTn>
                                        <p:tgtEl>
                                          <p:spTgt spid="34"/>
                                        </p:tgtEl>
                                        <p:attrNameLst>
                                          <p:attrName>style.visibility</p:attrName>
                                        </p:attrNameLst>
                                      </p:cBhvr>
                                      <p:to>
                                        <p:strVal val="visible"/>
                                      </p:to>
                                    </p:set>
                                    <p:anim calcmode="lin" valueType="num">
                                      <p:cBhvr>
                                        <p:cTn id="78" dur="100" fill="hold"/>
                                        <p:tgtEl>
                                          <p:spTgt spid="34"/>
                                        </p:tgtEl>
                                        <p:attrNameLst>
                                          <p:attrName>ppt_w</p:attrName>
                                        </p:attrNameLst>
                                      </p:cBhvr>
                                      <p:tavLst>
                                        <p:tav tm="0">
                                          <p:val>
                                            <p:fltVal val="0"/>
                                          </p:val>
                                        </p:tav>
                                        <p:tav tm="100000">
                                          <p:val>
                                            <p:strVal val="#ppt_w"/>
                                          </p:val>
                                        </p:tav>
                                      </p:tavLst>
                                    </p:anim>
                                    <p:anim calcmode="lin" valueType="num">
                                      <p:cBhvr>
                                        <p:cTn id="79" dur="100" fill="hold"/>
                                        <p:tgtEl>
                                          <p:spTgt spid="34"/>
                                        </p:tgtEl>
                                        <p:attrNameLst>
                                          <p:attrName>ppt_h</p:attrName>
                                        </p:attrNameLst>
                                      </p:cBhvr>
                                      <p:tavLst>
                                        <p:tav tm="0">
                                          <p:val>
                                            <p:fltVal val="0"/>
                                          </p:val>
                                        </p:tav>
                                        <p:tav tm="100000">
                                          <p:val>
                                            <p:strVal val="#ppt_h"/>
                                          </p:val>
                                        </p:tav>
                                      </p:tavLst>
                                    </p:anim>
                                    <p:animEffect transition="in" filter="fade">
                                      <p:cBhvr>
                                        <p:cTn id="80" dur="100"/>
                                        <p:tgtEl>
                                          <p:spTgt spid="34"/>
                                        </p:tgtEl>
                                      </p:cBhvr>
                                    </p:animEffect>
                                  </p:childTnLst>
                                </p:cTn>
                              </p:par>
                            </p:childTnLst>
                          </p:cTn>
                        </p:par>
                        <p:par>
                          <p:cTn id="81" fill="hold">
                            <p:stCondLst>
                              <p:cond delay="6100"/>
                            </p:stCondLst>
                            <p:childTnLst>
                              <p:par>
                                <p:cTn id="82" presetID="53" presetClass="entr" presetSubtype="16" fill="hold" grpId="0" nodeType="afterEffect">
                                  <p:stCondLst>
                                    <p:cond delay="0"/>
                                  </p:stCondLst>
                                  <p:childTnLst>
                                    <p:set>
                                      <p:cBhvr>
                                        <p:cTn id="83" dur="1" fill="hold">
                                          <p:stCondLst>
                                            <p:cond delay="0"/>
                                          </p:stCondLst>
                                        </p:cTn>
                                        <p:tgtEl>
                                          <p:spTgt spid="31"/>
                                        </p:tgtEl>
                                        <p:attrNameLst>
                                          <p:attrName>style.visibility</p:attrName>
                                        </p:attrNameLst>
                                      </p:cBhvr>
                                      <p:to>
                                        <p:strVal val="visible"/>
                                      </p:to>
                                    </p:set>
                                    <p:anim calcmode="lin" valueType="num">
                                      <p:cBhvr>
                                        <p:cTn id="84" dur="500" fill="hold"/>
                                        <p:tgtEl>
                                          <p:spTgt spid="31"/>
                                        </p:tgtEl>
                                        <p:attrNameLst>
                                          <p:attrName>ppt_w</p:attrName>
                                        </p:attrNameLst>
                                      </p:cBhvr>
                                      <p:tavLst>
                                        <p:tav tm="0">
                                          <p:val>
                                            <p:fltVal val="0"/>
                                          </p:val>
                                        </p:tav>
                                        <p:tav tm="100000">
                                          <p:val>
                                            <p:strVal val="#ppt_w"/>
                                          </p:val>
                                        </p:tav>
                                      </p:tavLst>
                                    </p:anim>
                                    <p:anim calcmode="lin" valueType="num">
                                      <p:cBhvr>
                                        <p:cTn id="85" dur="500" fill="hold"/>
                                        <p:tgtEl>
                                          <p:spTgt spid="31"/>
                                        </p:tgtEl>
                                        <p:attrNameLst>
                                          <p:attrName>ppt_h</p:attrName>
                                        </p:attrNameLst>
                                      </p:cBhvr>
                                      <p:tavLst>
                                        <p:tav tm="0">
                                          <p:val>
                                            <p:fltVal val="0"/>
                                          </p:val>
                                        </p:tav>
                                        <p:tav tm="100000">
                                          <p:val>
                                            <p:strVal val="#ppt_h"/>
                                          </p:val>
                                        </p:tav>
                                      </p:tavLst>
                                    </p:anim>
                                    <p:animEffect transition="in" filter="fade">
                                      <p:cBhvr>
                                        <p:cTn id="86" dur="500"/>
                                        <p:tgtEl>
                                          <p:spTgt spid="31"/>
                                        </p:tgtEl>
                                      </p:cBhvr>
                                    </p:animEffect>
                                  </p:childTnLst>
                                </p:cTn>
                              </p:par>
                            </p:childTnLst>
                          </p:cTn>
                        </p:par>
                        <p:par>
                          <p:cTn id="87" fill="hold">
                            <p:stCondLst>
                              <p:cond delay="6600"/>
                            </p:stCondLst>
                            <p:childTnLst>
                              <p:par>
                                <p:cTn id="88" presetID="53" presetClass="entr" presetSubtype="16" fill="hold" grpId="0" nodeType="afterEffect">
                                  <p:stCondLst>
                                    <p:cond delay="0"/>
                                  </p:stCondLst>
                                  <p:iterate type="lt">
                                    <p:tmPct val="10000"/>
                                  </p:iterate>
                                  <p:childTnLst>
                                    <p:set>
                                      <p:cBhvr>
                                        <p:cTn id="89" dur="1" fill="hold">
                                          <p:stCondLst>
                                            <p:cond delay="0"/>
                                          </p:stCondLst>
                                        </p:cTn>
                                        <p:tgtEl>
                                          <p:spTgt spid="32"/>
                                        </p:tgtEl>
                                        <p:attrNameLst>
                                          <p:attrName>style.visibility</p:attrName>
                                        </p:attrNameLst>
                                      </p:cBhvr>
                                      <p:to>
                                        <p:strVal val="visible"/>
                                      </p:to>
                                    </p:set>
                                    <p:anim calcmode="lin" valueType="num">
                                      <p:cBhvr>
                                        <p:cTn id="90" dur="100" fill="hold"/>
                                        <p:tgtEl>
                                          <p:spTgt spid="32"/>
                                        </p:tgtEl>
                                        <p:attrNameLst>
                                          <p:attrName>ppt_w</p:attrName>
                                        </p:attrNameLst>
                                      </p:cBhvr>
                                      <p:tavLst>
                                        <p:tav tm="0">
                                          <p:val>
                                            <p:fltVal val="0"/>
                                          </p:val>
                                        </p:tav>
                                        <p:tav tm="100000">
                                          <p:val>
                                            <p:strVal val="#ppt_w"/>
                                          </p:val>
                                        </p:tav>
                                      </p:tavLst>
                                    </p:anim>
                                    <p:anim calcmode="lin" valueType="num">
                                      <p:cBhvr>
                                        <p:cTn id="91" dur="100" fill="hold"/>
                                        <p:tgtEl>
                                          <p:spTgt spid="32"/>
                                        </p:tgtEl>
                                        <p:attrNameLst>
                                          <p:attrName>ppt_h</p:attrName>
                                        </p:attrNameLst>
                                      </p:cBhvr>
                                      <p:tavLst>
                                        <p:tav tm="0">
                                          <p:val>
                                            <p:fltVal val="0"/>
                                          </p:val>
                                        </p:tav>
                                        <p:tav tm="100000">
                                          <p:val>
                                            <p:strVal val="#ppt_h"/>
                                          </p:val>
                                        </p:tav>
                                      </p:tavLst>
                                    </p:anim>
                                    <p:animEffect transition="in" filter="fade">
                                      <p:cBhvr>
                                        <p:cTn id="92" dur="100"/>
                                        <p:tgtEl>
                                          <p:spTgt spid="32"/>
                                        </p:tgtEl>
                                      </p:cBhvr>
                                    </p:animEffect>
                                  </p:childTnLst>
                                </p:cTn>
                              </p:par>
                            </p:childTnLst>
                          </p:cTn>
                        </p:par>
                        <p:par>
                          <p:cTn id="93" fill="hold">
                            <p:stCondLst>
                              <p:cond delay="7450"/>
                            </p:stCondLst>
                            <p:childTnLst>
                              <p:par>
                                <p:cTn id="94" presetID="53" presetClass="entr" presetSubtype="16" fill="hold" grpId="0" nodeType="afterEffect">
                                  <p:stCondLst>
                                    <p:cond delay="0"/>
                                  </p:stCondLst>
                                  <p:childTnLst>
                                    <p:set>
                                      <p:cBhvr>
                                        <p:cTn id="95" dur="1" fill="hold">
                                          <p:stCondLst>
                                            <p:cond delay="0"/>
                                          </p:stCondLst>
                                        </p:cTn>
                                        <p:tgtEl>
                                          <p:spTgt spid="35"/>
                                        </p:tgtEl>
                                        <p:attrNameLst>
                                          <p:attrName>style.visibility</p:attrName>
                                        </p:attrNameLst>
                                      </p:cBhvr>
                                      <p:to>
                                        <p:strVal val="visible"/>
                                      </p:to>
                                    </p:set>
                                    <p:anim calcmode="lin" valueType="num">
                                      <p:cBhvr>
                                        <p:cTn id="96" dur="500" fill="hold"/>
                                        <p:tgtEl>
                                          <p:spTgt spid="35"/>
                                        </p:tgtEl>
                                        <p:attrNameLst>
                                          <p:attrName>ppt_w</p:attrName>
                                        </p:attrNameLst>
                                      </p:cBhvr>
                                      <p:tavLst>
                                        <p:tav tm="0">
                                          <p:val>
                                            <p:fltVal val="0"/>
                                          </p:val>
                                        </p:tav>
                                        <p:tav tm="100000">
                                          <p:val>
                                            <p:strVal val="#ppt_w"/>
                                          </p:val>
                                        </p:tav>
                                      </p:tavLst>
                                    </p:anim>
                                    <p:anim calcmode="lin" valueType="num">
                                      <p:cBhvr>
                                        <p:cTn id="97" dur="500" fill="hold"/>
                                        <p:tgtEl>
                                          <p:spTgt spid="35"/>
                                        </p:tgtEl>
                                        <p:attrNameLst>
                                          <p:attrName>ppt_h</p:attrName>
                                        </p:attrNameLst>
                                      </p:cBhvr>
                                      <p:tavLst>
                                        <p:tav tm="0">
                                          <p:val>
                                            <p:fltVal val="0"/>
                                          </p:val>
                                        </p:tav>
                                        <p:tav tm="100000">
                                          <p:val>
                                            <p:strVal val="#ppt_h"/>
                                          </p:val>
                                        </p:tav>
                                      </p:tavLst>
                                    </p:anim>
                                    <p:animEffect transition="in" filter="fade">
                                      <p:cBhvr>
                                        <p:cTn id="98" dur="500"/>
                                        <p:tgtEl>
                                          <p:spTgt spid="35"/>
                                        </p:tgtEl>
                                      </p:cBhvr>
                                    </p:animEffect>
                                  </p:childTnLst>
                                </p:cTn>
                              </p:par>
                            </p:childTnLst>
                          </p:cTn>
                        </p:par>
                        <p:par>
                          <p:cTn id="99" fill="hold">
                            <p:stCondLst>
                              <p:cond delay="7950"/>
                            </p:stCondLst>
                            <p:childTnLst>
                              <p:par>
                                <p:cTn id="100" presetID="53" presetClass="entr" presetSubtype="16" fill="hold" grpId="0" nodeType="afterEffect">
                                  <p:stCondLst>
                                    <p:cond delay="0"/>
                                  </p:stCondLst>
                                  <p:iterate type="lt">
                                    <p:tmPct val="10000"/>
                                  </p:iterate>
                                  <p:childTnLst>
                                    <p:set>
                                      <p:cBhvr>
                                        <p:cTn id="101" dur="1" fill="hold">
                                          <p:stCondLst>
                                            <p:cond delay="0"/>
                                          </p:stCondLst>
                                        </p:cTn>
                                        <p:tgtEl>
                                          <p:spTgt spid="36"/>
                                        </p:tgtEl>
                                        <p:attrNameLst>
                                          <p:attrName>style.visibility</p:attrName>
                                        </p:attrNameLst>
                                      </p:cBhvr>
                                      <p:to>
                                        <p:strVal val="visible"/>
                                      </p:to>
                                    </p:set>
                                    <p:anim calcmode="lin" valueType="num">
                                      <p:cBhvr>
                                        <p:cTn id="102" dur="100" fill="hold"/>
                                        <p:tgtEl>
                                          <p:spTgt spid="36"/>
                                        </p:tgtEl>
                                        <p:attrNameLst>
                                          <p:attrName>ppt_w</p:attrName>
                                        </p:attrNameLst>
                                      </p:cBhvr>
                                      <p:tavLst>
                                        <p:tav tm="0">
                                          <p:val>
                                            <p:fltVal val="0"/>
                                          </p:val>
                                        </p:tav>
                                        <p:tav tm="100000">
                                          <p:val>
                                            <p:strVal val="#ppt_w"/>
                                          </p:val>
                                        </p:tav>
                                      </p:tavLst>
                                    </p:anim>
                                    <p:anim calcmode="lin" valueType="num">
                                      <p:cBhvr>
                                        <p:cTn id="103" dur="100" fill="hold"/>
                                        <p:tgtEl>
                                          <p:spTgt spid="36"/>
                                        </p:tgtEl>
                                        <p:attrNameLst>
                                          <p:attrName>ppt_h</p:attrName>
                                        </p:attrNameLst>
                                      </p:cBhvr>
                                      <p:tavLst>
                                        <p:tav tm="0">
                                          <p:val>
                                            <p:fltVal val="0"/>
                                          </p:val>
                                        </p:tav>
                                        <p:tav tm="100000">
                                          <p:val>
                                            <p:strVal val="#ppt_h"/>
                                          </p:val>
                                        </p:tav>
                                      </p:tavLst>
                                    </p:anim>
                                    <p:animEffect transition="in" filter="fade">
                                      <p:cBhvr>
                                        <p:cTn id="104" dur="1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5" grpId="0" animBg="1"/>
      <p:bldP spid="26" grpId="0" animBg="1"/>
      <p:bldP spid="27" grpId="0" animBg="1"/>
      <p:bldP spid="28" grpId="0" animBg="1"/>
      <p:bldP spid="29" grpId="0"/>
      <p:bldP spid="30" grpId="0"/>
      <p:bldP spid="31" grpId="0"/>
      <p:bldP spid="32" grpId="0"/>
      <p:bldP spid="33" grpId="0"/>
      <p:bldP spid="34" grpId="0"/>
      <p:bldP spid="35" grpId="0"/>
      <p:bldP spid="36" grpId="0"/>
      <p:bldP spid="37" grpId="0"/>
      <p:bldP spid="37" grpId="1"/>
      <p:bldP spid="37" grpId="2"/>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50633" y="228814"/>
            <a:ext cx="720000" cy="720000"/>
            <a:chOff x="450633" y="228814"/>
            <a:chExt cx="720000" cy="720000"/>
          </a:xfrm>
        </p:grpSpPr>
        <p:sp>
          <p:nvSpPr>
            <p:cNvPr id="38" name="椭圆 37"/>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9"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40" name="文本框 39"/>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团队协作方面的不足</a:t>
            </a:r>
          </a:p>
        </p:txBody>
      </p:sp>
      <p:cxnSp>
        <p:nvCxnSpPr>
          <p:cNvPr id="41" name="直接连接符 40"/>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42" name="文本框 41"/>
          <p:cNvSpPr txBox="1">
            <a:spLocks/>
          </p:cNvSpPr>
          <p:nvPr/>
        </p:nvSpPr>
        <p:spPr>
          <a:xfrm flipH="1">
            <a:off x="8640649" y="3317263"/>
            <a:ext cx="2880207"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43" name="文本框 42"/>
          <p:cNvSpPr txBox="1">
            <a:spLocks/>
          </p:cNvSpPr>
          <p:nvPr/>
        </p:nvSpPr>
        <p:spPr>
          <a:xfrm flipH="1">
            <a:off x="8641008" y="2937871"/>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4" name="Freeform 5"/>
          <p:cNvSpPr>
            <a:spLocks noChangeAspect="1"/>
          </p:cNvSpPr>
          <p:nvPr/>
        </p:nvSpPr>
        <p:spPr bwMode="auto">
          <a:xfrm>
            <a:off x="4699941" y="4181889"/>
            <a:ext cx="1862934" cy="1862934"/>
          </a:xfrm>
          <a:custGeom>
            <a:avLst/>
            <a:gdLst>
              <a:gd name="T0" fmla="*/ 6315 w 6332"/>
              <a:gd name="T1" fmla="*/ 2842 h 6330"/>
              <a:gd name="T2" fmla="*/ 6231 w 6332"/>
              <a:gd name="T3" fmla="*/ 2375 h 6330"/>
              <a:gd name="T4" fmla="*/ 6082 w 6332"/>
              <a:gd name="T5" fmla="*/ 1933 h 6330"/>
              <a:gd name="T6" fmla="*/ 5873 w 6332"/>
              <a:gd name="T7" fmla="*/ 1524 h 6330"/>
              <a:gd name="T8" fmla="*/ 5608 w 6332"/>
              <a:gd name="T9" fmla="*/ 1152 h 6330"/>
              <a:gd name="T10" fmla="*/ 5294 w 6332"/>
              <a:gd name="T11" fmla="*/ 823 h 6330"/>
              <a:gd name="T12" fmla="*/ 4935 w 6332"/>
              <a:gd name="T13" fmla="*/ 540 h 6330"/>
              <a:gd name="T14" fmla="*/ 4538 w 6332"/>
              <a:gd name="T15" fmla="*/ 312 h 6330"/>
              <a:gd name="T16" fmla="*/ 4106 w 6332"/>
              <a:gd name="T17" fmla="*/ 143 h 6330"/>
              <a:gd name="T18" fmla="*/ 3647 w 6332"/>
              <a:gd name="T19" fmla="*/ 36 h 6330"/>
              <a:gd name="T20" fmla="*/ 3164 w 6332"/>
              <a:gd name="T21" fmla="*/ 0 h 6330"/>
              <a:gd name="T22" fmla="*/ 2683 w 6332"/>
              <a:gd name="T23" fmla="*/ 36 h 6330"/>
              <a:gd name="T24" fmla="*/ 2224 w 6332"/>
              <a:gd name="T25" fmla="*/ 143 h 6330"/>
              <a:gd name="T26" fmla="*/ 1792 w 6332"/>
              <a:gd name="T27" fmla="*/ 312 h 6330"/>
              <a:gd name="T28" fmla="*/ 1395 w 6332"/>
              <a:gd name="T29" fmla="*/ 540 h 6330"/>
              <a:gd name="T30" fmla="*/ 1037 w 6332"/>
              <a:gd name="T31" fmla="*/ 823 h 6330"/>
              <a:gd name="T32" fmla="*/ 723 w 6332"/>
              <a:gd name="T33" fmla="*/ 1152 h 6330"/>
              <a:gd name="T34" fmla="*/ 458 w 6332"/>
              <a:gd name="T35" fmla="*/ 1524 h 6330"/>
              <a:gd name="T36" fmla="*/ 249 w 6332"/>
              <a:gd name="T37" fmla="*/ 1933 h 6330"/>
              <a:gd name="T38" fmla="*/ 100 w 6332"/>
              <a:gd name="T39" fmla="*/ 2375 h 6330"/>
              <a:gd name="T40" fmla="*/ 16 w 6332"/>
              <a:gd name="T41" fmla="*/ 2842 h 6330"/>
              <a:gd name="T42" fmla="*/ 4 w 6332"/>
              <a:gd name="T43" fmla="*/ 3328 h 6330"/>
              <a:gd name="T44" fmla="*/ 65 w 6332"/>
              <a:gd name="T45" fmla="*/ 3803 h 6330"/>
              <a:gd name="T46" fmla="*/ 192 w 6332"/>
              <a:gd name="T47" fmla="*/ 4254 h 6330"/>
              <a:gd name="T48" fmla="*/ 383 w 6332"/>
              <a:gd name="T49" fmla="*/ 4674 h 6330"/>
              <a:gd name="T50" fmla="*/ 629 w 6332"/>
              <a:gd name="T51" fmla="*/ 5059 h 6330"/>
              <a:gd name="T52" fmla="*/ 927 w 6332"/>
              <a:gd name="T53" fmla="*/ 5402 h 6330"/>
              <a:gd name="T54" fmla="*/ 1272 w 6332"/>
              <a:gd name="T55" fmla="*/ 5702 h 6330"/>
              <a:gd name="T56" fmla="*/ 1656 w 6332"/>
              <a:gd name="T57" fmla="*/ 5948 h 6330"/>
              <a:gd name="T58" fmla="*/ 2076 w 6332"/>
              <a:gd name="T59" fmla="*/ 6137 h 6330"/>
              <a:gd name="T60" fmla="*/ 2526 w 6332"/>
              <a:gd name="T61" fmla="*/ 6266 h 6330"/>
              <a:gd name="T62" fmla="*/ 3002 w 6332"/>
              <a:gd name="T63" fmla="*/ 6326 h 6330"/>
              <a:gd name="T64" fmla="*/ 3488 w 6332"/>
              <a:gd name="T65" fmla="*/ 6313 h 6330"/>
              <a:gd name="T66" fmla="*/ 3956 w 6332"/>
              <a:gd name="T67" fmla="*/ 6230 h 6330"/>
              <a:gd name="T68" fmla="*/ 4397 w 6332"/>
              <a:gd name="T69" fmla="*/ 6081 h 6330"/>
              <a:gd name="T70" fmla="*/ 4807 w 6332"/>
              <a:gd name="T71" fmla="*/ 5871 h 6330"/>
              <a:gd name="T72" fmla="*/ 5179 w 6332"/>
              <a:gd name="T73" fmla="*/ 5607 h 6330"/>
              <a:gd name="T74" fmla="*/ 5509 w 6332"/>
              <a:gd name="T75" fmla="*/ 5293 h 6330"/>
              <a:gd name="T76" fmla="*/ 5790 w 6332"/>
              <a:gd name="T77" fmla="*/ 4935 h 6330"/>
              <a:gd name="T78" fmla="*/ 6019 w 6332"/>
              <a:gd name="T79" fmla="*/ 4537 h 6330"/>
              <a:gd name="T80" fmla="*/ 6189 w 6332"/>
              <a:gd name="T81" fmla="*/ 4107 h 6330"/>
              <a:gd name="T82" fmla="*/ 6295 w 6332"/>
              <a:gd name="T83" fmla="*/ 3648 h 6330"/>
              <a:gd name="T84" fmla="*/ 6332 w 6332"/>
              <a:gd name="T85" fmla="*/ 3166 h 6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332" h="6330">
                <a:moveTo>
                  <a:pt x="6332" y="3166"/>
                </a:moveTo>
                <a:lnTo>
                  <a:pt x="6328" y="3003"/>
                </a:lnTo>
                <a:lnTo>
                  <a:pt x="6315" y="2842"/>
                </a:lnTo>
                <a:lnTo>
                  <a:pt x="6295" y="2684"/>
                </a:lnTo>
                <a:lnTo>
                  <a:pt x="6267" y="2528"/>
                </a:lnTo>
                <a:lnTo>
                  <a:pt x="6231" y="2375"/>
                </a:lnTo>
                <a:lnTo>
                  <a:pt x="6189" y="2224"/>
                </a:lnTo>
                <a:lnTo>
                  <a:pt x="6139" y="2077"/>
                </a:lnTo>
                <a:lnTo>
                  <a:pt x="6082" y="1933"/>
                </a:lnTo>
                <a:lnTo>
                  <a:pt x="6019" y="1793"/>
                </a:lnTo>
                <a:lnTo>
                  <a:pt x="5949" y="1657"/>
                </a:lnTo>
                <a:lnTo>
                  <a:pt x="5873" y="1524"/>
                </a:lnTo>
                <a:lnTo>
                  <a:pt x="5790" y="1396"/>
                </a:lnTo>
                <a:lnTo>
                  <a:pt x="5702" y="1272"/>
                </a:lnTo>
                <a:lnTo>
                  <a:pt x="5608" y="1152"/>
                </a:lnTo>
                <a:lnTo>
                  <a:pt x="5509" y="1037"/>
                </a:lnTo>
                <a:lnTo>
                  <a:pt x="5404" y="927"/>
                </a:lnTo>
                <a:lnTo>
                  <a:pt x="5294" y="823"/>
                </a:lnTo>
                <a:lnTo>
                  <a:pt x="5179" y="722"/>
                </a:lnTo>
                <a:lnTo>
                  <a:pt x="5060" y="629"/>
                </a:lnTo>
                <a:lnTo>
                  <a:pt x="4935" y="540"/>
                </a:lnTo>
                <a:lnTo>
                  <a:pt x="4807" y="458"/>
                </a:lnTo>
                <a:lnTo>
                  <a:pt x="4675" y="382"/>
                </a:lnTo>
                <a:lnTo>
                  <a:pt x="4538" y="312"/>
                </a:lnTo>
                <a:lnTo>
                  <a:pt x="4397" y="248"/>
                </a:lnTo>
                <a:lnTo>
                  <a:pt x="4253" y="192"/>
                </a:lnTo>
                <a:lnTo>
                  <a:pt x="4106" y="143"/>
                </a:lnTo>
                <a:lnTo>
                  <a:pt x="3956" y="99"/>
                </a:lnTo>
                <a:lnTo>
                  <a:pt x="3803" y="64"/>
                </a:lnTo>
                <a:lnTo>
                  <a:pt x="3647" y="36"/>
                </a:lnTo>
                <a:lnTo>
                  <a:pt x="3488" y="16"/>
                </a:lnTo>
                <a:lnTo>
                  <a:pt x="3328" y="4"/>
                </a:lnTo>
                <a:lnTo>
                  <a:pt x="3164" y="0"/>
                </a:lnTo>
                <a:lnTo>
                  <a:pt x="3002" y="4"/>
                </a:lnTo>
                <a:lnTo>
                  <a:pt x="2841" y="16"/>
                </a:lnTo>
                <a:lnTo>
                  <a:pt x="2683" y="36"/>
                </a:lnTo>
                <a:lnTo>
                  <a:pt x="2526" y="64"/>
                </a:lnTo>
                <a:lnTo>
                  <a:pt x="2374" y="99"/>
                </a:lnTo>
                <a:lnTo>
                  <a:pt x="2224" y="143"/>
                </a:lnTo>
                <a:lnTo>
                  <a:pt x="2076" y="192"/>
                </a:lnTo>
                <a:lnTo>
                  <a:pt x="1933" y="248"/>
                </a:lnTo>
                <a:lnTo>
                  <a:pt x="1792" y="312"/>
                </a:lnTo>
                <a:lnTo>
                  <a:pt x="1656" y="382"/>
                </a:lnTo>
                <a:lnTo>
                  <a:pt x="1523" y="458"/>
                </a:lnTo>
                <a:lnTo>
                  <a:pt x="1395" y="540"/>
                </a:lnTo>
                <a:lnTo>
                  <a:pt x="1272" y="629"/>
                </a:lnTo>
                <a:lnTo>
                  <a:pt x="1152" y="722"/>
                </a:lnTo>
                <a:lnTo>
                  <a:pt x="1037" y="823"/>
                </a:lnTo>
                <a:lnTo>
                  <a:pt x="927" y="927"/>
                </a:lnTo>
                <a:lnTo>
                  <a:pt x="822" y="1037"/>
                </a:lnTo>
                <a:lnTo>
                  <a:pt x="723" y="1152"/>
                </a:lnTo>
                <a:lnTo>
                  <a:pt x="629" y="1272"/>
                </a:lnTo>
                <a:lnTo>
                  <a:pt x="541" y="1396"/>
                </a:lnTo>
                <a:lnTo>
                  <a:pt x="458" y="1524"/>
                </a:lnTo>
                <a:lnTo>
                  <a:pt x="383" y="1657"/>
                </a:lnTo>
                <a:lnTo>
                  <a:pt x="312" y="1793"/>
                </a:lnTo>
                <a:lnTo>
                  <a:pt x="249" y="1933"/>
                </a:lnTo>
                <a:lnTo>
                  <a:pt x="192" y="2077"/>
                </a:lnTo>
                <a:lnTo>
                  <a:pt x="142" y="2224"/>
                </a:lnTo>
                <a:lnTo>
                  <a:pt x="100" y="2375"/>
                </a:lnTo>
                <a:lnTo>
                  <a:pt x="65" y="2528"/>
                </a:lnTo>
                <a:lnTo>
                  <a:pt x="37" y="2684"/>
                </a:lnTo>
                <a:lnTo>
                  <a:pt x="16" y="2842"/>
                </a:lnTo>
                <a:lnTo>
                  <a:pt x="4" y="3003"/>
                </a:lnTo>
                <a:lnTo>
                  <a:pt x="0" y="3166"/>
                </a:lnTo>
                <a:lnTo>
                  <a:pt x="4" y="3328"/>
                </a:lnTo>
                <a:lnTo>
                  <a:pt x="16" y="3490"/>
                </a:lnTo>
                <a:lnTo>
                  <a:pt x="37" y="3648"/>
                </a:lnTo>
                <a:lnTo>
                  <a:pt x="65" y="3803"/>
                </a:lnTo>
                <a:lnTo>
                  <a:pt x="100" y="3957"/>
                </a:lnTo>
                <a:lnTo>
                  <a:pt x="142" y="4107"/>
                </a:lnTo>
                <a:lnTo>
                  <a:pt x="192" y="4254"/>
                </a:lnTo>
                <a:lnTo>
                  <a:pt x="249" y="4398"/>
                </a:lnTo>
                <a:lnTo>
                  <a:pt x="312" y="4537"/>
                </a:lnTo>
                <a:lnTo>
                  <a:pt x="383" y="4674"/>
                </a:lnTo>
                <a:lnTo>
                  <a:pt x="458" y="4806"/>
                </a:lnTo>
                <a:lnTo>
                  <a:pt x="541" y="4935"/>
                </a:lnTo>
                <a:lnTo>
                  <a:pt x="629" y="5059"/>
                </a:lnTo>
                <a:lnTo>
                  <a:pt x="723" y="5178"/>
                </a:lnTo>
                <a:lnTo>
                  <a:pt x="822" y="5293"/>
                </a:lnTo>
                <a:lnTo>
                  <a:pt x="927" y="5402"/>
                </a:lnTo>
                <a:lnTo>
                  <a:pt x="1037" y="5508"/>
                </a:lnTo>
                <a:lnTo>
                  <a:pt x="1152" y="5607"/>
                </a:lnTo>
                <a:lnTo>
                  <a:pt x="1272" y="5702"/>
                </a:lnTo>
                <a:lnTo>
                  <a:pt x="1395" y="5790"/>
                </a:lnTo>
                <a:lnTo>
                  <a:pt x="1523" y="5871"/>
                </a:lnTo>
                <a:lnTo>
                  <a:pt x="1656" y="5948"/>
                </a:lnTo>
                <a:lnTo>
                  <a:pt x="1792" y="6017"/>
                </a:lnTo>
                <a:lnTo>
                  <a:pt x="1933" y="6081"/>
                </a:lnTo>
                <a:lnTo>
                  <a:pt x="2076" y="6137"/>
                </a:lnTo>
                <a:lnTo>
                  <a:pt x="2224" y="6188"/>
                </a:lnTo>
                <a:lnTo>
                  <a:pt x="2374" y="6230"/>
                </a:lnTo>
                <a:lnTo>
                  <a:pt x="2526" y="6266"/>
                </a:lnTo>
                <a:lnTo>
                  <a:pt x="2683" y="6294"/>
                </a:lnTo>
                <a:lnTo>
                  <a:pt x="2841" y="6313"/>
                </a:lnTo>
                <a:lnTo>
                  <a:pt x="3002" y="6326"/>
                </a:lnTo>
                <a:lnTo>
                  <a:pt x="3164" y="6330"/>
                </a:lnTo>
                <a:lnTo>
                  <a:pt x="3328" y="6326"/>
                </a:lnTo>
                <a:lnTo>
                  <a:pt x="3488" y="6313"/>
                </a:lnTo>
                <a:lnTo>
                  <a:pt x="3647" y="6294"/>
                </a:lnTo>
                <a:lnTo>
                  <a:pt x="3803" y="6266"/>
                </a:lnTo>
                <a:lnTo>
                  <a:pt x="3956" y="6230"/>
                </a:lnTo>
                <a:lnTo>
                  <a:pt x="4106" y="6188"/>
                </a:lnTo>
                <a:lnTo>
                  <a:pt x="4253" y="6137"/>
                </a:lnTo>
                <a:lnTo>
                  <a:pt x="4397" y="6081"/>
                </a:lnTo>
                <a:lnTo>
                  <a:pt x="4538" y="6017"/>
                </a:lnTo>
                <a:lnTo>
                  <a:pt x="4675" y="5948"/>
                </a:lnTo>
                <a:lnTo>
                  <a:pt x="4807" y="5871"/>
                </a:lnTo>
                <a:lnTo>
                  <a:pt x="4935" y="5790"/>
                </a:lnTo>
                <a:lnTo>
                  <a:pt x="5060" y="5702"/>
                </a:lnTo>
                <a:lnTo>
                  <a:pt x="5179" y="5607"/>
                </a:lnTo>
                <a:lnTo>
                  <a:pt x="5294" y="5508"/>
                </a:lnTo>
                <a:lnTo>
                  <a:pt x="5404" y="5402"/>
                </a:lnTo>
                <a:lnTo>
                  <a:pt x="5509" y="5293"/>
                </a:lnTo>
                <a:lnTo>
                  <a:pt x="5608" y="5178"/>
                </a:lnTo>
                <a:lnTo>
                  <a:pt x="5702" y="5059"/>
                </a:lnTo>
                <a:lnTo>
                  <a:pt x="5790" y="4935"/>
                </a:lnTo>
                <a:lnTo>
                  <a:pt x="5873" y="4806"/>
                </a:lnTo>
                <a:lnTo>
                  <a:pt x="5949" y="4674"/>
                </a:lnTo>
                <a:lnTo>
                  <a:pt x="6019" y="4537"/>
                </a:lnTo>
                <a:lnTo>
                  <a:pt x="6082" y="4398"/>
                </a:lnTo>
                <a:lnTo>
                  <a:pt x="6139" y="4254"/>
                </a:lnTo>
                <a:lnTo>
                  <a:pt x="6189" y="4107"/>
                </a:lnTo>
                <a:lnTo>
                  <a:pt x="6231" y="3957"/>
                </a:lnTo>
                <a:lnTo>
                  <a:pt x="6267" y="3803"/>
                </a:lnTo>
                <a:lnTo>
                  <a:pt x="6295" y="3648"/>
                </a:lnTo>
                <a:lnTo>
                  <a:pt x="6315" y="3490"/>
                </a:lnTo>
                <a:lnTo>
                  <a:pt x="6328" y="3328"/>
                </a:lnTo>
                <a:lnTo>
                  <a:pt x="6332" y="3166"/>
                </a:lnTo>
                <a:close/>
              </a:path>
            </a:pathLst>
          </a:custGeom>
          <a:gradFill flip="none" rotWithShape="1">
            <a:gsLst>
              <a:gs pos="0">
                <a:srgbClr val="17406D"/>
              </a:gs>
              <a:gs pos="100000">
                <a:srgbClr val="17406D">
                  <a:lumMod val="50000"/>
                </a:srgbClr>
              </a:gs>
            </a:gsLst>
            <a:lin ang="13500000" scaled="1"/>
            <a:tileRect/>
          </a:gradFill>
          <a:ln w="3175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5" name="Freeform 6"/>
          <p:cNvSpPr>
            <a:spLocks noChangeAspect="1"/>
          </p:cNvSpPr>
          <p:nvPr/>
        </p:nvSpPr>
        <p:spPr bwMode="auto">
          <a:xfrm>
            <a:off x="4842678" y="4324625"/>
            <a:ext cx="1577461" cy="1577460"/>
          </a:xfrm>
          <a:custGeom>
            <a:avLst/>
            <a:gdLst>
              <a:gd name="T0" fmla="*/ 5346 w 5359"/>
              <a:gd name="T1" fmla="*/ 2407 h 5357"/>
              <a:gd name="T2" fmla="*/ 5274 w 5359"/>
              <a:gd name="T3" fmla="*/ 2010 h 5357"/>
              <a:gd name="T4" fmla="*/ 5148 w 5359"/>
              <a:gd name="T5" fmla="*/ 1637 h 5357"/>
              <a:gd name="T6" fmla="*/ 4971 w 5359"/>
              <a:gd name="T7" fmla="*/ 1291 h 5357"/>
              <a:gd name="T8" fmla="*/ 4746 w 5359"/>
              <a:gd name="T9" fmla="*/ 975 h 5357"/>
              <a:gd name="T10" fmla="*/ 4480 w 5359"/>
              <a:gd name="T11" fmla="*/ 697 h 5357"/>
              <a:gd name="T12" fmla="*/ 4177 w 5359"/>
              <a:gd name="T13" fmla="*/ 458 h 5357"/>
              <a:gd name="T14" fmla="*/ 3841 w 5359"/>
              <a:gd name="T15" fmla="*/ 264 h 5357"/>
              <a:gd name="T16" fmla="*/ 3475 w 5359"/>
              <a:gd name="T17" fmla="*/ 120 h 5357"/>
              <a:gd name="T18" fmla="*/ 3087 w 5359"/>
              <a:gd name="T19" fmla="*/ 30 h 5357"/>
              <a:gd name="T20" fmla="*/ 2678 w 5359"/>
              <a:gd name="T21" fmla="*/ 0 h 5357"/>
              <a:gd name="T22" fmla="*/ 2270 w 5359"/>
              <a:gd name="T23" fmla="*/ 30 h 5357"/>
              <a:gd name="T24" fmla="*/ 1882 w 5359"/>
              <a:gd name="T25" fmla="*/ 120 h 5357"/>
              <a:gd name="T26" fmla="*/ 1517 w 5359"/>
              <a:gd name="T27" fmla="*/ 264 h 5357"/>
              <a:gd name="T28" fmla="*/ 1180 w 5359"/>
              <a:gd name="T29" fmla="*/ 458 h 5357"/>
              <a:gd name="T30" fmla="*/ 877 w 5359"/>
              <a:gd name="T31" fmla="*/ 697 h 5357"/>
              <a:gd name="T32" fmla="*/ 612 w 5359"/>
              <a:gd name="T33" fmla="*/ 975 h 5357"/>
              <a:gd name="T34" fmla="*/ 387 w 5359"/>
              <a:gd name="T35" fmla="*/ 1291 h 5357"/>
              <a:gd name="T36" fmla="*/ 210 w 5359"/>
              <a:gd name="T37" fmla="*/ 1637 h 5357"/>
              <a:gd name="T38" fmla="*/ 84 w 5359"/>
              <a:gd name="T39" fmla="*/ 2010 h 5357"/>
              <a:gd name="T40" fmla="*/ 14 w 5359"/>
              <a:gd name="T41" fmla="*/ 2407 h 5357"/>
              <a:gd name="T42" fmla="*/ 3 w 5359"/>
              <a:gd name="T43" fmla="*/ 2818 h 5357"/>
              <a:gd name="T44" fmla="*/ 55 w 5359"/>
              <a:gd name="T45" fmla="*/ 3220 h 5357"/>
              <a:gd name="T46" fmla="*/ 163 w 5359"/>
              <a:gd name="T47" fmla="*/ 3601 h 5357"/>
              <a:gd name="T48" fmla="*/ 323 w 5359"/>
              <a:gd name="T49" fmla="*/ 3957 h 5357"/>
              <a:gd name="T50" fmla="*/ 532 w 5359"/>
              <a:gd name="T51" fmla="*/ 4282 h 5357"/>
              <a:gd name="T52" fmla="*/ 785 w 5359"/>
              <a:gd name="T53" fmla="*/ 4574 h 5357"/>
              <a:gd name="T54" fmla="*/ 1076 w 5359"/>
              <a:gd name="T55" fmla="*/ 4826 h 5357"/>
              <a:gd name="T56" fmla="*/ 1402 w 5359"/>
              <a:gd name="T57" fmla="*/ 5034 h 5357"/>
              <a:gd name="T58" fmla="*/ 1757 w 5359"/>
              <a:gd name="T59" fmla="*/ 5196 h 5357"/>
              <a:gd name="T60" fmla="*/ 2139 w 5359"/>
              <a:gd name="T61" fmla="*/ 5304 h 5357"/>
              <a:gd name="T62" fmla="*/ 2540 w 5359"/>
              <a:gd name="T63" fmla="*/ 5354 h 5357"/>
              <a:gd name="T64" fmla="*/ 2952 w 5359"/>
              <a:gd name="T65" fmla="*/ 5344 h 5357"/>
              <a:gd name="T66" fmla="*/ 3348 w 5359"/>
              <a:gd name="T67" fmla="*/ 5274 h 5357"/>
              <a:gd name="T68" fmla="*/ 3722 w 5359"/>
              <a:gd name="T69" fmla="*/ 5147 h 5357"/>
              <a:gd name="T70" fmla="*/ 4068 w 5359"/>
              <a:gd name="T71" fmla="*/ 4970 h 5357"/>
              <a:gd name="T72" fmla="*/ 4383 w 5359"/>
              <a:gd name="T73" fmla="*/ 4747 h 5357"/>
              <a:gd name="T74" fmla="*/ 4663 w 5359"/>
              <a:gd name="T75" fmla="*/ 4481 h 5357"/>
              <a:gd name="T76" fmla="*/ 4902 w 5359"/>
              <a:gd name="T77" fmla="*/ 4177 h 5357"/>
              <a:gd name="T78" fmla="*/ 5095 w 5359"/>
              <a:gd name="T79" fmla="*/ 3841 h 5357"/>
              <a:gd name="T80" fmla="*/ 5238 w 5359"/>
              <a:gd name="T81" fmla="*/ 3477 h 5357"/>
              <a:gd name="T82" fmla="*/ 5328 w 5359"/>
              <a:gd name="T83" fmla="*/ 3088 h 5357"/>
              <a:gd name="T84" fmla="*/ 5359 w 5359"/>
              <a:gd name="T85" fmla="*/ 2680 h 5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359" h="5357">
                <a:moveTo>
                  <a:pt x="5359" y="2680"/>
                </a:moveTo>
                <a:lnTo>
                  <a:pt x="5356" y="2542"/>
                </a:lnTo>
                <a:lnTo>
                  <a:pt x="5346" y="2407"/>
                </a:lnTo>
                <a:lnTo>
                  <a:pt x="5328" y="2272"/>
                </a:lnTo>
                <a:lnTo>
                  <a:pt x="5304" y="2140"/>
                </a:lnTo>
                <a:lnTo>
                  <a:pt x="5274" y="2010"/>
                </a:lnTo>
                <a:lnTo>
                  <a:pt x="5238" y="1883"/>
                </a:lnTo>
                <a:lnTo>
                  <a:pt x="5197" y="1759"/>
                </a:lnTo>
                <a:lnTo>
                  <a:pt x="5148" y="1637"/>
                </a:lnTo>
                <a:lnTo>
                  <a:pt x="5095" y="1519"/>
                </a:lnTo>
                <a:lnTo>
                  <a:pt x="5035" y="1403"/>
                </a:lnTo>
                <a:lnTo>
                  <a:pt x="4971" y="1291"/>
                </a:lnTo>
                <a:lnTo>
                  <a:pt x="4902" y="1182"/>
                </a:lnTo>
                <a:lnTo>
                  <a:pt x="4826" y="1077"/>
                </a:lnTo>
                <a:lnTo>
                  <a:pt x="4746" y="975"/>
                </a:lnTo>
                <a:lnTo>
                  <a:pt x="4663" y="878"/>
                </a:lnTo>
                <a:lnTo>
                  <a:pt x="4574" y="785"/>
                </a:lnTo>
                <a:lnTo>
                  <a:pt x="4480" y="697"/>
                </a:lnTo>
                <a:lnTo>
                  <a:pt x="4383" y="612"/>
                </a:lnTo>
                <a:lnTo>
                  <a:pt x="4282" y="532"/>
                </a:lnTo>
                <a:lnTo>
                  <a:pt x="4177" y="458"/>
                </a:lnTo>
                <a:lnTo>
                  <a:pt x="4068" y="388"/>
                </a:lnTo>
                <a:lnTo>
                  <a:pt x="3956" y="323"/>
                </a:lnTo>
                <a:lnTo>
                  <a:pt x="3841" y="264"/>
                </a:lnTo>
                <a:lnTo>
                  <a:pt x="3722" y="210"/>
                </a:lnTo>
                <a:lnTo>
                  <a:pt x="3599" y="163"/>
                </a:lnTo>
                <a:lnTo>
                  <a:pt x="3475" y="120"/>
                </a:lnTo>
                <a:lnTo>
                  <a:pt x="3348" y="84"/>
                </a:lnTo>
                <a:lnTo>
                  <a:pt x="3219" y="54"/>
                </a:lnTo>
                <a:lnTo>
                  <a:pt x="3087" y="30"/>
                </a:lnTo>
                <a:lnTo>
                  <a:pt x="2952" y="14"/>
                </a:lnTo>
                <a:lnTo>
                  <a:pt x="2817" y="3"/>
                </a:lnTo>
                <a:lnTo>
                  <a:pt x="2678" y="0"/>
                </a:lnTo>
                <a:lnTo>
                  <a:pt x="2540" y="3"/>
                </a:lnTo>
                <a:lnTo>
                  <a:pt x="2405" y="14"/>
                </a:lnTo>
                <a:lnTo>
                  <a:pt x="2270" y="30"/>
                </a:lnTo>
                <a:lnTo>
                  <a:pt x="2139" y="54"/>
                </a:lnTo>
                <a:lnTo>
                  <a:pt x="2008" y="84"/>
                </a:lnTo>
                <a:lnTo>
                  <a:pt x="1882" y="120"/>
                </a:lnTo>
                <a:lnTo>
                  <a:pt x="1757" y="163"/>
                </a:lnTo>
                <a:lnTo>
                  <a:pt x="1636" y="210"/>
                </a:lnTo>
                <a:lnTo>
                  <a:pt x="1517" y="264"/>
                </a:lnTo>
                <a:lnTo>
                  <a:pt x="1402" y="323"/>
                </a:lnTo>
                <a:lnTo>
                  <a:pt x="1289" y="388"/>
                </a:lnTo>
                <a:lnTo>
                  <a:pt x="1180" y="458"/>
                </a:lnTo>
                <a:lnTo>
                  <a:pt x="1076" y="532"/>
                </a:lnTo>
                <a:lnTo>
                  <a:pt x="974" y="612"/>
                </a:lnTo>
                <a:lnTo>
                  <a:pt x="877" y="697"/>
                </a:lnTo>
                <a:lnTo>
                  <a:pt x="785" y="785"/>
                </a:lnTo>
                <a:lnTo>
                  <a:pt x="696" y="878"/>
                </a:lnTo>
                <a:lnTo>
                  <a:pt x="612" y="975"/>
                </a:lnTo>
                <a:lnTo>
                  <a:pt x="532" y="1077"/>
                </a:lnTo>
                <a:lnTo>
                  <a:pt x="458" y="1182"/>
                </a:lnTo>
                <a:lnTo>
                  <a:pt x="387" y="1291"/>
                </a:lnTo>
                <a:lnTo>
                  <a:pt x="323" y="1403"/>
                </a:lnTo>
                <a:lnTo>
                  <a:pt x="264" y="1519"/>
                </a:lnTo>
                <a:lnTo>
                  <a:pt x="210" y="1637"/>
                </a:lnTo>
                <a:lnTo>
                  <a:pt x="163" y="1759"/>
                </a:lnTo>
                <a:lnTo>
                  <a:pt x="120" y="1883"/>
                </a:lnTo>
                <a:lnTo>
                  <a:pt x="84" y="2010"/>
                </a:lnTo>
                <a:lnTo>
                  <a:pt x="55" y="2140"/>
                </a:lnTo>
                <a:lnTo>
                  <a:pt x="31" y="2272"/>
                </a:lnTo>
                <a:lnTo>
                  <a:pt x="14" y="2407"/>
                </a:lnTo>
                <a:lnTo>
                  <a:pt x="3" y="2542"/>
                </a:lnTo>
                <a:lnTo>
                  <a:pt x="0" y="2680"/>
                </a:lnTo>
                <a:lnTo>
                  <a:pt x="3" y="2818"/>
                </a:lnTo>
                <a:lnTo>
                  <a:pt x="14" y="2954"/>
                </a:lnTo>
                <a:lnTo>
                  <a:pt x="31" y="3088"/>
                </a:lnTo>
                <a:lnTo>
                  <a:pt x="55" y="3220"/>
                </a:lnTo>
                <a:lnTo>
                  <a:pt x="84" y="3349"/>
                </a:lnTo>
                <a:lnTo>
                  <a:pt x="120" y="3477"/>
                </a:lnTo>
                <a:lnTo>
                  <a:pt x="163" y="3601"/>
                </a:lnTo>
                <a:lnTo>
                  <a:pt x="210" y="3723"/>
                </a:lnTo>
                <a:lnTo>
                  <a:pt x="264" y="3841"/>
                </a:lnTo>
                <a:lnTo>
                  <a:pt x="323" y="3957"/>
                </a:lnTo>
                <a:lnTo>
                  <a:pt x="387" y="4069"/>
                </a:lnTo>
                <a:lnTo>
                  <a:pt x="458" y="4177"/>
                </a:lnTo>
                <a:lnTo>
                  <a:pt x="532" y="4282"/>
                </a:lnTo>
                <a:lnTo>
                  <a:pt x="612" y="4383"/>
                </a:lnTo>
                <a:lnTo>
                  <a:pt x="696" y="4481"/>
                </a:lnTo>
                <a:lnTo>
                  <a:pt x="785" y="4574"/>
                </a:lnTo>
                <a:lnTo>
                  <a:pt x="877" y="4663"/>
                </a:lnTo>
                <a:lnTo>
                  <a:pt x="974" y="4747"/>
                </a:lnTo>
                <a:lnTo>
                  <a:pt x="1076" y="4826"/>
                </a:lnTo>
                <a:lnTo>
                  <a:pt x="1180" y="4901"/>
                </a:lnTo>
                <a:lnTo>
                  <a:pt x="1289" y="4970"/>
                </a:lnTo>
                <a:lnTo>
                  <a:pt x="1402" y="5034"/>
                </a:lnTo>
                <a:lnTo>
                  <a:pt x="1517" y="5093"/>
                </a:lnTo>
                <a:lnTo>
                  <a:pt x="1636" y="5147"/>
                </a:lnTo>
                <a:lnTo>
                  <a:pt x="1757" y="5196"/>
                </a:lnTo>
                <a:lnTo>
                  <a:pt x="1882" y="5237"/>
                </a:lnTo>
                <a:lnTo>
                  <a:pt x="2008" y="5274"/>
                </a:lnTo>
                <a:lnTo>
                  <a:pt x="2139" y="5304"/>
                </a:lnTo>
                <a:lnTo>
                  <a:pt x="2270" y="5327"/>
                </a:lnTo>
                <a:lnTo>
                  <a:pt x="2405" y="5344"/>
                </a:lnTo>
                <a:lnTo>
                  <a:pt x="2540" y="5354"/>
                </a:lnTo>
                <a:lnTo>
                  <a:pt x="2678" y="5357"/>
                </a:lnTo>
                <a:lnTo>
                  <a:pt x="2817" y="5354"/>
                </a:lnTo>
                <a:lnTo>
                  <a:pt x="2952" y="5344"/>
                </a:lnTo>
                <a:lnTo>
                  <a:pt x="3087" y="5327"/>
                </a:lnTo>
                <a:lnTo>
                  <a:pt x="3219" y="5304"/>
                </a:lnTo>
                <a:lnTo>
                  <a:pt x="3348" y="5274"/>
                </a:lnTo>
                <a:lnTo>
                  <a:pt x="3475" y="5237"/>
                </a:lnTo>
                <a:lnTo>
                  <a:pt x="3599" y="5196"/>
                </a:lnTo>
                <a:lnTo>
                  <a:pt x="3722" y="5147"/>
                </a:lnTo>
                <a:lnTo>
                  <a:pt x="3841" y="5093"/>
                </a:lnTo>
                <a:lnTo>
                  <a:pt x="3956" y="5034"/>
                </a:lnTo>
                <a:lnTo>
                  <a:pt x="4068" y="4970"/>
                </a:lnTo>
                <a:lnTo>
                  <a:pt x="4177" y="4901"/>
                </a:lnTo>
                <a:lnTo>
                  <a:pt x="4282" y="4826"/>
                </a:lnTo>
                <a:lnTo>
                  <a:pt x="4383" y="4747"/>
                </a:lnTo>
                <a:lnTo>
                  <a:pt x="4480" y="4663"/>
                </a:lnTo>
                <a:lnTo>
                  <a:pt x="4574" y="4574"/>
                </a:lnTo>
                <a:lnTo>
                  <a:pt x="4663" y="4481"/>
                </a:lnTo>
                <a:lnTo>
                  <a:pt x="4746" y="4383"/>
                </a:lnTo>
                <a:lnTo>
                  <a:pt x="4826" y="4282"/>
                </a:lnTo>
                <a:lnTo>
                  <a:pt x="4902" y="4177"/>
                </a:lnTo>
                <a:lnTo>
                  <a:pt x="4971" y="4069"/>
                </a:lnTo>
                <a:lnTo>
                  <a:pt x="5035" y="3957"/>
                </a:lnTo>
                <a:lnTo>
                  <a:pt x="5095" y="3841"/>
                </a:lnTo>
                <a:lnTo>
                  <a:pt x="5148" y="3723"/>
                </a:lnTo>
                <a:lnTo>
                  <a:pt x="5197" y="3601"/>
                </a:lnTo>
                <a:lnTo>
                  <a:pt x="5238" y="3477"/>
                </a:lnTo>
                <a:lnTo>
                  <a:pt x="5274" y="3349"/>
                </a:lnTo>
                <a:lnTo>
                  <a:pt x="5304" y="3220"/>
                </a:lnTo>
                <a:lnTo>
                  <a:pt x="5328" y="3088"/>
                </a:lnTo>
                <a:lnTo>
                  <a:pt x="5346" y="2954"/>
                </a:lnTo>
                <a:lnTo>
                  <a:pt x="5356" y="2818"/>
                </a:lnTo>
                <a:lnTo>
                  <a:pt x="5359" y="2680"/>
                </a:lnTo>
                <a:close/>
              </a:path>
            </a:pathLst>
          </a:custGeom>
          <a:gradFill flip="none" rotWithShape="1">
            <a:gsLst>
              <a:gs pos="0">
                <a:srgbClr val="FFFFFF"/>
              </a:gs>
              <a:gs pos="100000">
                <a:srgbClr val="FFFFFF">
                  <a:lumMod val="65000"/>
                </a:srgbClr>
              </a:gs>
            </a:gsLst>
            <a:lin ang="13500000" scaled="1"/>
            <a:tileRect/>
          </a:gradFill>
          <a:ln w="25400" cap="flat" cmpd="sng" algn="ctr">
            <a:gradFill flip="none" rotWithShape="1">
              <a:gsLst>
                <a:gs pos="0">
                  <a:srgbClr val="FFFFFF">
                    <a:lumMod val="95000"/>
                  </a:srgbClr>
                </a:gs>
                <a:gs pos="100000">
                  <a:srgbClr val="FFFFFF">
                    <a:lumMod val="65000"/>
                  </a:srgbClr>
                </a:gs>
              </a:gsLst>
              <a:lin ang="2700000" scaled="1"/>
              <a:tileRect/>
            </a:grad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6" name="Freeform 7"/>
          <p:cNvSpPr>
            <a:spLocks noChangeAspect="1"/>
          </p:cNvSpPr>
          <p:nvPr/>
        </p:nvSpPr>
        <p:spPr bwMode="auto">
          <a:xfrm>
            <a:off x="5159052" y="2252737"/>
            <a:ext cx="2489798" cy="2486854"/>
          </a:xfrm>
          <a:custGeom>
            <a:avLst/>
            <a:gdLst>
              <a:gd name="T0" fmla="*/ 8435 w 8456"/>
              <a:gd name="T1" fmla="*/ 3792 h 8450"/>
              <a:gd name="T2" fmla="*/ 8324 w 8456"/>
              <a:gd name="T3" fmla="*/ 3168 h 8450"/>
              <a:gd name="T4" fmla="*/ 8124 w 8456"/>
              <a:gd name="T5" fmla="*/ 2580 h 8450"/>
              <a:gd name="T6" fmla="*/ 7845 w 8456"/>
              <a:gd name="T7" fmla="*/ 2034 h 8450"/>
              <a:gd name="T8" fmla="*/ 7490 w 8456"/>
              <a:gd name="T9" fmla="*/ 1537 h 8450"/>
              <a:gd name="T10" fmla="*/ 7071 w 8456"/>
              <a:gd name="T11" fmla="*/ 1097 h 8450"/>
              <a:gd name="T12" fmla="*/ 6592 w 8456"/>
              <a:gd name="T13" fmla="*/ 721 h 8450"/>
              <a:gd name="T14" fmla="*/ 6061 w 8456"/>
              <a:gd name="T15" fmla="*/ 416 h 8450"/>
              <a:gd name="T16" fmla="*/ 5485 w 8456"/>
              <a:gd name="T17" fmla="*/ 190 h 8450"/>
              <a:gd name="T18" fmla="*/ 4872 w 8456"/>
              <a:gd name="T19" fmla="*/ 49 h 8450"/>
              <a:gd name="T20" fmla="*/ 4229 w 8456"/>
              <a:gd name="T21" fmla="*/ 0 h 8450"/>
              <a:gd name="T22" fmla="*/ 3584 w 8456"/>
              <a:gd name="T23" fmla="*/ 49 h 8450"/>
              <a:gd name="T24" fmla="*/ 2971 w 8456"/>
              <a:gd name="T25" fmla="*/ 190 h 8450"/>
              <a:gd name="T26" fmla="*/ 2394 w 8456"/>
              <a:gd name="T27" fmla="*/ 416 h 8450"/>
              <a:gd name="T28" fmla="*/ 1864 w 8456"/>
              <a:gd name="T29" fmla="*/ 721 h 8450"/>
              <a:gd name="T30" fmla="*/ 1385 w 8456"/>
              <a:gd name="T31" fmla="*/ 1097 h 8450"/>
              <a:gd name="T32" fmla="*/ 966 w 8456"/>
              <a:gd name="T33" fmla="*/ 1537 h 8450"/>
              <a:gd name="T34" fmla="*/ 612 w 8456"/>
              <a:gd name="T35" fmla="*/ 2034 h 8450"/>
              <a:gd name="T36" fmla="*/ 332 w 8456"/>
              <a:gd name="T37" fmla="*/ 2580 h 8450"/>
              <a:gd name="T38" fmla="*/ 133 w 8456"/>
              <a:gd name="T39" fmla="*/ 3168 h 8450"/>
              <a:gd name="T40" fmla="*/ 22 w 8456"/>
              <a:gd name="T41" fmla="*/ 3792 h 8450"/>
              <a:gd name="T42" fmla="*/ 6 w 8456"/>
              <a:gd name="T43" fmla="*/ 4442 h 8450"/>
              <a:gd name="T44" fmla="*/ 86 w 8456"/>
              <a:gd name="T45" fmla="*/ 5076 h 8450"/>
              <a:gd name="T46" fmla="*/ 256 w 8456"/>
              <a:gd name="T47" fmla="*/ 5677 h 8450"/>
              <a:gd name="T48" fmla="*/ 510 w 8456"/>
              <a:gd name="T49" fmla="*/ 6238 h 8450"/>
              <a:gd name="T50" fmla="*/ 839 w 8456"/>
              <a:gd name="T51" fmla="*/ 6752 h 8450"/>
              <a:gd name="T52" fmla="*/ 1238 w 8456"/>
              <a:gd name="T53" fmla="*/ 7212 h 8450"/>
              <a:gd name="T54" fmla="*/ 1697 w 8456"/>
              <a:gd name="T55" fmla="*/ 7610 h 8450"/>
              <a:gd name="T56" fmla="*/ 2212 w 8456"/>
              <a:gd name="T57" fmla="*/ 7940 h 8450"/>
              <a:gd name="T58" fmla="*/ 2774 w 8456"/>
              <a:gd name="T59" fmla="*/ 8193 h 8450"/>
              <a:gd name="T60" fmla="*/ 3376 w 8456"/>
              <a:gd name="T61" fmla="*/ 8364 h 8450"/>
              <a:gd name="T62" fmla="*/ 4011 w 8456"/>
              <a:gd name="T63" fmla="*/ 8444 h 8450"/>
              <a:gd name="T64" fmla="*/ 4660 w 8456"/>
              <a:gd name="T65" fmla="*/ 8427 h 8450"/>
              <a:gd name="T66" fmla="*/ 5284 w 8456"/>
              <a:gd name="T67" fmla="*/ 8316 h 8450"/>
              <a:gd name="T68" fmla="*/ 5873 w 8456"/>
              <a:gd name="T69" fmla="*/ 8118 h 8450"/>
              <a:gd name="T70" fmla="*/ 6420 w 8456"/>
              <a:gd name="T71" fmla="*/ 7838 h 8450"/>
              <a:gd name="T72" fmla="*/ 6918 w 8456"/>
              <a:gd name="T73" fmla="*/ 7485 h 8450"/>
              <a:gd name="T74" fmla="*/ 7358 w 8456"/>
              <a:gd name="T75" fmla="*/ 7065 h 8450"/>
              <a:gd name="T76" fmla="*/ 7734 w 8456"/>
              <a:gd name="T77" fmla="*/ 6587 h 8450"/>
              <a:gd name="T78" fmla="*/ 8039 w 8456"/>
              <a:gd name="T79" fmla="*/ 6056 h 8450"/>
              <a:gd name="T80" fmla="*/ 8267 w 8456"/>
              <a:gd name="T81" fmla="*/ 5481 h 8450"/>
              <a:gd name="T82" fmla="*/ 8408 w 8456"/>
              <a:gd name="T83" fmla="*/ 4868 h 8450"/>
              <a:gd name="T84" fmla="*/ 8456 w 8456"/>
              <a:gd name="T85" fmla="*/ 4225 h 8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456" h="8450">
                <a:moveTo>
                  <a:pt x="8456" y="4225"/>
                </a:moveTo>
                <a:lnTo>
                  <a:pt x="8451" y="4007"/>
                </a:lnTo>
                <a:lnTo>
                  <a:pt x="8435" y="3792"/>
                </a:lnTo>
                <a:lnTo>
                  <a:pt x="8408" y="3581"/>
                </a:lnTo>
                <a:lnTo>
                  <a:pt x="8370" y="3373"/>
                </a:lnTo>
                <a:lnTo>
                  <a:pt x="8324" y="3168"/>
                </a:lnTo>
                <a:lnTo>
                  <a:pt x="8267" y="2968"/>
                </a:lnTo>
                <a:lnTo>
                  <a:pt x="8200" y="2772"/>
                </a:lnTo>
                <a:lnTo>
                  <a:pt x="8124" y="2580"/>
                </a:lnTo>
                <a:lnTo>
                  <a:pt x="8039" y="2393"/>
                </a:lnTo>
                <a:lnTo>
                  <a:pt x="7946" y="2211"/>
                </a:lnTo>
                <a:lnTo>
                  <a:pt x="7845" y="2034"/>
                </a:lnTo>
                <a:lnTo>
                  <a:pt x="7734" y="1862"/>
                </a:lnTo>
                <a:lnTo>
                  <a:pt x="7617" y="1696"/>
                </a:lnTo>
                <a:lnTo>
                  <a:pt x="7490" y="1537"/>
                </a:lnTo>
                <a:lnTo>
                  <a:pt x="7358" y="1384"/>
                </a:lnTo>
                <a:lnTo>
                  <a:pt x="7218" y="1237"/>
                </a:lnTo>
                <a:lnTo>
                  <a:pt x="7071" y="1097"/>
                </a:lnTo>
                <a:lnTo>
                  <a:pt x="6918" y="965"/>
                </a:lnTo>
                <a:lnTo>
                  <a:pt x="6758" y="838"/>
                </a:lnTo>
                <a:lnTo>
                  <a:pt x="6592" y="721"/>
                </a:lnTo>
                <a:lnTo>
                  <a:pt x="6420" y="612"/>
                </a:lnTo>
                <a:lnTo>
                  <a:pt x="6243" y="509"/>
                </a:lnTo>
                <a:lnTo>
                  <a:pt x="6061" y="416"/>
                </a:lnTo>
                <a:lnTo>
                  <a:pt x="5873" y="331"/>
                </a:lnTo>
                <a:lnTo>
                  <a:pt x="5682" y="256"/>
                </a:lnTo>
                <a:lnTo>
                  <a:pt x="5485" y="190"/>
                </a:lnTo>
                <a:lnTo>
                  <a:pt x="5284" y="133"/>
                </a:lnTo>
                <a:lnTo>
                  <a:pt x="5081" y="86"/>
                </a:lnTo>
                <a:lnTo>
                  <a:pt x="4872" y="49"/>
                </a:lnTo>
                <a:lnTo>
                  <a:pt x="4660" y="22"/>
                </a:lnTo>
                <a:lnTo>
                  <a:pt x="4446" y="5"/>
                </a:lnTo>
                <a:lnTo>
                  <a:pt x="4229" y="0"/>
                </a:lnTo>
                <a:lnTo>
                  <a:pt x="4011" y="5"/>
                </a:lnTo>
                <a:lnTo>
                  <a:pt x="3796" y="22"/>
                </a:lnTo>
                <a:lnTo>
                  <a:pt x="3584" y="49"/>
                </a:lnTo>
                <a:lnTo>
                  <a:pt x="3376" y="86"/>
                </a:lnTo>
                <a:lnTo>
                  <a:pt x="3172" y="133"/>
                </a:lnTo>
                <a:lnTo>
                  <a:pt x="2971" y="190"/>
                </a:lnTo>
                <a:lnTo>
                  <a:pt x="2774" y="256"/>
                </a:lnTo>
                <a:lnTo>
                  <a:pt x="2582" y="331"/>
                </a:lnTo>
                <a:lnTo>
                  <a:pt x="2394" y="416"/>
                </a:lnTo>
                <a:lnTo>
                  <a:pt x="2212" y="509"/>
                </a:lnTo>
                <a:lnTo>
                  <a:pt x="2035" y="612"/>
                </a:lnTo>
                <a:lnTo>
                  <a:pt x="1864" y="721"/>
                </a:lnTo>
                <a:lnTo>
                  <a:pt x="1697" y="838"/>
                </a:lnTo>
                <a:lnTo>
                  <a:pt x="1538" y="965"/>
                </a:lnTo>
                <a:lnTo>
                  <a:pt x="1385" y="1097"/>
                </a:lnTo>
                <a:lnTo>
                  <a:pt x="1238" y="1237"/>
                </a:lnTo>
                <a:lnTo>
                  <a:pt x="1098" y="1384"/>
                </a:lnTo>
                <a:lnTo>
                  <a:pt x="966" y="1537"/>
                </a:lnTo>
                <a:lnTo>
                  <a:pt x="839" y="1696"/>
                </a:lnTo>
                <a:lnTo>
                  <a:pt x="722" y="1862"/>
                </a:lnTo>
                <a:lnTo>
                  <a:pt x="612" y="2034"/>
                </a:lnTo>
                <a:lnTo>
                  <a:pt x="510" y="2211"/>
                </a:lnTo>
                <a:lnTo>
                  <a:pt x="417" y="2393"/>
                </a:lnTo>
                <a:lnTo>
                  <a:pt x="332" y="2580"/>
                </a:lnTo>
                <a:lnTo>
                  <a:pt x="256" y="2772"/>
                </a:lnTo>
                <a:lnTo>
                  <a:pt x="190" y="2968"/>
                </a:lnTo>
                <a:lnTo>
                  <a:pt x="133" y="3168"/>
                </a:lnTo>
                <a:lnTo>
                  <a:pt x="86" y="3373"/>
                </a:lnTo>
                <a:lnTo>
                  <a:pt x="48" y="3581"/>
                </a:lnTo>
                <a:lnTo>
                  <a:pt x="22" y="3792"/>
                </a:lnTo>
                <a:lnTo>
                  <a:pt x="6" y="4007"/>
                </a:lnTo>
                <a:lnTo>
                  <a:pt x="0" y="4225"/>
                </a:lnTo>
                <a:lnTo>
                  <a:pt x="6" y="4442"/>
                </a:lnTo>
                <a:lnTo>
                  <a:pt x="22" y="4657"/>
                </a:lnTo>
                <a:lnTo>
                  <a:pt x="48" y="4868"/>
                </a:lnTo>
                <a:lnTo>
                  <a:pt x="86" y="5076"/>
                </a:lnTo>
                <a:lnTo>
                  <a:pt x="133" y="5281"/>
                </a:lnTo>
                <a:lnTo>
                  <a:pt x="190" y="5481"/>
                </a:lnTo>
                <a:lnTo>
                  <a:pt x="256" y="5677"/>
                </a:lnTo>
                <a:lnTo>
                  <a:pt x="332" y="5870"/>
                </a:lnTo>
                <a:lnTo>
                  <a:pt x="417" y="6056"/>
                </a:lnTo>
                <a:lnTo>
                  <a:pt x="510" y="6238"/>
                </a:lnTo>
                <a:lnTo>
                  <a:pt x="612" y="6415"/>
                </a:lnTo>
                <a:lnTo>
                  <a:pt x="722" y="6587"/>
                </a:lnTo>
                <a:lnTo>
                  <a:pt x="839" y="6752"/>
                </a:lnTo>
                <a:lnTo>
                  <a:pt x="966" y="6912"/>
                </a:lnTo>
                <a:lnTo>
                  <a:pt x="1098" y="7065"/>
                </a:lnTo>
                <a:lnTo>
                  <a:pt x="1238" y="7212"/>
                </a:lnTo>
                <a:lnTo>
                  <a:pt x="1385" y="7352"/>
                </a:lnTo>
                <a:lnTo>
                  <a:pt x="1538" y="7485"/>
                </a:lnTo>
                <a:lnTo>
                  <a:pt x="1697" y="7610"/>
                </a:lnTo>
                <a:lnTo>
                  <a:pt x="1864" y="7727"/>
                </a:lnTo>
                <a:lnTo>
                  <a:pt x="2035" y="7838"/>
                </a:lnTo>
                <a:lnTo>
                  <a:pt x="2212" y="7940"/>
                </a:lnTo>
                <a:lnTo>
                  <a:pt x="2394" y="8033"/>
                </a:lnTo>
                <a:lnTo>
                  <a:pt x="2582" y="8118"/>
                </a:lnTo>
                <a:lnTo>
                  <a:pt x="2774" y="8193"/>
                </a:lnTo>
                <a:lnTo>
                  <a:pt x="2971" y="8259"/>
                </a:lnTo>
                <a:lnTo>
                  <a:pt x="3172" y="8316"/>
                </a:lnTo>
                <a:lnTo>
                  <a:pt x="3376" y="8364"/>
                </a:lnTo>
                <a:lnTo>
                  <a:pt x="3584" y="8400"/>
                </a:lnTo>
                <a:lnTo>
                  <a:pt x="3796" y="8427"/>
                </a:lnTo>
                <a:lnTo>
                  <a:pt x="4011" y="8444"/>
                </a:lnTo>
                <a:lnTo>
                  <a:pt x="4229" y="8450"/>
                </a:lnTo>
                <a:lnTo>
                  <a:pt x="4446" y="8444"/>
                </a:lnTo>
                <a:lnTo>
                  <a:pt x="4660" y="8427"/>
                </a:lnTo>
                <a:lnTo>
                  <a:pt x="4872" y="8400"/>
                </a:lnTo>
                <a:lnTo>
                  <a:pt x="5081" y="8364"/>
                </a:lnTo>
                <a:lnTo>
                  <a:pt x="5284" y="8316"/>
                </a:lnTo>
                <a:lnTo>
                  <a:pt x="5485" y="8259"/>
                </a:lnTo>
                <a:lnTo>
                  <a:pt x="5682" y="8193"/>
                </a:lnTo>
                <a:lnTo>
                  <a:pt x="5873" y="8118"/>
                </a:lnTo>
                <a:lnTo>
                  <a:pt x="6061" y="8033"/>
                </a:lnTo>
                <a:lnTo>
                  <a:pt x="6243" y="7940"/>
                </a:lnTo>
                <a:lnTo>
                  <a:pt x="6420" y="7838"/>
                </a:lnTo>
                <a:lnTo>
                  <a:pt x="6592" y="7727"/>
                </a:lnTo>
                <a:lnTo>
                  <a:pt x="6758" y="7610"/>
                </a:lnTo>
                <a:lnTo>
                  <a:pt x="6918" y="7485"/>
                </a:lnTo>
                <a:lnTo>
                  <a:pt x="7071" y="7352"/>
                </a:lnTo>
                <a:lnTo>
                  <a:pt x="7218" y="7212"/>
                </a:lnTo>
                <a:lnTo>
                  <a:pt x="7358" y="7065"/>
                </a:lnTo>
                <a:lnTo>
                  <a:pt x="7490" y="6912"/>
                </a:lnTo>
                <a:lnTo>
                  <a:pt x="7617" y="6752"/>
                </a:lnTo>
                <a:lnTo>
                  <a:pt x="7734" y="6587"/>
                </a:lnTo>
                <a:lnTo>
                  <a:pt x="7845" y="6415"/>
                </a:lnTo>
                <a:lnTo>
                  <a:pt x="7946" y="6238"/>
                </a:lnTo>
                <a:lnTo>
                  <a:pt x="8039" y="6056"/>
                </a:lnTo>
                <a:lnTo>
                  <a:pt x="8124" y="5870"/>
                </a:lnTo>
                <a:lnTo>
                  <a:pt x="8200" y="5677"/>
                </a:lnTo>
                <a:lnTo>
                  <a:pt x="8267" y="5481"/>
                </a:lnTo>
                <a:lnTo>
                  <a:pt x="8324" y="5281"/>
                </a:lnTo>
                <a:lnTo>
                  <a:pt x="8370" y="5076"/>
                </a:lnTo>
                <a:lnTo>
                  <a:pt x="8408" y="4868"/>
                </a:lnTo>
                <a:lnTo>
                  <a:pt x="8435" y="4657"/>
                </a:lnTo>
                <a:lnTo>
                  <a:pt x="8451" y="4442"/>
                </a:lnTo>
                <a:lnTo>
                  <a:pt x="8456" y="4225"/>
                </a:lnTo>
                <a:close/>
              </a:path>
            </a:pathLst>
          </a:custGeom>
          <a:gradFill flip="none" rotWithShape="1">
            <a:gsLst>
              <a:gs pos="0">
                <a:srgbClr val="C00000"/>
              </a:gs>
              <a:gs pos="100000">
                <a:srgbClr val="C00000">
                  <a:lumMod val="50000"/>
                </a:srgbClr>
              </a:gs>
            </a:gsLst>
            <a:lin ang="13500000" scaled="1"/>
            <a:tileRect/>
          </a:gradFill>
          <a:ln w="3175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7" name="Freeform 8"/>
          <p:cNvSpPr>
            <a:spLocks noChangeAspect="1"/>
          </p:cNvSpPr>
          <p:nvPr/>
        </p:nvSpPr>
        <p:spPr bwMode="auto">
          <a:xfrm>
            <a:off x="5350349" y="2444033"/>
            <a:ext cx="2105733" cy="2105733"/>
          </a:xfrm>
          <a:custGeom>
            <a:avLst/>
            <a:gdLst>
              <a:gd name="T0" fmla="*/ 7136 w 7154"/>
              <a:gd name="T1" fmla="*/ 3210 h 7153"/>
              <a:gd name="T2" fmla="*/ 7042 w 7154"/>
              <a:gd name="T3" fmla="*/ 2681 h 7153"/>
              <a:gd name="T4" fmla="*/ 6874 w 7154"/>
              <a:gd name="T5" fmla="*/ 2183 h 7153"/>
              <a:gd name="T6" fmla="*/ 6637 w 7154"/>
              <a:gd name="T7" fmla="*/ 1720 h 7153"/>
              <a:gd name="T8" fmla="*/ 6338 w 7154"/>
              <a:gd name="T9" fmla="*/ 1300 h 7153"/>
              <a:gd name="T10" fmla="*/ 5983 w 7154"/>
              <a:gd name="T11" fmla="*/ 929 h 7153"/>
              <a:gd name="T12" fmla="*/ 5579 w 7154"/>
              <a:gd name="T13" fmla="*/ 610 h 7153"/>
              <a:gd name="T14" fmla="*/ 5129 w 7154"/>
              <a:gd name="T15" fmla="*/ 352 h 7153"/>
              <a:gd name="T16" fmla="*/ 4642 w 7154"/>
              <a:gd name="T17" fmla="*/ 161 h 7153"/>
              <a:gd name="T18" fmla="*/ 4123 w 7154"/>
              <a:gd name="T19" fmla="*/ 41 h 7153"/>
              <a:gd name="T20" fmla="*/ 3579 w 7154"/>
              <a:gd name="T21" fmla="*/ 0 h 7153"/>
              <a:gd name="T22" fmla="*/ 3034 w 7154"/>
              <a:gd name="T23" fmla="*/ 41 h 7153"/>
              <a:gd name="T24" fmla="*/ 2514 w 7154"/>
              <a:gd name="T25" fmla="*/ 161 h 7153"/>
              <a:gd name="T26" fmla="*/ 2027 w 7154"/>
              <a:gd name="T27" fmla="*/ 352 h 7153"/>
              <a:gd name="T28" fmla="*/ 1577 w 7154"/>
              <a:gd name="T29" fmla="*/ 610 h 7153"/>
              <a:gd name="T30" fmla="*/ 1173 w 7154"/>
              <a:gd name="T31" fmla="*/ 929 h 7153"/>
              <a:gd name="T32" fmla="*/ 818 w 7154"/>
              <a:gd name="T33" fmla="*/ 1300 h 7153"/>
              <a:gd name="T34" fmla="*/ 518 w 7154"/>
              <a:gd name="T35" fmla="*/ 1720 h 7153"/>
              <a:gd name="T36" fmla="*/ 281 w 7154"/>
              <a:gd name="T37" fmla="*/ 2183 h 7153"/>
              <a:gd name="T38" fmla="*/ 113 w 7154"/>
              <a:gd name="T39" fmla="*/ 2681 h 7153"/>
              <a:gd name="T40" fmla="*/ 18 w 7154"/>
              <a:gd name="T41" fmla="*/ 3210 h 7153"/>
              <a:gd name="T42" fmla="*/ 5 w 7154"/>
              <a:gd name="T43" fmla="*/ 3759 h 7153"/>
              <a:gd name="T44" fmla="*/ 72 w 7154"/>
              <a:gd name="T45" fmla="*/ 4295 h 7153"/>
              <a:gd name="T46" fmla="*/ 217 w 7154"/>
              <a:gd name="T47" fmla="*/ 4805 h 7153"/>
              <a:gd name="T48" fmla="*/ 432 w 7154"/>
              <a:gd name="T49" fmla="*/ 5280 h 7153"/>
              <a:gd name="T50" fmla="*/ 711 w 7154"/>
              <a:gd name="T51" fmla="*/ 5715 h 7153"/>
              <a:gd name="T52" fmla="*/ 1048 w 7154"/>
              <a:gd name="T53" fmla="*/ 6105 h 7153"/>
              <a:gd name="T54" fmla="*/ 1438 w 7154"/>
              <a:gd name="T55" fmla="*/ 6442 h 7153"/>
              <a:gd name="T56" fmla="*/ 1873 w 7154"/>
              <a:gd name="T57" fmla="*/ 6720 h 7153"/>
              <a:gd name="T58" fmla="*/ 2349 w 7154"/>
              <a:gd name="T59" fmla="*/ 6936 h 7153"/>
              <a:gd name="T60" fmla="*/ 2857 w 7154"/>
              <a:gd name="T61" fmla="*/ 7080 h 7153"/>
              <a:gd name="T62" fmla="*/ 3394 w 7154"/>
              <a:gd name="T63" fmla="*/ 7148 h 7153"/>
              <a:gd name="T64" fmla="*/ 3944 w 7154"/>
              <a:gd name="T65" fmla="*/ 7134 h 7153"/>
              <a:gd name="T66" fmla="*/ 4472 w 7154"/>
              <a:gd name="T67" fmla="*/ 7040 h 7153"/>
              <a:gd name="T68" fmla="*/ 4971 w 7154"/>
              <a:gd name="T69" fmla="*/ 6872 h 7153"/>
              <a:gd name="T70" fmla="*/ 5433 w 7154"/>
              <a:gd name="T71" fmla="*/ 6634 h 7153"/>
              <a:gd name="T72" fmla="*/ 5853 w 7154"/>
              <a:gd name="T73" fmla="*/ 6335 h 7153"/>
              <a:gd name="T74" fmla="*/ 6226 w 7154"/>
              <a:gd name="T75" fmla="*/ 5980 h 7153"/>
              <a:gd name="T76" fmla="*/ 6543 w 7154"/>
              <a:gd name="T77" fmla="*/ 5575 h 7153"/>
              <a:gd name="T78" fmla="*/ 6802 w 7154"/>
              <a:gd name="T79" fmla="*/ 5125 h 7153"/>
              <a:gd name="T80" fmla="*/ 6994 w 7154"/>
              <a:gd name="T81" fmla="*/ 4639 h 7153"/>
              <a:gd name="T82" fmla="*/ 7113 w 7154"/>
              <a:gd name="T83" fmla="*/ 4119 h 7153"/>
              <a:gd name="T84" fmla="*/ 7154 w 7154"/>
              <a:gd name="T85" fmla="*/ 3575 h 7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154" h="7153">
                <a:moveTo>
                  <a:pt x="7154" y="3575"/>
                </a:moveTo>
                <a:lnTo>
                  <a:pt x="7150" y="3391"/>
                </a:lnTo>
                <a:lnTo>
                  <a:pt x="7136" y="3210"/>
                </a:lnTo>
                <a:lnTo>
                  <a:pt x="7113" y="3031"/>
                </a:lnTo>
                <a:lnTo>
                  <a:pt x="7082" y="2855"/>
                </a:lnTo>
                <a:lnTo>
                  <a:pt x="7042" y="2681"/>
                </a:lnTo>
                <a:lnTo>
                  <a:pt x="6994" y="2511"/>
                </a:lnTo>
                <a:lnTo>
                  <a:pt x="6938" y="2345"/>
                </a:lnTo>
                <a:lnTo>
                  <a:pt x="6874" y="2183"/>
                </a:lnTo>
                <a:lnTo>
                  <a:pt x="6802" y="2025"/>
                </a:lnTo>
                <a:lnTo>
                  <a:pt x="6722" y="1870"/>
                </a:lnTo>
                <a:lnTo>
                  <a:pt x="6637" y="1720"/>
                </a:lnTo>
                <a:lnTo>
                  <a:pt x="6543" y="1575"/>
                </a:lnTo>
                <a:lnTo>
                  <a:pt x="6444" y="1436"/>
                </a:lnTo>
                <a:lnTo>
                  <a:pt x="6338" y="1300"/>
                </a:lnTo>
                <a:lnTo>
                  <a:pt x="6226" y="1171"/>
                </a:lnTo>
                <a:lnTo>
                  <a:pt x="6108" y="1047"/>
                </a:lnTo>
                <a:lnTo>
                  <a:pt x="5983" y="929"/>
                </a:lnTo>
                <a:lnTo>
                  <a:pt x="5853" y="816"/>
                </a:lnTo>
                <a:lnTo>
                  <a:pt x="5718" y="710"/>
                </a:lnTo>
                <a:lnTo>
                  <a:pt x="5579" y="610"/>
                </a:lnTo>
                <a:lnTo>
                  <a:pt x="5433" y="518"/>
                </a:lnTo>
                <a:lnTo>
                  <a:pt x="5284" y="431"/>
                </a:lnTo>
                <a:lnTo>
                  <a:pt x="5129" y="352"/>
                </a:lnTo>
                <a:lnTo>
                  <a:pt x="4971" y="281"/>
                </a:lnTo>
                <a:lnTo>
                  <a:pt x="4808" y="216"/>
                </a:lnTo>
                <a:lnTo>
                  <a:pt x="4642" y="161"/>
                </a:lnTo>
                <a:lnTo>
                  <a:pt x="4472" y="112"/>
                </a:lnTo>
                <a:lnTo>
                  <a:pt x="4299" y="73"/>
                </a:lnTo>
                <a:lnTo>
                  <a:pt x="4123" y="41"/>
                </a:lnTo>
                <a:lnTo>
                  <a:pt x="3944" y="18"/>
                </a:lnTo>
                <a:lnTo>
                  <a:pt x="3763" y="4"/>
                </a:lnTo>
                <a:lnTo>
                  <a:pt x="3579" y="0"/>
                </a:lnTo>
                <a:lnTo>
                  <a:pt x="3394" y="4"/>
                </a:lnTo>
                <a:lnTo>
                  <a:pt x="3212" y="18"/>
                </a:lnTo>
                <a:lnTo>
                  <a:pt x="3034" y="41"/>
                </a:lnTo>
                <a:lnTo>
                  <a:pt x="2857" y="73"/>
                </a:lnTo>
                <a:lnTo>
                  <a:pt x="2684" y="112"/>
                </a:lnTo>
                <a:lnTo>
                  <a:pt x="2514" y="161"/>
                </a:lnTo>
                <a:lnTo>
                  <a:pt x="2349" y="216"/>
                </a:lnTo>
                <a:lnTo>
                  <a:pt x="2186" y="281"/>
                </a:lnTo>
                <a:lnTo>
                  <a:pt x="2027" y="352"/>
                </a:lnTo>
                <a:lnTo>
                  <a:pt x="1873" y="431"/>
                </a:lnTo>
                <a:lnTo>
                  <a:pt x="1723" y="518"/>
                </a:lnTo>
                <a:lnTo>
                  <a:pt x="1577" y="610"/>
                </a:lnTo>
                <a:lnTo>
                  <a:pt x="1438" y="710"/>
                </a:lnTo>
                <a:lnTo>
                  <a:pt x="1302" y="816"/>
                </a:lnTo>
                <a:lnTo>
                  <a:pt x="1173" y="929"/>
                </a:lnTo>
                <a:lnTo>
                  <a:pt x="1048" y="1047"/>
                </a:lnTo>
                <a:lnTo>
                  <a:pt x="929" y="1171"/>
                </a:lnTo>
                <a:lnTo>
                  <a:pt x="818" y="1300"/>
                </a:lnTo>
                <a:lnTo>
                  <a:pt x="711" y="1436"/>
                </a:lnTo>
                <a:lnTo>
                  <a:pt x="612" y="1575"/>
                </a:lnTo>
                <a:lnTo>
                  <a:pt x="518" y="1720"/>
                </a:lnTo>
                <a:lnTo>
                  <a:pt x="432" y="1870"/>
                </a:lnTo>
                <a:lnTo>
                  <a:pt x="353" y="2025"/>
                </a:lnTo>
                <a:lnTo>
                  <a:pt x="281" y="2183"/>
                </a:lnTo>
                <a:lnTo>
                  <a:pt x="217" y="2345"/>
                </a:lnTo>
                <a:lnTo>
                  <a:pt x="161" y="2511"/>
                </a:lnTo>
                <a:lnTo>
                  <a:pt x="113" y="2681"/>
                </a:lnTo>
                <a:lnTo>
                  <a:pt x="72" y="2855"/>
                </a:lnTo>
                <a:lnTo>
                  <a:pt x="41" y="3031"/>
                </a:lnTo>
                <a:lnTo>
                  <a:pt x="18" y="3210"/>
                </a:lnTo>
                <a:lnTo>
                  <a:pt x="5" y="3391"/>
                </a:lnTo>
                <a:lnTo>
                  <a:pt x="0" y="3575"/>
                </a:lnTo>
                <a:lnTo>
                  <a:pt x="5" y="3759"/>
                </a:lnTo>
                <a:lnTo>
                  <a:pt x="18" y="3940"/>
                </a:lnTo>
                <a:lnTo>
                  <a:pt x="41" y="4119"/>
                </a:lnTo>
                <a:lnTo>
                  <a:pt x="72" y="4295"/>
                </a:lnTo>
                <a:lnTo>
                  <a:pt x="113" y="4469"/>
                </a:lnTo>
                <a:lnTo>
                  <a:pt x="161" y="4639"/>
                </a:lnTo>
                <a:lnTo>
                  <a:pt x="217" y="4805"/>
                </a:lnTo>
                <a:lnTo>
                  <a:pt x="281" y="4967"/>
                </a:lnTo>
                <a:lnTo>
                  <a:pt x="353" y="5125"/>
                </a:lnTo>
                <a:lnTo>
                  <a:pt x="432" y="5280"/>
                </a:lnTo>
                <a:lnTo>
                  <a:pt x="518" y="5430"/>
                </a:lnTo>
                <a:lnTo>
                  <a:pt x="612" y="5575"/>
                </a:lnTo>
                <a:lnTo>
                  <a:pt x="711" y="5715"/>
                </a:lnTo>
                <a:lnTo>
                  <a:pt x="818" y="5850"/>
                </a:lnTo>
                <a:lnTo>
                  <a:pt x="929" y="5980"/>
                </a:lnTo>
                <a:lnTo>
                  <a:pt x="1048" y="6105"/>
                </a:lnTo>
                <a:lnTo>
                  <a:pt x="1173" y="6223"/>
                </a:lnTo>
                <a:lnTo>
                  <a:pt x="1302" y="6335"/>
                </a:lnTo>
                <a:lnTo>
                  <a:pt x="1438" y="6442"/>
                </a:lnTo>
                <a:lnTo>
                  <a:pt x="1577" y="6541"/>
                </a:lnTo>
                <a:lnTo>
                  <a:pt x="1723" y="6634"/>
                </a:lnTo>
                <a:lnTo>
                  <a:pt x="1873" y="6720"/>
                </a:lnTo>
                <a:lnTo>
                  <a:pt x="2027" y="6800"/>
                </a:lnTo>
                <a:lnTo>
                  <a:pt x="2186" y="6872"/>
                </a:lnTo>
                <a:lnTo>
                  <a:pt x="2349" y="6936"/>
                </a:lnTo>
                <a:lnTo>
                  <a:pt x="2514" y="6992"/>
                </a:lnTo>
                <a:lnTo>
                  <a:pt x="2684" y="7040"/>
                </a:lnTo>
                <a:lnTo>
                  <a:pt x="2857" y="7080"/>
                </a:lnTo>
                <a:lnTo>
                  <a:pt x="3034" y="7112"/>
                </a:lnTo>
                <a:lnTo>
                  <a:pt x="3212" y="7134"/>
                </a:lnTo>
                <a:lnTo>
                  <a:pt x="3394" y="7148"/>
                </a:lnTo>
                <a:lnTo>
                  <a:pt x="3579" y="7153"/>
                </a:lnTo>
                <a:lnTo>
                  <a:pt x="3763" y="7148"/>
                </a:lnTo>
                <a:lnTo>
                  <a:pt x="3944" y="7134"/>
                </a:lnTo>
                <a:lnTo>
                  <a:pt x="4123" y="7112"/>
                </a:lnTo>
                <a:lnTo>
                  <a:pt x="4299" y="7080"/>
                </a:lnTo>
                <a:lnTo>
                  <a:pt x="4472" y="7040"/>
                </a:lnTo>
                <a:lnTo>
                  <a:pt x="4642" y="6992"/>
                </a:lnTo>
                <a:lnTo>
                  <a:pt x="4808" y="6936"/>
                </a:lnTo>
                <a:lnTo>
                  <a:pt x="4971" y="6872"/>
                </a:lnTo>
                <a:lnTo>
                  <a:pt x="5129" y="6800"/>
                </a:lnTo>
                <a:lnTo>
                  <a:pt x="5284" y="6720"/>
                </a:lnTo>
                <a:lnTo>
                  <a:pt x="5433" y="6634"/>
                </a:lnTo>
                <a:lnTo>
                  <a:pt x="5579" y="6541"/>
                </a:lnTo>
                <a:lnTo>
                  <a:pt x="5718" y="6442"/>
                </a:lnTo>
                <a:lnTo>
                  <a:pt x="5853" y="6335"/>
                </a:lnTo>
                <a:lnTo>
                  <a:pt x="5983" y="6223"/>
                </a:lnTo>
                <a:lnTo>
                  <a:pt x="6108" y="6105"/>
                </a:lnTo>
                <a:lnTo>
                  <a:pt x="6226" y="5980"/>
                </a:lnTo>
                <a:lnTo>
                  <a:pt x="6338" y="5850"/>
                </a:lnTo>
                <a:lnTo>
                  <a:pt x="6444" y="5715"/>
                </a:lnTo>
                <a:lnTo>
                  <a:pt x="6543" y="5575"/>
                </a:lnTo>
                <a:lnTo>
                  <a:pt x="6637" y="5430"/>
                </a:lnTo>
                <a:lnTo>
                  <a:pt x="6722" y="5280"/>
                </a:lnTo>
                <a:lnTo>
                  <a:pt x="6802" y="5125"/>
                </a:lnTo>
                <a:lnTo>
                  <a:pt x="6874" y="4967"/>
                </a:lnTo>
                <a:lnTo>
                  <a:pt x="6938" y="4805"/>
                </a:lnTo>
                <a:lnTo>
                  <a:pt x="6994" y="4639"/>
                </a:lnTo>
                <a:lnTo>
                  <a:pt x="7042" y="4469"/>
                </a:lnTo>
                <a:lnTo>
                  <a:pt x="7082" y="4295"/>
                </a:lnTo>
                <a:lnTo>
                  <a:pt x="7113" y="4119"/>
                </a:lnTo>
                <a:lnTo>
                  <a:pt x="7136" y="3940"/>
                </a:lnTo>
                <a:lnTo>
                  <a:pt x="7150" y="3759"/>
                </a:lnTo>
                <a:lnTo>
                  <a:pt x="7154" y="3575"/>
                </a:lnTo>
                <a:close/>
              </a:path>
            </a:pathLst>
          </a:cu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lumMod val="95000"/>
                  </a:srgbClr>
                </a:gs>
                <a:gs pos="100000">
                  <a:srgbClr val="FFFFFF">
                    <a:lumMod val="65000"/>
                  </a:srgbClr>
                </a:gs>
              </a:gsLst>
              <a:lin ang="2700000" scaled="1"/>
              <a:tileRect/>
            </a:grad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8" name="Freeform 9"/>
          <p:cNvSpPr>
            <a:spLocks noChangeAspect="1"/>
          </p:cNvSpPr>
          <p:nvPr/>
        </p:nvSpPr>
        <p:spPr bwMode="auto">
          <a:xfrm>
            <a:off x="4554261" y="1543468"/>
            <a:ext cx="1730498" cy="1729026"/>
          </a:xfrm>
          <a:custGeom>
            <a:avLst/>
            <a:gdLst>
              <a:gd name="T0" fmla="*/ 5866 w 5881"/>
              <a:gd name="T1" fmla="*/ 2637 h 5875"/>
              <a:gd name="T2" fmla="*/ 5789 w 5881"/>
              <a:gd name="T3" fmla="*/ 2203 h 5875"/>
              <a:gd name="T4" fmla="*/ 5650 w 5881"/>
              <a:gd name="T5" fmla="*/ 1793 h 5875"/>
              <a:gd name="T6" fmla="*/ 5455 w 5881"/>
              <a:gd name="T7" fmla="*/ 1413 h 5875"/>
              <a:gd name="T8" fmla="*/ 5210 w 5881"/>
              <a:gd name="T9" fmla="*/ 1069 h 5875"/>
              <a:gd name="T10" fmla="*/ 4918 w 5881"/>
              <a:gd name="T11" fmla="*/ 762 h 5875"/>
              <a:gd name="T12" fmla="*/ 4585 w 5881"/>
              <a:gd name="T13" fmla="*/ 502 h 5875"/>
              <a:gd name="T14" fmla="*/ 4215 w 5881"/>
              <a:gd name="T15" fmla="*/ 289 h 5875"/>
              <a:gd name="T16" fmla="*/ 3814 w 5881"/>
              <a:gd name="T17" fmla="*/ 132 h 5875"/>
              <a:gd name="T18" fmla="*/ 3388 w 5881"/>
              <a:gd name="T19" fmla="*/ 34 h 5875"/>
              <a:gd name="T20" fmla="*/ 2941 w 5881"/>
              <a:gd name="T21" fmla="*/ 0 h 5875"/>
              <a:gd name="T22" fmla="*/ 2493 w 5881"/>
              <a:gd name="T23" fmla="*/ 34 h 5875"/>
              <a:gd name="T24" fmla="*/ 2066 w 5881"/>
              <a:gd name="T25" fmla="*/ 132 h 5875"/>
              <a:gd name="T26" fmla="*/ 1665 w 5881"/>
              <a:gd name="T27" fmla="*/ 289 h 5875"/>
              <a:gd name="T28" fmla="*/ 1296 w 5881"/>
              <a:gd name="T29" fmla="*/ 502 h 5875"/>
              <a:gd name="T30" fmla="*/ 962 w 5881"/>
              <a:gd name="T31" fmla="*/ 762 h 5875"/>
              <a:gd name="T32" fmla="*/ 671 w 5881"/>
              <a:gd name="T33" fmla="*/ 1069 h 5875"/>
              <a:gd name="T34" fmla="*/ 425 w 5881"/>
              <a:gd name="T35" fmla="*/ 1413 h 5875"/>
              <a:gd name="T36" fmla="*/ 231 w 5881"/>
              <a:gd name="T37" fmla="*/ 1793 h 5875"/>
              <a:gd name="T38" fmla="*/ 92 w 5881"/>
              <a:gd name="T39" fmla="*/ 2203 h 5875"/>
              <a:gd name="T40" fmla="*/ 15 w 5881"/>
              <a:gd name="T41" fmla="*/ 2637 h 5875"/>
              <a:gd name="T42" fmla="*/ 4 w 5881"/>
              <a:gd name="T43" fmla="*/ 3089 h 5875"/>
              <a:gd name="T44" fmla="*/ 60 w 5881"/>
              <a:gd name="T45" fmla="*/ 3530 h 5875"/>
              <a:gd name="T46" fmla="*/ 178 w 5881"/>
              <a:gd name="T47" fmla="*/ 3947 h 5875"/>
              <a:gd name="T48" fmla="*/ 355 w 5881"/>
              <a:gd name="T49" fmla="*/ 4337 h 5875"/>
              <a:gd name="T50" fmla="*/ 584 w 5881"/>
              <a:gd name="T51" fmla="*/ 4695 h 5875"/>
              <a:gd name="T52" fmla="*/ 861 w 5881"/>
              <a:gd name="T53" fmla="*/ 5014 h 5875"/>
              <a:gd name="T54" fmla="*/ 1181 w 5881"/>
              <a:gd name="T55" fmla="*/ 5292 h 5875"/>
              <a:gd name="T56" fmla="*/ 1538 w 5881"/>
              <a:gd name="T57" fmla="*/ 5520 h 5875"/>
              <a:gd name="T58" fmla="*/ 1929 w 5881"/>
              <a:gd name="T59" fmla="*/ 5697 h 5875"/>
              <a:gd name="T60" fmla="*/ 2348 w 5881"/>
              <a:gd name="T61" fmla="*/ 5815 h 5875"/>
              <a:gd name="T62" fmla="*/ 2789 w 5881"/>
              <a:gd name="T63" fmla="*/ 5871 h 5875"/>
              <a:gd name="T64" fmla="*/ 3241 w 5881"/>
              <a:gd name="T65" fmla="*/ 5860 h 5875"/>
              <a:gd name="T66" fmla="*/ 3676 w 5881"/>
              <a:gd name="T67" fmla="*/ 5783 h 5875"/>
              <a:gd name="T68" fmla="*/ 4085 w 5881"/>
              <a:gd name="T69" fmla="*/ 5644 h 5875"/>
              <a:gd name="T70" fmla="*/ 4466 w 5881"/>
              <a:gd name="T71" fmla="*/ 5450 h 5875"/>
              <a:gd name="T72" fmla="*/ 4811 w 5881"/>
              <a:gd name="T73" fmla="*/ 5205 h 5875"/>
              <a:gd name="T74" fmla="*/ 5117 w 5881"/>
              <a:gd name="T75" fmla="*/ 4913 h 5875"/>
              <a:gd name="T76" fmla="*/ 5379 w 5881"/>
              <a:gd name="T77" fmla="*/ 4579 h 5875"/>
              <a:gd name="T78" fmla="*/ 5591 w 5881"/>
              <a:gd name="T79" fmla="*/ 4211 h 5875"/>
              <a:gd name="T80" fmla="*/ 5749 w 5881"/>
              <a:gd name="T81" fmla="*/ 3810 h 5875"/>
              <a:gd name="T82" fmla="*/ 5848 w 5881"/>
              <a:gd name="T83" fmla="*/ 3385 h 5875"/>
              <a:gd name="T84" fmla="*/ 5881 w 5881"/>
              <a:gd name="T85" fmla="*/ 2938 h 5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881" h="5875">
                <a:moveTo>
                  <a:pt x="5881" y="2938"/>
                </a:moveTo>
                <a:lnTo>
                  <a:pt x="5878" y="2787"/>
                </a:lnTo>
                <a:lnTo>
                  <a:pt x="5866" y="2637"/>
                </a:lnTo>
                <a:lnTo>
                  <a:pt x="5848" y="2490"/>
                </a:lnTo>
                <a:lnTo>
                  <a:pt x="5822" y="2345"/>
                </a:lnTo>
                <a:lnTo>
                  <a:pt x="5789" y="2203"/>
                </a:lnTo>
                <a:lnTo>
                  <a:pt x="5749" y="2063"/>
                </a:lnTo>
                <a:lnTo>
                  <a:pt x="5703" y="1927"/>
                </a:lnTo>
                <a:lnTo>
                  <a:pt x="5650" y="1793"/>
                </a:lnTo>
                <a:lnTo>
                  <a:pt x="5591" y="1664"/>
                </a:lnTo>
                <a:lnTo>
                  <a:pt x="5526" y="1537"/>
                </a:lnTo>
                <a:lnTo>
                  <a:pt x="5455" y="1413"/>
                </a:lnTo>
                <a:lnTo>
                  <a:pt x="5379" y="1294"/>
                </a:lnTo>
                <a:lnTo>
                  <a:pt x="5297" y="1179"/>
                </a:lnTo>
                <a:lnTo>
                  <a:pt x="5210" y="1069"/>
                </a:lnTo>
                <a:lnTo>
                  <a:pt x="5117" y="962"/>
                </a:lnTo>
                <a:lnTo>
                  <a:pt x="5019" y="860"/>
                </a:lnTo>
                <a:lnTo>
                  <a:pt x="4918" y="762"/>
                </a:lnTo>
                <a:lnTo>
                  <a:pt x="4811" y="670"/>
                </a:lnTo>
                <a:lnTo>
                  <a:pt x="4700" y="583"/>
                </a:lnTo>
                <a:lnTo>
                  <a:pt x="4585" y="502"/>
                </a:lnTo>
                <a:lnTo>
                  <a:pt x="4466" y="425"/>
                </a:lnTo>
                <a:lnTo>
                  <a:pt x="4342" y="355"/>
                </a:lnTo>
                <a:lnTo>
                  <a:pt x="4215" y="289"/>
                </a:lnTo>
                <a:lnTo>
                  <a:pt x="4085" y="230"/>
                </a:lnTo>
                <a:lnTo>
                  <a:pt x="3951" y="178"/>
                </a:lnTo>
                <a:lnTo>
                  <a:pt x="3814" y="132"/>
                </a:lnTo>
                <a:lnTo>
                  <a:pt x="3676" y="93"/>
                </a:lnTo>
                <a:lnTo>
                  <a:pt x="3533" y="60"/>
                </a:lnTo>
                <a:lnTo>
                  <a:pt x="3388" y="34"/>
                </a:lnTo>
                <a:lnTo>
                  <a:pt x="3241" y="15"/>
                </a:lnTo>
                <a:lnTo>
                  <a:pt x="3092" y="4"/>
                </a:lnTo>
                <a:lnTo>
                  <a:pt x="2941" y="0"/>
                </a:lnTo>
                <a:lnTo>
                  <a:pt x="2789" y="4"/>
                </a:lnTo>
                <a:lnTo>
                  <a:pt x="2640" y="15"/>
                </a:lnTo>
                <a:lnTo>
                  <a:pt x="2493" y="34"/>
                </a:lnTo>
                <a:lnTo>
                  <a:pt x="2348" y="60"/>
                </a:lnTo>
                <a:lnTo>
                  <a:pt x="2206" y="93"/>
                </a:lnTo>
                <a:lnTo>
                  <a:pt x="2066" y="132"/>
                </a:lnTo>
                <a:lnTo>
                  <a:pt x="1929" y="178"/>
                </a:lnTo>
                <a:lnTo>
                  <a:pt x="1796" y="230"/>
                </a:lnTo>
                <a:lnTo>
                  <a:pt x="1665" y="289"/>
                </a:lnTo>
                <a:lnTo>
                  <a:pt x="1538" y="355"/>
                </a:lnTo>
                <a:lnTo>
                  <a:pt x="1415" y="425"/>
                </a:lnTo>
                <a:lnTo>
                  <a:pt x="1296" y="502"/>
                </a:lnTo>
                <a:lnTo>
                  <a:pt x="1181" y="583"/>
                </a:lnTo>
                <a:lnTo>
                  <a:pt x="1070" y="670"/>
                </a:lnTo>
                <a:lnTo>
                  <a:pt x="962" y="762"/>
                </a:lnTo>
                <a:lnTo>
                  <a:pt x="861" y="860"/>
                </a:lnTo>
                <a:lnTo>
                  <a:pt x="764" y="962"/>
                </a:lnTo>
                <a:lnTo>
                  <a:pt x="671" y="1069"/>
                </a:lnTo>
                <a:lnTo>
                  <a:pt x="584" y="1179"/>
                </a:lnTo>
                <a:lnTo>
                  <a:pt x="502" y="1294"/>
                </a:lnTo>
                <a:lnTo>
                  <a:pt x="425" y="1413"/>
                </a:lnTo>
                <a:lnTo>
                  <a:pt x="355" y="1537"/>
                </a:lnTo>
                <a:lnTo>
                  <a:pt x="290" y="1664"/>
                </a:lnTo>
                <a:lnTo>
                  <a:pt x="231" y="1793"/>
                </a:lnTo>
                <a:lnTo>
                  <a:pt x="178" y="1927"/>
                </a:lnTo>
                <a:lnTo>
                  <a:pt x="132" y="2063"/>
                </a:lnTo>
                <a:lnTo>
                  <a:pt x="92" y="2203"/>
                </a:lnTo>
                <a:lnTo>
                  <a:pt x="60" y="2345"/>
                </a:lnTo>
                <a:lnTo>
                  <a:pt x="34" y="2490"/>
                </a:lnTo>
                <a:lnTo>
                  <a:pt x="15" y="2637"/>
                </a:lnTo>
                <a:lnTo>
                  <a:pt x="4" y="2787"/>
                </a:lnTo>
                <a:lnTo>
                  <a:pt x="0" y="2938"/>
                </a:lnTo>
                <a:lnTo>
                  <a:pt x="4" y="3089"/>
                </a:lnTo>
                <a:lnTo>
                  <a:pt x="15" y="3238"/>
                </a:lnTo>
                <a:lnTo>
                  <a:pt x="34" y="3385"/>
                </a:lnTo>
                <a:lnTo>
                  <a:pt x="60" y="3530"/>
                </a:lnTo>
                <a:lnTo>
                  <a:pt x="92" y="3672"/>
                </a:lnTo>
                <a:lnTo>
                  <a:pt x="132" y="3810"/>
                </a:lnTo>
                <a:lnTo>
                  <a:pt x="178" y="3947"/>
                </a:lnTo>
                <a:lnTo>
                  <a:pt x="231" y="4081"/>
                </a:lnTo>
                <a:lnTo>
                  <a:pt x="290" y="4211"/>
                </a:lnTo>
                <a:lnTo>
                  <a:pt x="355" y="4337"/>
                </a:lnTo>
                <a:lnTo>
                  <a:pt x="425" y="4460"/>
                </a:lnTo>
                <a:lnTo>
                  <a:pt x="502" y="4579"/>
                </a:lnTo>
                <a:lnTo>
                  <a:pt x="584" y="4695"/>
                </a:lnTo>
                <a:lnTo>
                  <a:pt x="671" y="4806"/>
                </a:lnTo>
                <a:lnTo>
                  <a:pt x="764" y="4913"/>
                </a:lnTo>
                <a:lnTo>
                  <a:pt x="861" y="5014"/>
                </a:lnTo>
                <a:lnTo>
                  <a:pt x="962" y="5111"/>
                </a:lnTo>
                <a:lnTo>
                  <a:pt x="1070" y="5205"/>
                </a:lnTo>
                <a:lnTo>
                  <a:pt x="1181" y="5292"/>
                </a:lnTo>
                <a:lnTo>
                  <a:pt x="1296" y="5373"/>
                </a:lnTo>
                <a:lnTo>
                  <a:pt x="1415" y="5450"/>
                </a:lnTo>
                <a:lnTo>
                  <a:pt x="1538" y="5520"/>
                </a:lnTo>
                <a:lnTo>
                  <a:pt x="1665" y="5585"/>
                </a:lnTo>
                <a:lnTo>
                  <a:pt x="1796" y="5644"/>
                </a:lnTo>
                <a:lnTo>
                  <a:pt x="1929" y="5697"/>
                </a:lnTo>
                <a:lnTo>
                  <a:pt x="2066" y="5743"/>
                </a:lnTo>
                <a:lnTo>
                  <a:pt x="2206" y="5783"/>
                </a:lnTo>
                <a:lnTo>
                  <a:pt x="2348" y="5815"/>
                </a:lnTo>
                <a:lnTo>
                  <a:pt x="2493" y="5841"/>
                </a:lnTo>
                <a:lnTo>
                  <a:pt x="2640" y="5860"/>
                </a:lnTo>
                <a:lnTo>
                  <a:pt x="2789" y="5871"/>
                </a:lnTo>
                <a:lnTo>
                  <a:pt x="2941" y="5875"/>
                </a:lnTo>
                <a:lnTo>
                  <a:pt x="3092" y="5871"/>
                </a:lnTo>
                <a:lnTo>
                  <a:pt x="3241" y="5860"/>
                </a:lnTo>
                <a:lnTo>
                  <a:pt x="3388" y="5841"/>
                </a:lnTo>
                <a:lnTo>
                  <a:pt x="3533" y="5815"/>
                </a:lnTo>
                <a:lnTo>
                  <a:pt x="3676" y="5783"/>
                </a:lnTo>
                <a:lnTo>
                  <a:pt x="3814" y="5743"/>
                </a:lnTo>
                <a:lnTo>
                  <a:pt x="3951" y="5697"/>
                </a:lnTo>
                <a:lnTo>
                  <a:pt x="4085" y="5644"/>
                </a:lnTo>
                <a:lnTo>
                  <a:pt x="4215" y="5585"/>
                </a:lnTo>
                <a:lnTo>
                  <a:pt x="4342" y="5520"/>
                </a:lnTo>
                <a:lnTo>
                  <a:pt x="4466" y="5450"/>
                </a:lnTo>
                <a:lnTo>
                  <a:pt x="4585" y="5373"/>
                </a:lnTo>
                <a:lnTo>
                  <a:pt x="4700" y="5292"/>
                </a:lnTo>
                <a:lnTo>
                  <a:pt x="4811" y="5205"/>
                </a:lnTo>
                <a:lnTo>
                  <a:pt x="4918" y="5111"/>
                </a:lnTo>
                <a:lnTo>
                  <a:pt x="5019" y="5014"/>
                </a:lnTo>
                <a:lnTo>
                  <a:pt x="5117" y="4913"/>
                </a:lnTo>
                <a:lnTo>
                  <a:pt x="5210" y="4806"/>
                </a:lnTo>
                <a:lnTo>
                  <a:pt x="5297" y="4695"/>
                </a:lnTo>
                <a:lnTo>
                  <a:pt x="5379" y="4579"/>
                </a:lnTo>
                <a:lnTo>
                  <a:pt x="5455" y="4460"/>
                </a:lnTo>
                <a:lnTo>
                  <a:pt x="5526" y="4337"/>
                </a:lnTo>
                <a:lnTo>
                  <a:pt x="5591" y="4211"/>
                </a:lnTo>
                <a:lnTo>
                  <a:pt x="5650" y="4081"/>
                </a:lnTo>
                <a:lnTo>
                  <a:pt x="5703" y="3947"/>
                </a:lnTo>
                <a:lnTo>
                  <a:pt x="5749" y="3810"/>
                </a:lnTo>
                <a:lnTo>
                  <a:pt x="5789" y="3672"/>
                </a:lnTo>
                <a:lnTo>
                  <a:pt x="5822" y="3530"/>
                </a:lnTo>
                <a:lnTo>
                  <a:pt x="5848" y="3385"/>
                </a:lnTo>
                <a:lnTo>
                  <a:pt x="5866" y="3238"/>
                </a:lnTo>
                <a:lnTo>
                  <a:pt x="5878" y="3089"/>
                </a:lnTo>
                <a:lnTo>
                  <a:pt x="5881" y="2938"/>
                </a:lnTo>
                <a:close/>
              </a:path>
            </a:pathLst>
          </a:custGeom>
          <a:gradFill flip="none" rotWithShape="1">
            <a:gsLst>
              <a:gs pos="0">
                <a:srgbClr val="17406D"/>
              </a:gs>
              <a:gs pos="100000">
                <a:srgbClr val="17406D">
                  <a:lumMod val="50000"/>
                </a:srgbClr>
              </a:gs>
            </a:gsLst>
            <a:lin ang="13500000" scaled="1"/>
            <a:tileRect/>
          </a:gradFill>
          <a:ln w="3175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9" name="Freeform 10"/>
          <p:cNvSpPr>
            <a:spLocks noChangeAspect="1"/>
          </p:cNvSpPr>
          <p:nvPr/>
        </p:nvSpPr>
        <p:spPr bwMode="auto">
          <a:xfrm>
            <a:off x="4686697" y="1675904"/>
            <a:ext cx="1464154" cy="1462682"/>
          </a:xfrm>
          <a:custGeom>
            <a:avLst/>
            <a:gdLst>
              <a:gd name="T0" fmla="*/ 4962 w 4974"/>
              <a:gd name="T1" fmla="*/ 2233 h 4973"/>
              <a:gd name="T2" fmla="*/ 4896 w 4974"/>
              <a:gd name="T3" fmla="*/ 1866 h 4973"/>
              <a:gd name="T4" fmla="*/ 4779 w 4974"/>
              <a:gd name="T5" fmla="*/ 1519 h 4973"/>
              <a:gd name="T6" fmla="*/ 4614 w 4974"/>
              <a:gd name="T7" fmla="*/ 1197 h 4973"/>
              <a:gd name="T8" fmla="*/ 4406 w 4974"/>
              <a:gd name="T9" fmla="*/ 905 h 4973"/>
              <a:gd name="T10" fmla="*/ 4159 w 4974"/>
              <a:gd name="T11" fmla="*/ 647 h 4973"/>
              <a:gd name="T12" fmla="*/ 3877 w 4974"/>
              <a:gd name="T13" fmla="*/ 425 h 4973"/>
              <a:gd name="T14" fmla="*/ 3564 w 4974"/>
              <a:gd name="T15" fmla="*/ 245 h 4973"/>
              <a:gd name="T16" fmla="*/ 3226 w 4974"/>
              <a:gd name="T17" fmla="*/ 112 h 4973"/>
              <a:gd name="T18" fmla="*/ 2865 w 4974"/>
              <a:gd name="T19" fmla="*/ 29 h 4973"/>
              <a:gd name="T20" fmla="*/ 2486 w 4974"/>
              <a:gd name="T21" fmla="*/ 0 h 4973"/>
              <a:gd name="T22" fmla="*/ 2108 w 4974"/>
              <a:gd name="T23" fmla="*/ 29 h 4973"/>
              <a:gd name="T24" fmla="*/ 1748 w 4974"/>
              <a:gd name="T25" fmla="*/ 112 h 4973"/>
              <a:gd name="T26" fmla="*/ 1409 w 4974"/>
              <a:gd name="T27" fmla="*/ 245 h 4973"/>
              <a:gd name="T28" fmla="*/ 1096 w 4974"/>
              <a:gd name="T29" fmla="*/ 425 h 4973"/>
              <a:gd name="T30" fmla="*/ 815 w 4974"/>
              <a:gd name="T31" fmla="*/ 647 h 4973"/>
              <a:gd name="T32" fmla="*/ 568 w 4974"/>
              <a:gd name="T33" fmla="*/ 905 h 4973"/>
              <a:gd name="T34" fmla="*/ 360 w 4974"/>
              <a:gd name="T35" fmla="*/ 1197 h 4973"/>
              <a:gd name="T36" fmla="*/ 196 w 4974"/>
              <a:gd name="T37" fmla="*/ 1519 h 4973"/>
              <a:gd name="T38" fmla="*/ 79 w 4974"/>
              <a:gd name="T39" fmla="*/ 1866 h 4973"/>
              <a:gd name="T40" fmla="*/ 13 w 4974"/>
              <a:gd name="T41" fmla="*/ 2233 h 4973"/>
              <a:gd name="T42" fmla="*/ 3 w 4974"/>
              <a:gd name="T43" fmla="*/ 2615 h 4973"/>
              <a:gd name="T44" fmla="*/ 51 w 4974"/>
              <a:gd name="T45" fmla="*/ 2988 h 4973"/>
              <a:gd name="T46" fmla="*/ 151 w 4974"/>
              <a:gd name="T47" fmla="*/ 3342 h 4973"/>
              <a:gd name="T48" fmla="*/ 300 w 4974"/>
              <a:gd name="T49" fmla="*/ 3672 h 4973"/>
              <a:gd name="T50" fmla="*/ 494 w 4974"/>
              <a:gd name="T51" fmla="*/ 3974 h 4973"/>
              <a:gd name="T52" fmla="*/ 729 w 4974"/>
              <a:gd name="T53" fmla="*/ 4244 h 4973"/>
              <a:gd name="T54" fmla="*/ 999 w 4974"/>
              <a:gd name="T55" fmla="*/ 4479 h 4973"/>
              <a:gd name="T56" fmla="*/ 1301 w 4974"/>
              <a:gd name="T57" fmla="*/ 4673 h 4973"/>
              <a:gd name="T58" fmla="*/ 1632 w 4974"/>
              <a:gd name="T59" fmla="*/ 4822 h 4973"/>
              <a:gd name="T60" fmla="*/ 1986 w 4974"/>
              <a:gd name="T61" fmla="*/ 4922 h 4973"/>
              <a:gd name="T62" fmla="*/ 2358 w 4974"/>
              <a:gd name="T63" fmla="*/ 4970 h 4973"/>
              <a:gd name="T64" fmla="*/ 2740 w 4974"/>
              <a:gd name="T65" fmla="*/ 4961 h 4973"/>
              <a:gd name="T66" fmla="*/ 3108 w 4974"/>
              <a:gd name="T67" fmla="*/ 4894 h 4973"/>
              <a:gd name="T68" fmla="*/ 3455 w 4974"/>
              <a:gd name="T69" fmla="*/ 4777 h 4973"/>
              <a:gd name="T70" fmla="*/ 3777 w 4974"/>
              <a:gd name="T71" fmla="*/ 4613 h 4973"/>
              <a:gd name="T72" fmla="*/ 4069 w 4974"/>
              <a:gd name="T73" fmla="*/ 4405 h 4973"/>
              <a:gd name="T74" fmla="*/ 4327 w 4974"/>
              <a:gd name="T75" fmla="*/ 4158 h 4973"/>
              <a:gd name="T76" fmla="*/ 4549 w 4974"/>
              <a:gd name="T77" fmla="*/ 3877 h 4973"/>
              <a:gd name="T78" fmla="*/ 4729 w 4974"/>
              <a:gd name="T79" fmla="*/ 3564 h 4973"/>
              <a:gd name="T80" fmla="*/ 4863 w 4974"/>
              <a:gd name="T81" fmla="*/ 3226 h 4973"/>
              <a:gd name="T82" fmla="*/ 4945 w 4974"/>
              <a:gd name="T83" fmla="*/ 2866 h 4973"/>
              <a:gd name="T84" fmla="*/ 4974 w 4974"/>
              <a:gd name="T85" fmla="*/ 2488 h 4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74" h="4973">
                <a:moveTo>
                  <a:pt x="4974" y="2488"/>
                </a:moveTo>
                <a:lnTo>
                  <a:pt x="4971" y="2360"/>
                </a:lnTo>
                <a:lnTo>
                  <a:pt x="4962" y="2233"/>
                </a:lnTo>
                <a:lnTo>
                  <a:pt x="4945" y="2109"/>
                </a:lnTo>
                <a:lnTo>
                  <a:pt x="4924" y="1986"/>
                </a:lnTo>
                <a:lnTo>
                  <a:pt x="4896" y="1866"/>
                </a:lnTo>
                <a:lnTo>
                  <a:pt x="4863" y="1748"/>
                </a:lnTo>
                <a:lnTo>
                  <a:pt x="4823" y="1632"/>
                </a:lnTo>
                <a:lnTo>
                  <a:pt x="4779" y="1519"/>
                </a:lnTo>
                <a:lnTo>
                  <a:pt x="4729" y="1409"/>
                </a:lnTo>
                <a:lnTo>
                  <a:pt x="4674" y="1302"/>
                </a:lnTo>
                <a:lnTo>
                  <a:pt x="4614" y="1197"/>
                </a:lnTo>
                <a:lnTo>
                  <a:pt x="4549" y="1097"/>
                </a:lnTo>
                <a:lnTo>
                  <a:pt x="4479" y="1000"/>
                </a:lnTo>
                <a:lnTo>
                  <a:pt x="4406" y="905"/>
                </a:lnTo>
                <a:lnTo>
                  <a:pt x="4327" y="815"/>
                </a:lnTo>
                <a:lnTo>
                  <a:pt x="4246" y="728"/>
                </a:lnTo>
                <a:lnTo>
                  <a:pt x="4159" y="647"/>
                </a:lnTo>
                <a:lnTo>
                  <a:pt x="4069" y="568"/>
                </a:lnTo>
                <a:lnTo>
                  <a:pt x="3974" y="495"/>
                </a:lnTo>
                <a:lnTo>
                  <a:pt x="3877" y="425"/>
                </a:lnTo>
                <a:lnTo>
                  <a:pt x="3777" y="360"/>
                </a:lnTo>
                <a:lnTo>
                  <a:pt x="3672" y="300"/>
                </a:lnTo>
                <a:lnTo>
                  <a:pt x="3564" y="245"/>
                </a:lnTo>
                <a:lnTo>
                  <a:pt x="3455" y="195"/>
                </a:lnTo>
                <a:lnTo>
                  <a:pt x="3342" y="151"/>
                </a:lnTo>
                <a:lnTo>
                  <a:pt x="3226" y="112"/>
                </a:lnTo>
                <a:lnTo>
                  <a:pt x="3108" y="78"/>
                </a:lnTo>
                <a:lnTo>
                  <a:pt x="2988" y="50"/>
                </a:lnTo>
                <a:lnTo>
                  <a:pt x="2865" y="29"/>
                </a:lnTo>
                <a:lnTo>
                  <a:pt x="2740" y="13"/>
                </a:lnTo>
                <a:lnTo>
                  <a:pt x="2614" y="3"/>
                </a:lnTo>
                <a:lnTo>
                  <a:pt x="2486" y="0"/>
                </a:lnTo>
                <a:lnTo>
                  <a:pt x="2358" y="3"/>
                </a:lnTo>
                <a:lnTo>
                  <a:pt x="2232" y="13"/>
                </a:lnTo>
                <a:lnTo>
                  <a:pt x="2108" y="29"/>
                </a:lnTo>
                <a:lnTo>
                  <a:pt x="1986" y="50"/>
                </a:lnTo>
                <a:lnTo>
                  <a:pt x="1866" y="78"/>
                </a:lnTo>
                <a:lnTo>
                  <a:pt x="1748" y="112"/>
                </a:lnTo>
                <a:lnTo>
                  <a:pt x="1632" y="151"/>
                </a:lnTo>
                <a:lnTo>
                  <a:pt x="1519" y="195"/>
                </a:lnTo>
                <a:lnTo>
                  <a:pt x="1409" y="245"/>
                </a:lnTo>
                <a:lnTo>
                  <a:pt x="1301" y="300"/>
                </a:lnTo>
                <a:lnTo>
                  <a:pt x="1198" y="360"/>
                </a:lnTo>
                <a:lnTo>
                  <a:pt x="1096" y="425"/>
                </a:lnTo>
                <a:lnTo>
                  <a:pt x="999" y="495"/>
                </a:lnTo>
                <a:lnTo>
                  <a:pt x="905" y="568"/>
                </a:lnTo>
                <a:lnTo>
                  <a:pt x="815" y="647"/>
                </a:lnTo>
                <a:lnTo>
                  <a:pt x="729" y="728"/>
                </a:lnTo>
                <a:lnTo>
                  <a:pt x="646" y="815"/>
                </a:lnTo>
                <a:lnTo>
                  <a:pt x="568" y="905"/>
                </a:lnTo>
                <a:lnTo>
                  <a:pt x="494" y="1000"/>
                </a:lnTo>
                <a:lnTo>
                  <a:pt x="425" y="1097"/>
                </a:lnTo>
                <a:lnTo>
                  <a:pt x="360" y="1197"/>
                </a:lnTo>
                <a:lnTo>
                  <a:pt x="300" y="1302"/>
                </a:lnTo>
                <a:lnTo>
                  <a:pt x="245" y="1409"/>
                </a:lnTo>
                <a:lnTo>
                  <a:pt x="196" y="1519"/>
                </a:lnTo>
                <a:lnTo>
                  <a:pt x="151" y="1632"/>
                </a:lnTo>
                <a:lnTo>
                  <a:pt x="112" y="1748"/>
                </a:lnTo>
                <a:lnTo>
                  <a:pt x="79" y="1866"/>
                </a:lnTo>
                <a:lnTo>
                  <a:pt x="51" y="1986"/>
                </a:lnTo>
                <a:lnTo>
                  <a:pt x="29" y="2109"/>
                </a:lnTo>
                <a:lnTo>
                  <a:pt x="13" y="2233"/>
                </a:lnTo>
                <a:lnTo>
                  <a:pt x="3" y="2360"/>
                </a:lnTo>
                <a:lnTo>
                  <a:pt x="0" y="2488"/>
                </a:lnTo>
                <a:lnTo>
                  <a:pt x="3" y="2615"/>
                </a:lnTo>
                <a:lnTo>
                  <a:pt x="13" y="2741"/>
                </a:lnTo>
                <a:lnTo>
                  <a:pt x="29" y="2866"/>
                </a:lnTo>
                <a:lnTo>
                  <a:pt x="51" y="2988"/>
                </a:lnTo>
                <a:lnTo>
                  <a:pt x="79" y="3108"/>
                </a:lnTo>
                <a:lnTo>
                  <a:pt x="112" y="3226"/>
                </a:lnTo>
                <a:lnTo>
                  <a:pt x="151" y="3342"/>
                </a:lnTo>
                <a:lnTo>
                  <a:pt x="196" y="3455"/>
                </a:lnTo>
                <a:lnTo>
                  <a:pt x="245" y="3564"/>
                </a:lnTo>
                <a:lnTo>
                  <a:pt x="300" y="3672"/>
                </a:lnTo>
                <a:lnTo>
                  <a:pt x="360" y="3775"/>
                </a:lnTo>
                <a:lnTo>
                  <a:pt x="425" y="3877"/>
                </a:lnTo>
                <a:lnTo>
                  <a:pt x="494" y="3974"/>
                </a:lnTo>
                <a:lnTo>
                  <a:pt x="568" y="4068"/>
                </a:lnTo>
                <a:lnTo>
                  <a:pt x="646" y="4158"/>
                </a:lnTo>
                <a:lnTo>
                  <a:pt x="729" y="4244"/>
                </a:lnTo>
                <a:lnTo>
                  <a:pt x="815" y="4327"/>
                </a:lnTo>
                <a:lnTo>
                  <a:pt x="905" y="4405"/>
                </a:lnTo>
                <a:lnTo>
                  <a:pt x="999" y="4479"/>
                </a:lnTo>
                <a:lnTo>
                  <a:pt x="1096" y="4549"/>
                </a:lnTo>
                <a:lnTo>
                  <a:pt x="1198" y="4613"/>
                </a:lnTo>
                <a:lnTo>
                  <a:pt x="1301" y="4673"/>
                </a:lnTo>
                <a:lnTo>
                  <a:pt x="1409" y="4728"/>
                </a:lnTo>
                <a:lnTo>
                  <a:pt x="1519" y="4777"/>
                </a:lnTo>
                <a:lnTo>
                  <a:pt x="1632" y="4822"/>
                </a:lnTo>
                <a:lnTo>
                  <a:pt x="1748" y="4861"/>
                </a:lnTo>
                <a:lnTo>
                  <a:pt x="1866" y="4894"/>
                </a:lnTo>
                <a:lnTo>
                  <a:pt x="1986" y="4922"/>
                </a:lnTo>
                <a:lnTo>
                  <a:pt x="2108" y="4944"/>
                </a:lnTo>
                <a:lnTo>
                  <a:pt x="2232" y="4961"/>
                </a:lnTo>
                <a:lnTo>
                  <a:pt x="2358" y="4970"/>
                </a:lnTo>
                <a:lnTo>
                  <a:pt x="2486" y="4973"/>
                </a:lnTo>
                <a:lnTo>
                  <a:pt x="2614" y="4970"/>
                </a:lnTo>
                <a:lnTo>
                  <a:pt x="2740" y="4961"/>
                </a:lnTo>
                <a:lnTo>
                  <a:pt x="2865" y="4944"/>
                </a:lnTo>
                <a:lnTo>
                  <a:pt x="2988" y="4922"/>
                </a:lnTo>
                <a:lnTo>
                  <a:pt x="3108" y="4894"/>
                </a:lnTo>
                <a:lnTo>
                  <a:pt x="3226" y="4861"/>
                </a:lnTo>
                <a:lnTo>
                  <a:pt x="3342" y="4822"/>
                </a:lnTo>
                <a:lnTo>
                  <a:pt x="3455" y="4777"/>
                </a:lnTo>
                <a:lnTo>
                  <a:pt x="3564" y="4728"/>
                </a:lnTo>
                <a:lnTo>
                  <a:pt x="3672" y="4673"/>
                </a:lnTo>
                <a:lnTo>
                  <a:pt x="3777" y="4613"/>
                </a:lnTo>
                <a:lnTo>
                  <a:pt x="3877" y="4549"/>
                </a:lnTo>
                <a:lnTo>
                  <a:pt x="3974" y="4479"/>
                </a:lnTo>
                <a:lnTo>
                  <a:pt x="4069" y="4405"/>
                </a:lnTo>
                <a:lnTo>
                  <a:pt x="4159" y="4327"/>
                </a:lnTo>
                <a:lnTo>
                  <a:pt x="4246" y="4244"/>
                </a:lnTo>
                <a:lnTo>
                  <a:pt x="4327" y="4158"/>
                </a:lnTo>
                <a:lnTo>
                  <a:pt x="4406" y="4068"/>
                </a:lnTo>
                <a:lnTo>
                  <a:pt x="4479" y="3974"/>
                </a:lnTo>
                <a:lnTo>
                  <a:pt x="4549" y="3877"/>
                </a:lnTo>
                <a:lnTo>
                  <a:pt x="4614" y="3775"/>
                </a:lnTo>
                <a:lnTo>
                  <a:pt x="4674" y="3672"/>
                </a:lnTo>
                <a:lnTo>
                  <a:pt x="4729" y="3564"/>
                </a:lnTo>
                <a:lnTo>
                  <a:pt x="4779" y="3455"/>
                </a:lnTo>
                <a:lnTo>
                  <a:pt x="4823" y="3342"/>
                </a:lnTo>
                <a:lnTo>
                  <a:pt x="4863" y="3226"/>
                </a:lnTo>
                <a:lnTo>
                  <a:pt x="4896" y="3108"/>
                </a:lnTo>
                <a:lnTo>
                  <a:pt x="4924" y="2988"/>
                </a:lnTo>
                <a:lnTo>
                  <a:pt x="4945" y="2866"/>
                </a:lnTo>
                <a:lnTo>
                  <a:pt x="4962" y="2741"/>
                </a:lnTo>
                <a:lnTo>
                  <a:pt x="4971" y="2615"/>
                </a:lnTo>
                <a:lnTo>
                  <a:pt x="4974" y="2488"/>
                </a:lnTo>
                <a:close/>
              </a:path>
            </a:pathLst>
          </a:cu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lumMod val="95000"/>
                  </a:srgbClr>
                </a:gs>
                <a:gs pos="100000">
                  <a:srgbClr val="FFFFFF">
                    <a:lumMod val="65000"/>
                  </a:srgbClr>
                </a:gs>
              </a:gsLst>
              <a:lin ang="2700000" scaled="1"/>
              <a:tileRect/>
            </a:gradFill>
            <a:prstDash val="solid"/>
            <a:miter lim="800000"/>
          </a:ln>
          <a:effectLst>
            <a:outerShdw blurRad="152400" dist="762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0" name="Freeform 11"/>
          <p:cNvSpPr>
            <a:spLocks noChangeAspect="1"/>
          </p:cNvSpPr>
          <p:nvPr/>
        </p:nvSpPr>
        <p:spPr bwMode="auto">
          <a:xfrm>
            <a:off x="4510116" y="4143630"/>
            <a:ext cx="1119820" cy="2091018"/>
          </a:xfrm>
          <a:custGeom>
            <a:avLst/>
            <a:gdLst>
              <a:gd name="T0" fmla="*/ 1796 w 3808"/>
              <a:gd name="T1" fmla="*/ 63 h 7106"/>
              <a:gd name="T2" fmla="*/ 1592 w 3808"/>
              <a:gd name="T3" fmla="*/ 200 h 7106"/>
              <a:gd name="T4" fmla="*/ 1397 w 3808"/>
              <a:gd name="T5" fmla="*/ 349 h 7106"/>
              <a:gd name="T6" fmla="*/ 1213 w 3808"/>
              <a:gd name="T7" fmla="*/ 511 h 7106"/>
              <a:gd name="T8" fmla="*/ 1039 w 3808"/>
              <a:gd name="T9" fmla="*/ 682 h 7106"/>
              <a:gd name="T10" fmla="*/ 876 w 3808"/>
              <a:gd name="T11" fmla="*/ 867 h 7106"/>
              <a:gd name="T12" fmla="*/ 726 w 3808"/>
              <a:gd name="T13" fmla="*/ 1060 h 7106"/>
              <a:gd name="T14" fmla="*/ 589 w 3808"/>
              <a:gd name="T15" fmla="*/ 1263 h 7106"/>
              <a:gd name="T16" fmla="*/ 463 w 3808"/>
              <a:gd name="T17" fmla="*/ 1475 h 7106"/>
              <a:gd name="T18" fmla="*/ 353 w 3808"/>
              <a:gd name="T19" fmla="*/ 1696 h 7106"/>
              <a:gd name="T20" fmla="*/ 255 w 3808"/>
              <a:gd name="T21" fmla="*/ 1924 h 7106"/>
              <a:gd name="T22" fmla="*/ 172 w 3808"/>
              <a:gd name="T23" fmla="*/ 2160 h 7106"/>
              <a:gd name="T24" fmla="*/ 105 w 3808"/>
              <a:gd name="T25" fmla="*/ 2404 h 7106"/>
              <a:gd name="T26" fmla="*/ 54 w 3808"/>
              <a:gd name="T27" fmla="*/ 2652 h 7106"/>
              <a:gd name="T28" fmla="*/ 20 w 3808"/>
              <a:gd name="T29" fmla="*/ 2907 h 7106"/>
              <a:gd name="T30" fmla="*/ 3 w 3808"/>
              <a:gd name="T31" fmla="*/ 3166 h 7106"/>
              <a:gd name="T32" fmla="*/ 5 w 3808"/>
              <a:gd name="T33" fmla="*/ 3495 h 7106"/>
              <a:gd name="T34" fmla="*/ 44 w 3808"/>
              <a:gd name="T35" fmla="*/ 3877 h 7106"/>
              <a:gd name="T36" fmla="*/ 120 w 3808"/>
              <a:gd name="T37" fmla="*/ 4250 h 7106"/>
              <a:gd name="T38" fmla="*/ 231 w 3808"/>
              <a:gd name="T39" fmla="*/ 4607 h 7106"/>
              <a:gd name="T40" fmla="*/ 375 w 3808"/>
              <a:gd name="T41" fmla="*/ 4949 h 7106"/>
              <a:gd name="T42" fmla="*/ 551 w 3808"/>
              <a:gd name="T43" fmla="*/ 5273 h 7106"/>
              <a:gd name="T44" fmla="*/ 756 w 3808"/>
              <a:gd name="T45" fmla="*/ 5576 h 7106"/>
              <a:gd name="T46" fmla="*/ 989 w 3808"/>
              <a:gd name="T47" fmla="*/ 5858 h 7106"/>
              <a:gd name="T48" fmla="*/ 1248 w 3808"/>
              <a:gd name="T49" fmla="*/ 6116 h 7106"/>
              <a:gd name="T50" fmla="*/ 1530 w 3808"/>
              <a:gd name="T51" fmla="*/ 6349 h 7106"/>
              <a:gd name="T52" fmla="*/ 1834 w 3808"/>
              <a:gd name="T53" fmla="*/ 6554 h 7106"/>
              <a:gd name="T54" fmla="*/ 2158 w 3808"/>
              <a:gd name="T55" fmla="*/ 6730 h 7106"/>
              <a:gd name="T56" fmla="*/ 2500 w 3808"/>
              <a:gd name="T57" fmla="*/ 6875 h 7106"/>
              <a:gd name="T58" fmla="*/ 2857 w 3808"/>
              <a:gd name="T59" fmla="*/ 6986 h 7106"/>
              <a:gd name="T60" fmla="*/ 3228 w 3808"/>
              <a:gd name="T61" fmla="*/ 7062 h 7106"/>
              <a:gd name="T62" fmla="*/ 3612 w 3808"/>
              <a:gd name="T63" fmla="*/ 7100 h 7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808" h="7106">
                <a:moveTo>
                  <a:pt x="1901" y="0"/>
                </a:moveTo>
                <a:lnTo>
                  <a:pt x="1796" y="63"/>
                </a:lnTo>
                <a:lnTo>
                  <a:pt x="1692" y="130"/>
                </a:lnTo>
                <a:lnTo>
                  <a:pt x="1592" y="200"/>
                </a:lnTo>
                <a:lnTo>
                  <a:pt x="1493" y="274"/>
                </a:lnTo>
                <a:lnTo>
                  <a:pt x="1397" y="349"/>
                </a:lnTo>
                <a:lnTo>
                  <a:pt x="1303" y="429"/>
                </a:lnTo>
                <a:lnTo>
                  <a:pt x="1213" y="511"/>
                </a:lnTo>
                <a:lnTo>
                  <a:pt x="1125" y="595"/>
                </a:lnTo>
                <a:lnTo>
                  <a:pt x="1039" y="682"/>
                </a:lnTo>
                <a:lnTo>
                  <a:pt x="956" y="773"/>
                </a:lnTo>
                <a:lnTo>
                  <a:pt x="876" y="867"/>
                </a:lnTo>
                <a:lnTo>
                  <a:pt x="800" y="962"/>
                </a:lnTo>
                <a:lnTo>
                  <a:pt x="726" y="1060"/>
                </a:lnTo>
                <a:lnTo>
                  <a:pt x="656" y="1161"/>
                </a:lnTo>
                <a:lnTo>
                  <a:pt x="589" y="1263"/>
                </a:lnTo>
                <a:lnTo>
                  <a:pt x="524" y="1368"/>
                </a:lnTo>
                <a:lnTo>
                  <a:pt x="463" y="1475"/>
                </a:lnTo>
                <a:lnTo>
                  <a:pt x="406" y="1585"/>
                </a:lnTo>
                <a:lnTo>
                  <a:pt x="353" y="1696"/>
                </a:lnTo>
                <a:lnTo>
                  <a:pt x="302" y="1810"/>
                </a:lnTo>
                <a:lnTo>
                  <a:pt x="255" y="1924"/>
                </a:lnTo>
                <a:lnTo>
                  <a:pt x="212" y="2041"/>
                </a:lnTo>
                <a:lnTo>
                  <a:pt x="172" y="2160"/>
                </a:lnTo>
                <a:lnTo>
                  <a:pt x="137" y="2281"/>
                </a:lnTo>
                <a:lnTo>
                  <a:pt x="105" y="2404"/>
                </a:lnTo>
                <a:lnTo>
                  <a:pt x="78" y="2527"/>
                </a:lnTo>
                <a:lnTo>
                  <a:pt x="54" y="2652"/>
                </a:lnTo>
                <a:lnTo>
                  <a:pt x="35" y="2779"/>
                </a:lnTo>
                <a:lnTo>
                  <a:pt x="20" y="2907"/>
                </a:lnTo>
                <a:lnTo>
                  <a:pt x="9" y="3036"/>
                </a:lnTo>
                <a:lnTo>
                  <a:pt x="3" y="3166"/>
                </a:lnTo>
                <a:lnTo>
                  <a:pt x="0" y="3298"/>
                </a:lnTo>
                <a:lnTo>
                  <a:pt x="5" y="3495"/>
                </a:lnTo>
                <a:lnTo>
                  <a:pt x="19" y="3687"/>
                </a:lnTo>
                <a:lnTo>
                  <a:pt x="44" y="3877"/>
                </a:lnTo>
                <a:lnTo>
                  <a:pt x="77" y="4066"/>
                </a:lnTo>
                <a:lnTo>
                  <a:pt x="120" y="4250"/>
                </a:lnTo>
                <a:lnTo>
                  <a:pt x="171" y="4430"/>
                </a:lnTo>
                <a:lnTo>
                  <a:pt x="231" y="4607"/>
                </a:lnTo>
                <a:lnTo>
                  <a:pt x="300" y="4780"/>
                </a:lnTo>
                <a:lnTo>
                  <a:pt x="375" y="4949"/>
                </a:lnTo>
                <a:lnTo>
                  <a:pt x="460" y="5113"/>
                </a:lnTo>
                <a:lnTo>
                  <a:pt x="551" y="5273"/>
                </a:lnTo>
                <a:lnTo>
                  <a:pt x="651" y="5427"/>
                </a:lnTo>
                <a:lnTo>
                  <a:pt x="756" y="5576"/>
                </a:lnTo>
                <a:lnTo>
                  <a:pt x="870" y="5720"/>
                </a:lnTo>
                <a:lnTo>
                  <a:pt x="989" y="5858"/>
                </a:lnTo>
                <a:lnTo>
                  <a:pt x="1116" y="5990"/>
                </a:lnTo>
                <a:lnTo>
                  <a:pt x="1248" y="6116"/>
                </a:lnTo>
                <a:lnTo>
                  <a:pt x="1386" y="6236"/>
                </a:lnTo>
                <a:lnTo>
                  <a:pt x="1530" y="6349"/>
                </a:lnTo>
                <a:lnTo>
                  <a:pt x="1680" y="6456"/>
                </a:lnTo>
                <a:lnTo>
                  <a:pt x="1834" y="6554"/>
                </a:lnTo>
                <a:lnTo>
                  <a:pt x="1993" y="6646"/>
                </a:lnTo>
                <a:lnTo>
                  <a:pt x="2158" y="6730"/>
                </a:lnTo>
                <a:lnTo>
                  <a:pt x="2326" y="6807"/>
                </a:lnTo>
                <a:lnTo>
                  <a:pt x="2500" y="6875"/>
                </a:lnTo>
                <a:lnTo>
                  <a:pt x="2676" y="6935"/>
                </a:lnTo>
                <a:lnTo>
                  <a:pt x="2857" y="6986"/>
                </a:lnTo>
                <a:lnTo>
                  <a:pt x="3041" y="7028"/>
                </a:lnTo>
                <a:lnTo>
                  <a:pt x="3228" y="7062"/>
                </a:lnTo>
                <a:lnTo>
                  <a:pt x="3419" y="7086"/>
                </a:lnTo>
                <a:lnTo>
                  <a:pt x="3612" y="7100"/>
                </a:lnTo>
                <a:lnTo>
                  <a:pt x="3808" y="7106"/>
                </a:lnTo>
              </a:path>
            </a:pathLst>
          </a:custGeom>
          <a:noFill/>
          <a:ln w="19050">
            <a:solidFill>
              <a:srgbClr val="17406D"/>
            </a:solidFill>
            <a:prstDash val="sys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1" name="Freeform 12"/>
          <p:cNvSpPr>
            <a:spLocks noChangeAspect="1"/>
          </p:cNvSpPr>
          <p:nvPr/>
        </p:nvSpPr>
        <p:spPr bwMode="auto">
          <a:xfrm>
            <a:off x="6534916" y="2005523"/>
            <a:ext cx="1367034" cy="2779686"/>
          </a:xfrm>
          <a:custGeom>
            <a:avLst/>
            <a:gdLst>
              <a:gd name="T0" fmla="*/ 2275 w 4643"/>
              <a:gd name="T1" fmla="*/ 9361 h 9446"/>
              <a:gd name="T2" fmla="*/ 2544 w 4643"/>
              <a:gd name="T3" fmla="*/ 9178 h 9446"/>
              <a:gd name="T4" fmla="*/ 2801 w 4643"/>
              <a:gd name="T5" fmla="*/ 8978 h 9446"/>
              <a:gd name="T6" fmla="*/ 3044 w 4643"/>
              <a:gd name="T7" fmla="*/ 8764 h 9446"/>
              <a:gd name="T8" fmla="*/ 3273 w 4643"/>
              <a:gd name="T9" fmla="*/ 8534 h 9446"/>
              <a:gd name="T10" fmla="*/ 3487 w 4643"/>
              <a:gd name="T11" fmla="*/ 8290 h 9446"/>
              <a:gd name="T12" fmla="*/ 3685 w 4643"/>
              <a:gd name="T13" fmla="*/ 8033 h 9446"/>
              <a:gd name="T14" fmla="*/ 3867 w 4643"/>
              <a:gd name="T15" fmla="*/ 7763 h 9446"/>
              <a:gd name="T16" fmla="*/ 4032 w 4643"/>
              <a:gd name="T17" fmla="*/ 7482 h 9446"/>
              <a:gd name="T18" fmla="*/ 4179 w 4643"/>
              <a:gd name="T19" fmla="*/ 7189 h 9446"/>
              <a:gd name="T20" fmla="*/ 4306 w 4643"/>
              <a:gd name="T21" fmla="*/ 6884 h 9446"/>
              <a:gd name="T22" fmla="*/ 4415 w 4643"/>
              <a:gd name="T23" fmla="*/ 6572 h 9446"/>
              <a:gd name="T24" fmla="*/ 4504 w 4643"/>
              <a:gd name="T25" fmla="*/ 6250 h 9446"/>
              <a:gd name="T26" fmla="*/ 4571 w 4643"/>
              <a:gd name="T27" fmla="*/ 5920 h 9446"/>
              <a:gd name="T28" fmla="*/ 4617 w 4643"/>
              <a:gd name="T29" fmla="*/ 5582 h 9446"/>
              <a:gd name="T30" fmla="*/ 4640 w 4643"/>
              <a:gd name="T31" fmla="*/ 5239 h 9446"/>
              <a:gd name="T32" fmla="*/ 4636 w 4643"/>
              <a:gd name="T33" fmla="*/ 4817 h 9446"/>
              <a:gd name="T34" fmla="*/ 4590 w 4643"/>
              <a:gd name="T35" fmla="*/ 4331 h 9446"/>
              <a:gd name="T36" fmla="*/ 4499 w 4643"/>
              <a:gd name="T37" fmla="*/ 3859 h 9446"/>
              <a:gd name="T38" fmla="*/ 4365 w 4643"/>
              <a:gd name="T39" fmla="*/ 3404 h 9446"/>
              <a:gd name="T40" fmla="*/ 4191 w 4643"/>
              <a:gd name="T41" fmla="*/ 2968 h 9446"/>
              <a:gd name="T42" fmla="*/ 3979 w 4643"/>
              <a:gd name="T43" fmla="*/ 2552 h 9446"/>
              <a:gd name="T44" fmla="*/ 3731 w 4643"/>
              <a:gd name="T45" fmla="*/ 2160 h 9446"/>
              <a:gd name="T46" fmla="*/ 3449 w 4643"/>
              <a:gd name="T47" fmla="*/ 1793 h 9446"/>
              <a:gd name="T48" fmla="*/ 3136 w 4643"/>
              <a:gd name="T49" fmla="*/ 1454 h 9446"/>
              <a:gd name="T50" fmla="*/ 2794 w 4643"/>
              <a:gd name="T51" fmla="*/ 1143 h 9446"/>
              <a:gd name="T52" fmla="*/ 2423 w 4643"/>
              <a:gd name="T53" fmla="*/ 866 h 9446"/>
              <a:gd name="T54" fmla="*/ 2029 w 4643"/>
              <a:gd name="T55" fmla="*/ 622 h 9446"/>
              <a:gd name="T56" fmla="*/ 1610 w 4643"/>
              <a:gd name="T57" fmla="*/ 413 h 9446"/>
              <a:gd name="T58" fmla="*/ 1173 w 4643"/>
              <a:gd name="T59" fmla="*/ 243 h 9446"/>
              <a:gd name="T60" fmla="*/ 715 w 4643"/>
              <a:gd name="T61" fmla="*/ 114 h 9446"/>
              <a:gd name="T62" fmla="*/ 242 w 4643"/>
              <a:gd name="T63" fmla="*/ 27 h 9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43" h="9446">
                <a:moveTo>
                  <a:pt x="2136" y="9446"/>
                </a:moveTo>
                <a:lnTo>
                  <a:pt x="2275" y="9361"/>
                </a:lnTo>
                <a:lnTo>
                  <a:pt x="2412" y="9271"/>
                </a:lnTo>
                <a:lnTo>
                  <a:pt x="2544" y="9178"/>
                </a:lnTo>
                <a:lnTo>
                  <a:pt x="2675" y="9081"/>
                </a:lnTo>
                <a:lnTo>
                  <a:pt x="2801" y="8978"/>
                </a:lnTo>
                <a:lnTo>
                  <a:pt x="2924" y="8873"/>
                </a:lnTo>
                <a:lnTo>
                  <a:pt x="3044" y="8764"/>
                </a:lnTo>
                <a:lnTo>
                  <a:pt x="3160" y="8651"/>
                </a:lnTo>
                <a:lnTo>
                  <a:pt x="3273" y="8534"/>
                </a:lnTo>
                <a:lnTo>
                  <a:pt x="3382" y="8414"/>
                </a:lnTo>
                <a:lnTo>
                  <a:pt x="3487" y="8290"/>
                </a:lnTo>
                <a:lnTo>
                  <a:pt x="3589" y="8163"/>
                </a:lnTo>
                <a:lnTo>
                  <a:pt x="3685" y="8033"/>
                </a:lnTo>
                <a:lnTo>
                  <a:pt x="3778" y="7900"/>
                </a:lnTo>
                <a:lnTo>
                  <a:pt x="3867" y="7763"/>
                </a:lnTo>
                <a:lnTo>
                  <a:pt x="3952" y="7623"/>
                </a:lnTo>
                <a:lnTo>
                  <a:pt x="4032" y="7482"/>
                </a:lnTo>
                <a:lnTo>
                  <a:pt x="4107" y="7336"/>
                </a:lnTo>
                <a:lnTo>
                  <a:pt x="4179" y="7189"/>
                </a:lnTo>
                <a:lnTo>
                  <a:pt x="4245" y="7038"/>
                </a:lnTo>
                <a:lnTo>
                  <a:pt x="4306" y="6884"/>
                </a:lnTo>
                <a:lnTo>
                  <a:pt x="4363" y="6729"/>
                </a:lnTo>
                <a:lnTo>
                  <a:pt x="4415" y="6572"/>
                </a:lnTo>
                <a:lnTo>
                  <a:pt x="4461" y="6413"/>
                </a:lnTo>
                <a:lnTo>
                  <a:pt x="4504" y="6250"/>
                </a:lnTo>
                <a:lnTo>
                  <a:pt x="4540" y="6087"/>
                </a:lnTo>
                <a:lnTo>
                  <a:pt x="4571" y="5920"/>
                </a:lnTo>
                <a:lnTo>
                  <a:pt x="4596" y="5752"/>
                </a:lnTo>
                <a:lnTo>
                  <a:pt x="4617" y="5582"/>
                </a:lnTo>
                <a:lnTo>
                  <a:pt x="4631" y="5412"/>
                </a:lnTo>
                <a:lnTo>
                  <a:pt x="4640" y="5239"/>
                </a:lnTo>
                <a:lnTo>
                  <a:pt x="4643" y="5065"/>
                </a:lnTo>
                <a:lnTo>
                  <a:pt x="4636" y="4817"/>
                </a:lnTo>
                <a:lnTo>
                  <a:pt x="4619" y="4572"/>
                </a:lnTo>
                <a:lnTo>
                  <a:pt x="4590" y="4331"/>
                </a:lnTo>
                <a:lnTo>
                  <a:pt x="4549" y="4093"/>
                </a:lnTo>
                <a:lnTo>
                  <a:pt x="4499" y="3859"/>
                </a:lnTo>
                <a:lnTo>
                  <a:pt x="4437" y="3629"/>
                </a:lnTo>
                <a:lnTo>
                  <a:pt x="4365" y="3404"/>
                </a:lnTo>
                <a:lnTo>
                  <a:pt x="4283" y="3183"/>
                </a:lnTo>
                <a:lnTo>
                  <a:pt x="4191" y="2968"/>
                </a:lnTo>
                <a:lnTo>
                  <a:pt x="4090" y="2757"/>
                </a:lnTo>
                <a:lnTo>
                  <a:pt x="3979" y="2552"/>
                </a:lnTo>
                <a:lnTo>
                  <a:pt x="3859" y="2353"/>
                </a:lnTo>
                <a:lnTo>
                  <a:pt x="3731" y="2160"/>
                </a:lnTo>
                <a:lnTo>
                  <a:pt x="3594" y="1973"/>
                </a:lnTo>
                <a:lnTo>
                  <a:pt x="3449" y="1793"/>
                </a:lnTo>
                <a:lnTo>
                  <a:pt x="3297" y="1619"/>
                </a:lnTo>
                <a:lnTo>
                  <a:pt x="3136" y="1454"/>
                </a:lnTo>
                <a:lnTo>
                  <a:pt x="2969" y="1294"/>
                </a:lnTo>
                <a:lnTo>
                  <a:pt x="2794" y="1143"/>
                </a:lnTo>
                <a:lnTo>
                  <a:pt x="2612" y="1001"/>
                </a:lnTo>
                <a:lnTo>
                  <a:pt x="2423" y="866"/>
                </a:lnTo>
                <a:lnTo>
                  <a:pt x="2228" y="739"/>
                </a:lnTo>
                <a:lnTo>
                  <a:pt x="2029" y="622"/>
                </a:lnTo>
                <a:lnTo>
                  <a:pt x="1823" y="512"/>
                </a:lnTo>
                <a:lnTo>
                  <a:pt x="1610" y="413"/>
                </a:lnTo>
                <a:lnTo>
                  <a:pt x="1394" y="324"/>
                </a:lnTo>
                <a:lnTo>
                  <a:pt x="1173" y="243"/>
                </a:lnTo>
                <a:lnTo>
                  <a:pt x="946" y="174"/>
                </a:lnTo>
                <a:lnTo>
                  <a:pt x="715" y="114"/>
                </a:lnTo>
                <a:lnTo>
                  <a:pt x="480" y="65"/>
                </a:lnTo>
                <a:lnTo>
                  <a:pt x="242" y="27"/>
                </a:lnTo>
                <a:lnTo>
                  <a:pt x="0" y="0"/>
                </a:lnTo>
              </a:path>
            </a:pathLst>
          </a:custGeom>
          <a:noFill/>
          <a:ln w="19050">
            <a:solidFill>
              <a:srgbClr val="C00000"/>
            </a:solidFill>
            <a:prstDash val="sys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2" name="Freeform 13"/>
          <p:cNvSpPr>
            <a:spLocks noChangeAspect="1"/>
          </p:cNvSpPr>
          <p:nvPr/>
        </p:nvSpPr>
        <p:spPr bwMode="auto">
          <a:xfrm>
            <a:off x="4377680" y="1366887"/>
            <a:ext cx="1121292" cy="1948281"/>
          </a:xfrm>
          <a:custGeom>
            <a:avLst/>
            <a:gdLst>
              <a:gd name="T0" fmla="*/ 3810 w 3810"/>
              <a:gd name="T1" fmla="*/ 10 h 6619"/>
              <a:gd name="T2" fmla="*/ 3448 w 3810"/>
              <a:gd name="T3" fmla="*/ 0 h 6619"/>
              <a:gd name="T4" fmla="*/ 3093 w 3810"/>
              <a:gd name="T5" fmla="*/ 27 h 6619"/>
              <a:gd name="T6" fmla="*/ 2748 w 3810"/>
              <a:gd name="T7" fmla="*/ 87 h 6619"/>
              <a:gd name="T8" fmla="*/ 2415 w 3810"/>
              <a:gd name="T9" fmla="*/ 182 h 6619"/>
              <a:gd name="T10" fmla="*/ 2095 w 3810"/>
              <a:gd name="T11" fmla="*/ 306 h 6619"/>
              <a:gd name="T12" fmla="*/ 1790 w 3810"/>
              <a:gd name="T13" fmla="*/ 460 h 6619"/>
              <a:gd name="T14" fmla="*/ 1504 w 3810"/>
              <a:gd name="T15" fmla="*/ 642 h 6619"/>
              <a:gd name="T16" fmla="*/ 1235 w 3810"/>
              <a:gd name="T17" fmla="*/ 850 h 6619"/>
              <a:gd name="T18" fmla="*/ 988 w 3810"/>
              <a:gd name="T19" fmla="*/ 1083 h 6619"/>
              <a:gd name="T20" fmla="*/ 764 w 3810"/>
              <a:gd name="T21" fmla="*/ 1339 h 6619"/>
              <a:gd name="T22" fmla="*/ 566 w 3810"/>
              <a:gd name="T23" fmla="*/ 1616 h 6619"/>
              <a:gd name="T24" fmla="*/ 394 w 3810"/>
              <a:gd name="T25" fmla="*/ 1912 h 6619"/>
              <a:gd name="T26" fmla="*/ 250 w 3810"/>
              <a:gd name="T27" fmla="*/ 2228 h 6619"/>
              <a:gd name="T28" fmla="*/ 137 w 3810"/>
              <a:gd name="T29" fmla="*/ 2559 h 6619"/>
              <a:gd name="T30" fmla="*/ 56 w 3810"/>
              <a:gd name="T31" fmla="*/ 2905 h 6619"/>
              <a:gd name="T32" fmla="*/ 11 w 3810"/>
              <a:gd name="T33" fmla="*/ 3264 h 6619"/>
              <a:gd name="T34" fmla="*/ 0 w 3810"/>
              <a:gd name="T35" fmla="*/ 3528 h 6619"/>
              <a:gd name="T36" fmla="*/ 9 w 3810"/>
              <a:gd name="T37" fmla="*/ 3788 h 6619"/>
              <a:gd name="T38" fmla="*/ 37 w 3810"/>
              <a:gd name="T39" fmla="*/ 4044 h 6619"/>
              <a:gd name="T40" fmla="*/ 82 w 3810"/>
              <a:gd name="T41" fmla="*/ 4294 h 6619"/>
              <a:gd name="T42" fmla="*/ 145 w 3810"/>
              <a:gd name="T43" fmla="*/ 4539 h 6619"/>
              <a:gd name="T44" fmla="*/ 225 w 3810"/>
              <a:gd name="T45" fmla="*/ 4776 h 6619"/>
              <a:gd name="T46" fmla="*/ 321 w 3810"/>
              <a:gd name="T47" fmla="*/ 5006 h 6619"/>
              <a:gd name="T48" fmla="*/ 433 w 3810"/>
              <a:gd name="T49" fmla="*/ 5228 h 6619"/>
              <a:gd name="T50" fmla="*/ 559 w 3810"/>
              <a:gd name="T51" fmla="*/ 5441 h 6619"/>
              <a:gd name="T52" fmla="*/ 700 w 3810"/>
              <a:gd name="T53" fmla="*/ 5644 h 6619"/>
              <a:gd name="T54" fmla="*/ 854 w 3810"/>
              <a:gd name="T55" fmla="*/ 5837 h 6619"/>
              <a:gd name="T56" fmla="*/ 1022 w 3810"/>
              <a:gd name="T57" fmla="*/ 6019 h 6619"/>
              <a:gd name="T58" fmla="*/ 1202 w 3810"/>
              <a:gd name="T59" fmla="*/ 6189 h 6619"/>
              <a:gd name="T60" fmla="*/ 1394 w 3810"/>
              <a:gd name="T61" fmla="*/ 6346 h 6619"/>
              <a:gd name="T62" fmla="*/ 1597 w 3810"/>
              <a:gd name="T63" fmla="*/ 6490 h 6619"/>
              <a:gd name="T64" fmla="*/ 1810 w 3810"/>
              <a:gd name="T65" fmla="*/ 6619 h 6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10" h="6619">
                <a:moveTo>
                  <a:pt x="3810" y="10"/>
                </a:moveTo>
                <a:lnTo>
                  <a:pt x="3810" y="10"/>
                </a:lnTo>
                <a:lnTo>
                  <a:pt x="3628" y="0"/>
                </a:lnTo>
                <a:lnTo>
                  <a:pt x="3448" y="0"/>
                </a:lnTo>
                <a:lnTo>
                  <a:pt x="3270" y="9"/>
                </a:lnTo>
                <a:lnTo>
                  <a:pt x="3093" y="27"/>
                </a:lnTo>
                <a:lnTo>
                  <a:pt x="2920" y="53"/>
                </a:lnTo>
                <a:lnTo>
                  <a:pt x="2748" y="87"/>
                </a:lnTo>
                <a:lnTo>
                  <a:pt x="2580" y="131"/>
                </a:lnTo>
                <a:lnTo>
                  <a:pt x="2415" y="182"/>
                </a:lnTo>
                <a:lnTo>
                  <a:pt x="2253" y="239"/>
                </a:lnTo>
                <a:lnTo>
                  <a:pt x="2095" y="306"/>
                </a:lnTo>
                <a:lnTo>
                  <a:pt x="1940" y="379"/>
                </a:lnTo>
                <a:lnTo>
                  <a:pt x="1790" y="460"/>
                </a:lnTo>
                <a:lnTo>
                  <a:pt x="1644" y="548"/>
                </a:lnTo>
                <a:lnTo>
                  <a:pt x="1504" y="642"/>
                </a:lnTo>
                <a:lnTo>
                  <a:pt x="1367" y="742"/>
                </a:lnTo>
                <a:lnTo>
                  <a:pt x="1235" y="850"/>
                </a:lnTo>
                <a:lnTo>
                  <a:pt x="1109" y="964"/>
                </a:lnTo>
                <a:lnTo>
                  <a:pt x="988" y="1083"/>
                </a:lnTo>
                <a:lnTo>
                  <a:pt x="873" y="1208"/>
                </a:lnTo>
                <a:lnTo>
                  <a:pt x="764" y="1339"/>
                </a:lnTo>
                <a:lnTo>
                  <a:pt x="662" y="1474"/>
                </a:lnTo>
                <a:lnTo>
                  <a:pt x="566" y="1616"/>
                </a:lnTo>
                <a:lnTo>
                  <a:pt x="476" y="1762"/>
                </a:lnTo>
                <a:lnTo>
                  <a:pt x="394" y="1912"/>
                </a:lnTo>
                <a:lnTo>
                  <a:pt x="318" y="2067"/>
                </a:lnTo>
                <a:lnTo>
                  <a:pt x="250" y="2228"/>
                </a:lnTo>
                <a:lnTo>
                  <a:pt x="190" y="2391"/>
                </a:lnTo>
                <a:lnTo>
                  <a:pt x="137" y="2559"/>
                </a:lnTo>
                <a:lnTo>
                  <a:pt x="93" y="2730"/>
                </a:lnTo>
                <a:lnTo>
                  <a:pt x="56" y="2905"/>
                </a:lnTo>
                <a:lnTo>
                  <a:pt x="29" y="3083"/>
                </a:lnTo>
                <a:lnTo>
                  <a:pt x="11" y="3264"/>
                </a:lnTo>
                <a:lnTo>
                  <a:pt x="3" y="3396"/>
                </a:lnTo>
                <a:lnTo>
                  <a:pt x="0" y="3528"/>
                </a:lnTo>
                <a:lnTo>
                  <a:pt x="2" y="3658"/>
                </a:lnTo>
                <a:lnTo>
                  <a:pt x="9" y="3788"/>
                </a:lnTo>
                <a:lnTo>
                  <a:pt x="21" y="3917"/>
                </a:lnTo>
                <a:lnTo>
                  <a:pt x="37" y="4044"/>
                </a:lnTo>
                <a:lnTo>
                  <a:pt x="57" y="4169"/>
                </a:lnTo>
                <a:lnTo>
                  <a:pt x="82" y="4294"/>
                </a:lnTo>
                <a:lnTo>
                  <a:pt x="112" y="4417"/>
                </a:lnTo>
                <a:lnTo>
                  <a:pt x="145" y="4539"/>
                </a:lnTo>
                <a:lnTo>
                  <a:pt x="184" y="4658"/>
                </a:lnTo>
                <a:lnTo>
                  <a:pt x="225" y="4776"/>
                </a:lnTo>
                <a:lnTo>
                  <a:pt x="272" y="4892"/>
                </a:lnTo>
                <a:lnTo>
                  <a:pt x="321" y="5006"/>
                </a:lnTo>
                <a:lnTo>
                  <a:pt x="375" y="5118"/>
                </a:lnTo>
                <a:lnTo>
                  <a:pt x="433" y="5228"/>
                </a:lnTo>
                <a:lnTo>
                  <a:pt x="494" y="5336"/>
                </a:lnTo>
                <a:lnTo>
                  <a:pt x="559" y="5441"/>
                </a:lnTo>
                <a:lnTo>
                  <a:pt x="628" y="5544"/>
                </a:lnTo>
                <a:lnTo>
                  <a:pt x="700" y="5644"/>
                </a:lnTo>
                <a:lnTo>
                  <a:pt x="776" y="5742"/>
                </a:lnTo>
                <a:lnTo>
                  <a:pt x="854" y="5837"/>
                </a:lnTo>
                <a:lnTo>
                  <a:pt x="937" y="5929"/>
                </a:lnTo>
                <a:lnTo>
                  <a:pt x="1022" y="6019"/>
                </a:lnTo>
                <a:lnTo>
                  <a:pt x="1110" y="6105"/>
                </a:lnTo>
                <a:lnTo>
                  <a:pt x="1202" y="6189"/>
                </a:lnTo>
                <a:lnTo>
                  <a:pt x="1296" y="6268"/>
                </a:lnTo>
                <a:lnTo>
                  <a:pt x="1394" y="6346"/>
                </a:lnTo>
                <a:lnTo>
                  <a:pt x="1494" y="6419"/>
                </a:lnTo>
                <a:lnTo>
                  <a:pt x="1597" y="6490"/>
                </a:lnTo>
                <a:lnTo>
                  <a:pt x="1702" y="6556"/>
                </a:lnTo>
                <a:lnTo>
                  <a:pt x="1810" y="6619"/>
                </a:lnTo>
              </a:path>
            </a:pathLst>
          </a:custGeom>
          <a:noFill/>
          <a:ln w="19050">
            <a:solidFill>
              <a:srgbClr val="17406D"/>
            </a:solidFill>
            <a:prstDash val="sysDash"/>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nvGrpSpPr>
          <p:cNvPr id="53" name="组合 52"/>
          <p:cNvGrpSpPr>
            <a:grpSpLocks noChangeAspect="1"/>
          </p:cNvGrpSpPr>
          <p:nvPr/>
        </p:nvGrpSpPr>
        <p:grpSpPr>
          <a:xfrm>
            <a:off x="3560046" y="2119245"/>
            <a:ext cx="576000" cy="576000"/>
            <a:chOff x="3560046" y="2089265"/>
            <a:chExt cx="576000" cy="576000"/>
          </a:xfrm>
        </p:grpSpPr>
        <p:sp>
          <p:nvSpPr>
            <p:cNvPr id="54" name="椭圆 53"/>
            <p:cNvSpPr>
              <a:spLocks noChangeAspect="1"/>
            </p:cNvSpPr>
            <p:nvPr/>
          </p:nvSpPr>
          <p:spPr>
            <a:xfrm>
              <a:off x="3560046" y="2089265"/>
              <a:ext cx="576000" cy="576000"/>
            </a:xfrm>
            <a:prstGeom prst="ellipse">
              <a:avLst/>
            </a:prstGeom>
            <a:solidFill>
              <a:srgbClr val="17406D"/>
            </a:soli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5" name="Freeform 26"/>
            <p:cNvSpPr>
              <a:spLocks noChangeAspect="1"/>
            </p:cNvSpPr>
            <p:nvPr/>
          </p:nvSpPr>
          <p:spPr bwMode="auto">
            <a:xfrm flipH="1">
              <a:off x="3680122" y="2190191"/>
              <a:ext cx="335849" cy="374148"/>
            </a:xfrm>
            <a:custGeom>
              <a:avLst/>
              <a:gdLst>
                <a:gd name="T0" fmla="*/ 581 w 999"/>
                <a:gd name="T1" fmla="*/ 436 h 1113"/>
                <a:gd name="T2" fmla="*/ 120 w 999"/>
                <a:gd name="T3" fmla="*/ 436 h 1113"/>
                <a:gd name="T4" fmla="*/ 0 w 999"/>
                <a:gd name="T5" fmla="*/ 556 h 1113"/>
                <a:gd name="T6" fmla="*/ 120 w 999"/>
                <a:gd name="T7" fmla="*/ 675 h 1113"/>
                <a:gd name="T8" fmla="*/ 581 w 999"/>
                <a:gd name="T9" fmla="*/ 675 h 1113"/>
                <a:gd name="T10" fmla="*/ 357 w 999"/>
                <a:gd name="T11" fmla="*/ 898 h 1113"/>
                <a:gd name="T12" fmla="*/ 357 w 999"/>
                <a:gd name="T13" fmla="*/ 1068 h 1113"/>
                <a:gd name="T14" fmla="*/ 526 w 999"/>
                <a:gd name="T15" fmla="*/ 1068 h 1113"/>
                <a:gd name="T16" fmla="*/ 954 w 999"/>
                <a:gd name="T17" fmla="*/ 640 h 1113"/>
                <a:gd name="T18" fmla="*/ 954 w 999"/>
                <a:gd name="T19" fmla="*/ 472 h 1113"/>
                <a:gd name="T20" fmla="*/ 529 w 999"/>
                <a:gd name="T21" fmla="*/ 48 h 1113"/>
                <a:gd name="T22" fmla="*/ 360 w 999"/>
                <a:gd name="T23" fmla="*/ 48 h 1113"/>
                <a:gd name="T24" fmla="*/ 360 w 999"/>
                <a:gd name="T25" fmla="*/ 216 h 1113"/>
                <a:gd name="T26" fmla="*/ 581 w 999"/>
                <a:gd name="T27" fmla="*/ 436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99" h="1113">
                  <a:moveTo>
                    <a:pt x="581" y="436"/>
                  </a:moveTo>
                  <a:cubicBezTo>
                    <a:pt x="581" y="436"/>
                    <a:pt x="372" y="436"/>
                    <a:pt x="120" y="436"/>
                  </a:cubicBezTo>
                  <a:cubicBezTo>
                    <a:pt x="54" y="436"/>
                    <a:pt x="0" y="490"/>
                    <a:pt x="0" y="556"/>
                  </a:cubicBezTo>
                  <a:cubicBezTo>
                    <a:pt x="0" y="621"/>
                    <a:pt x="54" y="675"/>
                    <a:pt x="120" y="675"/>
                  </a:cubicBezTo>
                  <a:cubicBezTo>
                    <a:pt x="330" y="675"/>
                    <a:pt x="581" y="675"/>
                    <a:pt x="581" y="675"/>
                  </a:cubicBezTo>
                  <a:cubicBezTo>
                    <a:pt x="581" y="675"/>
                    <a:pt x="541" y="715"/>
                    <a:pt x="357" y="898"/>
                  </a:cubicBezTo>
                  <a:cubicBezTo>
                    <a:pt x="310" y="945"/>
                    <a:pt x="310" y="1021"/>
                    <a:pt x="357" y="1068"/>
                  </a:cubicBezTo>
                  <a:cubicBezTo>
                    <a:pt x="403" y="1113"/>
                    <a:pt x="479" y="1113"/>
                    <a:pt x="526" y="1068"/>
                  </a:cubicBezTo>
                  <a:cubicBezTo>
                    <a:pt x="674" y="918"/>
                    <a:pt x="954" y="640"/>
                    <a:pt x="954" y="640"/>
                  </a:cubicBezTo>
                  <a:cubicBezTo>
                    <a:pt x="999" y="594"/>
                    <a:pt x="999" y="517"/>
                    <a:pt x="954" y="472"/>
                  </a:cubicBezTo>
                  <a:cubicBezTo>
                    <a:pt x="954" y="472"/>
                    <a:pt x="712" y="231"/>
                    <a:pt x="529" y="48"/>
                  </a:cubicBezTo>
                  <a:cubicBezTo>
                    <a:pt x="482" y="0"/>
                    <a:pt x="407" y="0"/>
                    <a:pt x="360" y="48"/>
                  </a:cubicBezTo>
                  <a:cubicBezTo>
                    <a:pt x="313" y="93"/>
                    <a:pt x="313" y="169"/>
                    <a:pt x="360" y="216"/>
                  </a:cubicBezTo>
                  <a:cubicBezTo>
                    <a:pt x="509" y="365"/>
                    <a:pt x="581" y="436"/>
                    <a:pt x="581" y="436"/>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56" name="组合 55"/>
          <p:cNvGrpSpPr>
            <a:grpSpLocks noChangeAspect="1"/>
          </p:cNvGrpSpPr>
          <p:nvPr/>
        </p:nvGrpSpPr>
        <p:grpSpPr>
          <a:xfrm>
            <a:off x="8038889" y="3208899"/>
            <a:ext cx="576000" cy="576000"/>
            <a:chOff x="8038889" y="3178919"/>
            <a:chExt cx="576000" cy="576000"/>
          </a:xfrm>
        </p:grpSpPr>
        <p:sp>
          <p:nvSpPr>
            <p:cNvPr id="57" name="椭圆 56"/>
            <p:cNvSpPr>
              <a:spLocks noChangeAspect="1"/>
            </p:cNvSpPr>
            <p:nvPr/>
          </p:nvSpPr>
          <p:spPr>
            <a:xfrm>
              <a:off x="8038889" y="3178919"/>
              <a:ext cx="576000" cy="576000"/>
            </a:xfrm>
            <a:prstGeom prst="ellipse">
              <a:avLst/>
            </a:prstGeom>
            <a:solidFill>
              <a:srgbClr val="C00000"/>
            </a:soli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8" name="Freeform 26"/>
            <p:cNvSpPr>
              <a:spLocks noChangeAspect="1"/>
            </p:cNvSpPr>
            <p:nvPr/>
          </p:nvSpPr>
          <p:spPr bwMode="auto">
            <a:xfrm>
              <a:off x="8158965" y="3279845"/>
              <a:ext cx="335849" cy="374148"/>
            </a:xfrm>
            <a:custGeom>
              <a:avLst/>
              <a:gdLst>
                <a:gd name="T0" fmla="*/ 581 w 999"/>
                <a:gd name="T1" fmla="*/ 436 h 1113"/>
                <a:gd name="T2" fmla="*/ 120 w 999"/>
                <a:gd name="T3" fmla="*/ 436 h 1113"/>
                <a:gd name="T4" fmla="*/ 0 w 999"/>
                <a:gd name="T5" fmla="*/ 556 h 1113"/>
                <a:gd name="T6" fmla="*/ 120 w 999"/>
                <a:gd name="T7" fmla="*/ 675 h 1113"/>
                <a:gd name="T8" fmla="*/ 581 w 999"/>
                <a:gd name="T9" fmla="*/ 675 h 1113"/>
                <a:gd name="T10" fmla="*/ 357 w 999"/>
                <a:gd name="T11" fmla="*/ 898 h 1113"/>
                <a:gd name="T12" fmla="*/ 357 w 999"/>
                <a:gd name="T13" fmla="*/ 1068 h 1113"/>
                <a:gd name="T14" fmla="*/ 526 w 999"/>
                <a:gd name="T15" fmla="*/ 1068 h 1113"/>
                <a:gd name="T16" fmla="*/ 954 w 999"/>
                <a:gd name="T17" fmla="*/ 640 h 1113"/>
                <a:gd name="T18" fmla="*/ 954 w 999"/>
                <a:gd name="T19" fmla="*/ 472 h 1113"/>
                <a:gd name="T20" fmla="*/ 529 w 999"/>
                <a:gd name="T21" fmla="*/ 48 h 1113"/>
                <a:gd name="T22" fmla="*/ 360 w 999"/>
                <a:gd name="T23" fmla="*/ 48 h 1113"/>
                <a:gd name="T24" fmla="*/ 360 w 999"/>
                <a:gd name="T25" fmla="*/ 216 h 1113"/>
                <a:gd name="T26" fmla="*/ 581 w 999"/>
                <a:gd name="T27" fmla="*/ 436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99" h="1113">
                  <a:moveTo>
                    <a:pt x="581" y="436"/>
                  </a:moveTo>
                  <a:cubicBezTo>
                    <a:pt x="581" y="436"/>
                    <a:pt x="372" y="436"/>
                    <a:pt x="120" y="436"/>
                  </a:cubicBezTo>
                  <a:cubicBezTo>
                    <a:pt x="54" y="436"/>
                    <a:pt x="0" y="490"/>
                    <a:pt x="0" y="556"/>
                  </a:cubicBezTo>
                  <a:cubicBezTo>
                    <a:pt x="0" y="621"/>
                    <a:pt x="54" y="675"/>
                    <a:pt x="120" y="675"/>
                  </a:cubicBezTo>
                  <a:cubicBezTo>
                    <a:pt x="330" y="675"/>
                    <a:pt x="581" y="675"/>
                    <a:pt x="581" y="675"/>
                  </a:cubicBezTo>
                  <a:cubicBezTo>
                    <a:pt x="581" y="675"/>
                    <a:pt x="541" y="715"/>
                    <a:pt x="357" y="898"/>
                  </a:cubicBezTo>
                  <a:cubicBezTo>
                    <a:pt x="310" y="945"/>
                    <a:pt x="310" y="1021"/>
                    <a:pt x="357" y="1068"/>
                  </a:cubicBezTo>
                  <a:cubicBezTo>
                    <a:pt x="403" y="1113"/>
                    <a:pt x="479" y="1113"/>
                    <a:pt x="526" y="1068"/>
                  </a:cubicBezTo>
                  <a:cubicBezTo>
                    <a:pt x="674" y="918"/>
                    <a:pt x="954" y="640"/>
                    <a:pt x="954" y="640"/>
                  </a:cubicBezTo>
                  <a:cubicBezTo>
                    <a:pt x="999" y="594"/>
                    <a:pt x="999" y="517"/>
                    <a:pt x="954" y="472"/>
                  </a:cubicBezTo>
                  <a:cubicBezTo>
                    <a:pt x="954" y="472"/>
                    <a:pt x="712" y="231"/>
                    <a:pt x="529" y="48"/>
                  </a:cubicBezTo>
                  <a:cubicBezTo>
                    <a:pt x="482" y="0"/>
                    <a:pt x="407" y="0"/>
                    <a:pt x="360" y="48"/>
                  </a:cubicBezTo>
                  <a:cubicBezTo>
                    <a:pt x="313" y="93"/>
                    <a:pt x="313" y="169"/>
                    <a:pt x="360" y="216"/>
                  </a:cubicBezTo>
                  <a:cubicBezTo>
                    <a:pt x="509" y="365"/>
                    <a:pt x="581" y="436"/>
                    <a:pt x="581" y="436"/>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59" name="组合 58"/>
          <p:cNvGrpSpPr>
            <a:grpSpLocks noChangeAspect="1"/>
          </p:cNvGrpSpPr>
          <p:nvPr/>
        </p:nvGrpSpPr>
        <p:grpSpPr>
          <a:xfrm>
            <a:off x="3560046" y="4825355"/>
            <a:ext cx="576000" cy="576000"/>
            <a:chOff x="3560046" y="4795375"/>
            <a:chExt cx="576000" cy="576000"/>
          </a:xfrm>
        </p:grpSpPr>
        <p:sp>
          <p:nvSpPr>
            <p:cNvPr id="60" name="椭圆 59"/>
            <p:cNvSpPr>
              <a:spLocks noChangeAspect="1"/>
            </p:cNvSpPr>
            <p:nvPr/>
          </p:nvSpPr>
          <p:spPr>
            <a:xfrm>
              <a:off x="3560046" y="4795375"/>
              <a:ext cx="576000" cy="576000"/>
            </a:xfrm>
            <a:prstGeom prst="ellipse">
              <a:avLst/>
            </a:prstGeom>
            <a:solidFill>
              <a:srgbClr val="17406D"/>
            </a:soli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1" name="Freeform 26"/>
            <p:cNvSpPr>
              <a:spLocks noChangeAspect="1"/>
            </p:cNvSpPr>
            <p:nvPr/>
          </p:nvSpPr>
          <p:spPr bwMode="auto">
            <a:xfrm flipH="1">
              <a:off x="3680121" y="4896301"/>
              <a:ext cx="335849" cy="374148"/>
            </a:xfrm>
            <a:custGeom>
              <a:avLst/>
              <a:gdLst>
                <a:gd name="T0" fmla="*/ 581 w 999"/>
                <a:gd name="T1" fmla="*/ 436 h 1113"/>
                <a:gd name="T2" fmla="*/ 120 w 999"/>
                <a:gd name="T3" fmla="*/ 436 h 1113"/>
                <a:gd name="T4" fmla="*/ 0 w 999"/>
                <a:gd name="T5" fmla="*/ 556 h 1113"/>
                <a:gd name="T6" fmla="*/ 120 w 999"/>
                <a:gd name="T7" fmla="*/ 675 h 1113"/>
                <a:gd name="T8" fmla="*/ 581 w 999"/>
                <a:gd name="T9" fmla="*/ 675 h 1113"/>
                <a:gd name="T10" fmla="*/ 357 w 999"/>
                <a:gd name="T11" fmla="*/ 898 h 1113"/>
                <a:gd name="T12" fmla="*/ 357 w 999"/>
                <a:gd name="T13" fmla="*/ 1068 h 1113"/>
                <a:gd name="T14" fmla="*/ 526 w 999"/>
                <a:gd name="T15" fmla="*/ 1068 h 1113"/>
                <a:gd name="T16" fmla="*/ 954 w 999"/>
                <a:gd name="T17" fmla="*/ 640 h 1113"/>
                <a:gd name="T18" fmla="*/ 954 w 999"/>
                <a:gd name="T19" fmla="*/ 472 h 1113"/>
                <a:gd name="T20" fmla="*/ 529 w 999"/>
                <a:gd name="T21" fmla="*/ 48 h 1113"/>
                <a:gd name="T22" fmla="*/ 360 w 999"/>
                <a:gd name="T23" fmla="*/ 48 h 1113"/>
                <a:gd name="T24" fmla="*/ 360 w 999"/>
                <a:gd name="T25" fmla="*/ 216 h 1113"/>
                <a:gd name="T26" fmla="*/ 581 w 999"/>
                <a:gd name="T27" fmla="*/ 436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99" h="1113">
                  <a:moveTo>
                    <a:pt x="581" y="436"/>
                  </a:moveTo>
                  <a:cubicBezTo>
                    <a:pt x="581" y="436"/>
                    <a:pt x="372" y="436"/>
                    <a:pt x="120" y="436"/>
                  </a:cubicBezTo>
                  <a:cubicBezTo>
                    <a:pt x="54" y="436"/>
                    <a:pt x="0" y="490"/>
                    <a:pt x="0" y="556"/>
                  </a:cubicBezTo>
                  <a:cubicBezTo>
                    <a:pt x="0" y="621"/>
                    <a:pt x="54" y="675"/>
                    <a:pt x="120" y="675"/>
                  </a:cubicBezTo>
                  <a:cubicBezTo>
                    <a:pt x="330" y="675"/>
                    <a:pt x="581" y="675"/>
                    <a:pt x="581" y="675"/>
                  </a:cubicBezTo>
                  <a:cubicBezTo>
                    <a:pt x="581" y="675"/>
                    <a:pt x="541" y="715"/>
                    <a:pt x="357" y="898"/>
                  </a:cubicBezTo>
                  <a:cubicBezTo>
                    <a:pt x="310" y="945"/>
                    <a:pt x="310" y="1021"/>
                    <a:pt x="357" y="1068"/>
                  </a:cubicBezTo>
                  <a:cubicBezTo>
                    <a:pt x="403" y="1113"/>
                    <a:pt x="479" y="1113"/>
                    <a:pt x="526" y="1068"/>
                  </a:cubicBezTo>
                  <a:cubicBezTo>
                    <a:pt x="674" y="918"/>
                    <a:pt x="954" y="640"/>
                    <a:pt x="954" y="640"/>
                  </a:cubicBezTo>
                  <a:cubicBezTo>
                    <a:pt x="999" y="594"/>
                    <a:pt x="999" y="517"/>
                    <a:pt x="954" y="472"/>
                  </a:cubicBezTo>
                  <a:cubicBezTo>
                    <a:pt x="954" y="472"/>
                    <a:pt x="712" y="231"/>
                    <a:pt x="529" y="48"/>
                  </a:cubicBezTo>
                  <a:cubicBezTo>
                    <a:pt x="482" y="0"/>
                    <a:pt x="407" y="0"/>
                    <a:pt x="360" y="48"/>
                  </a:cubicBezTo>
                  <a:cubicBezTo>
                    <a:pt x="313" y="93"/>
                    <a:pt x="313" y="169"/>
                    <a:pt x="360" y="216"/>
                  </a:cubicBezTo>
                  <a:cubicBezTo>
                    <a:pt x="509" y="365"/>
                    <a:pt x="581" y="436"/>
                    <a:pt x="581" y="436"/>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sp>
        <p:nvSpPr>
          <p:cNvPr id="62" name="矩形 61"/>
          <p:cNvSpPr>
            <a:spLocks/>
          </p:cNvSpPr>
          <p:nvPr/>
        </p:nvSpPr>
        <p:spPr>
          <a:xfrm>
            <a:off x="4800600" y="1783080"/>
            <a:ext cx="1243584" cy="1243584"/>
          </a:xfrm>
          <a:prstGeom prst="rect">
            <a:avLst/>
          </a:prstGeom>
          <a:noFill/>
        </p:spPr>
        <p:txBody>
          <a:bodyPr wrap="square" lIns="91440" tIns="45720" rIns="91440" bIns="45720" anchor="ctr">
            <a:spAutoFit/>
          </a:bodyPr>
          <a:lstStyle/>
          <a:p>
            <a:pPr algn="ctr"/>
            <a:r>
              <a:rPr lang="en-US" altLang="zh-CN" sz="4400" dirty="0">
                <a:ln w="0">
                  <a:noFill/>
                </a:ln>
                <a:solidFill>
                  <a:srgbClr val="17406D"/>
                </a:solidFill>
                <a:latin typeface="Giorgio Sans Medium" panose="020B0603030202040204" pitchFamily="34" charset="0"/>
              </a:rPr>
              <a:t>01</a:t>
            </a:r>
            <a:endParaRPr lang="zh-CN" altLang="en-US" sz="4800" dirty="0">
              <a:ln w="0">
                <a:noFill/>
              </a:ln>
              <a:solidFill>
                <a:srgbClr val="17406D"/>
              </a:solidFill>
              <a:latin typeface="Giorgio Sans Medium" panose="020B0603030202040204" pitchFamily="34" charset="0"/>
            </a:endParaRPr>
          </a:p>
        </p:txBody>
      </p:sp>
      <p:sp>
        <p:nvSpPr>
          <p:cNvPr id="63" name="Rectangle 35"/>
          <p:cNvSpPr>
            <a:spLocks noChangeArrowheads="1"/>
          </p:cNvSpPr>
          <p:nvPr/>
        </p:nvSpPr>
        <p:spPr bwMode="auto">
          <a:xfrm>
            <a:off x="5008405" y="2763329"/>
            <a:ext cx="8207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单击添加</a:t>
            </a:r>
            <a:endParaRPr lang="en-US" altLang="zh-CN" sz="1600" b="1" dirty="0">
              <a:solidFill>
                <a:srgbClr val="000000"/>
              </a:solidFill>
              <a:latin typeface="微软雅黑" panose="020B0503020204020204" pitchFamily="34" charset="-122"/>
              <a:ea typeface="微软雅黑" panose="020B0503020204020204" pitchFamily="34" charset="-122"/>
            </a:endParaRPr>
          </a:p>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您的文本</a:t>
            </a:r>
            <a:endParaRPr lang="zh-CN" altLang="en-US" sz="1600" b="1" dirty="0">
              <a:solidFill>
                <a:srgbClr val="000000"/>
              </a:solidFill>
              <a:ea typeface="宋体" panose="02010600030101010101" pitchFamily="2" charset="-122"/>
            </a:endParaRPr>
          </a:p>
        </p:txBody>
      </p:sp>
      <p:sp>
        <p:nvSpPr>
          <p:cNvPr id="64" name="矩形 63"/>
          <p:cNvSpPr>
            <a:spLocks/>
          </p:cNvSpPr>
          <p:nvPr/>
        </p:nvSpPr>
        <p:spPr>
          <a:xfrm>
            <a:off x="5879592" y="2752344"/>
            <a:ext cx="1051560" cy="832104"/>
          </a:xfrm>
          <a:prstGeom prst="rect">
            <a:avLst/>
          </a:prstGeom>
          <a:noFill/>
        </p:spPr>
        <p:txBody>
          <a:bodyPr wrap="square" lIns="91440" tIns="45720" rIns="91440" bIns="45720" anchor="ctr">
            <a:spAutoFit/>
          </a:bodyPr>
          <a:lstStyle/>
          <a:p>
            <a:pPr algn="ctr"/>
            <a:r>
              <a:rPr lang="en-US" altLang="zh-CN" sz="4000" dirty="0">
                <a:ln w="0">
                  <a:noFill/>
                </a:ln>
                <a:solidFill>
                  <a:srgbClr val="C00000"/>
                </a:solidFill>
                <a:latin typeface="Giorgio Sans Medium" panose="020B0603030202040204" pitchFamily="34" charset="0"/>
              </a:rPr>
              <a:t>02</a:t>
            </a:r>
            <a:endParaRPr lang="zh-CN" altLang="en-US" sz="4800" dirty="0">
              <a:ln w="0">
                <a:noFill/>
              </a:ln>
              <a:solidFill>
                <a:srgbClr val="C00000"/>
              </a:solidFill>
              <a:latin typeface="Giorgio Sans Medium" panose="020B0603030202040204" pitchFamily="34" charset="0"/>
            </a:endParaRPr>
          </a:p>
        </p:txBody>
      </p:sp>
      <p:sp>
        <p:nvSpPr>
          <p:cNvPr id="65" name="Rectangle 35"/>
          <p:cNvSpPr>
            <a:spLocks noChangeArrowheads="1"/>
          </p:cNvSpPr>
          <p:nvPr/>
        </p:nvSpPr>
        <p:spPr bwMode="auto">
          <a:xfrm>
            <a:off x="5890254" y="3519773"/>
            <a:ext cx="102592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eaLnBrk="1" hangingPunct="1"/>
            <a:r>
              <a:rPr lang="zh-CN" altLang="en-US" sz="2000" b="1" dirty="0">
                <a:solidFill>
                  <a:srgbClr val="000000"/>
                </a:solidFill>
                <a:latin typeface="微软雅黑" panose="020B0503020204020204" pitchFamily="34" charset="-122"/>
                <a:ea typeface="微软雅黑" panose="020B0503020204020204" pitchFamily="34" charset="-122"/>
              </a:rPr>
              <a:t>单击添加</a:t>
            </a:r>
            <a:endParaRPr lang="en-US" altLang="zh-CN" sz="2000" b="1" dirty="0">
              <a:solidFill>
                <a:srgbClr val="000000"/>
              </a:solidFill>
              <a:latin typeface="微软雅黑" panose="020B0503020204020204" pitchFamily="34" charset="-122"/>
              <a:ea typeface="微软雅黑" panose="020B0503020204020204" pitchFamily="34" charset="-122"/>
            </a:endParaRPr>
          </a:p>
          <a:p>
            <a:pPr eaLnBrk="1" hangingPunct="1"/>
            <a:r>
              <a:rPr lang="zh-CN" altLang="en-US" sz="2000" b="1" dirty="0">
                <a:solidFill>
                  <a:srgbClr val="000000"/>
                </a:solidFill>
                <a:latin typeface="微软雅黑" panose="020B0503020204020204" pitchFamily="34" charset="-122"/>
                <a:ea typeface="微软雅黑" panose="020B0503020204020204" pitchFamily="34" charset="-122"/>
              </a:rPr>
              <a:t>您的文本</a:t>
            </a:r>
            <a:endParaRPr lang="zh-CN" altLang="en-US" sz="2000" b="1" dirty="0">
              <a:solidFill>
                <a:srgbClr val="000000"/>
              </a:solidFill>
              <a:ea typeface="宋体" panose="02010600030101010101" pitchFamily="2" charset="-122"/>
            </a:endParaRPr>
          </a:p>
        </p:txBody>
      </p:sp>
      <p:sp>
        <p:nvSpPr>
          <p:cNvPr id="66" name="矩形 65"/>
          <p:cNvSpPr>
            <a:spLocks/>
          </p:cNvSpPr>
          <p:nvPr/>
        </p:nvSpPr>
        <p:spPr>
          <a:xfrm>
            <a:off x="4965192" y="4443984"/>
            <a:ext cx="1344168" cy="1344168"/>
          </a:xfrm>
          <a:prstGeom prst="rect">
            <a:avLst/>
          </a:prstGeom>
          <a:noFill/>
        </p:spPr>
        <p:txBody>
          <a:bodyPr wrap="square" lIns="91440" tIns="45720" rIns="91440" bIns="45720" anchor="ctr">
            <a:spAutoFit/>
          </a:bodyPr>
          <a:lstStyle/>
          <a:p>
            <a:pPr algn="ctr"/>
            <a:r>
              <a:rPr lang="en-US" altLang="zh-CN" sz="4600" dirty="0">
                <a:ln w="0">
                  <a:noFill/>
                </a:ln>
                <a:solidFill>
                  <a:srgbClr val="17406D"/>
                </a:solidFill>
                <a:latin typeface="Giorgio Sans Medium" panose="020B0603030202040204" pitchFamily="34" charset="0"/>
              </a:rPr>
              <a:t>03</a:t>
            </a:r>
            <a:endParaRPr lang="zh-CN" altLang="en-US" sz="4800" dirty="0">
              <a:ln w="0">
                <a:noFill/>
              </a:ln>
              <a:solidFill>
                <a:srgbClr val="17406D"/>
              </a:solidFill>
              <a:latin typeface="Giorgio Sans Medium" panose="020B0603030202040204" pitchFamily="34" charset="0"/>
            </a:endParaRPr>
          </a:p>
        </p:txBody>
      </p:sp>
      <p:sp>
        <p:nvSpPr>
          <p:cNvPr id="67" name="Rectangle 35"/>
          <p:cNvSpPr>
            <a:spLocks noChangeArrowheads="1"/>
          </p:cNvSpPr>
          <p:nvPr/>
        </p:nvSpPr>
        <p:spPr bwMode="auto">
          <a:xfrm>
            <a:off x="5221039" y="5601235"/>
            <a:ext cx="82073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单击添加</a:t>
            </a:r>
            <a:endParaRPr lang="en-US" altLang="zh-CN" sz="1600" b="1" dirty="0">
              <a:solidFill>
                <a:srgbClr val="000000"/>
              </a:solidFill>
              <a:latin typeface="微软雅黑" panose="020B0503020204020204" pitchFamily="34" charset="-122"/>
              <a:ea typeface="微软雅黑" panose="020B0503020204020204" pitchFamily="34" charset="-122"/>
            </a:endParaRPr>
          </a:p>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您的文本</a:t>
            </a:r>
            <a:endParaRPr lang="zh-CN" altLang="en-US" sz="1600" b="1" dirty="0">
              <a:solidFill>
                <a:srgbClr val="000000"/>
              </a:solidFill>
              <a:ea typeface="宋体" panose="02010600030101010101" pitchFamily="2" charset="-122"/>
            </a:endParaRPr>
          </a:p>
        </p:txBody>
      </p:sp>
      <p:sp>
        <p:nvSpPr>
          <p:cNvPr id="68" name="文本框 67"/>
          <p:cNvSpPr txBox="1">
            <a:spLocks/>
          </p:cNvSpPr>
          <p:nvPr/>
        </p:nvSpPr>
        <p:spPr>
          <a:xfrm flipH="1">
            <a:off x="671145" y="2216937"/>
            <a:ext cx="2880207" cy="738664"/>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69" name="文本框 68"/>
          <p:cNvSpPr txBox="1">
            <a:spLocks/>
          </p:cNvSpPr>
          <p:nvPr/>
        </p:nvSpPr>
        <p:spPr>
          <a:xfrm flipH="1">
            <a:off x="671504" y="1837545"/>
            <a:ext cx="2879848"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70" name="文本框 69"/>
          <p:cNvSpPr txBox="1">
            <a:spLocks/>
          </p:cNvSpPr>
          <p:nvPr/>
        </p:nvSpPr>
        <p:spPr>
          <a:xfrm flipH="1">
            <a:off x="671145" y="4943314"/>
            <a:ext cx="2880207" cy="738664"/>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71" name="文本框 70"/>
          <p:cNvSpPr txBox="1">
            <a:spLocks/>
          </p:cNvSpPr>
          <p:nvPr/>
        </p:nvSpPr>
        <p:spPr>
          <a:xfrm flipH="1">
            <a:off x="671504" y="4563922"/>
            <a:ext cx="2879848"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Tree>
    <p:extLst>
      <p:ext uri="{BB962C8B-B14F-4D97-AF65-F5344CB8AC3E}">
        <p14:creationId xmlns:p14="http://schemas.microsoft.com/office/powerpoint/2010/main" val="3237092140"/>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7"/>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40"/>
                                        </p:tgtEl>
                                        <p:attrNameLst>
                                          <p:attrName>style.visibility</p:attrName>
                                        </p:attrNameLst>
                                      </p:cBhvr>
                                      <p:to>
                                        <p:strVal val="visible"/>
                                      </p:to>
                                    </p:set>
                                    <p:anim calcmode="lin" valueType="num">
                                      <p:cBhvr>
                                        <p:cTn id="14" dur="500" fill="hold"/>
                                        <p:tgtEl>
                                          <p:spTgt spid="40"/>
                                        </p:tgtEl>
                                        <p:attrNameLst>
                                          <p:attrName>ppt_w</p:attrName>
                                        </p:attrNameLst>
                                      </p:cBhvr>
                                      <p:tavLst>
                                        <p:tav tm="0">
                                          <p:val>
                                            <p:fltVal val="0"/>
                                          </p:val>
                                        </p:tav>
                                        <p:tav tm="100000">
                                          <p:val>
                                            <p:strVal val="#ppt_w"/>
                                          </p:val>
                                        </p:tav>
                                      </p:tavLst>
                                    </p:anim>
                                    <p:anim calcmode="lin" valueType="num">
                                      <p:cBhvr>
                                        <p:cTn id="15" dur="500" fill="hold"/>
                                        <p:tgtEl>
                                          <p:spTgt spid="40"/>
                                        </p:tgtEl>
                                        <p:attrNameLst>
                                          <p:attrName>ppt_h</p:attrName>
                                        </p:attrNameLst>
                                      </p:cBhvr>
                                      <p:tavLst>
                                        <p:tav tm="0">
                                          <p:val>
                                            <p:fltVal val="0"/>
                                          </p:val>
                                        </p:tav>
                                        <p:tav tm="100000">
                                          <p:val>
                                            <p:strVal val="#ppt_h"/>
                                          </p:val>
                                        </p:tav>
                                      </p:tavLst>
                                    </p:anim>
                                    <p:animEffect transition="in" filter="fade">
                                      <p:cBhvr>
                                        <p:cTn id="16" dur="500"/>
                                        <p:tgtEl>
                                          <p:spTgt spid="40"/>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40"/>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41"/>
                                        </p:tgtEl>
                                        <p:attrNameLst>
                                          <p:attrName>style.visibility</p:attrName>
                                        </p:attrNameLst>
                                      </p:cBhvr>
                                      <p:to>
                                        <p:strVal val="visible"/>
                                      </p:to>
                                    </p:set>
                                    <p:anim calcmode="lin" valueType="num">
                                      <p:cBhvr>
                                        <p:cTn id="21" dur="500" fill="hold"/>
                                        <p:tgtEl>
                                          <p:spTgt spid="41"/>
                                        </p:tgtEl>
                                        <p:attrNameLst>
                                          <p:attrName>ppt_w</p:attrName>
                                        </p:attrNameLst>
                                      </p:cBhvr>
                                      <p:tavLst>
                                        <p:tav tm="0">
                                          <p:val>
                                            <p:fltVal val="0"/>
                                          </p:val>
                                        </p:tav>
                                        <p:tav tm="100000">
                                          <p:val>
                                            <p:strVal val="#ppt_w"/>
                                          </p:val>
                                        </p:tav>
                                      </p:tavLst>
                                    </p:anim>
                                    <p:anim calcmode="lin" valueType="num">
                                      <p:cBhvr>
                                        <p:cTn id="22" dur="500" fill="hold"/>
                                        <p:tgtEl>
                                          <p:spTgt spid="41"/>
                                        </p:tgtEl>
                                        <p:attrNameLst>
                                          <p:attrName>ppt_h</p:attrName>
                                        </p:attrNameLst>
                                      </p:cBhvr>
                                      <p:tavLst>
                                        <p:tav tm="0">
                                          <p:val>
                                            <p:fltVal val="0"/>
                                          </p:val>
                                        </p:tav>
                                        <p:tav tm="100000">
                                          <p:val>
                                            <p:strVal val="#ppt_h"/>
                                          </p:val>
                                        </p:tav>
                                      </p:tavLst>
                                    </p:anim>
                                    <p:animEffect transition="in" filter="fade">
                                      <p:cBhvr>
                                        <p:cTn id="23" dur="500"/>
                                        <p:tgtEl>
                                          <p:spTgt spid="41"/>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41"/>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44"/>
                                        </p:tgtEl>
                                        <p:attrNameLst>
                                          <p:attrName>style.visibility</p:attrName>
                                        </p:attrNameLst>
                                      </p:cBhvr>
                                      <p:to>
                                        <p:strVal val="visible"/>
                                      </p:to>
                                    </p:set>
                                    <p:anim calcmode="lin" valueType="num">
                                      <p:cBhvr>
                                        <p:cTn id="29" dur="250" fill="hold"/>
                                        <p:tgtEl>
                                          <p:spTgt spid="44"/>
                                        </p:tgtEl>
                                        <p:attrNameLst>
                                          <p:attrName>ppt_w</p:attrName>
                                        </p:attrNameLst>
                                      </p:cBhvr>
                                      <p:tavLst>
                                        <p:tav tm="0">
                                          <p:val>
                                            <p:fltVal val="0"/>
                                          </p:val>
                                        </p:tav>
                                        <p:tav tm="100000">
                                          <p:val>
                                            <p:strVal val="#ppt_w"/>
                                          </p:val>
                                        </p:tav>
                                      </p:tavLst>
                                    </p:anim>
                                    <p:anim calcmode="lin" valueType="num">
                                      <p:cBhvr>
                                        <p:cTn id="30" dur="250" fill="hold"/>
                                        <p:tgtEl>
                                          <p:spTgt spid="44"/>
                                        </p:tgtEl>
                                        <p:attrNameLst>
                                          <p:attrName>ppt_h</p:attrName>
                                        </p:attrNameLst>
                                      </p:cBhvr>
                                      <p:tavLst>
                                        <p:tav tm="0">
                                          <p:val>
                                            <p:fltVal val="0"/>
                                          </p:val>
                                        </p:tav>
                                        <p:tav tm="100000">
                                          <p:val>
                                            <p:strVal val="#ppt_h"/>
                                          </p:val>
                                        </p:tav>
                                      </p:tavLst>
                                    </p:anim>
                                    <p:animEffect transition="in" filter="fade">
                                      <p:cBhvr>
                                        <p:cTn id="31" dur="250"/>
                                        <p:tgtEl>
                                          <p:spTgt spid="44"/>
                                        </p:tgtEl>
                                      </p:cBhvr>
                                    </p:animEffect>
                                  </p:childTnLst>
                                </p:cTn>
                              </p:par>
                              <p:par>
                                <p:cTn id="32" presetID="6" presetClass="emph" presetSubtype="0" decel="100000" fill="hold" grpId="1" nodeType="withEffect">
                                  <p:stCondLst>
                                    <p:cond delay="200"/>
                                  </p:stCondLst>
                                  <p:childTnLst>
                                    <p:animScale>
                                      <p:cBhvr>
                                        <p:cTn id="33" dur="250" fill="hold"/>
                                        <p:tgtEl>
                                          <p:spTgt spid="44"/>
                                        </p:tgtEl>
                                      </p:cBhvr>
                                      <p:by x="120000" y="120000"/>
                                    </p:animScale>
                                  </p:childTnLst>
                                </p:cTn>
                              </p:par>
                              <p:par>
                                <p:cTn id="34" presetID="6" presetClass="emph" presetSubtype="0" decel="100000" fill="hold" grpId="2" nodeType="withEffect">
                                  <p:stCondLst>
                                    <p:cond delay="400"/>
                                  </p:stCondLst>
                                  <p:childTnLst>
                                    <p:animScale>
                                      <p:cBhvr>
                                        <p:cTn id="35" dur="250" fill="hold"/>
                                        <p:tgtEl>
                                          <p:spTgt spid="44"/>
                                        </p:tgtEl>
                                      </p:cBhvr>
                                      <p:by x="83000" y="83000"/>
                                    </p:animScale>
                                  </p:childTnLst>
                                </p:cTn>
                              </p:par>
                              <p:par>
                                <p:cTn id="36" presetID="53" presetClass="entr" presetSubtype="16" fill="hold" grpId="0" nodeType="withEffect">
                                  <p:stCondLst>
                                    <p:cond delay="400"/>
                                  </p:stCondLst>
                                  <p:childTnLst>
                                    <p:set>
                                      <p:cBhvr>
                                        <p:cTn id="37" dur="1" fill="hold">
                                          <p:stCondLst>
                                            <p:cond delay="0"/>
                                          </p:stCondLst>
                                        </p:cTn>
                                        <p:tgtEl>
                                          <p:spTgt spid="45"/>
                                        </p:tgtEl>
                                        <p:attrNameLst>
                                          <p:attrName>style.visibility</p:attrName>
                                        </p:attrNameLst>
                                      </p:cBhvr>
                                      <p:to>
                                        <p:strVal val="visible"/>
                                      </p:to>
                                    </p:set>
                                    <p:anim calcmode="lin" valueType="num">
                                      <p:cBhvr>
                                        <p:cTn id="38" dur="250" fill="hold"/>
                                        <p:tgtEl>
                                          <p:spTgt spid="45"/>
                                        </p:tgtEl>
                                        <p:attrNameLst>
                                          <p:attrName>ppt_w</p:attrName>
                                        </p:attrNameLst>
                                      </p:cBhvr>
                                      <p:tavLst>
                                        <p:tav tm="0">
                                          <p:val>
                                            <p:fltVal val="0"/>
                                          </p:val>
                                        </p:tav>
                                        <p:tav tm="100000">
                                          <p:val>
                                            <p:strVal val="#ppt_w"/>
                                          </p:val>
                                        </p:tav>
                                      </p:tavLst>
                                    </p:anim>
                                    <p:anim calcmode="lin" valueType="num">
                                      <p:cBhvr>
                                        <p:cTn id="39" dur="250" fill="hold"/>
                                        <p:tgtEl>
                                          <p:spTgt spid="45"/>
                                        </p:tgtEl>
                                        <p:attrNameLst>
                                          <p:attrName>ppt_h</p:attrName>
                                        </p:attrNameLst>
                                      </p:cBhvr>
                                      <p:tavLst>
                                        <p:tav tm="0">
                                          <p:val>
                                            <p:fltVal val="0"/>
                                          </p:val>
                                        </p:tav>
                                        <p:tav tm="100000">
                                          <p:val>
                                            <p:strVal val="#ppt_h"/>
                                          </p:val>
                                        </p:tav>
                                      </p:tavLst>
                                    </p:anim>
                                    <p:animEffect transition="in" filter="fade">
                                      <p:cBhvr>
                                        <p:cTn id="40" dur="250"/>
                                        <p:tgtEl>
                                          <p:spTgt spid="45"/>
                                        </p:tgtEl>
                                      </p:cBhvr>
                                    </p:animEffect>
                                  </p:childTnLst>
                                </p:cTn>
                              </p:par>
                              <p:par>
                                <p:cTn id="41" presetID="6" presetClass="emph" presetSubtype="0" decel="100000" fill="hold" grpId="1" nodeType="withEffect">
                                  <p:stCondLst>
                                    <p:cond delay="600"/>
                                  </p:stCondLst>
                                  <p:childTnLst>
                                    <p:animScale>
                                      <p:cBhvr>
                                        <p:cTn id="42" dur="250" fill="hold"/>
                                        <p:tgtEl>
                                          <p:spTgt spid="45"/>
                                        </p:tgtEl>
                                      </p:cBhvr>
                                      <p:by x="120000" y="120000"/>
                                    </p:animScale>
                                  </p:childTnLst>
                                </p:cTn>
                              </p:par>
                              <p:par>
                                <p:cTn id="43" presetID="6" presetClass="emph" presetSubtype="0" decel="100000" fill="hold" grpId="2" nodeType="withEffect">
                                  <p:stCondLst>
                                    <p:cond delay="800"/>
                                  </p:stCondLst>
                                  <p:childTnLst>
                                    <p:animScale>
                                      <p:cBhvr>
                                        <p:cTn id="44" dur="250" fill="hold"/>
                                        <p:tgtEl>
                                          <p:spTgt spid="45"/>
                                        </p:tgtEl>
                                      </p:cBhvr>
                                      <p:by x="83000" y="83000"/>
                                    </p:animScale>
                                  </p:childTnLst>
                                </p:cTn>
                              </p:par>
                              <p:par>
                                <p:cTn id="45" presetID="53" presetClass="entr" presetSubtype="16" fill="hold" grpId="0" nodeType="withEffect">
                                  <p:stCondLst>
                                    <p:cond delay="600"/>
                                  </p:stCondLst>
                                  <p:childTnLst>
                                    <p:set>
                                      <p:cBhvr>
                                        <p:cTn id="46" dur="1" fill="hold">
                                          <p:stCondLst>
                                            <p:cond delay="0"/>
                                          </p:stCondLst>
                                        </p:cTn>
                                        <p:tgtEl>
                                          <p:spTgt spid="46"/>
                                        </p:tgtEl>
                                        <p:attrNameLst>
                                          <p:attrName>style.visibility</p:attrName>
                                        </p:attrNameLst>
                                      </p:cBhvr>
                                      <p:to>
                                        <p:strVal val="visible"/>
                                      </p:to>
                                    </p:set>
                                    <p:anim calcmode="lin" valueType="num">
                                      <p:cBhvr>
                                        <p:cTn id="47" dur="250" fill="hold"/>
                                        <p:tgtEl>
                                          <p:spTgt spid="46"/>
                                        </p:tgtEl>
                                        <p:attrNameLst>
                                          <p:attrName>ppt_w</p:attrName>
                                        </p:attrNameLst>
                                      </p:cBhvr>
                                      <p:tavLst>
                                        <p:tav tm="0">
                                          <p:val>
                                            <p:fltVal val="0"/>
                                          </p:val>
                                        </p:tav>
                                        <p:tav tm="100000">
                                          <p:val>
                                            <p:strVal val="#ppt_w"/>
                                          </p:val>
                                        </p:tav>
                                      </p:tavLst>
                                    </p:anim>
                                    <p:anim calcmode="lin" valueType="num">
                                      <p:cBhvr>
                                        <p:cTn id="48" dur="250" fill="hold"/>
                                        <p:tgtEl>
                                          <p:spTgt spid="46"/>
                                        </p:tgtEl>
                                        <p:attrNameLst>
                                          <p:attrName>ppt_h</p:attrName>
                                        </p:attrNameLst>
                                      </p:cBhvr>
                                      <p:tavLst>
                                        <p:tav tm="0">
                                          <p:val>
                                            <p:fltVal val="0"/>
                                          </p:val>
                                        </p:tav>
                                        <p:tav tm="100000">
                                          <p:val>
                                            <p:strVal val="#ppt_h"/>
                                          </p:val>
                                        </p:tav>
                                      </p:tavLst>
                                    </p:anim>
                                    <p:animEffect transition="in" filter="fade">
                                      <p:cBhvr>
                                        <p:cTn id="49" dur="250"/>
                                        <p:tgtEl>
                                          <p:spTgt spid="46"/>
                                        </p:tgtEl>
                                      </p:cBhvr>
                                    </p:animEffect>
                                  </p:childTnLst>
                                </p:cTn>
                              </p:par>
                              <p:par>
                                <p:cTn id="50" presetID="6" presetClass="emph" presetSubtype="0" decel="100000" fill="hold" grpId="1" nodeType="withEffect">
                                  <p:stCondLst>
                                    <p:cond delay="800"/>
                                  </p:stCondLst>
                                  <p:childTnLst>
                                    <p:animScale>
                                      <p:cBhvr>
                                        <p:cTn id="51" dur="250" fill="hold"/>
                                        <p:tgtEl>
                                          <p:spTgt spid="46"/>
                                        </p:tgtEl>
                                      </p:cBhvr>
                                      <p:by x="120000" y="120000"/>
                                    </p:animScale>
                                  </p:childTnLst>
                                </p:cTn>
                              </p:par>
                              <p:par>
                                <p:cTn id="52" presetID="6" presetClass="emph" presetSubtype="0" decel="100000" fill="hold" grpId="2" nodeType="withEffect">
                                  <p:stCondLst>
                                    <p:cond delay="1000"/>
                                  </p:stCondLst>
                                  <p:childTnLst>
                                    <p:animScale>
                                      <p:cBhvr>
                                        <p:cTn id="53" dur="250" fill="hold"/>
                                        <p:tgtEl>
                                          <p:spTgt spid="46"/>
                                        </p:tgtEl>
                                      </p:cBhvr>
                                      <p:by x="83000" y="83000"/>
                                    </p:animScale>
                                  </p:childTnLst>
                                </p:cTn>
                              </p:par>
                              <p:par>
                                <p:cTn id="54" presetID="53" presetClass="entr" presetSubtype="16" fill="hold" grpId="0" nodeType="withEffect">
                                  <p:stCondLst>
                                    <p:cond delay="800"/>
                                  </p:stCondLst>
                                  <p:childTnLst>
                                    <p:set>
                                      <p:cBhvr>
                                        <p:cTn id="55" dur="1" fill="hold">
                                          <p:stCondLst>
                                            <p:cond delay="0"/>
                                          </p:stCondLst>
                                        </p:cTn>
                                        <p:tgtEl>
                                          <p:spTgt spid="47"/>
                                        </p:tgtEl>
                                        <p:attrNameLst>
                                          <p:attrName>style.visibility</p:attrName>
                                        </p:attrNameLst>
                                      </p:cBhvr>
                                      <p:to>
                                        <p:strVal val="visible"/>
                                      </p:to>
                                    </p:set>
                                    <p:anim calcmode="lin" valueType="num">
                                      <p:cBhvr>
                                        <p:cTn id="56" dur="250" fill="hold"/>
                                        <p:tgtEl>
                                          <p:spTgt spid="47"/>
                                        </p:tgtEl>
                                        <p:attrNameLst>
                                          <p:attrName>ppt_w</p:attrName>
                                        </p:attrNameLst>
                                      </p:cBhvr>
                                      <p:tavLst>
                                        <p:tav tm="0">
                                          <p:val>
                                            <p:fltVal val="0"/>
                                          </p:val>
                                        </p:tav>
                                        <p:tav tm="100000">
                                          <p:val>
                                            <p:strVal val="#ppt_w"/>
                                          </p:val>
                                        </p:tav>
                                      </p:tavLst>
                                    </p:anim>
                                    <p:anim calcmode="lin" valueType="num">
                                      <p:cBhvr>
                                        <p:cTn id="57" dur="250" fill="hold"/>
                                        <p:tgtEl>
                                          <p:spTgt spid="47"/>
                                        </p:tgtEl>
                                        <p:attrNameLst>
                                          <p:attrName>ppt_h</p:attrName>
                                        </p:attrNameLst>
                                      </p:cBhvr>
                                      <p:tavLst>
                                        <p:tav tm="0">
                                          <p:val>
                                            <p:fltVal val="0"/>
                                          </p:val>
                                        </p:tav>
                                        <p:tav tm="100000">
                                          <p:val>
                                            <p:strVal val="#ppt_h"/>
                                          </p:val>
                                        </p:tav>
                                      </p:tavLst>
                                    </p:anim>
                                    <p:animEffect transition="in" filter="fade">
                                      <p:cBhvr>
                                        <p:cTn id="58" dur="250"/>
                                        <p:tgtEl>
                                          <p:spTgt spid="47"/>
                                        </p:tgtEl>
                                      </p:cBhvr>
                                    </p:animEffect>
                                  </p:childTnLst>
                                </p:cTn>
                              </p:par>
                              <p:par>
                                <p:cTn id="59" presetID="6" presetClass="emph" presetSubtype="0" decel="100000" fill="hold" grpId="1" nodeType="withEffect">
                                  <p:stCondLst>
                                    <p:cond delay="1000"/>
                                  </p:stCondLst>
                                  <p:childTnLst>
                                    <p:animScale>
                                      <p:cBhvr>
                                        <p:cTn id="60" dur="250" fill="hold"/>
                                        <p:tgtEl>
                                          <p:spTgt spid="47"/>
                                        </p:tgtEl>
                                      </p:cBhvr>
                                      <p:by x="120000" y="120000"/>
                                    </p:animScale>
                                  </p:childTnLst>
                                </p:cTn>
                              </p:par>
                              <p:par>
                                <p:cTn id="61" presetID="6" presetClass="emph" presetSubtype="0" decel="100000" fill="hold" grpId="2" nodeType="withEffect">
                                  <p:stCondLst>
                                    <p:cond delay="1200"/>
                                  </p:stCondLst>
                                  <p:childTnLst>
                                    <p:animScale>
                                      <p:cBhvr>
                                        <p:cTn id="62" dur="250" fill="hold"/>
                                        <p:tgtEl>
                                          <p:spTgt spid="47"/>
                                        </p:tgtEl>
                                      </p:cBhvr>
                                      <p:by x="83000" y="83000"/>
                                    </p:animScale>
                                  </p:childTnLst>
                                </p:cTn>
                              </p:par>
                              <p:par>
                                <p:cTn id="63" presetID="53" presetClass="entr" presetSubtype="16" fill="hold" grpId="0" nodeType="withEffect">
                                  <p:stCondLst>
                                    <p:cond delay="1000"/>
                                  </p:stCondLst>
                                  <p:childTnLst>
                                    <p:set>
                                      <p:cBhvr>
                                        <p:cTn id="64" dur="1" fill="hold">
                                          <p:stCondLst>
                                            <p:cond delay="0"/>
                                          </p:stCondLst>
                                        </p:cTn>
                                        <p:tgtEl>
                                          <p:spTgt spid="48"/>
                                        </p:tgtEl>
                                        <p:attrNameLst>
                                          <p:attrName>style.visibility</p:attrName>
                                        </p:attrNameLst>
                                      </p:cBhvr>
                                      <p:to>
                                        <p:strVal val="visible"/>
                                      </p:to>
                                    </p:set>
                                    <p:anim calcmode="lin" valueType="num">
                                      <p:cBhvr>
                                        <p:cTn id="65" dur="250" fill="hold"/>
                                        <p:tgtEl>
                                          <p:spTgt spid="48"/>
                                        </p:tgtEl>
                                        <p:attrNameLst>
                                          <p:attrName>ppt_w</p:attrName>
                                        </p:attrNameLst>
                                      </p:cBhvr>
                                      <p:tavLst>
                                        <p:tav tm="0">
                                          <p:val>
                                            <p:fltVal val="0"/>
                                          </p:val>
                                        </p:tav>
                                        <p:tav tm="100000">
                                          <p:val>
                                            <p:strVal val="#ppt_w"/>
                                          </p:val>
                                        </p:tav>
                                      </p:tavLst>
                                    </p:anim>
                                    <p:anim calcmode="lin" valueType="num">
                                      <p:cBhvr>
                                        <p:cTn id="66" dur="250" fill="hold"/>
                                        <p:tgtEl>
                                          <p:spTgt spid="48"/>
                                        </p:tgtEl>
                                        <p:attrNameLst>
                                          <p:attrName>ppt_h</p:attrName>
                                        </p:attrNameLst>
                                      </p:cBhvr>
                                      <p:tavLst>
                                        <p:tav tm="0">
                                          <p:val>
                                            <p:fltVal val="0"/>
                                          </p:val>
                                        </p:tav>
                                        <p:tav tm="100000">
                                          <p:val>
                                            <p:strVal val="#ppt_h"/>
                                          </p:val>
                                        </p:tav>
                                      </p:tavLst>
                                    </p:anim>
                                    <p:animEffect transition="in" filter="fade">
                                      <p:cBhvr>
                                        <p:cTn id="67" dur="250"/>
                                        <p:tgtEl>
                                          <p:spTgt spid="48"/>
                                        </p:tgtEl>
                                      </p:cBhvr>
                                    </p:animEffect>
                                  </p:childTnLst>
                                </p:cTn>
                              </p:par>
                              <p:par>
                                <p:cTn id="68" presetID="6" presetClass="emph" presetSubtype="0" decel="100000" fill="hold" grpId="1" nodeType="withEffect">
                                  <p:stCondLst>
                                    <p:cond delay="1200"/>
                                  </p:stCondLst>
                                  <p:childTnLst>
                                    <p:animScale>
                                      <p:cBhvr>
                                        <p:cTn id="69" dur="250" fill="hold"/>
                                        <p:tgtEl>
                                          <p:spTgt spid="48"/>
                                        </p:tgtEl>
                                      </p:cBhvr>
                                      <p:by x="120000" y="120000"/>
                                    </p:animScale>
                                  </p:childTnLst>
                                </p:cTn>
                              </p:par>
                              <p:par>
                                <p:cTn id="70" presetID="6" presetClass="emph" presetSubtype="0" decel="100000" fill="hold" grpId="2" nodeType="withEffect">
                                  <p:stCondLst>
                                    <p:cond delay="1400"/>
                                  </p:stCondLst>
                                  <p:childTnLst>
                                    <p:animScale>
                                      <p:cBhvr>
                                        <p:cTn id="71" dur="250" fill="hold"/>
                                        <p:tgtEl>
                                          <p:spTgt spid="48"/>
                                        </p:tgtEl>
                                      </p:cBhvr>
                                      <p:by x="83000" y="83000"/>
                                    </p:animScale>
                                  </p:childTnLst>
                                </p:cTn>
                              </p:par>
                              <p:par>
                                <p:cTn id="72" presetID="53" presetClass="entr" presetSubtype="16" fill="hold" grpId="0" nodeType="withEffect">
                                  <p:stCondLst>
                                    <p:cond delay="1200"/>
                                  </p:stCondLst>
                                  <p:childTnLst>
                                    <p:set>
                                      <p:cBhvr>
                                        <p:cTn id="73" dur="1" fill="hold">
                                          <p:stCondLst>
                                            <p:cond delay="0"/>
                                          </p:stCondLst>
                                        </p:cTn>
                                        <p:tgtEl>
                                          <p:spTgt spid="49"/>
                                        </p:tgtEl>
                                        <p:attrNameLst>
                                          <p:attrName>style.visibility</p:attrName>
                                        </p:attrNameLst>
                                      </p:cBhvr>
                                      <p:to>
                                        <p:strVal val="visible"/>
                                      </p:to>
                                    </p:set>
                                    <p:anim calcmode="lin" valueType="num">
                                      <p:cBhvr>
                                        <p:cTn id="74" dur="250" fill="hold"/>
                                        <p:tgtEl>
                                          <p:spTgt spid="49"/>
                                        </p:tgtEl>
                                        <p:attrNameLst>
                                          <p:attrName>ppt_w</p:attrName>
                                        </p:attrNameLst>
                                      </p:cBhvr>
                                      <p:tavLst>
                                        <p:tav tm="0">
                                          <p:val>
                                            <p:fltVal val="0"/>
                                          </p:val>
                                        </p:tav>
                                        <p:tav tm="100000">
                                          <p:val>
                                            <p:strVal val="#ppt_w"/>
                                          </p:val>
                                        </p:tav>
                                      </p:tavLst>
                                    </p:anim>
                                    <p:anim calcmode="lin" valueType="num">
                                      <p:cBhvr>
                                        <p:cTn id="75" dur="250" fill="hold"/>
                                        <p:tgtEl>
                                          <p:spTgt spid="49"/>
                                        </p:tgtEl>
                                        <p:attrNameLst>
                                          <p:attrName>ppt_h</p:attrName>
                                        </p:attrNameLst>
                                      </p:cBhvr>
                                      <p:tavLst>
                                        <p:tav tm="0">
                                          <p:val>
                                            <p:fltVal val="0"/>
                                          </p:val>
                                        </p:tav>
                                        <p:tav tm="100000">
                                          <p:val>
                                            <p:strVal val="#ppt_h"/>
                                          </p:val>
                                        </p:tav>
                                      </p:tavLst>
                                    </p:anim>
                                    <p:animEffect transition="in" filter="fade">
                                      <p:cBhvr>
                                        <p:cTn id="76" dur="250"/>
                                        <p:tgtEl>
                                          <p:spTgt spid="49"/>
                                        </p:tgtEl>
                                      </p:cBhvr>
                                    </p:animEffect>
                                  </p:childTnLst>
                                </p:cTn>
                              </p:par>
                              <p:par>
                                <p:cTn id="77" presetID="6" presetClass="emph" presetSubtype="0" decel="100000" fill="hold" grpId="1" nodeType="withEffect">
                                  <p:stCondLst>
                                    <p:cond delay="1400"/>
                                  </p:stCondLst>
                                  <p:childTnLst>
                                    <p:animScale>
                                      <p:cBhvr>
                                        <p:cTn id="78" dur="250" fill="hold"/>
                                        <p:tgtEl>
                                          <p:spTgt spid="49"/>
                                        </p:tgtEl>
                                      </p:cBhvr>
                                      <p:by x="120000" y="120000"/>
                                    </p:animScale>
                                  </p:childTnLst>
                                </p:cTn>
                              </p:par>
                              <p:par>
                                <p:cTn id="79" presetID="6" presetClass="emph" presetSubtype="0" decel="100000" fill="hold" grpId="2" nodeType="withEffect">
                                  <p:stCondLst>
                                    <p:cond delay="1600"/>
                                  </p:stCondLst>
                                  <p:childTnLst>
                                    <p:animScale>
                                      <p:cBhvr>
                                        <p:cTn id="80" dur="250" fill="hold"/>
                                        <p:tgtEl>
                                          <p:spTgt spid="49"/>
                                        </p:tgtEl>
                                      </p:cBhvr>
                                      <p:by x="83000" y="83000"/>
                                    </p:animScale>
                                  </p:childTnLst>
                                </p:cTn>
                              </p:par>
                            </p:childTnLst>
                          </p:cTn>
                        </p:par>
                        <p:par>
                          <p:cTn id="81" fill="hold">
                            <p:stCondLst>
                              <p:cond delay="3350"/>
                            </p:stCondLst>
                            <p:childTnLst>
                              <p:par>
                                <p:cTn id="82" presetID="53" presetClass="entr" presetSubtype="16" fill="hold" grpId="0" nodeType="afterEffect">
                                  <p:stCondLst>
                                    <p:cond delay="0"/>
                                  </p:stCondLst>
                                  <p:childTnLst>
                                    <p:set>
                                      <p:cBhvr>
                                        <p:cTn id="83" dur="1" fill="hold">
                                          <p:stCondLst>
                                            <p:cond delay="0"/>
                                          </p:stCondLst>
                                        </p:cTn>
                                        <p:tgtEl>
                                          <p:spTgt spid="62"/>
                                        </p:tgtEl>
                                        <p:attrNameLst>
                                          <p:attrName>style.visibility</p:attrName>
                                        </p:attrNameLst>
                                      </p:cBhvr>
                                      <p:to>
                                        <p:strVal val="visible"/>
                                      </p:to>
                                    </p:set>
                                    <p:anim calcmode="lin" valueType="num">
                                      <p:cBhvr>
                                        <p:cTn id="84" dur="500" fill="hold"/>
                                        <p:tgtEl>
                                          <p:spTgt spid="62"/>
                                        </p:tgtEl>
                                        <p:attrNameLst>
                                          <p:attrName>ppt_w</p:attrName>
                                        </p:attrNameLst>
                                      </p:cBhvr>
                                      <p:tavLst>
                                        <p:tav tm="0">
                                          <p:val>
                                            <p:fltVal val="0"/>
                                          </p:val>
                                        </p:tav>
                                        <p:tav tm="100000">
                                          <p:val>
                                            <p:strVal val="#ppt_w"/>
                                          </p:val>
                                        </p:tav>
                                      </p:tavLst>
                                    </p:anim>
                                    <p:anim calcmode="lin" valueType="num">
                                      <p:cBhvr>
                                        <p:cTn id="85" dur="500" fill="hold"/>
                                        <p:tgtEl>
                                          <p:spTgt spid="62"/>
                                        </p:tgtEl>
                                        <p:attrNameLst>
                                          <p:attrName>ppt_h</p:attrName>
                                        </p:attrNameLst>
                                      </p:cBhvr>
                                      <p:tavLst>
                                        <p:tav tm="0">
                                          <p:val>
                                            <p:fltVal val="0"/>
                                          </p:val>
                                        </p:tav>
                                        <p:tav tm="100000">
                                          <p:val>
                                            <p:strVal val="#ppt_h"/>
                                          </p:val>
                                        </p:tav>
                                      </p:tavLst>
                                    </p:anim>
                                    <p:animEffect transition="in" filter="fade">
                                      <p:cBhvr>
                                        <p:cTn id="86" dur="500"/>
                                        <p:tgtEl>
                                          <p:spTgt spid="62"/>
                                        </p:tgtEl>
                                      </p:cBhvr>
                                    </p:animEffect>
                                  </p:childTnLst>
                                </p:cTn>
                              </p:par>
                              <p:par>
                                <p:cTn id="87" presetID="63" presetClass="path" presetSubtype="0" accel="50000" decel="50000" fill="hold" grpId="1" nodeType="withEffect">
                                  <p:stCondLst>
                                    <p:cond delay="0"/>
                                  </p:stCondLst>
                                  <p:childTnLst>
                                    <p:animMotion origin="layout" path="M -1.04167E-6 2.59259E-6 L 0.05117 2.59259E-6 " pathEditMode="relative" rAng="0" ptsTypes="AA">
                                      <p:cBhvr>
                                        <p:cTn id="88" dur="1000" spd="-100000" fill="hold"/>
                                        <p:tgtEl>
                                          <p:spTgt spid="62"/>
                                        </p:tgtEl>
                                        <p:attrNameLst>
                                          <p:attrName>ppt_x</p:attrName>
                                          <p:attrName>ppt_y</p:attrName>
                                        </p:attrNameLst>
                                      </p:cBhvr>
                                      <p:rCtr x="2552" y="0"/>
                                    </p:animMotion>
                                  </p:childTnLst>
                                </p:cTn>
                              </p:par>
                              <p:par>
                                <p:cTn id="89" presetID="53" presetClass="entr" presetSubtype="16" fill="hold" grpId="0" nodeType="withEffect">
                                  <p:stCondLst>
                                    <p:cond delay="250"/>
                                  </p:stCondLst>
                                  <p:childTnLst>
                                    <p:set>
                                      <p:cBhvr>
                                        <p:cTn id="90" dur="1" fill="hold">
                                          <p:stCondLst>
                                            <p:cond delay="0"/>
                                          </p:stCondLst>
                                        </p:cTn>
                                        <p:tgtEl>
                                          <p:spTgt spid="63"/>
                                        </p:tgtEl>
                                        <p:attrNameLst>
                                          <p:attrName>style.visibility</p:attrName>
                                        </p:attrNameLst>
                                      </p:cBhvr>
                                      <p:to>
                                        <p:strVal val="visible"/>
                                      </p:to>
                                    </p:set>
                                    <p:anim calcmode="lin" valueType="num">
                                      <p:cBhvr>
                                        <p:cTn id="91" dur="500" fill="hold"/>
                                        <p:tgtEl>
                                          <p:spTgt spid="63"/>
                                        </p:tgtEl>
                                        <p:attrNameLst>
                                          <p:attrName>ppt_w</p:attrName>
                                        </p:attrNameLst>
                                      </p:cBhvr>
                                      <p:tavLst>
                                        <p:tav tm="0">
                                          <p:val>
                                            <p:fltVal val="0"/>
                                          </p:val>
                                        </p:tav>
                                        <p:tav tm="100000">
                                          <p:val>
                                            <p:strVal val="#ppt_w"/>
                                          </p:val>
                                        </p:tav>
                                      </p:tavLst>
                                    </p:anim>
                                    <p:anim calcmode="lin" valueType="num">
                                      <p:cBhvr>
                                        <p:cTn id="92" dur="500" fill="hold"/>
                                        <p:tgtEl>
                                          <p:spTgt spid="63"/>
                                        </p:tgtEl>
                                        <p:attrNameLst>
                                          <p:attrName>ppt_h</p:attrName>
                                        </p:attrNameLst>
                                      </p:cBhvr>
                                      <p:tavLst>
                                        <p:tav tm="0">
                                          <p:val>
                                            <p:fltVal val="0"/>
                                          </p:val>
                                        </p:tav>
                                        <p:tav tm="100000">
                                          <p:val>
                                            <p:strVal val="#ppt_h"/>
                                          </p:val>
                                        </p:tav>
                                      </p:tavLst>
                                    </p:anim>
                                    <p:animEffect transition="in" filter="fade">
                                      <p:cBhvr>
                                        <p:cTn id="93" dur="500"/>
                                        <p:tgtEl>
                                          <p:spTgt spid="63"/>
                                        </p:tgtEl>
                                      </p:cBhvr>
                                    </p:animEffect>
                                  </p:childTnLst>
                                </p:cTn>
                              </p:par>
                              <p:par>
                                <p:cTn id="94" presetID="63" presetClass="path" presetSubtype="0" accel="50000" decel="50000" fill="hold" grpId="1" nodeType="withEffect">
                                  <p:stCondLst>
                                    <p:cond delay="250"/>
                                  </p:stCondLst>
                                  <p:childTnLst>
                                    <p:animMotion origin="layout" path="M -1.04167E-6 3.33333E-6 L 0.05117 3.33333E-6 " pathEditMode="relative" rAng="0" ptsTypes="AA">
                                      <p:cBhvr>
                                        <p:cTn id="95" dur="1000" spd="-100000" fill="hold"/>
                                        <p:tgtEl>
                                          <p:spTgt spid="63"/>
                                        </p:tgtEl>
                                        <p:attrNameLst>
                                          <p:attrName>ppt_x</p:attrName>
                                          <p:attrName>ppt_y</p:attrName>
                                        </p:attrNameLst>
                                      </p:cBhvr>
                                      <p:rCtr x="2552" y="0"/>
                                    </p:animMotion>
                                  </p:childTnLst>
                                </p:cTn>
                              </p:par>
                            </p:childTnLst>
                          </p:cTn>
                        </p:par>
                        <p:par>
                          <p:cTn id="96" fill="hold">
                            <p:stCondLst>
                              <p:cond delay="4600"/>
                            </p:stCondLst>
                            <p:childTnLst>
                              <p:par>
                                <p:cTn id="97" presetID="22" presetClass="entr" presetSubtype="1" fill="hold" grpId="0" nodeType="afterEffect">
                                  <p:stCondLst>
                                    <p:cond delay="0"/>
                                  </p:stCondLst>
                                  <p:childTnLst>
                                    <p:set>
                                      <p:cBhvr>
                                        <p:cTn id="98" dur="1" fill="hold">
                                          <p:stCondLst>
                                            <p:cond delay="0"/>
                                          </p:stCondLst>
                                        </p:cTn>
                                        <p:tgtEl>
                                          <p:spTgt spid="52"/>
                                        </p:tgtEl>
                                        <p:attrNameLst>
                                          <p:attrName>style.visibility</p:attrName>
                                        </p:attrNameLst>
                                      </p:cBhvr>
                                      <p:to>
                                        <p:strVal val="visible"/>
                                      </p:to>
                                    </p:set>
                                    <p:animEffect transition="in" filter="wipe(up)">
                                      <p:cBhvr>
                                        <p:cTn id="99" dur="500"/>
                                        <p:tgtEl>
                                          <p:spTgt spid="52"/>
                                        </p:tgtEl>
                                      </p:cBhvr>
                                    </p:animEffect>
                                  </p:childTnLst>
                                </p:cTn>
                              </p:par>
                            </p:childTnLst>
                          </p:cTn>
                        </p:par>
                        <p:par>
                          <p:cTn id="100" fill="hold">
                            <p:stCondLst>
                              <p:cond delay="5100"/>
                            </p:stCondLst>
                            <p:childTnLst>
                              <p:par>
                                <p:cTn id="101" presetID="53" presetClass="entr" presetSubtype="16" fill="hold" nodeType="afterEffect">
                                  <p:stCondLst>
                                    <p:cond delay="0"/>
                                  </p:stCondLst>
                                  <p:childTnLst>
                                    <p:set>
                                      <p:cBhvr>
                                        <p:cTn id="102" dur="1" fill="hold">
                                          <p:stCondLst>
                                            <p:cond delay="0"/>
                                          </p:stCondLst>
                                        </p:cTn>
                                        <p:tgtEl>
                                          <p:spTgt spid="53"/>
                                        </p:tgtEl>
                                        <p:attrNameLst>
                                          <p:attrName>style.visibility</p:attrName>
                                        </p:attrNameLst>
                                      </p:cBhvr>
                                      <p:to>
                                        <p:strVal val="visible"/>
                                      </p:to>
                                    </p:set>
                                    <p:anim calcmode="lin" valueType="num">
                                      <p:cBhvr>
                                        <p:cTn id="103" dur="500" fill="hold"/>
                                        <p:tgtEl>
                                          <p:spTgt spid="53"/>
                                        </p:tgtEl>
                                        <p:attrNameLst>
                                          <p:attrName>ppt_w</p:attrName>
                                        </p:attrNameLst>
                                      </p:cBhvr>
                                      <p:tavLst>
                                        <p:tav tm="0">
                                          <p:val>
                                            <p:fltVal val="0"/>
                                          </p:val>
                                        </p:tav>
                                        <p:tav tm="100000">
                                          <p:val>
                                            <p:strVal val="#ppt_w"/>
                                          </p:val>
                                        </p:tav>
                                      </p:tavLst>
                                    </p:anim>
                                    <p:anim calcmode="lin" valueType="num">
                                      <p:cBhvr>
                                        <p:cTn id="104" dur="500" fill="hold"/>
                                        <p:tgtEl>
                                          <p:spTgt spid="53"/>
                                        </p:tgtEl>
                                        <p:attrNameLst>
                                          <p:attrName>ppt_h</p:attrName>
                                        </p:attrNameLst>
                                      </p:cBhvr>
                                      <p:tavLst>
                                        <p:tav tm="0">
                                          <p:val>
                                            <p:fltVal val="0"/>
                                          </p:val>
                                        </p:tav>
                                        <p:tav tm="100000">
                                          <p:val>
                                            <p:strVal val="#ppt_h"/>
                                          </p:val>
                                        </p:tav>
                                      </p:tavLst>
                                    </p:anim>
                                    <p:animEffect transition="in" filter="fade">
                                      <p:cBhvr>
                                        <p:cTn id="105" dur="500"/>
                                        <p:tgtEl>
                                          <p:spTgt spid="53"/>
                                        </p:tgtEl>
                                      </p:cBhvr>
                                    </p:animEffect>
                                  </p:childTnLst>
                                </p:cTn>
                              </p:par>
                              <p:par>
                                <p:cTn id="106" presetID="63" presetClass="path" presetSubtype="0" accel="50000" decel="50000" fill="hold" nodeType="withEffect">
                                  <p:stCondLst>
                                    <p:cond delay="0"/>
                                  </p:stCondLst>
                                  <p:childTnLst>
                                    <p:animMotion origin="layout" path="M 5E-6 4.07407E-6 L 0.05118 4.07407E-6 " pathEditMode="relative" rAng="0" ptsTypes="AA">
                                      <p:cBhvr>
                                        <p:cTn id="107" dur="1000" spd="-100000" fill="hold"/>
                                        <p:tgtEl>
                                          <p:spTgt spid="53"/>
                                        </p:tgtEl>
                                        <p:attrNameLst>
                                          <p:attrName>ppt_x</p:attrName>
                                          <p:attrName>ppt_y</p:attrName>
                                        </p:attrNameLst>
                                      </p:cBhvr>
                                      <p:rCtr x="2552" y="0"/>
                                    </p:animMotion>
                                  </p:childTnLst>
                                </p:cTn>
                              </p:par>
                              <p:par>
                                <p:cTn id="108" presetID="53" presetClass="entr" presetSubtype="16" fill="hold" grpId="0" nodeType="withEffect">
                                  <p:stCondLst>
                                    <p:cond delay="250"/>
                                  </p:stCondLst>
                                  <p:childTnLst>
                                    <p:set>
                                      <p:cBhvr>
                                        <p:cTn id="109" dur="1" fill="hold">
                                          <p:stCondLst>
                                            <p:cond delay="0"/>
                                          </p:stCondLst>
                                        </p:cTn>
                                        <p:tgtEl>
                                          <p:spTgt spid="69"/>
                                        </p:tgtEl>
                                        <p:attrNameLst>
                                          <p:attrName>style.visibility</p:attrName>
                                        </p:attrNameLst>
                                      </p:cBhvr>
                                      <p:to>
                                        <p:strVal val="visible"/>
                                      </p:to>
                                    </p:set>
                                    <p:anim calcmode="lin" valueType="num">
                                      <p:cBhvr>
                                        <p:cTn id="110" dur="500" fill="hold"/>
                                        <p:tgtEl>
                                          <p:spTgt spid="69"/>
                                        </p:tgtEl>
                                        <p:attrNameLst>
                                          <p:attrName>ppt_w</p:attrName>
                                        </p:attrNameLst>
                                      </p:cBhvr>
                                      <p:tavLst>
                                        <p:tav tm="0">
                                          <p:val>
                                            <p:fltVal val="0"/>
                                          </p:val>
                                        </p:tav>
                                        <p:tav tm="100000">
                                          <p:val>
                                            <p:strVal val="#ppt_w"/>
                                          </p:val>
                                        </p:tav>
                                      </p:tavLst>
                                    </p:anim>
                                    <p:anim calcmode="lin" valueType="num">
                                      <p:cBhvr>
                                        <p:cTn id="111" dur="500" fill="hold"/>
                                        <p:tgtEl>
                                          <p:spTgt spid="69"/>
                                        </p:tgtEl>
                                        <p:attrNameLst>
                                          <p:attrName>ppt_h</p:attrName>
                                        </p:attrNameLst>
                                      </p:cBhvr>
                                      <p:tavLst>
                                        <p:tav tm="0">
                                          <p:val>
                                            <p:fltVal val="0"/>
                                          </p:val>
                                        </p:tav>
                                        <p:tav tm="100000">
                                          <p:val>
                                            <p:strVal val="#ppt_h"/>
                                          </p:val>
                                        </p:tav>
                                      </p:tavLst>
                                    </p:anim>
                                    <p:animEffect transition="in" filter="fade">
                                      <p:cBhvr>
                                        <p:cTn id="112" dur="500"/>
                                        <p:tgtEl>
                                          <p:spTgt spid="69"/>
                                        </p:tgtEl>
                                      </p:cBhvr>
                                    </p:animEffect>
                                  </p:childTnLst>
                                </p:cTn>
                              </p:par>
                              <p:par>
                                <p:cTn id="113" presetID="35" presetClass="path" presetSubtype="0" accel="50000" decel="50000" fill="hold" grpId="1" nodeType="withEffect">
                                  <p:stCondLst>
                                    <p:cond delay="250"/>
                                  </p:stCondLst>
                                  <p:childTnLst>
                                    <p:animMotion origin="layout" path="M 2.91667E-6 -3.7037E-6 L -0.13867 -3.7037E-6 " pathEditMode="relative" rAng="0" ptsTypes="AA">
                                      <p:cBhvr>
                                        <p:cTn id="114" dur="1000" spd="-100000" fill="hold"/>
                                        <p:tgtEl>
                                          <p:spTgt spid="69"/>
                                        </p:tgtEl>
                                        <p:attrNameLst>
                                          <p:attrName>ppt_x</p:attrName>
                                          <p:attrName>ppt_y</p:attrName>
                                        </p:attrNameLst>
                                      </p:cBhvr>
                                      <p:rCtr x="-6940" y="0"/>
                                    </p:animMotion>
                                  </p:childTnLst>
                                </p:cTn>
                              </p:par>
                              <p:par>
                                <p:cTn id="115" presetID="53" presetClass="entr" presetSubtype="16" fill="hold" grpId="0" nodeType="withEffect">
                                  <p:stCondLst>
                                    <p:cond delay="750"/>
                                  </p:stCondLst>
                                  <p:iterate type="lt">
                                    <p:tmPct val="10000"/>
                                  </p:iterate>
                                  <p:childTnLst>
                                    <p:set>
                                      <p:cBhvr>
                                        <p:cTn id="116" dur="1" fill="hold">
                                          <p:stCondLst>
                                            <p:cond delay="0"/>
                                          </p:stCondLst>
                                        </p:cTn>
                                        <p:tgtEl>
                                          <p:spTgt spid="68"/>
                                        </p:tgtEl>
                                        <p:attrNameLst>
                                          <p:attrName>style.visibility</p:attrName>
                                        </p:attrNameLst>
                                      </p:cBhvr>
                                      <p:to>
                                        <p:strVal val="visible"/>
                                      </p:to>
                                    </p:set>
                                    <p:anim calcmode="lin" valueType="num">
                                      <p:cBhvr>
                                        <p:cTn id="117" dur="250" fill="hold"/>
                                        <p:tgtEl>
                                          <p:spTgt spid="68"/>
                                        </p:tgtEl>
                                        <p:attrNameLst>
                                          <p:attrName>ppt_w</p:attrName>
                                        </p:attrNameLst>
                                      </p:cBhvr>
                                      <p:tavLst>
                                        <p:tav tm="0">
                                          <p:val>
                                            <p:fltVal val="0"/>
                                          </p:val>
                                        </p:tav>
                                        <p:tav tm="100000">
                                          <p:val>
                                            <p:strVal val="#ppt_w"/>
                                          </p:val>
                                        </p:tav>
                                      </p:tavLst>
                                    </p:anim>
                                    <p:anim calcmode="lin" valueType="num">
                                      <p:cBhvr>
                                        <p:cTn id="118" dur="250" fill="hold"/>
                                        <p:tgtEl>
                                          <p:spTgt spid="68"/>
                                        </p:tgtEl>
                                        <p:attrNameLst>
                                          <p:attrName>ppt_h</p:attrName>
                                        </p:attrNameLst>
                                      </p:cBhvr>
                                      <p:tavLst>
                                        <p:tav tm="0">
                                          <p:val>
                                            <p:fltVal val="0"/>
                                          </p:val>
                                        </p:tav>
                                        <p:tav tm="100000">
                                          <p:val>
                                            <p:strVal val="#ppt_h"/>
                                          </p:val>
                                        </p:tav>
                                      </p:tavLst>
                                    </p:anim>
                                    <p:animEffect transition="in" filter="fade">
                                      <p:cBhvr>
                                        <p:cTn id="119" dur="250"/>
                                        <p:tgtEl>
                                          <p:spTgt spid="68"/>
                                        </p:tgtEl>
                                      </p:cBhvr>
                                    </p:animEffect>
                                  </p:childTnLst>
                                </p:cTn>
                              </p:par>
                            </p:childTnLst>
                          </p:cTn>
                        </p:par>
                        <p:par>
                          <p:cTn id="120" fill="hold">
                            <p:stCondLst>
                              <p:cond delay="7025"/>
                            </p:stCondLst>
                            <p:childTnLst>
                              <p:par>
                                <p:cTn id="121" presetID="53" presetClass="entr" presetSubtype="16" fill="hold" grpId="0" nodeType="afterEffect">
                                  <p:stCondLst>
                                    <p:cond delay="0"/>
                                  </p:stCondLst>
                                  <p:childTnLst>
                                    <p:set>
                                      <p:cBhvr>
                                        <p:cTn id="122" dur="1" fill="hold">
                                          <p:stCondLst>
                                            <p:cond delay="0"/>
                                          </p:stCondLst>
                                        </p:cTn>
                                        <p:tgtEl>
                                          <p:spTgt spid="64"/>
                                        </p:tgtEl>
                                        <p:attrNameLst>
                                          <p:attrName>style.visibility</p:attrName>
                                        </p:attrNameLst>
                                      </p:cBhvr>
                                      <p:to>
                                        <p:strVal val="visible"/>
                                      </p:to>
                                    </p:set>
                                    <p:anim calcmode="lin" valueType="num">
                                      <p:cBhvr>
                                        <p:cTn id="123" dur="500" fill="hold"/>
                                        <p:tgtEl>
                                          <p:spTgt spid="64"/>
                                        </p:tgtEl>
                                        <p:attrNameLst>
                                          <p:attrName>ppt_w</p:attrName>
                                        </p:attrNameLst>
                                      </p:cBhvr>
                                      <p:tavLst>
                                        <p:tav tm="0">
                                          <p:val>
                                            <p:fltVal val="0"/>
                                          </p:val>
                                        </p:tav>
                                        <p:tav tm="100000">
                                          <p:val>
                                            <p:strVal val="#ppt_w"/>
                                          </p:val>
                                        </p:tav>
                                      </p:tavLst>
                                    </p:anim>
                                    <p:anim calcmode="lin" valueType="num">
                                      <p:cBhvr>
                                        <p:cTn id="124" dur="500" fill="hold"/>
                                        <p:tgtEl>
                                          <p:spTgt spid="64"/>
                                        </p:tgtEl>
                                        <p:attrNameLst>
                                          <p:attrName>ppt_h</p:attrName>
                                        </p:attrNameLst>
                                      </p:cBhvr>
                                      <p:tavLst>
                                        <p:tav tm="0">
                                          <p:val>
                                            <p:fltVal val="0"/>
                                          </p:val>
                                        </p:tav>
                                        <p:tav tm="100000">
                                          <p:val>
                                            <p:strVal val="#ppt_h"/>
                                          </p:val>
                                        </p:tav>
                                      </p:tavLst>
                                    </p:anim>
                                    <p:animEffect transition="in" filter="fade">
                                      <p:cBhvr>
                                        <p:cTn id="125" dur="500"/>
                                        <p:tgtEl>
                                          <p:spTgt spid="64"/>
                                        </p:tgtEl>
                                      </p:cBhvr>
                                    </p:animEffect>
                                  </p:childTnLst>
                                </p:cTn>
                              </p:par>
                              <p:par>
                                <p:cTn id="126" presetID="35" presetClass="path" presetSubtype="0" accel="50000" decel="50000" fill="hold" grpId="1" nodeType="withEffect">
                                  <p:stCondLst>
                                    <p:cond delay="0"/>
                                  </p:stCondLst>
                                  <p:childTnLst>
                                    <p:animMotion origin="layout" path="M -4.16667E-7 4.44444E-6 L -0.07422 4.44444E-6 " pathEditMode="relative" rAng="0" ptsTypes="AA">
                                      <p:cBhvr>
                                        <p:cTn id="127" dur="1000" spd="-100000" fill="hold"/>
                                        <p:tgtEl>
                                          <p:spTgt spid="64"/>
                                        </p:tgtEl>
                                        <p:attrNameLst>
                                          <p:attrName>ppt_x</p:attrName>
                                          <p:attrName>ppt_y</p:attrName>
                                        </p:attrNameLst>
                                      </p:cBhvr>
                                      <p:rCtr x="-3711" y="0"/>
                                    </p:animMotion>
                                  </p:childTnLst>
                                </p:cTn>
                              </p:par>
                              <p:par>
                                <p:cTn id="128" presetID="53" presetClass="entr" presetSubtype="16" fill="hold" grpId="0" nodeType="withEffect">
                                  <p:stCondLst>
                                    <p:cond delay="250"/>
                                  </p:stCondLst>
                                  <p:childTnLst>
                                    <p:set>
                                      <p:cBhvr>
                                        <p:cTn id="129" dur="1" fill="hold">
                                          <p:stCondLst>
                                            <p:cond delay="0"/>
                                          </p:stCondLst>
                                        </p:cTn>
                                        <p:tgtEl>
                                          <p:spTgt spid="65"/>
                                        </p:tgtEl>
                                        <p:attrNameLst>
                                          <p:attrName>style.visibility</p:attrName>
                                        </p:attrNameLst>
                                      </p:cBhvr>
                                      <p:to>
                                        <p:strVal val="visible"/>
                                      </p:to>
                                    </p:set>
                                    <p:anim calcmode="lin" valueType="num">
                                      <p:cBhvr>
                                        <p:cTn id="130" dur="500" fill="hold"/>
                                        <p:tgtEl>
                                          <p:spTgt spid="65"/>
                                        </p:tgtEl>
                                        <p:attrNameLst>
                                          <p:attrName>ppt_w</p:attrName>
                                        </p:attrNameLst>
                                      </p:cBhvr>
                                      <p:tavLst>
                                        <p:tav tm="0">
                                          <p:val>
                                            <p:fltVal val="0"/>
                                          </p:val>
                                        </p:tav>
                                        <p:tav tm="100000">
                                          <p:val>
                                            <p:strVal val="#ppt_w"/>
                                          </p:val>
                                        </p:tav>
                                      </p:tavLst>
                                    </p:anim>
                                    <p:anim calcmode="lin" valueType="num">
                                      <p:cBhvr>
                                        <p:cTn id="131" dur="500" fill="hold"/>
                                        <p:tgtEl>
                                          <p:spTgt spid="65"/>
                                        </p:tgtEl>
                                        <p:attrNameLst>
                                          <p:attrName>ppt_h</p:attrName>
                                        </p:attrNameLst>
                                      </p:cBhvr>
                                      <p:tavLst>
                                        <p:tav tm="0">
                                          <p:val>
                                            <p:fltVal val="0"/>
                                          </p:val>
                                        </p:tav>
                                        <p:tav tm="100000">
                                          <p:val>
                                            <p:strVal val="#ppt_h"/>
                                          </p:val>
                                        </p:tav>
                                      </p:tavLst>
                                    </p:anim>
                                    <p:animEffect transition="in" filter="fade">
                                      <p:cBhvr>
                                        <p:cTn id="132" dur="500"/>
                                        <p:tgtEl>
                                          <p:spTgt spid="65"/>
                                        </p:tgtEl>
                                      </p:cBhvr>
                                    </p:animEffect>
                                  </p:childTnLst>
                                </p:cTn>
                              </p:par>
                              <p:par>
                                <p:cTn id="133" presetID="35" presetClass="path" presetSubtype="0" accel="50000" decel="50000" fill="hold" grpId="1" nodeType="withEffect">
                                  <p:stCondLst>
                                    <p:cond delay="250"/>
                                  </p:stCondLst>
                                  <p:childTnLst>
                                    <p:animMotion origin="layout" path="M -2.08333E-7 -1.85185E-6 L -0.07422 -1.85185E-6 " pathEditMode="relative" rAng="0" ptsTypes="AA">
                                      <p:cBhvr>
                                        <p:cTn id="134" dur="1000" spd="-100000" fill="hold"/>
                                        <p:tgtEl>
                                          <p:spTgt spid="65"/>
                                        </p:tgtEl>
                                        <p:attrNameLst>
                                          <p:attrName>ppt_x</p:attrName>
                                          <p:attrName>ppt_y</p:attrName>
                                        </p:attrNameLst>
                                      </p:cBhvr>
                                      <p:rCtr x="-3711" y="0"/>
                                    </p:animMotion>
                                  </p:childTnLst>
                                </p:cTn>
                              </p:par>
                            </p:childTnLst>
                          </p:cTn>
                        </p:par>
                        <p:par>
                          <p:cTn id="135" fill="hold">
                            <p:stCondLst>
                              <p:cond delay="8275"/>
                            </p:stCondLst>
                            <p:childTnLst>
                              <p:par>
                                <p:cTn id="136" presetID="22" presetClass="entr" presetSubtype="1" fill="hold" grpId="0" nodeType="afterEffect">
                                  <p:stCondLst>
                                    <p:cond delay="0"/>
                                  </p:stCondLst>
                                  <p:childTnLst>
                                    <p:set>
                                      <p:cBhvr>
                                        <p:cTn id="137" dur="1" fill="hold">
                                          <p:stCondLst>
                                            <p:cond delay="0"/>
                                          </p:stCondLst>
                                        </p:cTn>
                                        <p:tgtEl>
                                          <p:spTgt spid="51"/>
                                        </p:tgtEl>
                                        <p:attrNameLst>
                                          <p:attrName>style.visibility</p:attrName>
                                        </p:attrNameLst>
                                      </p:cBhvr>
                                      <p:to>
                                        <p:strVal val="visible"/>
                                      </p:to>
                                    </p:set>
                                    <p:animEffect transition="in" filter="wipe(up)">
                                      <p:cBhvr>
                                        <p:cTn id="138" dur="500"/>
                                        <p:tgtEl>
                                          <p:spTgt spid="51"/>
                                        </p:tgtEl>
                                      </p:cBhvr>
                                    </p:animEffect>
                                  </p:childTnLst>
                                </p:cTn>
                              </p:par>
                            </p:childTnLst>
                          </p:cTn>
                        </p:par>
                        <p:par>
                          <p:cTn id="139" fill="hold">
                            <p:stCondLst>
                              <p:cond delay="8775"/>
                            </p:stCondLst>
                            <p:childTnLst>
                              <p:par>
                                <p:cTn id="140" presetID="53" presetClass="entr" presetSubtype="16" fill="hold" nodeType="afterEffect">
                                  <p:stCondLst>
                                    <p:cond delay="0"/>
                                  </p:stCondLst>
                                  <p:childTnLst>
                                    <p:set>
                                      <p:cBhvr>
                                        <p:cTn id="141" dur="1" fill="hold">
                                          <p:stCondLst>
                                            <p:cond delay="0"/>
                                          </p:stCondLst>
                                        </p:cTn>
                                        <p:tgtEl>
                                          <p:spTgt spid="56"/>
                                        </p:tgtEl>
                                        <p:attrNameLst>
                                          <p:attrName>style.visibility</p:attrName>
                                        </p:attrNameLst>
                                      </p:cBhvr>
                                      <p:to>
                                        <p:strVal val="visible"/>
                                      </p:to>
                                    </p:set>
                                    <p:anim calcmode="lin" valueType="num">
                                      <p:cBhvr>
                                        <p:cTn id="142" dur="500" fill="hold"/>
                                        <p:tgtEl>
                                          <p:spTgt spid="56"/>
                                        </p:tgtEl>
                                        <p:attrNameLst>
                                          <p:attrName>ppt_w</p:attrName>
                                        </p:attrNameLst>
                                      </p:cBhvr>
                                      <p:tavLst>
                                        <p:tav tm="0">
                                          <p:val>
                                            <p:fltVal val="0"/>
                                          </p:val>
                                        </p:tav>
                                        <p:tav tm="100000">
                                          <p:val>
                                            <p:strVal val="#ppt_w"/>
                                          </p:val>
                                        </p:tav>
                                      </p:tavLst>
                                    </p:anim>
                                    <p:anim calcmode="lin" valueType="num">
                                      <p:cBhvr>
                                        <p:cTn id="143" dur="500" fill="hold"/>
                                        <p:tgtEl>
                                          <p:spTgt spid="56"/>
                                        </p:tgtEl>
                                        <p:attrNameLst>
                                          <p:attrName>ppt_h</p:attrName>
                                        </p:attrNameLst>
                                      </p:cBhvr>
                                      <p:tavLst>
                                        <p:tav tm="0">
                                          <p:val>
                                            <p:fltVal val="0"/>
                                          </p:val>
                                        </p:tav>
                                        <p:tav tm="100000">
                                          <p:val>
                                            <p:strVal val="#ppt_h"/>
                                          </p:val>
                                        </p:tav>
                                      </p:tavLst>
                                    </p:anim>
                                    <p:animEffect transition="in" filter="fade">
                                      <p:cBhvr>
                                        <p:cTn id="144" dur="500"/>
                                        <p:tgtEl>
                                          <p:spTgt spid="56"/>
                                        </p:tgtEl>
                                      </p:cBhvr>
                                    </p:animEffect>
                                  </p:childTnLst>
                                </p:cTn>
                              </p:par>
                              <p:par>
                                <p:cTn id="145" presetID="35" presetClass="path" presetSubtype="0" accel="50000" decel="50000" fill="hold" nodeType="withEffect">
                                  <p:stCondLst>
                                    <p:cond delay="0"/>
                                  </p:stCondLst>
                                  <p:childTnLst>
                                    <p:animMotion origin="layout" path="M -2.70833E-6 -2.22222E-6 L -0.07422 -2.22222E-6 " pathEditMode="relative" rAng="0" ptsTypes="AA">
                                      <p:cBhvr>
                                        <p:cTn id="146" dur="1000" spd="-100000" fill="hold"/>
                                        <p:tgtEl>
                                          <p:spTgt spid="56"/>
                                        </p:tgtEl>
                                        <p:attrNameLst>
                                          <p:attrName>ppt_x</p:attrName>
                                          <p:attrName>ppt_y</p:attrName>
                                        </p:attrNameLst>
                                      </p:cBhvr>
                                      <p:rCtr x="-3711" y="0"/>
                                    </p:animMotion>
                                  </p:childTnLst>
                                </p:cTn>
                              </p:par>
                              <p:par>
                                <p:cTn id="147" presetID="53" presetClass="entr" presetSubtype="16" fill="hold" grpId="0" nodeType="withEffect">
                                  <p:stCondLst>
                                    <p:cond delay="250"/>
                                  </p:stCondLst>
                                  <p:childTnLst>
                                    <p:set>
                                      <p:cBhvr>
                                        <p:cTn id="148" dur="1" fill="hold">
                                          <p:stCondLst>
                                            <p:cond delay="0"/>
                                          </p:stCondLst>
                                        </p:cTn>
                                        <p:tgtEl>
                                          <p:spTgt spid="43"/>
                                        </p:tgtEl>
                                        <p:attrNameLst>
                                          <p:attrName>style.visibility</p:attrName>
                                        </p:attrNameLst>
                                      </p:cBhvr>
                                      <p:to>
                                        <p:strVal val="visible"/>
                                      </p:to>
                                    </p:set>
                                    <p:anim calcmode="lin" valueType="num">
                                      <p:cBhvr>
                                        <p:cTn id="149" dur="500" fill="hold"/>
                                        <p:tgtEl>
                                          <p:spTgt spid="43"/>
                                        </p:tgtEl>
                                        <p:attrNameLst>
                                          <p:attrName>ppt_w</p:attrName>
                                        </p:attrNameLst>
                                      </p:cBhvr>
                                      <p:tavLst>
                                        <p:tav tm="0">
                                          <p:val>
                                            <p:fltVal val="0"/>
                                          </p:val>
                                        </p:tav>
                                        <p:tav tm="100000">
                                          <p:val>
                                            <p:strVal val="#ppt_w"/>
                                          </p:val>
                                        </p:tav>
                                      </p:tavLst>
                                    </p:anim>
                                    <p:anim calcmode="lin" valueType="num">
                                      <p:cBhvr>
                                        <p:cTn id="150" dur="500" fill="hold"/>
                                        <p:tgtEl>
                                          <p:spTgt spid="43"/>
                                        </p:tgtEl>
                                        <p:attrNameLst>
                                          <p:attrName>ppt_h</p:attrName>
                                        </p:attrNameLst>
                                      </p:cBhvr>
                                      <p:tavLst>
                                        <p:tav tm="0">
                                          <p:val>
                                            <p:fltVal val="0"/>
                                          </p:val>
                                        </p:tav>
                                        <p:tav tm="100000">
                                          <p:val>
                                            <p:strVal val="#ppt_h"/>
                                          </p:val>
                                        </p:tav>
                                      </p:tavLst>
                                    </p:anim>
                                    <p:animEffect transition="in" filter="fade">
                                      <p:cBhvr>
                                        <p:cTn id="151" dur="500"/>
                                        <p:tgtEl>
                                          <p:spTgt spid="43"/>
                                        </p:tgtEl>
                                      </p:cBhvr>
                                    </p:animEffect>
                                  </p:childTnLst>
                                </p:cTn>
                              </p:par>
                              <p:par>
                                <p:cTn id="152" presetID="63" presetClass="path" presetSubtype="0" accel="50000" decel="50000" fill="hold" grpId="1" nodeType="withEffect">
                                  <p:stCondLst>
                                    <p:cond delay="250"/>
                                  </p:stCondLst>
                                  <p:childTnLst>
                                    <p:animMotion origin="layout" path="M -2.91667E-6 -3.7037E-7 L 0.14206 -3.7037E-7 " pathEditMode="relative" rAng="0" ptsTypes="AA">
                                      <p:cBhvr>
                                        <p:cTn id="153" dur="1000" spd="-100000" fill="hold"/>
                                        <p:tgtEl>
                                          <p:spTgt spid="43"/>
                                        </p:tgtEl>
                                        <p:attrNameLst>
                                          <p:attrName>ppt_x</p:attrName>
                                          <p:attrName>ppt_y</p:attrName>
                                        </p:attrNameLst>
                                      </p:cBhvr>
                                      <p:rCtr x="7096" y="0"/>
                                    </p:animMotion>
                                  </p:childTnLst>
                                </p:cTn>
                              </p:par>
                              <p:par>
                                <p:cTn id="154" presetID="53" presetClass="entr" presetSubtype="16" fill="hold" grpId="0" nodeType="withEffect">
                                  <p:stCondLst>
                                    <p:cond delay="750"/>
                                  </p:stCondLst>
                                  <p:iterate type="lt">
                                    <p:tmPct val="10000"/>
                                  </p:iterate>
                                  <p:childTnLst>
                                    <p:set>
                                      <p:cBhvr>
                                        <p:cTn id="155" dur="1" fill="hold">
                                          <p:stCondLst>
                                            <p:cond delay="0"/>
                                          </p:stCondLst>
                                        </p:cTn>
                                        <p:tgtEl>
                                          <p:spTgt spid="42"/>
                                        </p:tgtEl>
                                        <p:attrNameLst>
                                          <p:attrName>style.visibility</p:attrName>
                                        </p:attrNameLst>
                                      </p:cBhvr>
                                      <p:to>
                                        <p:strVal val="visible"/>
                                      </p:to>
                                    </p:set>
                                    <p:anim calcmode="lin" valueType="num">
                                      <p:cBhvr>
                                        <p:cTn id="156" dur="250" fill="hold"/>
                                        <p:tgtEl>
                                          <p:spTgt spid="42"/>
                                        </p:tgtEl>
                                        <p:attrNameLst>
                                          <p:attrName>ppt_w</p:attrName>
                                        </p:attrNameLst>
                                      </p:cBhvr>
                                      <p:tavLst>
                                        <p:tav tm="0">
                                          <p:val>
                                            <p:fltVal val="0"/>
                                          </p:val>
                                        </p:tav>
                                        <p:tav tm="100000">
                                          <p:val>
                                            <p:strVal val="#ppt_w"/>
                                          </p:val>
                                        </p:tav>
                                      </p:tavLst>
                                    </p:anim>
                                    <p:anim calcmode="lin" valueType="num">
                                      <p:cBhvr>
                                        <p:cTn id="157" dur="250" fill="hold"/>
                                        <p:tgtEl>
                                          <p:spTgt spid="42"/>
                                        </p:tgtEl>
                                        <p:attrNameLst>
                                          <p:attrName>ppt_h</p:attrName>
                                        </p:attrNameLst>
                                      </p:cBhvr>
                                      <p:tavLst>
                                        <p:tav tm="0">
                                          <p:val>
                                            <p:fltVal val="0"/>
                                          </p:val>
                                        </p:tav>
                                        <p:tav tm="100000">
                                          <p:val>
                                            <p:strVal val="#ppt_h"/>
                                          </p:val>
                                        </p:tav>
                                      </p:tavLst>
                                    </p:anim>
                                    <p:animEffect transition="in" filter="fade">
                                      <p:cBhvr>
                                        <p:cTn id="158" dur="250"/>
                                        <p:tgtEl>
                                          <p:spTgt spid="42"/>
                                        </p:tgtEl>
                                      </p:cBhvr>
                                    </p:animEffect>
                                  </p:childTnLst>
                                </p:cTn>
                              </p:par>
                            </p:childTnLst>
                          </p:cTn>
                        </p:par>
                        <p:par>
                          <p:cTn id="159" fill="hold">
                            <p:stCondLst>
                              <p:cond delay="10700"/>
                            </p:stCondLst>
                            <p:childTnLst>
                              <p:par>
                                <p:cTn id="160" presetID="53" presetClass="entr" presetSubtype="16" fill="hold" grpId="0" nodeType="afterEffect">
                                  <p:stCondLst>
                                    <p:cond delay="0"/>
                                  </p:stCondLst>
                                  <p:childTnLst>
                                    <p:set>
                                      <p:cBhvr>
                                        <p:cTn id="161" dur="1" fill="hold">
                                          <p:stCondLst>
                                            <p:cond delay="0"/>
                                          </p:stCondLst>
                                        </p:cTn>
                                        <p:tgtEl>
                                          <p:spTgt spid="66"/>
                                        </p:tgtEl>
                                        <p:attrNameLst>
                                          <p:attrName>style.visibility</p:attrName>
                                        </p:attrNameLst>
                                      </p:cBhvr>
                                      <p:to>
                                        <p:strVal val="visible"/>
                                      </p:to>
                                    </p:set>
                                    <p:anim calcmode="lin" valueType="num">
                                      <p:cBhvr>
                                        <p:cTn id="162" dur="500" fill="hold"/>
                                        <p:tgtEl>
                                          <p:spTgt spid="66"/>
                                        </p:tgtEl>
                                        <p:attrNameLst>
                                          <p:attrName>ppt_w</p:attrName>
                                        </p:attrNameLst>
                                      </p:cBhvr>
                                      <p:tavLst>
                                        <p:tav tm="0">
                                          <p:val>
                                            <p:fltVal val="0"/>
                                          </p:val>
                                        </p:tav>
                                        <p:tav tm="100000">
                                          <p:val>
                                            <p:strVal val="#ppt_w"/>
                                          </p:val>
                                        </p:tav>
                                      </p:tavLst>
                                    </p:anim>
                                    <p:anim calcmode="lin" valueType="num">
                                      <p:cBhvr>
                                        <p:cTn id="163" dur="500" fill="hold"/>
                                        <p:tgtEl>
                                          <p:spTgt spid="66"/>
                                        </p:tgtEl>
                                        <p:attrNameLst>
                                          <p:attrName>ppt_h</p:attrName>
                                        </p:attrNameLst>
                                      </p:cBhvr>
                                      <p:tavLst>
                                        <p:tav tm="0">
                                          <p:val>
                                            <p:fltVal val="0"/>
                                          </p:val>
                                        </p:tav>
                                        <p:tav tm="100000">
                                          <p:val>
                                            <p:strVal val="#ppt_h"/>
                                          </p:val>
                                        </p:tav>
                                      </p:tavLst>
                                    </p:anim>
                                    <p:animEffect transition="in" filter="fade">
                                      <p:cBhvr>
                                        <p:cTn id="164" dur="500"/>
                                        <p:tgtEl>
                                          <p:spTgt spid="66"/>
                                        </p:tgtEl>
                                      </p:cBhvr>
                                    </p:animEffect>
                                  </p:childTnLst>
                                </p:cTn>
                              </p:par>
                              <p:par>
                                <p:cTn id="165" presetID="63" presetClass="path" presetSubtype="0" accel="50000" decel="50000" fill="hold" grpId="1" nodeType="withEffect">
                                  <p:stCondLst>
                                    <p:cond delay="0"/>
                                  </p:stCondLst>
                                  <p:childTnLst>
                                    <p:animMotion origin="layout" path="M 1.04167E-6 -1.11111E-6 L 0.05117 -1.11111E-6 " pathEditMode="relative" rAng="0" ptsTypes="AA">
                                      <p:cBhvr>
                                        <p:cTn id="166" dur="1000" spd="-100000" fill="hold"/>
                                        <p:tgtEl>
                                          <p:spTgt spid="66"/>
                                        </p:tgtEl>
                                        <p:attrNameLst>
                                          <p:attrName>ppt_x</p:attrName>
                                          <p:attrName>ppt_y</p:attrName>
                                        </p:attrNameLst>
                                      </p:cBhvr>
                                      <p:rCtr x="2552" y="0"/>
                                    </p:animMotion>
                                  </p:childTnLst>
                                </p:cTn>
                              </p:par>
                              <p:par>
                                <p:cTn id="167" presetID="53" presetClass="entr" presetSubtype="16" fill="hold" grpId="0" nodeType="withEffect">
                                  <p:stCondLst>
                                    <p:cond delay="250"/>
                                  </p:stCondLst>
                                  <p:childTnLst>
                                    <p:set>
                                      <p:cBhvr>
                                        <p:cTn id="168" dur="1" fill="hold">
                                          <p:stCondLst>
                                            <p:cond delay="0"/>
                                          </p:stCondLst>
                                        </p:cTn>
                                        <p:tgtEl>
                                          <p:spTgt spid="67"/>
                                        </p:tgtEl>
                                        <p:attrNameLst>
                                          <p:attrName>style.visibility</p:attrName>
                                        </p:attrNameLst>
                                      </p:cBhvr>
                                      <p:to>
                                        <p:strVal val="visible"/>
                                      </p:to>
                                    </p:set>
                                    <p:anim calcmode="lin" valueType="num">
                                      <p:cBhvr>
                                        <p:cTn id="169" dur="500" fill="hold"/>
                                        <p:tgtEl>
                                          <p:spTgt spid="67"/>
                                        </p:tgtEl>
                                        <p:attrNameLst>
                                          <p:attrName>ppt_w</p:attrName>
                                        </p:attrNameLst>
                                      </p:cBhvr>
                                      <p:tavLst>
                                        <p:tav tm="0">
                                          <p:val>
                                            <p:fltVal val="0"/>
                                          </p:val>
                                        </p:tav>
                                        <p:tav tm="100000">
                                          <p:val>
                                            <p:strVal val="#ppt_w"/>
                                          </p:val>
                                        </p:tav>
                                      </p:tavLst>
                                    </p:anim>
                                    <p:anim calcmode="lin" valueType="num">
                                      <p:cBhvr>
                                        <p:cTn id="170" dur="500" fill="hold"/>
                                        <p:tgtEl>
                                          <p:spTgt spid="67"/>
                                        </p:tgtEl>
                                        <p:attrNameLst>
                                          <p:attrName>ppt_h</p:attrName>
                                        </p:attrNameLst>
                                      </p:cBhvr>
                                      <p:tavLst>
                                        <p:tav tm="0">
                                          <p:val>
                                            <p:fltVal val="0"/>
                                          </p:val>
                                        </p:tav>
                                        <p:tav tm="100000">
                                          <p:val>
                                            <p:strVal val="#ppt_h"/>
                                          </p:val>
                                        </p:tav>
                                      </p:tavLst>
                                    </p:anim>
                                    <p:animEffect transition="in" filter="fade">
                                      <p:cBhvr>
                                        <p:cTn id="171" dur="500"/>
                                        <p:tgtEl>
                                          <p:spTgt spid="67"/>
                                        </p:tgtEl>
                                      </p:cBhvr>
                                    </p:animEffect>
                                  </p:childTnLst>
                                </p:cTn>
                              </p:par>
                              <p:par>
                                <p:cTn id="172" presetID="63" presetClass="path" presetSubtype="0" accel="50000" decel="50000" fill="hold" grpId="1" nodeType="withEffect">
                                  <p:stCondLst>
                                    <p:cond delay="250"/>
                                  </p:stCondLst>
                                  <p:childTnLst>
                                    <p:animMotion origin="layout" path="M 1.04167E-6 -2.59259E-6 L 0.05117 -2.59259E-6 " pathEditMode="relative" rAng="0" ptsTypes="AA">
                                      <p:cBhvr>
                                        <p:cTn id="173" dur="1000" spd="-100000" fill="hold"/>
                                        <p:tgtEl>
                                          <p:spTgt spid="67"/>
                                        </p:tgtEl>
                                        <p:attrNameLst>
                                          <p:attrName>ppt_x</p:attrName>
                                          <p:attrName>ppt_y</p:attrName>
                                        </p:attrNameLst>
                                      </p:cBhvr>
                                      <p:rCtr x="2552" y="0"/>
                                    </p:animMotion>
                                  </p:childTnLst>
                                </p:cTn>
                              </p:par>
                            </p:childTnLst>
                          </p:cTn>
                        </p:par>
                        <p:par>
                          <p:cTn id="174" fill="hold">
                            <p:stCondLst>
                              <p:cond delay="11950"/>
                            </p:stCondLst>
                            <p:childTnLst>
                              <p:par>
                                <p:cTn id="175" presetID="22" presetClass="entr" presetSubtype="1" fill="hold" grpId="0" nodeType="afterEffect">
                                  <p:stCondLst>
                                    <p:cond delay="0"/>
                                  </p:stCondLst>
                                  <p:childTnLst>
                                    <p:set>
                                      <p:cBhvr>
                                        <p:cTn id="176" dur="1" fill="hold">
                                          <p:stCondLst>
                                            <p:cond delay="0"/>
                                          </p:stCondLst>
                                        </p:cTn>
                                        <p:tgtEl>
                                          <p:spTgt spid="50"/>
                                        </p:tgtEl>
                                        <p:attrNameLst>
                                          <p:attrName>style.visibility</p:attrName>
                                        </p:attrNameLst>
                                      </p:cBhvr>
                                      <p:to>
                                        <p:strVal val="visible"/>
                                      </p:to>
                                    </p:set>
                                    <p:animEffect transition="in" filter="wipe(up)">
                                      <p:cBhvr>
                                        <p:cTn id="177" dur="500"/>
                                        <p:tgtEl>
                                          <p:spTgt spid="50"/>
                                        </p:tgtEl>
                                      </p:cBhvr>
                                    </p:animEffect>
                                  </p:childTnLst>
                                </p:cTn>
                              </p:par>
                            </p:childTnLst>
                          </p:cTn>
                        </p:par>
                        <p:par>
                          <p:cTn id="178" fill="hold">
                            <p:stCondLst>
                              <p:cond delay="12450"/>
                            </p:stCondLst>
                            <p:childTnLst>
                              <p:par>
                                <p:cTn id="179" presetID="53" presetClass="entr" presetSubtype="16" fill="hold" nodeType="afterEffect">
                                  <p:stCondLst>
                                    <p:cond delay="0"/>
                                  </p:stCondLst>
                                  <p:childTnLst>
                                    <p:set>
                                      <p:cBhvr>
                                        <p:cTn id="180" dur="1" fill="hold">
                                          <p:stCondLst>
                                            <p:cond delay="0"/>
                                          </p:stCondLst>
                                        </p:cTn>
                                        <p:tgtEl>
                                          <p:spTgt spid="59"/>
                                        </p:tgtEl>
                                        <p:attrNameLst>
                                          <p:attrName>style.visibility</p:attrName>
                                        </p:attrNameLst>
                                      </p:cBhvr>
                                      <p:to>
                                        <p:strVal val="visible"/>
                                      </p:to>
                                    </p:set>
                                    <p:anim calcmode="lin" valueType="num">
                                      <p:cBhvr>
                                        <p:cTn id="181" dur="500" fill="hold"/>
                                        <p:tgtEl>
                                          <p:spTgt spid="59"/>
                                        </p:tgtEl>
                                        <p:attrNameLst>
                                          <p:attrName>ppt_w</p:attrName>
                                        </p:attrNameLst>
                                      </p:cBhvr>
                                      <p:tavLst>
                                        <p:tav tm="0">
                                          <p:val>
                                            <p:fltVal val="0"/>
                                          </p:val>
                                        </p:tav>
                                        <p:tav tm="100000">
                                          <p:val>
                                            <p:strVal val="#ppt_w"/>
                                          </p:val>
                                        </p:tav>
                                      </p:tavLst>
                                    </p:anim>
                                    <p:anim calcmode="lin" valueType="num">
                                      <p:cBhvr>
                                        <p:cTn id="182" dur="500" fill="hold"/>
                                        <p:tgtEl>
                                          <p:spTgt spid="59"/>
                                        </p:tgtEl>
                                        <p:attrNameLst>
                                          <p:attrName>ppt_h</p:attrName>
                                        </p:attrNameLst>
                                      </p:cBhvr>
                                      <p:tavLst>
                                        <p:tav tm="0">
                                          <p:val>
                                            <p:fltVal val="0"/>
                                          </p:val>
                                        </p:tav>
                                        <p:tav tm="100000">
                                          <p:val>
                                            <p:strVal val="#ppt_h"/>
                                          </p:val>
                                        </p:tav>
                                      </p:tavLst>
                                    </p:anim>
                                    <p:animEffect transition="in" filter="fade">
                                      <p:cBhvr>
                                        <p:cTn id="183" dur="500"/>
                                        <p:tgtEl>
                                          <p:spTgt spid="59"/>
                                        </p:tgtEl>
                                      </p:cBhvr>
                                    </p:animEffect>
                                  </p:childTnLst>
                                </p:cTn>
                              </p:par>
                              <p:par>
                                <p:cTn id="184" presetID="63" presetClass="path" presetSubtype="0" accel="50000" decel="50000" fill="hold" nodeType="withEffect">
                                  <p:stCondLst>
                                    <p:cond delay="0"/>
                                  </p:stCondLst>
                                  <p:childTnLst>
                                    <p:animMotion origin="layout" path="M 5E-6 -1.85185E-6 L 0.05118 -1.85185E-6 " pathEditMode="relative" rAng="0" ptsTypes="AA">
                                      <p:cBhvr>
                                        <p:cTn id="185" dur="1000" spd="-100000" fill="hold"/>
                                        <p:tgtEl>
                                          <p:spTgt spid="59"/>
                                        </p:tgtEl>
                                        <p:attrNameLst>
                                          <p:attrName>ppt_x</p:attrName>
                                          <p:attrName>ppt_y</p:attrName>
                                        </p:attrNameLst>
                                      </p:cBhvr>
                                      <p:rCtr x="2552" y="0"/>
                                    </p:animMotion>
                                  </p:childTnLst>
                                </p:cTn>
                              </p:par>
                              <p:par>
                                <p:cTn id="186" presetID="53" presetClass="entr" presetSubtype="16" fill="hold" grpId="0" nodeType="withEffect">
                                  <p:stCondLst>
                                    <p:cond delay="250"/>
                                  </p:stCondLst>
                                  <p:childTnLst>
                                    <p:set>
                                      <p:cBhvr>
                                        <p:cTn id="187" dur="1" fill="hold">
                                          <p:stCondLst>
                                            <p:cond delay="0"/>
                                          </p:stCondLst>
                                        </p:cTn>
                                        <p:tgtEl>
                                          <p:spTgt spid="71"/>
                                        </p:tgtEl>
                                        <p:attrNameLst>
                                          <p:attrName>style.visibility</p:attrName>
                                        </p:attrNameLst>
                                      </p:cBhvr>
                                      <p:to>
                                        <p:strVal val="visible"/>
                                      </p:to>
                                    </p:set>
                                    <p:anim calcmode="lin" valueType="num">
                                      <p:cBhvr>
                                        <p:cTn id="188" dur="500" fill="hold"/>
                                        <p:tgtEl>
                                          <p:spTgt spid="71"/>
                                        </p:tgtEl>
                                        <p:attrNameLst>
                                          <p:attrName>ppt_w</p:attrName>
                                        </p:attrNameLst>
                                      </p:cBhvr>
                                      <p:tavLst>
                                        <p:tav tm="0">
                                          <p:val>
                                            <p:fltVal val="0"/>
                                          </p:val>
                                        </p:tav>
                                        <p:tav tm="100000">
                                          <p:val>
                                            <p:strVal val="#ppt_w"/>
                                          </p:val>
                                        </p:tav>
                                      </p:tavLst>
                                    </p:anim>
                                    <p:anim calcmode="lin" valueType="num">
                                      <p:cBhvr>
                                        <p:cTn id="189" dur="500" fill="hold"/>
                                        <p:tgtEl>
                                          <p:spTgt spid="71"/>
                                        </p:tgtEl>
                                        <p:attrNameLst>
                                          <p:attrName>ppt_h</p:attrName>
                                        </p:attrNameLst>
                                      </p:cBhvr>
                                      <p:tavLst>
                                        <p:tav tm="0">
                                          <p:val>
                                            <p:fltVal val="0"/>
                                          </p:val>
                                        </p:tav>
                                        <p:tav tm="100000">
                                          <p:val>
                                            <p:strVal val="#ppt_h"/>
                                          </p:val>
                                        </p:tav>
                                      </p:tavLst>
                                    </p:anim>
                                    <p:animEffect transition="in" filter="fade">
                                      <p:cBhvr>
                                        <p:cTn id="190" dur="500"/>
                                        <p:tgtEl>
                                          <p:spTgt spid="71"/>
                                        </p:tgtEl>
                                      </p:cBhvr>
                                    </p:animEffect>
                                  </p:childTnLst>
                                </p:cTn>
                              </p:par>
                              <p:par>
                                <p:cTn id="191" presetID="35" presetClass="path" presetSubtype="0" accel="50000" decel="50000" fill="hold" grpId="1" nodeType="withEffect">
                                  <p:stCondLst>
                                    <p:cond delay="250"/>
                                  </p:stCondLst>
                                  <p:childTnLst>
                                    <p:animMotion origin="layout" path="M 2.91667E-6 2.59259E-6 L -0.13867 2.59259E-6 " pathEditMode="relative" rAng="0" ptsTypes="AA">
                                      <p:cBhvr>
                                        <p:cTn id="192" dur="1000" spd="-100000" fill="hold"/>
                                        <p:tgtEl>
                                          <p:spTgt spid="71"/>
                                        </p:tgtEl>
                                        <p:attrNameLst>
                                          <p:attrName>ppt_x</p:attrName>
                                          <p:attrName>ppt_y</p:attrName>
                                        </p:attrNameLst>
                                      </p:cBhvr>
                                      <p:rCtr x="-6940" y="0"/>
                                    </p:animMotion>
                                  </p:childTnLst>
                                </p:cTn>
                              </p:par>
                              <p:par>
                                <p:cTn id="193" presetID="53" presetClass="entr" presetSubtype="16" fill="hold" grpId="0" nodeType="withEffect">
                                  <p:stCondLst>
                                    <p:cond delay="750"/>
                                  </p:stCondLst>
                                  <p:iterate type="lt">
                                    <p:tmPct val="10000"/>
                                  </p:iterate>
                                  <p:childTnLst>
                                    <p:set>
                                      <p:cBhvr>
                                        <p:cTn id="194" dur="1" fill="hold">
                                          <p:stCondLst>
                                            <p:cond delay="0"/>
                                          </p:stCondLst>
                                        </p:cTn>
                                        <p:tgtEl>
                                          <p:spTgt spid="70"/>
                                        </p:tgtEl>
                                        <p:attrNameLst>
                                          <p:attrName>style.visibility</p:attrName>
                                        </p:attrNameLst>
                                      </p:cBhvr>
                                      <p:to>
                                        <p:strVal val="visible"/>
                                      </p:to>
                                    </p:set>
                                    <p:anim calcmode="lin" valueType="num">
                                      <p:cBhvr>
                                        <p:cTn id="195" dur="250" fill="hold"/>
                                        <p:tgtEl>
                                          <p:spTgt spid="70"/>
                                        </p:tgtEl>
                                        <p:attrNameLst>
                                          <p:attrName>ppt_w</p:attrName>
                                        </p:attrNameLst>
                                      </p:cBhvr>
                                      <p:tavLst>
                                        <p:tav tm="0">
                                          <p:val>
                                            <p:fltVal val="0"/>
                                          </p:val>
                                        </p:tav>
                                        <p:tav tm="100000">
                                          <p:val>
                                            <p:strVal val="#ppt_w"/>
                                          </p:val>
                                        </p:tav>
                                      </p:tavLst>
                                    </p:anim>
                                    <p:anim calcmode="lin" valueType="num">
                                      <p:cBhvr>
                                        <p:cTn id="196" dur="250" fill="hold"/>
                                        <p:tgtEl>
                                          <p:spTgt spid="70"/>
                                        </p:tgtEl>
                                        <p:attrNameLst>
                                          <p:attrName>ppt_h</p:attrName>
                                        </p:attrNameLst>
                                      </p:cBhvr>
                                      <p:tavLst>
                                        <p:tav tm="0">
                                          <p:val>
                                            <p:fltVal val="0"/>
                                          </p:val>
                                        </p:tav>
                                        <p:tav tm="100000">
                                          <p:val>
                                            <p:strVal val="#ppt_h"/>
                                          </p:val>
                                        </p:tav>
                                      </p:tavLst>
                                    </p:anim>
                                    <p:animEffect transition="in" filter="fade">
                                      <p:cBhvr>
                                        <p:cTn id="197" dur="25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0" grpId="1"/>
      <p:bldP spid="42" grpId="0"/>
      <p:bldP spid="43" grpId="0"/>
      <p:bldP spid="43" grpId="1"/>
      <p:bldP spid="44" grpId="0" animBg="1"/>
      <p:bldP spid="44" grpId="1" animBg="1"/>
      <p:bldP spid="44" grpId="2" animBg="1"/>
      <p:bldP spid="45" grpId="0" animBg="1"/>
      <p:bldP spid="45" grpId="1" animBg="1"/>
      <p:bldP spid="45" grpId="2" animBg="1"/>
      <p:bldP spid="46" grpId="0" animBg="1"/>
      <p:bldP spid="46" grpId="1" animBg="1"/>
      <p:bldP spid="46" grpId="2" animBg="1"/>
      <p:bldP spid="47" grpId="0" animBg="1"/>
      <p:bldP spid="47" grpId="1" animBg="1"/>
      <p:bldP spid="47" grpId="2" animBg="1"/>
      <p:bldP spid="48" grpId="0" animBg="1"/>
      <p:bldP spid="48" grpId="1" animBg="1"/>
      <p:bldP spid="48" grpId="2" animBg="1"/>
      <p:bldP spid="49" grpId="0" animBg="1"/>
      <p:bldP spid="49" grpId="1" animBg="1"/>
      <p:bldP spid="49" grpId="2" animBg="1"/>
      <p:bldP spid="50" grpId="0" animBg="1"/>
      <p:bldP spid="51" grpId="0" animBg="1"/>
      <p:bldP spid="52" grpId="0" animBg="1"/>
      <p:bldP spid="62" grpId="0"/>
      <p:bldP spid="62" grpId="1"/>
      <p:bldP spid="63" grpId="0"/>
      <p:bldP spid="63" grpId="1"/>
      <p:bldP spid="64" grpId="0"/>
      <p:bldP spid="64" grpId="1"/>
      <p:bldP spid="65" grpId="0"/>
      <p:bldP spid="65" grpId="1"/>
      <p:bldP spid="66" grpId="0"/>
      <p:bldP spid="66" grpId="1"/>
      <p:bldP spid="67" grpId="0"/>
      <p:bldP spid="67" grpId="1"/>
      <p:bldP spid="68" grpId="0"/>
      <p:bldP spid="69" grpId="0"/>
      <p:bldP spid="69" grpId="1"/>
      <p:bldP spid="70" grpId="0"/>
      <p:bldP spid="71" grpId="0"/>
      <p:bldP spid="71"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450633" y="228814"/>
            <a:ext cx="720000" cy="720000"/>
            <a:chOff x="450633" y="228814"/>
            <a:chExt cx="720000" cy="720000"/>
          </a:xfrm>
        </p:grpSpPr>
        <p:sp>
          <p:nvSpPr>
            <p:cNvPr id="34" name="椭圆 33"/>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5"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6" name="文本框 35"/>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不足之处的原因分析</a:t>
            </a:r>
          </a:p>
        </p:txBody>
      </p:sp>
      <p:cxnSp>
        <p:nvCxnSpPr>
          <p:cNvPr id="37" name="直接连接符 36"/>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38" name="矩形 37"/>
          <p:cNvSpPr/>
          <p:nvPr/>
        </p:nvSpPr>
        <p:spPr>
          <a:xfrm>
            <a:off x="7208476" y="2074578"/>
            <a:ext cx="3610119" cy="738664"/>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p>
        </p:txBody>
      </p:sp>
      <p:sp>
        <p:nvSpPr>
          <p:cNvPr id="39" name="椭圆 38"/>
          <p:cNvSpPr>
            <a:spLocks noChangeAspect="1"/>
          </p:cNvSpPr>
          <p:nvPr/>
        </p:nvSpPr>
        <p:spPr>
          <a:xfrm>
            <a:off x="6526851" y="2155910"/>
            <a:ext cx="576000" cy="576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0" name="椭圆 39"/>
          <p:cNvSpPr>
            <a:spLocks noChangeAspect="1"/>
          </p:cNvSpPr>
          <p:nvPr/>
        </p:nvSpPr>
        <p:spPr>
          <a:xfrm>
            <a:off x="7430216" y="3062372"/>
            <a:ext cx="576000" cy="576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1" name="椭圆 40"/>
          <p:cNvSpPr>
            <a:spLocks noChangeAspect="1"/>
          </p:cNvSpPr>
          <p:nvPr/>
        </p:nvSpPr>
        <p:spPr>
          <a:xfrm>
            <a:off x="6531811" y="3967247"/>
            <a:ext cx="576000" cy="576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2" name="椭圆 41"/>
          <p:cNvSpPr>
            <a:spLocks noChangeAspect="1"/>
          </p:cNvSpPr>
          <p:nvPr/>
        </p:nvSpPr>
        <p:spPr>
          <a:xfrm>
            <a:off x="5627872" y="4873710"/>
            <a:ext cx="576000" cy="576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3" name="矩形 42"/>
          <p:cNvSpPr/>
          <p:nvPr/>
        </p:nvSpPr>
        <p:spPr>
          <a:xfrm>
            <a:off x="8090164" y="2981040"/>
            <a:ext cx="3610119" cy="738664"/>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p>
        </p:txBody>
      </p:sp>
      <p:sp>
        <p:nvSpPr>
          <p:cNvPr id="44" name="矩形 43"/>
          <p:cNvSpPr/>
          <p:nvPr/>
        </p:nvSpPr>
        <p:spPr>
          <a:xfrm>
            <a:off x="7208744" y="3885915"/>
            <a:ext cx="3610119" cy="738664"/>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p>
        </p:txBody>
      </p:sp>
      <p:sp>
        <p:nvSpPr>
          <p:cNvPr id="45" name="矩形 44"/>
          <p:cNvSpPr/>
          <p:nvPr/>
        </p:nvSpPr>
        <p:spPr>
          <a:xfrm>
            <a:off x="6307926" y="4792378"/>
            <a:ext cx="3610119" cy="738664"/>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p>
        </p:txBody>
      </p:sp>
      <p:sp>
        <p:nvSpPr>
          <p:cNvPr id="46" name="Freeform 28"/>
          <p:cNvSpPr>
            <a:spLocks noChangeAspect="1"/>
          </p:cNvSpPr>
          <p:nvPr/>
        </p:nvSpPr>
        <p:spPr bwMode="auto">
          <a:xfrm>
            <a:off x="3704787" y="1899398"/>
            <a:ext cx="2657475" cy="1089025"/>
          </a:xfrm>
          <a:custGeom>
            <a:avLst/>
            <a:gdLst>
              <a:gd name="T0" fmla="*/ 0 w 6696"/>
              <a:gd name="T1" fmla="*/ 608 h 2743"/>
              <a:gd name="T2" fmla="*/ 5324 w 6696"/>
              <a:gd name="T3" fmla="*/ 608 h 2743"/>
              <a:gd name="T4" fmla="*/ 5324 w 6696"/>
              <a:gd name="T5" fmla="*/ 0 h 2743"/>
              <a:gd name="T6" fmla="*/ 6696 w 6696"/>
              <a:gd name="T7" fmla="*/ 1371 h 2743"/>
              <a:gd name="T8" fmla="*/ 5324 w 6696"/>
              <a:gd name="T9" fmla="*/ 2743 h 2743"/>
              <a:gd name="T10" fmla="*/ 5324 w 6696"/>
              <a:gd name="T11" fmla="*/ 2136 h 2743"/>
              <a:gd name="T12" fmla="*/ 1226 w 6696"/>
              <a:gd name="T13" fmla="*/ 2136 h 2743"/>
              <a:gd name="T14" fmla="*/ 1193 w 6696"/>
              <a:gd name="T15" fmla="*/ 2059 h 2743"/>
              <a:gd name="T16" fmla="*/ 1158 w 6696"/>
              <a:gd name="T17" fmla="*/ 1982 h 2743"/>
              <a:gd name="T18" fmla="*/ 1121 w 6696"/>
              <a:gd name="T19" fmla="*/ 1906 h 2743"/>
              <a:gd name="T20" fmla="*/ 1081 w 6696"/>
              <a:gd name="T21" fmla="*/ 1830 h 2743"/>
              <a:gd name="T22" fmla="*/ 1041 w 6696"/>
              <a:gd name="T23" fmla="*/ 1756 h 2743"/>
              <a:gd name="T24" fmla="*/ 998 w 6696"/>
              <a:gd name="T25" fmla="*/ 1682 h 2743"/>
              <a:gd name="T26" fmla="*/ 953 w 6696"/>
              <a:gd name="T27" fmla="*/ 1609 h 2743"/>
              <a:gd name="T28" fmla="*/ 907 w 6696"/>
              <a:gd name="T29" fmla="*/ 1538 h 2743"/>
              <a:gd name="T30" fmla="*/ 857 w 6696"/>
              <a:gd name="T31" fmla="*/ 1467 h 2743"/>
              <a:gd name="T32" fmla="*/ 807 w 6696"/>
              <a:gd name="T33" fmla="*/ 1396 h 2743"/>
              <a:gd name="T34" fmla="*/ 781 w 6696"/>
              <a:gd name="T35" fmla="*/ 1362 h 2743"/>
              <a:gd name="T36" fmla="*/ 754 w 6696"/>
              <a:gd name="T37" fmla="*/ 1327 h 2743"/>
              <a:gd name="T38" fmla="*/ 727 w 6696"/>
              <a:gd name="T39" fmla="*/ 1293 h 2743"/>
              <a:gd name="T40" fmla="*/ 700 w 6696"/>
              <a:gd name="T41" fmla="*/ 1259 h 2743"/>
              <a:gd name="T42" fmla="*/ 672 w 6696"/>
              <a:gd name="T43" fmla="*/ 1226 h 2743"/>
              <a:gd name="T44" fmla="*/ 644 w 6696"/>
              <a:gd name="T45" fmla="*/ 1192 h 2743"/>
              <a:gd name="T46" fmla="*/ 615 w 6696"/>
              <a:gd name="T47" fmla="*/ 1159 h 2743"/>
              <a:gd name="T48" fmla="*/ 585 w 6696"/>
              <a:gd name="T49" fmla="*/ 1126 h 2743"/>
              <a:gd name="T50" fmla="*/ 555 w 6696"/>
              <a:gd name="T51" fmla="*/ 1094 h 2743"/>
              <a:gd name="T52" fmla="*/ 525 w 6696"/>
              <a:gd name="T53" fmla="*/ 1061 h 2743"/>
              <a:gd name="T54" fmla="*/ 494 w 6696"/>
              <a:gd name="T55" fmla="*/ 1029 h 2743"/>
              <a:gd name="T56" fmla="*/ 463 w 6696"/>
              <a:gd name="T57" fmla="*/ 997 h 2743"/>
              <a:gd name="T58" fmla="*/ 408 w 6696"/>
              <a:gd name="T59" fmla="*/ 943 h 2743"/>
              <a:gd name="T60" fmla="*/ 352 w 6696"/>
              <a:gd name="T61" fmla="*/ 891 h 2743"/>
              <a:gd name="T62" fmla="*/ 295 w 6696"/>
              <a:gd name="T63" fmla="*/ 840 h 2743"/>
              <a:gd name="T64" fmla="*/ 237 w 6696"/>
              <a:gd name="T65" fmla="*/ 791 h 2743"/>
              <a:gd name="T66" fmla="*/ 179 w 6696"/>
              <a:gd name="T67" fmla="*/ 743 h 2743"/>
              <a:gd name="T68" fmla="*/ 120 w 6696"/>
              <a:gd name="T69" fmla="*/ 696 h 2743"/>
              <a:gd name="T70" fmla="*/ 60 w 6696"/>
              <a:gd name="T71" fmla="*/ 651 h 2743"/>
              <a:gd name="T72" fmla="*/ 0 w 6696"/>
              <a:gd name="T73" fmla="*/ 608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696" h="2743">
                <a:moveTo>
                  <a:pt x="0" y="608"/>
                </a:moveTo>
                <a:lnTo>
                  <a:pt x="5324" y="608"/>
                </a:lnTo>
                <a:lnTo>
                  <a:pt x="5324" y="0"/>
                </a:lnTo>
                <a:lnTo>
                  <a:pt x="6696" y="1371"/>
                </a:lnTo>
                <a:lnTo>
                  <a:pt x="5324" y="2743"/>
                </a:lnTo>
                <a:lnTo>
                  <a:pt x="5324" y="2136"/>
                </a:lnTo>
                <a:lnTo>
                  <a:pt x="1226" y="2136"/>
                </a:lnTo>
                <a:lnTo>
                  <a:pt x="1193" y="2059"/>
                </a:lnTo>
                <a:lnTo>
                  <a:pt x="1158" y="1982"/>
                </a:lnTo>
                <a:lnTo>
                  <a:pt x="1121" y="1906"/>
                </a:lnTo>
                <a:lnTo>
                  <a:pt x="1081" y="1830"/>
                </a:lnTo>
                <a:lnTo>
                  <a:pt x="1041" y="1756"/>
                </a:lnTo>
                <a:lnTo>
                  <a:pt x="998" y="1682"/>
                </a:lnTo>
                <a:lnTo>
                  <a:pt x="953" y="1609"/>
                </a:lnTo>
                <a:lnTo>
                  <a:pt x="907" y="1538"/>
                </a:lnTo>
                <a:lnTo>
                  <a:pt x="857" y="1467"/>
                </a:lnTo>
                <a:lnTo>
                  <a:pt x="807" y="1396"/>
                </a:lnTo>
                <a:lnTo>
                  <a:pt x="781" y="1362"/>
                </a:lnTo>
                <a:lnTo>
                  <a:pt x="754" y="1327"/>
                </a:lnTo>
                <a:lnTo>
                  <a:pt x="727" y="1293"/>
                </a:lnTo>
                <a:lnTo>
                  <a:pt x="700" y="1259"/>
                </a:lnTo>
                <a:lnTo>
                  <a:pt x="672" y="1226"/>
                </a:lnTo>
                <a:lnTo>
                  <a:pt x="644" y="1192"/>
                </a:lnTo>
                <a:lnTo>
                  <a:pt x="615" y="1159"/>
                </a:lnTo>
                <a:lnTo>
                  <a:pt x="585" y="1126"/>
                </a:lnTo>
                <a:lnTo>
                  <a:pt x="555" y="1094"/>
                </a:lnTo>
                <a:lnTo>
                  <a:pt x="525" y="1061"/>
                </a:lnTo>
                <a:lnTo>
                  <a:pt x="494" y="1029"/>
                </a:lnTo>
                <a:lnTo>
                  <a:pt x="463" y="997"/>
                </a:lnTo>
                <a:lnTo>
                  <a:pt x="408" y="943"/>
                </a:lnTo>
                <a:lnTo>
                  <a:pt x="352" y="891"/>
                </a:lnTo>
                <a:lnTo>
                  <a:pt x="295" y="840"/>
                </a:lnTo>
                <a:lnTo>
                  <a:pt x="237" y="791"/>
                </a:lnTo>
                <a:lnTo>
                  <a:pt x="179" y="743"/>
                </a:lnTo>
                <a:lnTo>
                  <a:pt x="120" y="696"/>
                </a:lnTo>
                <a:lnTo>
                  <a:pt x="60" y="651"/>
                </a:lnTo>
                <a:lnTo>
                  <a:pt x="0" y="608"/>
                </a:lnTo>
                <a:close/>
              </a:path>
            </a:pathLst>
          </a:custGeom>
          <a:solidFill>
            <a:srgbClr val="FFFFFF">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7" name="Freeform 29"/>
          <p:cNvSpPr>
            <a:spLocks noChangeAspect="1"/>
          </p:cNvSpPr>
          <p:nvPr/>
        </p:nvSpPr>
        <p:spPr bwMode="auto">
          <a:xfrm>
            <a:off x="4250887" y="2805860"/>
            <a:ext cx="3016250" cy="1089025"/>
          </a:xfrm>
          <a:custGeom>
            <a:avLst/>
            <a:gdLst>
              <a:gd name="T0" fmla="*/ 69 w 7602"/>
              <a:gd name="T1" fmla="*/ 608 h 2744"/>
              <a:gd name="T2" fmla="*/ 6230 w 7602"/>
              <a:gd name="T3" fmla="*/ 608 h 2744"/>
              <a:gd name="T4" fmla="*/ 6230 w 7602"/>
              <a:gd name="T5" fmla="*/ 0 h 2744"/>
              <a:gd name="T6" fmla="*/ 7602 w 7602"/>
              <a:gd name="T7" fmla="*/ 1372 h 2744"/>
              <a:gd name="T8" fmla="*/ 6230 w 7602"/>
              <a:gd name="T9" fmla="*/ 2744 h 2744"/>
              <a:gd name="T10" fmla="*/ 6230 w 7602"/>
              <a:gd name="T11" fmla="*/ 2137 h 2744"/>
              <a:gd name="T12" fmla="*/ 0 w 7602"/>
              <a:gd name="T13" fmla="*/ 2137 h 2744"/>
              <a:gd name="T14" fmla="*/ 12 w 7602"/>
              <a:gd name="T15" fmla="*/ 2089 h 2744"/>
              <a:gd name="T16" fmla="*/ 24 w 7602"/>
              <a:gd name="T17" fmla="*/ 2043 h 2744"/>
              <a:gd name="T18" fmla="*/ 35 w 7602"/>
              <a:gd name="T19" fmla="*/ 1996 h 2744"/>
              <a:gd name="T20" fmla="*/ 46 w 7602"/>
              <a:gd name="T21" fmla="*/ 1949 h 2744"/>
              <a:gd name="T22" fmla="*/ 55 w 7602"/>
              <a:gd name="T23" fmla="*/ 1901 h 2744"/>
              <a:gd name="T24" fmla="*/ 64 w 7602"/>
              <a:gd name="T25" fmla="*/ 1853 h 2744"/>
              <a:gd name="T26" fmla="*/ 72 w 7602"/>
              <a:gd name="T27" fmla="*/ 1806 h 2744"/>
              <a:gd name="T28" fmla="*/ 80 w 7602"/>
              <a:gd name="T29" fmla="*/ 1759 h 2744"/>
              <a:gd name="T30" fmla="*/ 87 w 7602"/>
              <a:gd name="T31" fmla="*/ 1711 h 2744"/>
              <a:gd name="T32" fmla="*/ 94 w 7602"/>
              <a:gd name="T33" fmla="*/ 1664 h 2744"/>
              <a:gd name="T34" fmla="*/ 99 w 7602"/>
              <a:gd name="T35" fmla="*/ 1615 h 2744"/>
              <a:gd name="T36" fmla="*/ 105 w 7602"/>
              <a:gd name="T37" fmla="*/ 1567 h 2744"/>
              <a:gd name="T38" fmla="*/ 109 w 7602"/>
              <a:gd name="T39" fmla="*/ 1520 h 2744"/>
              <a:gd name="T40" fmla="*/ 113 w 7602"/>
              <a:gd name="T41" fmla="*/ 1472 h 2744"/>
              <a:gd name="T42" fmla="*/ 115 w 7602"/>
              <a:gd name="T43" fmla="*/ 1423 h 2744"/>
              <a:gd name="T44" fmla="*/ 118 w 7602"/>
              <a:gd name="T45" fmla="*/ 1375 h 2744"/>
              <a:gd name="T46" fmla="*/ 120 w 7602"/>
              <a:gd name="T47" fmla="*/ 1327 h 2744"/>
              <a:gd name="T48" fmla="*/ 122 w 7602"/>
              <a:gd name="T49" fmla="*/ 1280 h 2744"/>
              <a:gd name="T50" fmla="*/ 122 w 7602"/>
              <a:gd name="T51" fmla="*/ 1231 h 2744"/>
              <a:gd name="T52" fmla="*/ 122 w 7602"/>
              <a:gd name="T53" fmla="*/ 1183 h 2744"/>
              <a:gd name="T54" fmla="*/ 121 w 7602"/>
              <a:gd name="T55" fmla="*/ 1135 h 2744"/>
              <a:gd name="T56" fmla="*/ 120 w 7602"/>
              <a:gd name="T57" fmla="*/ 1086 h 2744"/>
              <a:gd name="T58" fmla="*/ 117 w 7602"/>
              <a:gd name="T59" fmla="*/ 1038 h 2744"/>
              <a:gd name="T60" fmla="*/ 114 w 7602"/>
              <a:gd name="T61" fmla="*/ 990 h 2744"/>
              <a:gd name="T62" fmla="*/ 111 w 7602"/>
              <a:gd name="T63" fmla="*/ 943 h 2744"/>
              <a:gd name="T64" fmla="*/ 108 w 7602"/>
              <a:gd name="T65" fmla="*/ 894 h 2744"/>
              <a:gd name="T66" fmla="*/ 102 w 7602"/>
              <a:gd name="T67" fmla="*/ 846 h 2744"/>
              <a:gd name="T68" fmla="*/ 97 w 7602"/>
              <a:gd name="T69" fmla="*/ 799 h 2744"/>
              <a:gd name="T70" fmla="*/ 92 w 7602"/>
              <a:gd name="T71" fmla="*/ 751 h 2744"/>
              <a:gd name="T72" fmla="*/ 84 w 7602"/>
              <a:gd name="T73" fmla="*/ 704 h 2744"/>
              <a:gd name="T74" fmla="*/ 78 w 7602"/>
              <a:gd name="T75" fmla="*/ 655 h 2744"/>
              <a:gd name="T76" fmla="*/ 69 w 7602"/>
              <a:gd name="T77" fmla="*/ 608 h 2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602" h="2744">
                <a:moveTo>
                  <a:pt x="69" y="608"/>
                </a:moveTo>
                <a:lnTo>
                  <a:pt x="6230" y="608"/>
                </a:lnTo>
                <a:lnTo>
                  <a:pt x="6230" y="0"/>
                </a:lnTo>
                <a:lnTo>
                  <a:pt x="7602" y="1372"/>
                </a:lnTo>
                <a:lnTo>
                  <a:pt x="6230" y="2744"/>
                </a:lnTo>
                <a:lnTo>
                  <a:pt x="6230" y="2137"/>
                </a:lnTo>
                <a:lnTo>
                  <a:pt x="0" y="2137"/>
                </a:lnTo>
                <a:lnTo>
                  <a:pt x="12" y="2089"/>
                </a:lnTo>
                <a:lnTo>
                  <a:pt x="24" y="2043"/>
                </a:lnTo>
                <a:lnTo>
                  <a:pt x="35" y="1996"/>
                </a:lnTo>
                <a:lnTo>
                  <a:pt x="46" y="1949"/>
                </a:lnTo>
                <a:lnTo>
                  <a:pt x="55" y="1901"/>
                </a:lnTo>
                <a:lnTo>
                  <a:pt x="64" y="1853"/>
                </a:lnTo>
                <a:lnTo>
                  <a:pt x="72" y="1806"/>
                </a:lnTo>
                <a:lnTo>
                  <a:pt x="80" y="1759"/>
                </a:lnTo>
                <a:lnTo>
                  <a:pt x="87" y="1711"/>
                </a:lnTo>
                <a:lnTo>
                  <a:pt x="94" y="1664"/>
                </a:lnTo>
                <a:lnTo>
                  <a:pt x="99" y="1615"/>
                </a:lnTo>
                <a:lnTo>
                  <a:pt x="105" y="1567"/>
                </a:lnTo>
                <a:lnTo>
                  <a:pt x="109" y="1520"/>
                </a:lnTo>
                <a:lnTo>
                  <a:pt x="113" y="1472"/>
                </a:lnTo>
                <a:lnTo>
                  <a:pt x="115" y="1423"/>
                </a:lnTo>
                <a:lnTo>
                  <a:pt x="118" y="1375"/>
                </a:lnTo>
                <a:lnTo>
                  <a:pt x="120" y="1327"/>
                </a:lnTo>
                <a:lnTo>
                  <a:pt x="122" y="1280"/>
                </a:lnTo>
                <a:lnTo>
                  <a:pt x="122" y="1231"/>
                </a:lnTo>
                <a:lnTo>
                  <a:pt x="122" y="1183"/>
                </a:lnTo>
                <a:lnTo>
                  <a:pt x="121" y="1135"/>
                </a:lnTo>
                <a:lnTo>
                  <a:pt x="120" y="1086"/>
                </a:lnTo>
                <a:lnTo>
                  <a:pt x="117" y="1038"/>
                </a:lnTo>
                <a:lnTo>
                  <a:pt x="114" y="990"/>
                </a:lnTo>
                <a:lnTo>
                  <a:pt x="111" y="943"/>
                </a:lnTo>
                <a:lnTo>
                  <a:pt x="108" y="894"/>
                </a:lnTo>
                <a:lnTo>
                  <a:pt x="102" y="846"/>
                </a:lnTo>
                <a:lnTo>
                  <a:pt x="97" y="799"/>
                </a:lnTo>
                <a:lnTo>
                  <a:pt x="92" y="751"/>
                </a:lnTo>
                <a:lnTo>
                  <a:pt x="84" y="704"/>
                </a:lnTo>
                <a:lnTo>
                  <a:pt x="78" y="655"/>
                </a:lnTo>
                <a:lnTo>
                  <a:pt x="69" y="608"/>
                </a:lnTo>
                <a:close/>
              </a:path>
            </a:pathLst>
          </a:custGeom>
          <a:solidFill>
            <a:srgbClr val="FFFFFF">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8" name="Freeform 30"/>
          <p:cNvSpPr>
            <a:spLocks noChangeAspect="1"/>
          </p:cNvSpPr>
          <p:nvPr/>
        </p:nvSpPr>
        <p:spPr bwMode="auto">
          <a:xfrm>
            <a:off x="3490474" y="3710735"/>
            <a:ext cx="2871788" cy="1089025"/>
          </a:xfrm>
          <a:custGeom>
            <a:avLst/>
            <a:gdLst>
              <a:gd name="T0" fmla="*/ 1616 w 7235"/>
              <a:gd name="T1" fmla="*/ 607 h 2744"/>
              <a:gd name="T2" fmla="*/ 5863 w 7235"/>
              <a:gd name="T3" fmla="*/ 607 h 2744"/>
              <a:gd name="T4" fmla="*/ 5863 w 7235"/>
              <a:gd name="T5" fmla="*/ 0 h 2744"/>
              <a:gd name="T6" fmla="*/ 7235 w 7235"/>
              <a:gd name="T7" fmla="*/ 1372 h 2744"/>
              <a:gd name="T8" fmla="*/ 5863 w 7235"/>
              <a:gd name="T9" fmla="*/ 2744 h 2744"/>
              <a:gd name="T10" fmla="*/ 5863 w 7235"/>
              <a:gd name="T11" fmla="*/ 2136 h 2744"/>
              <a:gd name="T12" fmla="*/ 0 w 7235"/>
              <a:gd name="T13" fmla="*/ 2136 h 2744"/>
              <a:gd name="T14" fmla="*/ 67 w 7235"/>
              <a:gd name="T15" fmla="*/ 2104 h 2744"/>
              <a:gd name="T16" fmla="*/ 135 w 7235"/>
              <a:gd name="T17" fmla="*/ 2069 h 2744"/>
              <a:gd name="T18" fmla="*/ 201 w 7235"/>
              <a:gd name="T19" fmla="*/ 2034 h 2744"/>
              <a:gd name="T20" fmla="*/ 268 w 7235"/>
              <a:gd name="T21" fmla="*/ 1996 h 2744"/>
              <a:gd name="T22" fmla="*/ 333 w 7235"/>
              <a:gd name="T23" fmla="*/ 1958 h 2744"/>
              <a:gd name="T24" fmla="*/ 398 w 7235"/>
              <a:gd name="T25" fmla="*/ 1918 h 2744"/>
              <a:gd name="T26" fmla="*/ 461 w 7235"/>
              <a:gd name="T27" fmla="*/ 1876 h 2744"/>
              <a:gd name="T28" fmla="*/ 524 w 7235"/>
              <a:gd name="T29" fmla="*/ 1833 h 2744"/>
              <a:gd name="T30" fmla="*/ 587 w 7235"/>
              <a:gd name="T31" fmla="*/ 1788 h 2744"/>
              <a:gd name="T32" fmla="*/ 649 w 7235"/>
              <a:gd name="T33" fmla="*/ 1742 h 2744"/>
              <a:gd name="T34" fmla="*/ 710 w 7235"/>
              <a:gd name="T35" fmla="*/ 1695 h 2744"/>
              <a:gd name="T36" fmla="*/ 770 w 7235"/>
              <a:gd name="T37" fmla="*/ 1646 h 2744"/>
              <a:gd name="T38" fmla="*/ 829 w 7235"/>
              <a:gd name="T39" fmla="*/ 1594 h 2744"/>
              <a:gd name="T40" fmla="*/ 888 w 7235"/>
              <a:gd name="T41" fmla="*/ 1543 h 2744"/>
              <a:gd name="T42" fmla="*/ 945 w 7235"/>
              <a:gd name="T43" fmla="*/ 1488 h 2744"/>
              <a:gd name="T44" fmla="*/ 1002 w 7235"/>
              <a:gd name="T45" fmla="*/ 1433 h 2744"/>
              <a:gd name="T46" fmla="*/ 1048 w 7235"/>
              <a:gd name="T47" fmla="*/ 1386 h 2744"/>
              <a:gd name="T48" fmla="*/ 1094 w 7235"/>
              <a:gd name="T49" fmla="*/ 1338 h 2744"/>
              <a:gd name="T50" fmla="*/ 1138 w 7235"/>
              <a:gd name="T51" fmla="*/ 1290 h 2744"/>
              <a:gd name="T52" fmla="*/ 1181 w 7235"/>
              <a:gd name="T53" fmla="*/ 1240 h 2744"/>
              <a:gd name="T54" fmla="*/ 1224 w 7235"/>
              <a:gd name="T55" fmla="*/ 1190 h 2744"/>
              <a:gd name="T56" fmla="*/ 1264 w 7235"/>
              <a:gd name="T57" fmla="*/ 1141 h 2744"/>
              <a:gd name="T58" fmla="*/ 1304 w 7235"/>
              <a:gd name="T59" fmla="*/ 1089 h 2744"/>
              <a:gd name="T60" fmla="*/ 1343 w 7235"/>
              <a:gd name="T61" fmla="*/ 1038 h 2744"/>
              <a:gd name="T62" fmla="*/ 1381 w 7235"/>
              <a:gd name="T63" fmla="*/ 985 h 2744"/>
              <a:gd name="T64" fmla="*/ 1418 w 7235"/>
              <a:gd name="T65" fmla="*/ 932 h 2744"/>
              <a:gd name="T66" fmla="*/ 1453 w 7235"/>
              <a:gd name="T67" fmla="*/ 880 h 2744"/>
              <a:gd name="T68" fmla="*/ 1489 w 7235"/>
              <a:gd name="T69" fmla="*/ 826 h 2744"/>
              <a:gd name="T70" fmla="*/ 1522 w 7235"/>
              <a:gd name="T71" fmla="*/ 773 h 2744"/>
              <a:gd name="T72" fmla="*/ 1554 w 7235"/>
              <a:gd name="T73" fmla="*/ 718 h 2744"/>
              <a:gd name="T74" fmla="*/ 1586 w 7235"/>
              <a:gd name="T75" fmla="*/ 663 h 2744"/>
              <a:gd name="T76" fmla="*/ 1616 w 7235"/>
              <a:gd name="T77" fmla="*/ 607 h 2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35" h="2744">
                <a:moveTo>
                  <a:pt x="1616" y="607"/>
                </a:moveTo>
                <a:lnTo>
                  <a:pt x="5863" y="607"/>
                </a:lnTo>
                <a:lnTo>
                  <a:pt x="5863" y="0"/>
                </a:lnTo>
                <a:lnTo>
                  <a:pt x="7235" y="1372"/>
                </a:lnTo>
                <a:lnTo>
                  <a:pt x="5863" y="2744"/>
                </a:lnTo>
                <a:lnTo>
                  <a:pt x="5863" y="2136"/>
                </a:lnTo>
                <a:lnTo>
                  <a:pt x="0" y="2136"/>
                </a:lnTo>
                <a:lnTo>
                  <a:pt x="67" y="2104"/>
                </a:lnTo>
                <a:lnTo>
                  <a:pt x="135" y="2069"/>
                </a:lnTo>
                <a:lnTo>
                  <a:pt x="201" y="2034"/>
                </a:lnTo>
                <a:lnTo>
                  <a:pt x="268" y="1996"/>
                </a:lnTo>
                <a:lnTo>
                  <a:pt x="333" y="1958"/>
                </a:lnTo>
                <a:lnTo>
                  <a:pt x="398" y="1918"/>
                </a:lnTo>
                <a:lnTo>
                  <a:pt x="461" y="1876"/>
                </a:lnTo>
                <a:lnTo>
                  <a:pt x="524" y="1833"/>
                </a:lnTo>
                <a:lnTo>
                  <a:pt x="587" y="1788"/>
                </a:lnTo>
                <a:lnTo>
                  <a:pt x="649" y="1742"/>
                </a:lnTo>
                <a:lnTo>
                  <a:pt x="710" y="1695"/>
                </a:lnTo>
                <a:lnTo>
                  <a:pt x="770" y="1646"/>
                </a:lnTo>
                <a:lnTo>
                  <a:pt x="829" y="1594"/>
                </a:lnTo>
                <a:lnTo>
                  <a:pt x="888" y="1543"/>
                </a:lnTo>
                <a:lnTo>
                  <a:pt x="945" y="1488"/>
                </a:lnTo>
                <a:lnTo>
                  <a:pt x="1002" y="1433"/>
                </a:lnTo>
                <a:lnTo>
                  <a:pt x="1048" y="1386"/>
                </a:lnTo>
                <a:lnTo>
                  <a:pt x="1094" y="1338"/>
                </a:lnTo>
                <a:lnTo>
                  <a:pt x="1138" y="1290"/>
                </a:lnTo>
                <a:lnTo>
                  <a:pt x="1181" y="1240"/>
                </a:lnTo>
                <a:lnTo>
                  <a:pt x="1224" y="1190"/>
                </a:lnTo>
                <a:lnTo>
                  <a:pt x="1264" y="1141"/>
                </a:lnTo>
                <a:lnTo>
                  <a:pt x="1304" y="1089"/>
                </a:lnTo>
                <a:lnTo>
                  <a:pt x="1343" y="1038"/>
                </a:lnTo>
                <a:lnTo>
                  <a:pt x="1381" y="985"/>
                </a:lnTo>
                <a:lnTo>
                  <a:pt x="1418" y="932"/>
                </a:lnTo>
                <a:lnTo>
                  <a:pt x="1453" y="880"/>
                </a:lnTo>
                <a:lnTo>
                  <a:pt x="1489" y="826"/>
                </a:lnTo>
                <a:lnTo>
                  <a:pt x="1522" y="773"/>
                </a:lnTo>
                <a:lnTo>
                  <a:pt x="1554" y="718"/>
                </a:lnTo>
                <a:lnTo>
                  <a:pt x="1586" y="663"/>
                </a:lnTo>
                <a:lnTo>
                  <a:pt x="1616" y="607"/>
                </a:lnTo>
                <a:close/>
              </a:path>
            </a:pathLst>
          </a:custGeom>
          <a:solidFill>
            <a:srgbClr val="FFFFFF">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9" name="Freeform 31"/>
          <p:cNvSpPr>
            <a:spLocks noChangeAspect="1"/>
          </p:cNvSpPr>
          <p:nvPr/>
        </p:nvSpPr>
        <p:spPr bwMode="auto">
          <a:xfrm>
            <a:off x="1198124" y="4617198"/>
            <a:ext cx="4257675" cy="1089025"/>
          </a:xfrm>
          <a:custGeom>
            <a:avLst/>
            <a:gdLst>
              <a:gd name="T0" fmla="*/ 9357 w 10730"/>
              <a:gd name="T1" fmla="*/ 0 h 2743"/>
              <a:gd name="T2" fmla="*/ 10730 w 10730"/>
              <a:gd name="T3" fmla="*/ 1372 h 2743"/>
              <a:gd name="T4" fmla="*/ 9357 w 10730"/>
              <a:gd name="T5" fmla="*/ 2743 h 2743"/>
              <a:gd name="T6" fmla="*/ 9357 w 10730"/>
              <a:gd name="T7" fmla="*/ 2135 h 2743"/>
              <a:gd name="T8" fmla="*/ 0 w 10730"/>
              <a:gd name="T9" fmla="*/ 2135 h 2743"/>
              <a:gd name="T10" fmla="*/ 1529 w 10730"/>
              <a:gd name="T11" fmla="*/ 607 h 2743"/>
              <a:gd name="T12" fmla="*/ 9357 w 10730"/>
              <a:gd name="T13" fmla="*/ 607 h 2743"/>
              <a:gd name="T14" fmla="*/ 9357 w 10730"/>
              <a:gd name="T15" fmla="*/ 0 h 27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30" h="2743">
                <a:moveTo>
                  <a:pt x="9357" y="0"/>
                </a:moveTo>
                <a:lnTo>
                  <a:pt x="10730" y="1372"/>
                </a:lnTo>
                <a:lnTo>
                  <a:pt x="9357" y="2743"/>
                </a:lnTo>
                <a:lnTo>
                  <a:pt x="9357" y="2135"/>
                </a:lnTo>
                <a:lnTo>
                  <a:pt x="0" y="2135"/>
                </a:lnTo>
                <a:lnTo>
                  <a:pt x="1529" y="607"/>
                </a:lnTo>
                <a:lnTo>
                  <a:pt x="9357" y="607"/>
                </a:lnTo>
                <a:lnTo>
                  <a:pt x="9357" y="0"/>
                </a:lnTo>
                <a:close/>
              </a:path>
            </a:pathLst>
          </a:custGeom>
          <a:solidFill>
            <a:srgbClr val="FFFFFF">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0" name="矩形 49"/>
          <p:cNvSpPr/>
          <p:nvPr/>
        </p:nvSpPr>
        <p:spPr>
          <a:xfrm>
            <a:off x="2425461" y="2824491"/>
            <a:ext cx="995322" cy="954107"/>
          </a:xfrm>
          <a:prstGeom prst="rect">
            <a:avLst/>
          </a:prstGeom>
        </p:spPr>
        <p:txBody>
          <a:bodyPr wrap="square">
            <a:spAutoFit/>
          </a:bodyPr>
          <a:lstStyle/>
          <a:p>
            <a:pPr algn="ctr"/>
            <a:r>
              <a:rPr lang="zh-CN" altLang="en-US" sz="2800" b="1" dirty="0">
                <a:solidFill>
                  <a:srgbClr val="000000"/>
                </a:solidFill>
                <a:latin typeface="微软雅黑" panose="020B0503020204020204" pitchFamily="34" charset="-122"/>
                <a:ea typeface="微软雅黑" panose="020B0503020204020204" pitchFamily="34" charset="-122"/>
              </a:rPr>
              <a:t>原因分析</a:t>
            </a:r>
          </a:p>
        </p:txBody>
      </p:sp>
      <p:sp>
        <p:nvSpPr>
          <p:cNvPr id="51" name="矩形 50"/>
          <p:cNvSpPr/>
          <p:nvPr/>
        </p:nvSpPr>
        <p:spPr>
          <a:xfrm>
            <a:off x="4018539" y="2259244"/>
            <a:ext cx="1953530" cy="369332"/>
          </a:xfrm>
          <a:prstGeom prst="rect">
            <a:avLst/>
          </a:prstGeom>
        </p:spPr>
        <p:txBody>
          <a:bodyPr wrap="square">
            <a:spAutoFit/>
          </a:bodyPr>
          <a:lstStyle/>
          <a:p>
            <a:pPr algn="ctr"/>
            <a:r>
              <a:rPr lang="zh-CN" altLang="en-US" b="1" dirty="0">
                <a:solidFill>
                  <a:srgbClr val="000000"/>
                </a:solidFill>
                <a:latin typeface="微软雅黑" panose="020B0503020204020204" pitchFamily="34" charset="-122"/>
                <a:ea typeface="微软雅黑" panose="020B0503020204020204" pitchFamily="34" charset="-122"/>
              </a:rPr>
              <a:t>添加您的标题</a:t>
            </a:r>
          </a:p>
        </p:txBody>
      </p:sp>
      <p:sp>
        <p:nvSpPr>
          <p:cNvPr id="52" name="矩形 51"/>
          <p:cNvSpPr/>
          <p:nvPr/>
        </p:nvSpPr>
        <p:spPr>
          <a:xfrm>
            <a:off x="4771027" y="3165706"/>
            <a:ext cx="1953530" cy="369332"/>
          </a:xfrm>
          <a:prstGeom prst="rect">
            <a:avLst/>
          </a:prstGeom>
        </p:spPr>
        <p:txBody>
          <a:bodyPr wrap="square">
            <a:spAutoFit/>
          </a:bodyPr>
          <a:lstStyle/>
          <a:p>
            <a:pPr algn="ctr"/>
            <a:r>
              <a:rPr lang="zh-CN" altLang="en-US" b="1" dirty="0">
                <a:solidFill>
                  <a:srgbClr val="000000"/>
                </a:solidFill>
                <a:latin typeface="微软雅黑" panose="020B0503020204020204" pitchFamily="34" charset="-122"/>
                <a:ea typeface="微软雅黑" panose="020B0503020204020204" pitchFamily="34" charset="-122"/>
              </a:rPr>
              <a:t>添加您的标题</a:t>
            </a:r>
          </a:p>
        </p:txBody>
      </p:sp>
      <p:sp>
        <p:nvSpPr>
          <p:cNvPr id="53" name="矩形 52"/>
          <p:cNvSpPr/>
          <p:nvPr/>
        </p:nvSpPr>
        <p:spPr>
          <a:xfrm>
            <a:off x="4018539" y="4070581"/>
            <a:ext cx="1953530" cy="369332"/>
          </a:xfrm>
          <a:prstGeom prst="rect">
            <a:avLst/>
          </a:prstGeom>
        </p:spPr>
        <p:txBody>
          <a:bodyPr wrap="square">
            <a:spAutoFit/>
          </a:bodyPr>
          <a:lstStyle/>
          <a:p>
            <a:pPr algn="ctr"/>
            <a:r>
              <a:rPr lang="zh-CN" altLang="en-US" b="1" dirty="0">
                <a:solidFill>
                  <a:srgbClr val="000000"/>
                </a:solidFill>
                <a:latin typeface="微软雅黑" panose="020B0503020204020204" pitchFamily="34" charset="-122"/>
                <a:ea typeface="微软雅黑" panose="020B0503020204020204" pitchFamily="34" charset="-122"/>
              </a:rPr>
              <a:t>添加您的标题</a:t>
            </a:r>
          </a:p>
        </p:txBody>
      </p:sp>
      <p:sp>
        <p:nvSpPr>
          <p:cNvPr id="54" name="矩形 53"/>
          <p:cNvSpPr/>
          <p:nvPr/>
        </p:nvSpPr>
        <p:spPr>
          <a:xfrm>
            <a:off x="2954286" y="4977044"/>
            <a:ext cx="1953530" cy="369332"/>
          </a:xfrm>
          <a:prstGeom prst="rect">
            <a:avLst/>
          </a:prstGeom>
        </p:spPr>
        <p:txBody>
          <a:bodyPr wrap="square">
            <a:spAutoFit/>
          </a:bodyPr>
          <a:lstStyle/>
          <a:p>
            <a:pPr algn="ctr"/>
            <a:r>
              <a:rPr lang="zh-CN" altLang="en-US" b="1" dirty="0">
                <a:solidFill>
                  <a:srgbClr val="000000"/>
                </a:solidFill>
                <a:latin typeface="微软雅黑" panose="020B0503020204020204" pitchFamily="34" charset="-122"/>
                <a:ea typeface="微软雅黑" panose="020B0503020204020204" pitchFamily="34" charset="-122"/>
              </a:rPr>
              <a:t>添加您的标题</a:t>
            </a:r>
          </a:p>
        </p:txBody>
      </p:sp>
      <p:sp>
        <p:nvSpPr>
          <p:cNvPr id="55" name="Freeform 130"/>
          <p:cNvSpPr>
            <a:spLocks noChangeAspect="1" noEditPoints="1"/>
          </p:cNvSpPr>
          <p:nvPr/>
        </p:nvSpPr>
        <p:spPr bwMode="auto">
          <a:xfrm>
            <a:off x="5783140" y="5010633"/>
            <a:ext cx="265465" cy="302155"/>
          </a:xfrm>
          <a:custGeom>
            <a:avLst/>
            <a:gdLst>
              <a:gd name="T0" fmla="*/ 943 w 1200"/>
              <a:gd name="T1" fmla="*/ 0 h 1372"/>
              <a:gd name="T2" fmla="*/ 1029 w 1200"/>
              <a:gd name="T3" fmla="*/ 86 h 1372"/>
              <a:gd name="T4" fmla="*/ 686 w 1200"/>
              <a:gd name="T5" fmla="*/ 429 h 1372"/>
              <a:gd name="T6" fmla="*/ 515 w 1200"/>
              <a:gd name="T7" fmla="*/ 257 h 1372"/>
              <a:gd name="T8" fmla="*/ 0 w 1200"/>
              <a:gd name="T9" fmla="*/ 772 h 1372"/>
              <a:gd name="T10" fmla="*/ 86 w 1200"/>
              <a:gd name="T11" fmla="*/ 857 h 1372"/>
              <a:gd name="T12" fmla="*/ 515 w 1200"/>
              <a:gd name="T13" fmla="*/ 429 h 1372"/>
              <a:gd name="T14" fmla="*/ 686 w 1200"/>
              <a:gd name="T15" fmla="*/ 600 h 1372"/>
              <a:gd name="T16" fmla="*/ 1115 w 1200"/>
              <a:gd name="T17" fmla="*/ 172 h 1372"/>
              <a:gd name="T18" fmla="*/ 1200 w 1200"/>
              <a:gd name="T19" fmla="*/ 257 h 1372"/>
              <a:gd name="T20" fmla="*/ 1200 w 1200"/>
              <a:gd name="T21" fmla="*/ 0 h 1372"/>
              <a:gd name="T22" fmla="*/ 943 w 1200"/>
              <a:gd name="T23" fmla="*/ 0 h 1372"/>
              <a:gd name="T24" fmla="*/ 1029 w 1200"/>
              <a:gd name="T25" fmla="*/ 429 h 1372"/>
              <a:gd name="T26" fmla="*/ 1200 w 1200"/>
              <a:gd name="T27" fmla="*/ 429 h 1372"/>
              <a:gd name="T28" fmla="*/ 1200 w 1200"/>
              <a:gd name="T29" fmla="*/ 1372 h 1372"/>
              <a:gd name="T30" fmla="*/ 1029 w 1200"/>
              <a:gd name="T31" fmla="*/ 1372 h 1372"/>
              <a:gd name="T32" fmla="*/ 1029 w 1200"/>
              <a:gd name="T33" fmla="*/ 429 h 1372"/>
              <a:gd name="T34" fmla="*/ 686 w 1200"/>
              <a:gd name="T35" fmla="*/ 686 h 1372"/>
              <a:gd name="T36" fmla="*/ 857 w 1200"/>
              <a:gd name="T37" fmla="*/ 686 h 1372"/>
              <a:gd name="T38" fmla="*/ 857 w 1200"/>
              <a:gd name="T39" fmla="*/ 1372 h 1372"/>
              <a:gd name="T40" fmla="*/ 686 w 1200"/>
              <a:gd name="T41" fmla="*/ 1372 h 1372"/>
              <a:gd name="T42" fmla="*/ 686 w 1200"/>
              <a:gd name="T43" fmla="*/ 686 h 1372"/>
              <a:gd name="T44" fmla="*/ 343 w 1200"/>
              <a:gd name="T45" fmla="*/ 772 h 1372"/>
              <a:gd name="T46" fmla="*/ 515 w 1200"/>
              <a:gd name="T47" fmla="*/ 772 h 1372"/>
              <a:gd name="T48" fmla="*/ 515 w 1200"/>
              <a:gd name="T49" fmla="*/ 1372 h 1372"/>
              <a:gd name="T50" fmla="*/ 343 w 1200"/>
              <a:gd name="T51" fmla="*/ 1372 h 1372"/>
              <a:gd name="T52" fmla="*/ 343 w 1200"/>
              <a:gd name="T53" fmla="*/ 772 h 1372"/>
              <a:gd name="T54" fmla="*/ 0 w 1200"/>
              <a:gd name="T55" fmla="*/ 943 h 1372"/>
              <a:gd name="T56" fmla="*/ 172 w 1200"/>
              <a:gd name="T57" fmla="*/ 943 h 1372"/>
              <a:gd name="T58" fmla="*/ 172 w 1200"/>
              <a:gd name="T59" fmla="*/ 1372 h 1372"/>
              <a:gd name="T60" fmla="*/ 0 w 1200"/>
              <a:gd name="T61" fmla="*/ 1372 h 1372"/>
              <a:gd name="T62" fmla="*/ 0 w 1200"/>
              <a:gd name="T63" fmla="*/ 943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0" h="1372">
                <a:moveTo>
                  <a:pt x="943" y="0"/>
                </a:moveTo>
                <a:lnTo>
                  <a:pt x="1029" y="86"/>
                </a:lnTo>
                <a:lnTo>
                  <a:pt x="686" y="429"/>
                </a:lnTo>
                <a:lnTo>
                  <a:pt x="515" y="257"/>
                </a:lnTo>
                <a:lnTo>
                  <a:pt x="0" y="772"/>
                </a:lnTo>
                <a:lnTo>
                  <a:pt x="86" y="857"/>
                </a:lnTo>
                <a:lnTo>
                  <a:pt x="515" y="429"/>
                </a:lnTo>
                <a:lnTo>
                  <a:pt x="686" y="600"/>
                </a:lnTo>
                <a:lnTo>
                  <a:pt x="1115" y="172"/>
                </a:lnTo>
                <a:lnTo>
                  <a:pt x="1200" y="257"/>
                </a:lnTo>
                <a:lnTo>
                  <a:pt x="1200" y="0"/>
                </a:lnTo>
                <a:lnTo>
                  <a:pt x="943" y="0"/>
                </a:lnTo>
                <a:close/>
                <a:moveTo>
                  <a:pt x="1029" y="429"/>
                </a:moveTo>
                <a:lnTo>
                  <a:pt x="1200" y="429"/>
                </a:lnTo>
                <a:lnTo>
                  <a:pt x="1200" y="1372"/>
                </a:lnTo>
                <a:lnTo>
                  <a:pt x="1029" y="1372"/>
                </a:lnTo>
                <a:lnTo>
                  <a:pt x="1029" y="429"/>
                </a:lnTo>
                <a:close/>
                <a:moveTo>
                  <a:pt x="686" y="686"/>
                </a:moveTo>
                <a:lnTo>
                  <a:pt x="857" y="686"/>
                </a:lnTo>
                <a:lnTo>
                  <a:pt x="857" y="1372"/>
                </a:lnTo>
                <a:lnTo>
                  <a:pt x="686" y="1372"/>
                </a:lnTo>
                <a:lnTo>
                  <a:pt x="686" y="686"/>
                </a:lnTo>
                <a:close/>
                <a:moveTo>
                  <a:pt x="343" y="772"/>
                </a:moveTo>
                <a:lnTo>
                  <a:pt x="515" y="772"/>
                </a:lnTo>
                <a:lnTo>
                  <a:pt x="515" y="1372"/>
                </a:lnTo>
                <a:lnTo>
                  <a:pt x="343" y="1372"/>
                </a:lnTo>
                <a:lnTo>
                  <a:pt x="343" y="772"/>
                </a:lnTo>
                <a:close/>
                <a:moveTo>
                  <a:pt x="0" y="943"/>
                </a:moveTo>
                <a:lnTo>
                  <a:pt x="172" y="943"/>
                </a:lnTo>
                <a:lnTo>
                  <a:pt x="172" y="1372"/>
                </a:lnTo>
                <a:lnTo>
                  <a:pt x="0" y="1372"/>
                </a:lnTo>
                <a:lnTo>
                  <a:pt x="0" y="94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6" name="任意多边形 55"/>
          <p:cNvSpPr>
            <a:spLocks noChangeAspect="1" noChangeArrowheads="1"/>
          </p:cNvSpPr>
          <p:nvPr/>
        </p:nvSpPr>
        <p:spPr bwMode="auto">
          <a:xfrm>
            <a:off x="6665088" y="4118647"/>
            <a:ext cx="309447" cy="273200"/>
          </a:xfrm>
          <a:custGeom>
            <a:avLst/>
            <a:gdLst>
              <a:gd name="connsiteX0" fmla="*/ 125874 w 360000"/>
              <a:gd name="connsiteY0" fmla="*/ 231403 h 317831"/>
              <a:gd name="connsiteX1" fmla="*/ 180338 w 360000"/>
              <a:gd name="connsiteY1" fmla="*/ 247866 h 317831"/>
              <a:gd name="connsiteX2" fmla="*/ 236453 w 360000"/>
              <a:gd name="connsiteY2" fmla="*/ 231403 h 317831"/>
              <a:gd name="connsiteX3" fmla="*/ 243880 w 360000"/>
              <a:gd name="connsiteY3" fmla="*/ 276675 h 317831"/>
              <a:gd name="connsiteX4" fmla="*/ 264511 w 360000"/>
              <a:gd name="connsiteY4" fmla="*/ 290668 h 317831"/>
              <a:gd name="connsiteX5" fmla="*/ 180338 w 360000"/>
              <a:gd name="connsiteY5" fmla="*/ 317831 h 317831"/>
              <a:gd name="connsiteX6" fmla="*/ 89564 w 360000"/>
              <a:gd name="connsiteY6" fmla="*/ 290668 h 317831"/>
              <a:gd name="connsiteX7" fmla="*/ 114321 w 360000"/>
              <a:gd name="connsiteY7" fmla="*/ 277498 h 317831"/>
              <a:gd name="connsiteX8" fmla="*/ 125874 w 360000"/>
              <a:gd name="connsiteY8" fmla="*/ 231403 h 317831"/>
              <a:gd name="connsiteX9" fmla="*/ 306331 w 360000"/>
              <a:gd name="connsiteY9" fmla="*/ 145009 h 317831"/>
              <a:gd name="connsiteX10" fmla="*/ 360000 w 360000"/>
              <a:gd name="connsiteY10" fmla="*/ 179636 h 317831"/>
              <a:gd name="connsiteX11" fmla="*/ 360000 w 360000"/>
              <a:gd name="connsiteY11" fmla="*/ 265379 h 317831"/>
              <a:gd name="connsiteX12" fmla="*/ 306331 w 360000"/>
              <a:gd name="connsiteY12" fmla="*/ 286815 h 317831"/>
              <a:gd name="connsiteX13" fmla="*/ 258442 w 360000"/>
              <a:gd name="connsiteY13" fmla="*/ 274448 h 317831"/>
              <a:gd name="connsiteX14" fmla="*/ 252662 w 360000"/>
              <a:gd name="connsiteY14" fmla="*/ 255486 h 317831"/>
              <a:gd name="connsiteX15" fmla="*/ 252662 w 360000"/>
              <a:gd name="connsiteY15" fmla="*/ 215912 h 317831"/>
              <a:gd name="connsiteX16" fmla="*/ 260093 w 360000"/>
              <a:gd name="connsiteY16" fmla="*/ 190354 h 317831"/>
              <a:gd name="connsiteX17" fmla="*/ 306331 w 360000"/>
              <a:gd name="connsiteY17" fmla="*/ 145009 h 317831"/>
              <a:gd name="connsiteX18" fmla="*/ 264221 w 360000"/>
              <a:gd name="connsiteY18" fmla="*/ 206843 h 317831"/>
              <a:gd name="connsiteX19" fmla="*/ 264221 w 360000"/>
              <a:gd name="connsiteY19" fmla="*/ 234875 h 317831"/>
              <a:gd name="connsiteX20" fmla="*/ 295597 w 360000"/>
              <a:gd name="connsiteY20" fmla="*/ 215912 h 317831"/>
              <a:gd name="connsiteX21" fmla="*/ 306331 w 360000"/>
              <a:gd name="connsiteY21" fmla="*/ 145009 h 317831"/>
              <a:gd name="connsiteX22" fmla="*/ 53558 w 360000"/>
              <a:gd name="connsiteY22" fmla="*/ 144307 h 317831"/>
              <a:gd name="connsiteX23" fmla="*/ 99700 w 360000"/>
              <a:gd name="connsiteY23" fmla="*/ 189542 h 317831"/>
              <a:gd name="connsiteX24" fmla="*/ 106292 w 360000"/>
              <a:gd name="connsiteY24" fmla="*/ 215038 h 317831"/>
              <a:gd name="connsiteX25" fmla="*/ 106292 w 360000"/>
              <a:gd name="connsiteY25" fmla="*/ 255339 h 317831"/>
              <a:gd name="connsiteX26" fmla="*/ 100524 w 360000"/>
              <a:gd name="connsiteY26" fmla="*/ 274256 h 317831"/>
              <a:gd name="connsiteX27" fmla="*/ 53558 w 360000"/>
              <a:gd name="connsiteY27" fmla="*/ 285770 h 317831"/>
              <a:gd name="connsiteX28" fmla="*/ 0 w 360000"/>
              <a:gd name="connsiteY28" fmla="*/ 264386 h 317831"/>
              <a:gd name="connsiteX29" fmla="*/ 0 w 360000"/>
              <a:gd name="connsiteY29" fmla="*/ 178850 h 317831"/>
              <a:gd name="connsiteX30" fmla="*/ 53558 w 360000"/>
              <a:gd name="connsiteY30" fmla="*/ 144307 h 317831"/>
              <a:gd name="connsiteX31" fmla="*/ 64270 w 360000"/>
              <a:gd name="connsiteY31" fmla="*/ 215038 h 317831"/>
              <a:gd name="connsiteX32" fmla="*/ 95580 w 360000"/>
              <a:gd name="connsiteY32" fmla="*/ 234777 h 317831"/>
              <a:gd name="connsiteX33" fmla="*/ 95580 w 360000"/>
              <a:gd name="connsiteY33" fmla="*/ 205991 h 317831"/>
              <a:gd name="connsiteX34" fmla="*/ 53558 w 360000"/>
              <a:gd name="connsiteY34" fmla="*/ 144307 h 317831"/>
              <a:gd name="connsiteX35" fmla="*/ 159721 w 360000"/>
              <a:gd name="connsiteY35" fmla="*/ 86428 h 317831"/>
              <a:gd name="connsiteX36" fmla="*/ 180348 w 360000"/>
              <a:gd name="connsiteY36" fmla="*/ 94676 h 317831"/>
              <a:gd name="connsiteX37" fmla="*/ 163847 w 360000"/>
              <a:gd name="connsiteY37" fmla="*/ 154060 h 317831"/>
              <a:gd name="connsiteX38" fmla="*/ 180348 w 360000"/>
              <a:gd name="connsiteY38" fmla="*/ 177979 h 317831"/>
              <a:gd name="connsiteX39" fmla="*/ 196024 w 360000"/>
              <a:gd name="connsiteY39" fmla="*/ 154060 h 317831"/>
              <a:gd name="connsiteX40" fmla="*/ 180348 w 360000"/>
              <a:gd name="connsiteY40" fmla="*/ 94676 h 317831"/>
              <a:gd name="connsiteX41" fmla="*/ 200974 w 360000"/>
              <a:gd name="connsiteY41" fmla="*/ 86428 h 317831"/>
              <a:gd name="connsiteX42" fmla="*/ 248828 w 360000"/>
              <a:gd name="connsiteY42" fmla="*/ 135090 h 317831"/>
              <a:gd name="connsiteX43" fmla="*/ 248828 w 360000"/>
              <a:gd name="connsiteY43" fmla="*/ 187051 h 317831"/>
              <a:gd name="connsiteX44" fmla="*/ 248828 w 360000"/>
              <a:gd name="connsiteY44" fmla="*/ 189526 h 317831"/>
              <a:gd name="connsiteX45" fmla="*/ 186948 w 360000"/>
              <a:gd name="connsiteY45" fmla="*/ 210145 h 317831"/>
              <a:gd name="connsiteX46" fmla="*/ 173747 w 360000"/>
              <a:gd name="connsiteY46" fmla="*/ 210145 h 317831"/>
              <a:gd name="connsiteX47" fmla="*/ 111868 w 360000"/>
              <a:gd name="connsiteY47" fmla="*/ 187876 h 317831"/>
              <a:gd name="connsiteX48" fmla="*/ 111868 w 360000"/>
              <a:gd name="connsiteY48" fmla="*/ 187051 h 317831"/>
              <a:gd name="connsiteX49" fmla="*/ 111868 w 360000"/>
              <a:gd name="connsiteY49" fmla="*/ 135090 h 317831"/>
              <a:gd name="connsiteX50" fmla="*/ 159721 w 360000"/>
              <a:gd name="connsiteY50" fmla="*/ 86428 h 317831"/>
              <a:gd name="connsiteX51" fmla="*/ 312082 w 360000"/>
              <a:gd name="connsiteY51" fmla="*/ 42168 h 317831"/>
              <a:gd name="connsiteX52" fmla="*/ 354077 w 360000"/>
              <a:gd name="connsiteY52" fmla="*/ 90784 h 317831"/>
              <a:gd name="connsiteX53" fmla="*/ 312082 w 360000"/>
              <a:gd name="connsiteY53" fmla="*/ 139400 h 317831"/>
              <a:gd name="connsiteX54" fmla="*/ 270087 w 360000"/>
              <a:gd name="connsiteY54" fmla="*/ 90784 h 317831"/>
              <a:gd name="connsiteX55" fmla="*/ 312082 w 360000"/>
              <a:gd name="connsiteY55" fmla="*/ 42168 h 317831"/>
              <a:gd name="connsiteX56" fmla="*/ 47571 w 360000"/>
              <a:gd name="connsiteY56" fmla="*/ 41122 h 317831"/>
              <a:gd name="connsiteX57" fmla="*/ 89566 w 360000"/>
              <a:gd name="connsiteY57" fmla="*/ 90261 h 317831"/>
              <a:gd name="connsiteX58" fmla="*/ 47571 w 360000"/>
              <a:gd name="connsiteY58" fmla="*/ 139400 h 317831"/>
              <a:gd name="connsiteX59" fmla="*/ 5576 w 360000"/>
              <a:gd name="connsiteY59" fmla="*/ 90261 h 317831"/>
              <a:gd name="connsiteX60" fmla="*/ 47571 w 360000"/>
              <a:gd name="connsiteY60" fmla="*/ 41122 h 317831"/>
              <a:gd name="connsiteX61" fmla="*/ 180349 w 360000"/>
              <a:gd name="connsiteY61" fmla="*/ 0 h 317831"/>
              <a:gd name="connsiteX62" fmla="*/ 215025 w 360000"/>
              <a:gd name="connsiteY62" fmla="*/ 40426 h 317831"/>
              <a:gd name="connsiteX63" fmla="*/ 180349 w 360000"/>
              <a:gd name="connsiteY63" fmla="*/ 80852 h 317831"/>
              <a:gd name="connsiteX64" fmla="*/ 145673 w 360000"/>
              <a:gd name="connsiteY64" fmla="*/ 40426 h 317831"/>
              <a:gd name="connsiteX65" fmla="*/ 180349 w 360000"/>
              <a:gd name="connsiteY65" fmla="*/ 0 h 31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60000" h="317831">
                <a:moveTo>
                  <a:pt x="125874" y="231403"/>
                </a:moveTo>
                <a:cubicBezTo>
                  <a:pt x="125874" y="231403"/>
                  <a:pt x="142378" y="247866"/>
                  <a:pt x="180338" y="247866"/>
                </a:cubicBezTo>
                <a:cubicBezTo>
                  <a:pt x="218299" y="247866"/>
                  <a:pt x="236453" y="231403"/>
                  <a:pt x="236453" y="231403"/>
                </a:cubicBezTo>
                <a:cubicBezTo>
                  <a:pt x="236453" y="231403"/>
                  <a:pt x="232327" y="258566"/>
                  <a:pt x="243880" y="276675"/>
                </a:cubicBezTo>
                <a:cubicBezTo>
                  <a:pt x="248832" y="283260"/>
                  <a:pt x="254608" y="289022"/>
                  <a:pt x="264511" y="290668"/>
                </a:cubicBezTo>
                <a:cubicBezTo>
                  <a:pt x="264511" y="290668"/>
                  <a:pt x="243880" y="317831"/>
                  <a:pt x="180338" y="317831"/>
                </a:cubicBezTo>
                <a:cubicBezTo>
                  <a:pt x="115971" y="317831"/>
                  <a:pt x="89564" y="290668"/>
                  <a:pt x="89564" y="290668"/>
                </a:cubicBezTo>
                <a:cubicBezTo>
                  <a:pt x="101117" y="289022"/>
                  <a:pt x="108544" y="284083"/>
                  <a:pt x="114321" y="277498"/>
                </a:cubicBezTo>
                <a:cubicBezTo>
                  <a:pt x="130000" y="259389"/>
                  <a:pt x="125874" y="231403"/>
                  <a:pt x="125874" y="231403"/>
                </a:cubicBezTo>
                <a:close/>
                <a:moveTo>
                  <a:pt x="306331" y="145009"/>
                </a:moveTo>
                <a:cubicBezTo>
                  <a:pt x="306331" y="145009"/>
                  <a:pt x="360000" y="142536"/>
                  <a:pt x="360000" y="179636"/>
                </a:cubicBezTo>
                <a:cubicBezTo>
                  <a:pt x="360000" y="215912"/>
                  <a:pt x="360000" y="265379"/>
                  <a:pt x="360000" y="265379"/>
                </a:cubicBezTo>
                <a:cubicBezTo>
                  <a:pt x="360000" y="265379"/>
                  <a:pt x="353395" y="286815"/>
                  <a:pt x="306331" y="286815"/>
                </a:cubicBezTo>
                <a:cubicBezTo>
                  <a:pt x="278258" y="286815"/>
                  <a:pt x="264221" y="281868"/>
                  <a:pt x="258442" y="274448"/>
                </a:cubicBezTo>
                <a:cubicBezTo>
                  <a:pt x="254313" y="268677"/>
                  <a:pt x="252662" y="262906"/>
                  <a:pt x="252662" y="255486"/>
                </a:cubicBezTo>
                <a:cubicBezTo>
                  <a:pt x="252662" y="238172"/>
                  <a:pt x="252662" y="215912"/>
                  <a:pt x="252662" y="215912"/>
                </a:cubicBezTo>
                <a:cubicBezTo>
                  <a:pt x="252662" y="215912"/>
                  <a:pt x="255139" y="204370"/>
                  <a:pt x="260093" y="190354"/>
                </a:cubicBezTo>
                <a:cubicBezTo>
                  <a:pt x="267524" y="169743"/>
                  <a:pt x="281561" y="145009"/>
                  <a:pt x="306331" y="145009"/>
                </a:cubicBezTo>
                <a:cubicBezTo>
                  <a:pt x="306331" y="145009"/>
                  <a:pt x="306331" y="145009"/>
                  <a:pt x="264221" y="206843"/>
                </a:cubicBezTo>
                <a:cubicBezTo>
                  <a:pt x="264221" y="206843"/>
                  <a:pt x="264221" y="206843"/>
                  <a:pt x="264221" y="234875"/>
                </a:cubicBezTo>
                <a:cubicBezTo>
                  <a:pt x="264221" y="234875"/>
                  <a:pt x="264221" y="234875"/>
                  <a:pt x="295597" y="215912"/>
                </a:cubicBezTo>
                <a:cubicBezTo>
                  <a:pt x="295597" y="215912"/>
                  <a:pt x="295597" y="215912"/>
                  <a:pt x="306331" y="145009"/>
                </a:cubicBezTo>
                <a:close/>
                <a:moveTo>
                  <a:pt x="53558" y="144307"/>
                </a:moveTo>
                <a:cubicBezTo>
                  <a:pt x="78277" y="144307"/>
                  <a:pt x="92284" y="168980"/>
                  <a:pt x="99700" y="189542"/>
                </a:cubicBezTo>
                <a:cubicBezTo>
                  <a:pt x="104644" y="203524"/>
                  <a:pt x="106292" y="215038"/>
                  <a:pt x="106292" y="215038"/>
                </a:cubicBezTo>
                <a:cubicBezTo>
                  <a:pt x="106292" y="215038"/>
                  <a:pt x="106292" y="238067"/>
                  <a:pt x="106292" y="255339"/>
                </a:cubicBezTo>
                <a:cubicBezTo>
                  <a:pt x="106292" y="262741"/>
                  <a:pt x="105468" y="269321"/>
                  <a:pt x="100524" y="274256"/>
                </a:cubicBezTo>
                <a:cubicBezTo>
                  <a:pt x="93932" y="281658"/>
                  <a:pt x="79925" y="285770"/>
                  <a:pt x="53558" y="285770"/>
                </a:cubicBezTo>
                <a:cubicBezTo>
                  <a:pt x="6592" y="285770"/>
                  <a:pt x="0" y="264386"/>
                  <a:pt x="0" y="264386"/>
                </a:cubicBezTo>
                <a:cubicBezTo>
                  <a:pt x="0" y="264386"/>
                  <a:pt x="0" y="215861"/>
                  <a:pt x="0" y="178850"/>
                </a:cubicBezTo>
                <a:cubicBezTo>
                  <a:pt x="0" y="141839"/>
                  <a:pt x="53558" y="144307"/>
                  <a:pt x="53558" y="144307"/>
                </a:cubicBezTo>
                <a:cubicBezTo>
                  <a:pt x="53558" y="144307"/>
                  <a:pt x="53558" y="144307"/>
                  <a:pt x="64270" y="215038"/>
                </a:cubicBezTo>
                <a:cubicBezTo>
                  <a:pt x="64270" y="215038"/>
                  <a:pt x="64270" y="215038"/>
                  <a:pt x="95580" y="234777"/>
                </a:cubicBezTo>
                <a:cubicBezTo>
                  <a:pt x="95580" y="234777"/>
                  <a:pt x="95580" y="234777"/>
                  <a:pt x="95580" y="205991"/>
                </a:cubicBezTo>
                <a:cubicBezTo>
                  <a:pt x="95580" y="205991"/>
                  <a:pt x="95580" y="205991"/>
                  <a:pt x="53558" y="144307"/>
                </a:cubicBezTo>
                <a:close/>
                <a:moveTo>
                  <a:pt x="159721" y="86428"/>
                </a:moveTo>
                <a:cubicBezTo>
                  <a:pt x="159721" y="86428"/>
                  <a:pt x="159721" y="86428"/>
                  <a:pt x="180348" y="94676"/>
                </a:cubicBezTo>
                <a:cubicBezTo>
                  <a:pt x="180348" y="94676"/>
                  <a:pt x="180348" y="94676"/>
                  <a:pt x="163847" y="154060"/>
                </a:cubicBezTo>
                <a:cubicBezTo>
                  <a:pt x="163847" y="154060"/>
                  <a:pt x="163847" y="154060"/>
                  <a:pt x="180348" y="177979"/>
                </a:cubicBezTo>
                <a:cubicBezTo>
                  <a:pt x="180348" y="177979"/>
                  <a:pt x="180348" y="177979"/>
                  <a:pt x="196024" y="154060"/>
                </a:cubicBezTo>
                <a:cubicBezTo>
                  <a:pt x="196024" y="154060"/>
                  <a:pt x="196024" y="154060"/>
                  <a:pt x="180348" y="94676"/>
                </a:cubicBezTo>
                <a:cubicBezTo>
                  <a:pt x="180348" y="94676"/>
                  <a:pt x="180348" y="94676"/>
                  <a:pt x="200974" y="86428"/>
                </a:cubicBezTo>
                <a:cubicBezTo>
                  <a:pt x="219126" y="91377"/>
                  <a:pt x="248828" y="104573"/>
                  <a:pt x="248828" y="135090"/>
                </a:cubicBezTo>
                <a:cubicBezTo>
                  <a:pt x="248828" y="179628"/>
                  <a:pt x="248828" y="187051"/>
                  <a:pt x="248828" y="187051"/>
                </a:cubicBezTo>
                <a:cubicBezTo>
                  <a:pt x="248828" y="187051"/>
                  <a:pt x="248828" y="187876"/>
                  <a:pt x="248828" y="189526"/>
                </a:cubicBezTo>
                <a:cubicBezTo>
                  <a:pt x="246353" y="195299"/>
                  <a:pt x="235627" y="210145"/>
                  <a:pt x="186948" y="210145"/>
                </a:cubicBezTo>
                <a:cubicBezTo>
                  <a:pt x="186948" y="210145"/>
                  <a:pt x="186948" y="210145"/>
                  <a:pt x="173747" y="210145"/>
                </a:cubicBezTo>
                <a:cubicBezTo>
                  <a:pt x="119293" y="210145"/>
                  <a:pt x="112693" y="191175"/>
                  <a:pt x="111868" y="187876"/>
                </a:cubicBezTo>
                <a:cubicBezTo>
                  <a:pt x="111868" y="187876"/>
                  <a:pt x="111868" y="187051"/>
                  <a:pt x="111868" y="187051"/>
                </a:cubicBezTo>
                <a:cubicBezTo>
                  <a:pt x="111868" y="187051"/>
                  <a:pt x="111868" y="179628"/>
                  <a:pt x="111868" y="135090"/>
                </a:cubicBezTo>
                <a:cubicBezTo>
                  <a:pt x="111868" y="104573"/>
                  <a:pt x="141570" y="91377"/>
                  <a:pt x="159721" y="86428"/>
                </a:cubicBezTo>
                <a:close/>
                <a:moveTo>
                  <a:pt x="312082" y="42168"/>
                </a:moveTo>
                <a:cubicBezTo>
                  <a:pt x="335275" y="42168"/>
                  <a:pt x="354077" y="63934"/>
                  <a:pt x="354077" y="90784"/>
                </a:cubicBezTo>
                <a:cubicBezTo>
                  <a:pt x="354077" y="117634"/>
                  <a:pt x="335275" y="139400"/>
                  <a:pt x="312082" y="139400"/>
                </a:cubicBezTo>
                <a:cubicBezTo>
                  <a:pt x="288889" y="139400"/>
                  <a:pt x="270087" y="117634"/>
                  <a:pt x="270087" y="90784"/>
                </a:cubicBezTo>
                <a:cubicBezTo>
                  <a:pt x="270087" y="63934"/>
                  <a:pt x="288889" y="42168"/>
                  <a:pt x="312082" y="42168"/>
                </a:cubicBezTo>
                <a:close/>
                <a:moveTo>
                  <a:pt x="47571" y="41122"/>
                </a:moveTo>
                <a:cubicBezTo>
                  <a:pt x="70764" y="41122"/>
                  <a:pt x="89566" y="63122"/>
                  <a:pt x="89566" y="90261"/>
                </a:cubicBezTo>
                <a:cubicBezTo>
                  <a:pt x="89566" y="117400"/>
                  <a:pt x="70764" y="139400"/>
                  <a:pt x="47571" y="139400"/>
                </a:cubicBezTo>
                <a:cubicBezTo>
                  <a:pt x="24378" y="139400"/>
                  <a:pt x="5576" y="117400"/>
                  <a:pt x="5576" y="90261"/>
                </a:cubicBezTo>
                <a:cubicBezTo>
                  <a:pt x="5576" y="63122"/>
                  <a:pt x="24378" y="41122"/>
                  <a:pt x="47571" y="41122"/>
                </a:cubicBezTo>
                <a:close/>
                <a:moveTo>
                  <a:pt x="180349" y="0"/>
                </a:moveTo>
                <a:cubicBezTo>
                  <a:pt x="199500" y="0"/>
                  <a:pt x="215025" y="18099"/>
                  <a:pt x="215025" y="40426"/>
                </a:cubicBezTo>
                <a:cubicBezTo>
                  <a:pt x="215025" y="62753"/>
                  <a:pt x="199500" y="80852"/>
                  <a:pt x="180349" y="80852"/>
                </a:cubicBezTo>
                <a:cubicBezTo>
                  <a:pt x="161198" y="80852"/>
                  <a:pt x="145673" y="62753"/>
                  <a:pt x="145673" y="40426"/>
                </a:cubicBezTo>
                <a:cubicBezTo>
                  <a:pt x="145673" y="18099"/>
                  <a:pt x="161198" y="0"/>
                  <a:pt x="180349"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7" name="Freeform 133"/>
          <p:cNvSpPr>
            <a:spLocks noChangeAspect="1" noEditPoints="1"/>
          </p:cNvSpPr>
          <p:nvPr/>
        </p:nvSpPr>
        <p:spPr bwMode="auto">
          <a:xfrm>
            <a:off x="7557583" y="3230224"/>
            <a:ext cx="321266" cy="240296"/>
          </a:xfrm>
          <a:custGeom>
            <a:avLst/>
            <a:gdLst>
              <a:gd name="T0" fmla="*/ 1125 w 1200"/>
              <a:gd name="T1" fmla="*/ 450 h 900"/>
              <a:gd name="T2" fmla="*/ 975 w 1200"/>
              <a:gd name="T3" fmla="*/ 450 h 900"/>
              <a:gd name="T4" fmla="*/ 975 w 1200"/>
              <a:gd name="T5" fmla="*/ 562 h 900"/>
              <a:gd name="T6" fmla="*/ 938 w 1200"/>
              <a:gd name="T7" fmla="*/ 600 h 900"/>
              <a:gd name="T8" fmla="*/ 863 w 1200"/>
              <a:gd name="T9" fmla="*/ 600 h 900"/>
              <a:gd name="T10" fmla="*/ 825 w 1200"/>
              <a:gd name="T11" fmla="*/ 562 h 900"/>
              <a:gd name="T12" fmla="*/ 825 w 1200"/>
              <a:gd name="T13" fmla="*/ 450 h 900"/>
              <a:gd name="T14" fmla="*/ 375 w 1200"/>
              <a:gd name="T15" fmla="*/ 450 h 900"/>
              <a:gd name="T16" fmla="*/ 375 w 1200"/>
              <a:gd name="T17" fmla="*/ 562 h 900"/>
              <a:gd name="T18" fmla="*/ 338 w 1200"/>
              <a:gd name="T19" fmla="*/ 600 h 900"/>
              <a:gd name="T20" fmla="*/ 263 w 1200"/>
              <a:gd name="T21" fmla="*/ 600 h 900"/>
              <a:gd name="T22" fmla="*/ 225 w 1200"/>
              <a:gd name="T23" fmla="*/ 562 h 900"/>
              <a:gd name="T24" fmla="*/ 225 w 1200"/>
              <a:gd name="T25" fmla="*/ 450 h 900"/>
              <a:gd name="T26" fmla="*/ 75 w 1200"/>
              <a:gd name="T27" fmla="*/ 450 h 900"/>
              <a:gd name="T28" fmla="*/ 75 w 1200"/>
              <a:gd name="T29" fmla="*/ 375 h 900"/>
              <a:gd name="T30" fmla="*/ 1125 w 1200"/>
              <a:gd name="T31" fmla="*/ 375 h 900"/>
              <a:gd name="T32" fmla="*/ 1125 w 1200"/>
              <a:gd name="T33" fmla="*/ 450 h 900"/>
              <a:gd name="T34" fmla="*/ 450 w 1200"/>
              <a:gd name="T35" fmla="*/ 75 h 900"/>
              <a:gd name="T36" fmla="*/ 450 w 1200"/>
              <a:gd name="T37" fmla="*/ 75 h 900"/>
              <a:gd name="T38" fmla="*/ 750 w 1200"/>
              <a:gd name="T39" fmla="*/ 75 h 900"/>
              <a:gd name="T40" fmla="*/ 750 w 1200"/>
              <a:gd name="T41" fmla="*/ 75 h 900"/>
              <a:gd name="T42" fmla="*/ 750 w 1200"/>
              <a:gd name="T43" fmla="*/ 150 h 900"/>
              <a:gd name="T44" fmla="*/ 450 w 1200"/>
              <a:gd name="T45" fmla="*/ 150 h 900"/>
              <a:gd name="T46" fmla="*/ 450 w 1200"/>
              <a:gd name="T47" fmla="*/ 75 h 900"/>
              <a:gd name="T48" fmla="*/ 1125 w 1200"/>
              <a:gd name="T49" fmla="*/ 150 h 900"/>
              <a:gd name="T50" fmla="*/ 825 w 1200"/>
              <a:gd name="T51" fmla="*/ 150 h 900"/>
              <a:gd name="T52" fmla="*/ 825 w 1200"/>
              <a:gd name="T53" fmla="*/ 75 h 900"/>
              <a:gd name="T54" fmla="*/ 750 w 1200"/>
              <a:gd name="T55" fmla="*/ 0 h 900"/>
              <a:gd name="T56" fmla="*/ 450 w 1200"/>
              <a:gd name="T57" fmla="*/ 0 h 900"/>
              <a:gd name="T58" fmla="*/ 375 w 1200"/>
              <a:gd name="T59" fmla="*/ 75 h 900"/>
              <a:gd name="T60" fmla="*/ 375 w 1200"/>
              <a:gd name="T61" fmla="*/ 150 h 900"/>
              <a:gd name="T62" fmla="*/ 75 w 1200"/>
              <a:gd name="T63" fmla="*/ 150 h 900"/>
              <a:gd name="T64" fmla="*/ 0 w 1200"/>
              <a:gd name="T65" fmla="*/ 225 h 900"/>
              <a:gd name="T66" fmla="*/ 0 w 1200"/>
              <a:gd name="T67" fmla="*/ 825 h 900"/>
              <a:gd name="T68" fmla="*/ 75 w 1200"/>
              <a:gd name="T69" fmla="*/ 900 h 900"/>
              <a:gd name="T70" fmla="*/ 1125 w 1200"/>
              <a:gd name="T71" fmla="*/ 900 h 900"/>
              <a:gd name="T72" fmla="*/ 1200 w 1200"/>
              <a:gd name="T73" fmla="*/ 825 h 900"/>
              <a:gd name="T74" fmla="*/ 1200 w 1200"/>
              <a:gd name="T75" fmla="*/ 225 h 900"/>
              <a:gd name="T76" fmla="*/ 1125 w 1200"/>
              <a:gd name="T77" fmla="*/ 150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00" h="900">
                <a:moveTo>
                  <a:pt x="1125" y="450"/>
                </a:moveTo>
                <a:lnTo>
                  <a:pt x="975" y="450"/>
                </a:lnTo>
                <a:lnTo>
                  <a:pt x="975" y="562"/>
                </a:lnTo>
                <a:cubicBezTo>
                  <a:pt x="975" y="583"/>
                  <a:pt x="958" y="600"/>
                  <a:pt x="938" y="600"/>
                </a:cubicBezTo>
                <a:lnTo>
                  <a:pt x="863" y="600"/>
                </a:lnTo>
                <a:cubicBezTo>
                  <a:pt x="842" y="600"/>
                  <a:pt x="825" y="583"/>
                  <a:pt x="825" y="562"/>
                </a:cubicBezTo>
                <a:lnTo>
                  <a:pt x="825" y="450"/>
                </a:lnTo>
                <a:lnTo>
                  <a:pt x="375" y="450"/>
                </a:lnTo>
                <a:lnTo>
                  <a:pt x="375" y="562"/>
                </a:lnTo>
                <a:cubicBezTo>
                  <a:pt x="375" y="583"/>
                  <a:pt x="358" y="600"/>
                  <a:pt x="338" y="600"/>
                </a:cubicBezTo>
                <a:lnTo>
                  <a:pt x="263" y="600"/>
                </a:lnTo>
                <a:cubicBezTo>
                  <a:pt x="242" y="600"/>
                  <a:pt x="225" y="583"/>
                  <a:pt x="225" y="562"/>
                </a:cubicBezTo>
                <a:lnTo>
                  <a:pt x="225" y="450"/>
                </a:lnTo>
                <a:lnTo>
                  <a:pt x="75" y="450"/>
                </a:lnTo>
                <a:lnTo>
                  <a:pt x="75" y="375"/>
                </a:lnTo>
                <a:lnTo>
                  <a:pt x="1125" y="375"/>
                </a:lnTo>
                <a:lnTo>
                  <a:pt x="1125" y="450"/>
                </a:lnTo>
                <a:close/>
                <a:moveTo>
                  <a:pt x="450" y="75"/>
                </a:moveTo>
                <a:cubicBezTo>
                  <a:pt x="450" y="75"/>
                  <a:pt x="450" y="75"/>
                  <a:pt x="450" y="75"/>
                </a:cubicBezTo>
                <a:lnTo>
                  <a:pt x="750" y="75"/>
                </a:lnTo>
                <a:cubicBezTo>
                  <a:pt x="750" y="75"/>
                  <a:pt x="750" y="75"/>
                  <a:pt x="750" y="75"/>
                </a:cubicBezTo>
                <a:lnTo>
                  <a:pt x="750" y="150"/>
                </a:lnTo>
                <a:lnTo>
                  <a:pt x="450" y="150"/>
                </a:lnTo>
                <a:lnTo>
                  <a:pt x="450" y="75"/>
                </a:lnTo>
                <a:close/>
                <a:moveTo>
                  <a:pt x="1125" y="150"/>
                </a:moveTo>
                <a:lnTo>
                  <a:pt x="825" y="150"/>
                </a:lnTo>
                <a:lnTo>
                  <a:pt x="825" y="75"/>
                </a:lnTo>
                <a:cubicBezTo>
                  <a:pt x="825" y="34"/>
                  <a:pt x="791" y="0"/>
                  <a:pt x="750" y="0"/>
                </a:cubicBezTo>
                <a:lnTo>
                  <a:pt x="450" y="0"/>
                </a:lnTo>
                <a:cubicBezTo>
                  <a:pt x="409" y="0"/>
                  <a:pt x="375" y="34"/>
                  <a:pt x="375" y="75"/>
                </a:cubicBezTo>
                <a:lnTo>
                  <a:pt x="375" y="150"/>
                </a:lnTo>
                <a:lnTo>
                  <a:pt x="75" y="150"/>
                </a:lnTo>
                <a:cubicBezTo>
                  <a:pt x="34" y="150"/>
                  <a:pt x="0" y="184"/>
                  <a:pt x="0" y="225"/>
                </a:cubicBezTo>
                <a:lnTo>
                  <a:pt x="0" y="825"/>
                </a:lnTo>
                <a:cubicBezTo>
                  <a:pt x="0" y="866"/>
                  <a:pt x="34" y="900"/>
                  <a:pt x="75" y="900"/>
                </a:cubicBezTo>
                <a:lnTo>
                  <a:pt x="1125" y="900"/>
                </a:lnTo>
                <a:cubicBezTo>
                  <a:pt x="1166" y="900"/>
                  <a:pt x="1200" y="866"/>
                  <a:pt x="1200" y="825"/>
                </a:cubicBezTo>
                <a:lnTo>
                  <a:pt x="1200" y="225"/>
                </a:lnTo>
                <a:cubicBezTo>
                  <a:pt x="1200" y="184"/>
                  <a:pt x="1166" y="150"/>
                  <a:pt x="1125" y="15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8" name="Freeform 17"/>
          <p:cNvSpPr>
            <a:spLocks noChangeAspect="1" noEditPoints="1"/>
          </p:cNvSpPr>
          <p:nvPr/>
        </p:nvSpPr>
        <p:spPr bwMode="auto">
          <a:xfrm>
            <a:off x="6637690" y="2266290"/>
            <a:ext cx="354322" cy="355240"/>
          </a:xfrm>
          <a:custGeom>
            <a:avLst/>
            <a:gdLst>
              <a:gd name="T0" fmla="*/ 306388 w 1008"/>
              <a:gd name="T1" fmla="*/ 614363 h 1009"/>
              <a:gd name="T2" fmla="*/ 0 w 1008"/>
              <a:gd name="T3" fmla="*/ 306877 h 1009"/>
              <a:gd name="T4" fmla="*/ 306388 w 1008"/>
              <a:gd name="T5" fmla="*/ 0 h 1009"/>
              <a:gd name="T6" fmla="*/ 612775 w 1008"/>
              <a:gd name="T7" fmla="*/ 306877 h 1009"/>
              <a:gd name="T8" fmla="*/ 306388 w 1008"/>
              <a:gd name="T9" fmla="*/ 614363 h 1009"/>
              <a:gd name="T10" fmla="*/ 440736 w 1008"/>
              <a:gd name="T11" fmla="*/ 468231 h 1009"/>
              <a:gd name="T12" fmla="*/ 440736 w 1008"/>
              <a:gd name="T13" fmla="*/ 468231 h 1009"/>
              <a:gd name="T14" fmla="*/ 327056 w 1008"/>
              <a:gd name="T15" fmla="*/ 356805 h 1009"/>
              <a:gd name="T16" fmla="*/ 306388 w 1008"/>
              <a:gd name="T17" fmla="*/ 360459 h 1009"/>
              <a:gd name="T18" fmla="*/ 252891 w 1008"/>
              <a:gd name="T19" fmla="*/ 306877 h 1009"/>
              <a:gd name="T20" fmla="*/ 277208 w 1008"/>
              <a:gd name="T21" fmla="*/ 262429 h 1009"/>
              <a:gd name="T22" fmla="*/ 277208 w 1008"/>
              <a:gd name="T23" fmla="*/ 108990 h 1009"/>
              <a:gd name="T24" fmla="*/ 336175 w 1008"/>
              <a:gd name="T25" fmla="*/ 108990 h 1009"/>
              <a:gd name="T26" fmla="*/ 336175 w 1008"/>
              <a:gd name="T27" fmla="*/ 262429 h 1009"/>
              <a:gd name="T28" fmla="*/ 359884 w 1008"/>
              <a:gd name="T29" fmla="*/ 306877 h 1009"/>
              <a:gd name="T30" fmla="*/ 356236 w 1008"/>
              <a:gd name="T31" fmla="*/ 326361 h 1009"/>
              <a:gd name="T32" fmla="*/ 470524 w 1008"/>
              <a:gd name="T33" fmla="*/ 437787 h 1009"/>
              <a:gd name="T34" fmla="*/ 440736 w 1008"/>
              <a:gd name="T35" fmla="*/ 468231 h 1009"/>
              <a:gd name="T36" fmla="*/ 102129 w 1008"/>
              <a:gd name="T37" fmla="*/ 286784 h 1009"/>
              <a:gd name="T38" fmla="*/ 102129 w 1008"/>
              <a:gd name="T39" fmla="*/ 286784 h 1009"/>
              <a:gd name="T40" fmla="*/ 142251 w 1008"/>
              <a:gd name="T41" fmla="*/ 286784 h 1009"/>
              <a:gd name="T42" fmla="*/ 142251 w 1008"/>
              <a:gd name="T43" fmla="*/ 327579 h 1009"/>
              <a:gd name="T44" fmla="*/ 102129 w 1008"/>
              <a:gd name="T45" fmla="*/ 327579 h 1009"/>
              <a:gd name="T46" fmla="*/ 102129 w 1008"/>
              <a:gd name="T47" fmla="*/ 286784 h 1009"/>
              <a:gd name="T48" fmla="*/ 470524 w 1008"/>
              <a:gd name="T49" fmla="*/ 286784 h 1009"/>
              <a:gd name="T50" fmla="*/ 470524 w 1008"/>
              <a:gd name="T51" fmla="*/ 286784 h 1009"/>
              <a:gd name="T52" fmla="*/ 510646 w 1008"/>
              <a:gd name="T53" fmla="*/ 286784 h 1009"/>
              <a:gd name="T54" fmla="*/ 510646 w 1008"/>
              <a:gd name="T55" fmla="*/ 327579 h 1009"/>
              <a:gd name="T56" fmla="*/ 470524 w 1008"/>
              <a:gd name="T57" fmla="*/ 327579 h 1009"/>
              <a:gd name="T58" fmla="*/ 470524 w 1008"/>
              <a:gd name="T59" fmla="*/ 286784 h 1009"/>
              <a:gd name="T60" fmla="*/ 285719 w 1008"/>
              <a:gd name="T61" fmla="*/ 511462 h 1009"/>
              <a:gd name="T62" fmla="*/ 285719 w 1008"/>
              <a:gd name="T63" fmla="*/ 511462 h 1009"/>
              <a:gd name="T64" fmla="*/ 285719 w 1008"/>
              <a:gd name="T65" fmla="*/ 471884 h 1009"/>
              <a:gd name="T66" fmla="*/ 327056 w 1008"/>
              <a:gd name="T67" fmla="*/ 471884 h 1009"/>
              <a:gd name="T68" fmla="*/ 327056 w 1008"/>
              <a:gd name="T69" fmla="*/ 511462 h 1009"/>
              <a:gd name="T70" fmla="*/ 285719 w 1008"/>
              <a:gd name="T71" fmla="*/ 511462 h 1009"/>
              <a:gd name="T72" fmla="*/ 306388 w 1008"/>
              <a:gd name="T73" fmla="*/ 555301 h 1009"/>
              <a:gd name="T74" fmla="*/ 306388 w 1008"/>
              <a:gd name="T75" fmla="*/ 555301 h 1009"/>
              <a:gd name="T76" fmla="*/ 554415 w 1008"/>
              <a:gd name="T77" fmla="*/ 306877 h 1009"/>
              <a:gd name="T78" fmla="*/ 306388 w 1008"/>
              <a:gd name="T79" fmla="*/ 59062 h 1009"/>
              <a:gd name="T80" fmla="*/ 58360 w 1008"/>
              <a:gd name="T81" fmla="*/ 306877 h 1009"/>
              <a:gd name="T82" fmla="*/ 306388 w 1008"/>
              <a:gd name="T83" fmla="*/ 555301 h 100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008"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rgbClr val="FFFFFF"/>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nvGrpSpPr>
          <p:cNvPr id="59" name="组合 58"/>
          <p:cNvGrpSpPr>
            <a:grpSpLocks noChangeAspect="1"/>
          </p:cNvGrpSpPr>
          <p:nvPr/>
        </p:nvGrpSpPr>
        <p:grpSpPr>
          <a:xfrm>
            <a:off x="455174" y="1885110"/>
            <a:ext cx="3843338" cy="3835400"/>
            <a:chOff x="455174" y="1868485"/>
            <a:chExt cx="3843338" cy="3835400"/>
          </a:xfrm>
        </p:grpSpPr>
        <p:sp>
          <p:nvSpPr>
            <p:cNvPr id="60" name="Freeform 24"/>
            <p:cNvSpPr>
              <a:spLocks noChangeAspect="1" noEditPoints="1"/>
            </p:cNvSpPr>
            <p:nvPr/>
          </p:nvSpPr>
          <p:spPr bwMode="auto">
            <a:xfrm>
              <a:off x="455174" y="1868485"/>
              <a:ext cx="3843338" cy="3835400"/>
            </a:xfrm>
            <a:custGeom>
              <a:avLst/>
              <a:gdLst>
                <a:gd name="T0" fmla="*/ 1278 w 9684"/>
                <a:gd name="T1" fmla="*/ 9601 h 9664"/>
                <a:gd name="T2" fmla="*/ 1176 w 9684"/>
                <a:gd name="T3" fmla="*/ 9648 h 9664"/>
                <a:gd name="T4" fmla="*/ 1065 w 9684"/>
                <a:gd name="T5" fmla="*/ 9664 h 9664"/>
                <a:gd name="T6" fmla="*/ 956 w 9684"/>
                <a:gd name="T7" fmla="*/ 9648 h 9664"/>
                <a:gd name="T8" fmla="*/ 854 w 9684"/>
                <a:gd name="T9" fmla="*/ 9601 h 9664"/>
                <a:gd name="T10" fmla="*/ 99 w 9684"/>
                <a:gd name="T11" fmla="*/ 8856 h 9664"/>
                <a:gd name="T12" fmla="*/ 35 w 9684"/>
                <a:gd name="T13" fmla="*/ 8761 h 9664"/>
                <a:gd name="T14" fmla="*/ 4 w 9684"/>
                <a:gd name="T15" fmla="*/ 8654 h 9664"/>
                <a:gd name="T16" fmla="*/ 4 w 9684"/>
                <a:gd name="T17" fmla="*/ 8543 h 9664"/>
                <a:gd name="T18" fmla="*/ 35 w 9684"/>
                <a:gd name="T19" fmla="*/ 8436 h 9664"/>
                <a:gd name="T20" fmla="*/ 99 w 9684"/>
                <a:gd name="T21" fmla="*/ 8340 h 9664"/>
                <a:gd name="T22" fmla="*/ 2850 w 9684"/>
                <a:gd name="T23" fmla="*/ 4807 h 9664"/>
                <a:gd name="T24" fmla="*/ 2641 w 9684"/>
                <a:gd name="T25" fmla="*/ 3971 h 9664"/>
                <a:gd name="T26" fmla="*/ 2639 w 9684"/>
                <a:gd name="T27" fmla="*/ 3113 h 9664"/>
                <a:gd name="T28" fmla="*/ 2845 w 9684"/>
                <a:gd name="T29" fmla="*/ 2276 h 9664"/>
                <a:gd name="T30" fmla="*/ 3258 w 9684"/>
                <a:gd name="T31" fmla="*/ 1498 h 9664"/>
                <a:gd name="T32" fmla="*/ 3918 w 9684"/>
                <a:gd name="T33" fmla="*/ 793 h 9664"/>
                <a:gd name="T34" fmla="*/ 4819 w 9684"/>
                <a:gd name="T35" fmla="*/ 258 h 9664"/>
                <a:gd name="T36" fmla="*/ 5810 w 9684"/>
                <a:gd name="T37" fmla="*/ 16 h 9664"/>
                <a:gd name="T38" fmla="*/ 6824 w 9684"/>
                <a:gd name="T39" fmla="*/ 64 h 9664"/>
                <a:gd name="T40" fmla="*/ 7792 w 9684"/>
                <a:gd name="T41" fmla="*/ 404 h 9664"/>
                <a:gd name="T42" fmla="*/ 8649 w 9684"/>
                <a:gd name="T43" fmla="*/ 1035 h 9664"/>
                <a:gd name="T44" fmla="*/ 9279 w 9684"/>
                <a:gd name="T45" fmla="*/ 1891 h 9664"/>
                <a:gd name="T46" fmla="*/ 9619 w 9684"/>
                <a:gd name="T47" fmla="*/ 2860 h 9664"/>
                <a:gd name="T48" fmla="*/ 9668 w 9684"/>
                <a:gd name="T49" fmla="*/ 3873 h 9664"/>
                <a:gd name="T50" fmla="*/ 9425 w 9684"/>
                <a:gd name="T51" fmla="*/ 4865 h 9664"/>
                <a:gd name="T52" fmla="*/ 8891 w 9684"/>
                <a:gd name="T53" fmla="*/ 5765 h 9664"/>
                <a:gd name="T54" fmla="*/ 8182 w 9684"/>
                <a:gd name="T55" fmla="*/ 6427 h 9664"/>
                <a:gd name="T56" fmla="*/ 7400 w 9684"/>
                <a:gd name="T57" fmla="*/ 6841 h 9664"/>
                <a:gd name="T58" fmla="*/ 6558 w 9684"/>
                <a:gd name="T59" fmla="*/ 7046 h 9664"/>
                <a:gd name="T60" fmla="*/ 5694 w 9684"/>
                <a:gd name="T61" fmla="*/ 7040 h 9664"/>
                <a:gd name="T62" fmla="*/ 4854 w 9684"/>
                <a:gd name="T63" fmla="*/ 6824 h 9664"/>
                <a:gd name="T64" fmla="*/ 7636 w 9684"/>
                <a:gd name="T65" fmla="*/ 2193 h 9664"/>
                <a:gd name="T66" fmla="*/ 7965 w 9684"/>
                <a:gd name="T67" fmla="*/ 2691 h 9664"/>
                <a:gd name="T68" fmla="*/ 8130 w 9684"/>
                <a:gd name="T69" fmla="*/ 3247 h 9664"/>
                <a:gd name="T70" fmla="*/ 8130 w 9684"/>
                <a:gd name="T71" fmla="*/ 3822 h 9664"/>
                <a:gd name="T72" fmla="*/ 7965 w 9684"/>
                <a:gd name="T73" fmla="*/ 4377 h 9664"/>
                <a:gd name="T74" fmla="*/ 7636 w 9684"/>
                <a:gd name="T75" fmla="*/ 4876 h 9664"/>
                <a:gd name="T76" fmla="*/ 7166 w 9684"/>
                <a:gd name="T77" fmla="*/ 5260 h 9664"/>
                <a:gd name="T78" fmla="*/ 6625 w 9684"/>
                <a:gd name="T79" fmla="*/ 5480 h 9664"/>
                <a:gd name="T80" fmla="*/ 6052 w 9684"/>
                <a:gd name="T81" fmla="*/ 5535 h 9664"/>
                <a:gd name="T82" fmla="*/ 5486 w 9684"/>
                <a:gd name="T83" fmla="*/ 5424 h 9664"/>
                <a:gd name="T84" fmla="*/ 4965 w 9684"/>
                <a:gd name="T85" fmla="*/ 5149 h 9664"/>
                <a:gd name="T86" fmla="*/ 4533 w 9684"/>
                <a:gd name="T87" fmla="*/ 4718 h 9664"/>
                <a:gd name="T88" fmla="*/ 4259 w 9684"/>
                <a:gd name="T89" fmla="*/ 4197 h 9664"/>
                <a:gd name="T90" fmla="*/ 4148 w 9684"/>
                <a:gd name="T91" fmla="*/ 3631 h 9664"/>
                <a:gd name="T92" fmla="*/ 4204 w 9684"/>
                <a:gd name="T93" fmla="*/ 3058 h 9664"/>
                <a:gd name="T94" fmla="*/ 4424 w 9684"/>
                <a:gd name="T95" fmla="*/ 2517 h 9664"/>
                <a:gd name="T96" fmla="*/ 4808 w 9684"/>
                <a:gd name="T97" fmla="*/ 2048 h 9664"/>
                <a:gd name="T98" fmla="*/ 5306 w 9684"/>
                <a:gd name="T99" fmla="*/ 1718 h 9664"/>
                <a:gd name="T100" fmla="*/ 5862 w 9684"/>
                <a:gd name="T101" fmla="*/ 1553 h 9664"/>
                <a:gd name="T102" fmla="*/ 6437 w 9684"/>
                <a:gd name="T103" fmla="*/ 1553 h 9664"/>
                <a:gd name="T104" fmla="*/ 6992 w 9684"/>
                <a:gd name="T105" fmla="*/ 1718 h 9664"/>
                <a:gd name="T106" fmla="*/ 7490 w 9684"/>
                <a:gd name="T107" fmla="*/ 2048 h 9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684" h="9664">
                  <a:moveTo>
                    <a:pt x="4326" y="6564"/>
                  </a:moveTo>
                  <a:lnTo>
                    <a:pt x="1338" y="9551"/>
                  </a:lnTo>
                  <a:lnTo>
                    <a:pt x="1324" y="9565"/>
                  </a:lnTo>
                  <a:lnTo>
                    <a:pt x="1309" y="9578"/>
                  </a:lnTo>
                  <a:lnTo>
                    <a:pt x="1294" y="9590"/>
                  </a:lnTo>
                  <a:lnTo>
                    <a:pt x="1278" y="9601"/>
                  </a:lnTo>
                  <a:lnTo>
                    <a:pt x="1262" y="9611"/>
                  </a:lnTo>
                  <a:lnTo>
                    <a:pt x="1244" y="9620"/>
                  </a:lnTo>
                  <a:lnTo>
                    <a:pt x="1228" y="9629"/>
                  </a:lnTo>
                  <a:lnTo>
                    <a:pt x="1210" y="9636"/>
                  </a:lnTo>
                  <a:lnTo>
                    <a:pt x="1193" y="9643"/>
                  </a:lnTo>
                  <a:lnTo>
                    <a:pt x="1176" y="9648"/>
                  </a:lnTo>
                  <a:lnTo>
                    <a:pt x="1157" y="9653"/>
                  </a:lnTo>
                  <a:lnTo>
                    <a:pt x="1139" y="9656"/>
                  </a:lnTo>
                  <a:lnTo>
                    <a:pt x="1121" y="9660"/>
                  </a:lnTo>
                  <a:lnTo>
                    <a:pt x="1103" y="9662"/>
                  </a:lnTo>
                  <a:lnTo>
                    <a:pt x="1083" y="9664"/>
                  </a:lnTo>
                  <a:lnTo>
                    <a:pt x="1065" y="9664"/>
                  </a:lnTo>
                  <a:lnTo>
                    <a:pt x="1047" y="9664"/>
                  </a:lnTo>
                  <a:lnTo>
                    <a:pt x="1029" y="9662"/>
                  </a:lnTo>
                  <a:lnTo>
                    <a:pt x="1011" y="9660"/>
                  </a:lnTo>
                  <a:lnTo>
                    <a:pt x="992" y="9656"/>
                  </a:lnTo>
                  <a:lnTo>
                    <a:pt x="974" y="9653"/>
                  </a:lnTo>
                  <a:lnTo>
                    <a:pt x="956" y="9648"/>
                  </a:lnTo>
                  <a:lnTo>
                    <a:pt x="938" y="9643"/>
                  </a:lnTo>
                  <a:lnTo>
                    <a:pt x="920" y="9636"/>
                  </a:lnTo>
                  <a:lnTo>
                    <a:pt x="903" y="9629"/>
                  </a:lnTo>
                  <a:lnTo>
                    <a:pt x="886" y="9620"/>
                  </a:lnTo>
                  <a:lnTo>
                    <a:pt x="870" y="9611"/>
                  </a:lnTo>
                  <a:lnTo>
                    <a:pt x="854" y="9601"/>
                  </a:lnTo>
                  <a:lnTo>
                    <a:pt x="838" y="9590"/>
                  </a:lnTo>
                  <a:lnTo>
                    <a:pt x="823" y="9578"/>
                  </a:lnTo>
                  <a:lnTo>
                    <a:pt x="808" y="9565"/>
                  </a:lnTo>
                  <a:lnTo>
                    <a:pt x="793" y="9551"/>
                  </a:lnTo>
                  <a:lnTo>
                    <a:pt x="113" y="8871"/>
                  </a:lnTo>
                  <a:lnTo>
                    <a:pt x="99" y="8856"/>
                  </a:lnTo>
                  <a:lnTo>
                    <a:pt x="86" y="8841"/>
                  </a:lnTo>
                  <a:lnTo>
                    <a:pt x="74" y="8826"/>
                  </a:lnTo>
                  <a:lnTo>
                    <a:pt x="63" y="8810"/>
                  </a:lnTo>
                  <a:lnTo>
                    <a:pt x="53" y="8794"/>
                  </a:lnTo>
                  <a:lnTo>
                    <a:pt x="44" y="8778"/>
                  </a:lnTo>
                  <a:lnTo>
                    <a:pt x="35" y="8761"/>
                  </a:lnTo>
                  <a:lnTo>
                    <a:pt x="28" y="8744"/>
                  </a:lnTo>
                  <a:lnTo>
                    <a:pt x="21" y="8727"/>
                  </a:lnTo>
                  <a:lnTo>
                    <a:pt x="16" y="8708"/>
                  </a:lnTo>
                  <a:lnTo>
                    <a:pt x="11" y="8690"/>
                  </a:lnTo>
                  <a:lnTo>
                    <a:pt x="8" y="8672"/>
                  </a:lnTo>
                  <a:lnTo>
                    <a:pt x="4" y="8654"/>
                  </a:lnTo>
                  <a:lnTo>
                    <a:pt x="2" y="8635"/>
                  </a:lnTo>
                  <a:lnTo>
                    <a:pt x="0" y="8617"/>
                  </a:lnTo>
                  <a:lnTo>
                    <a:pt x="0" y="8599"/>
                  </a:lnTo>
                  <a:lnTo>
                    <a:pt x="0" y="8581"/>
                  </a:lnTo>
                  <a:lnTo>
                    <a:pt x="2" y="8561"/>
                  </a:lnTo>
                  <a:lnTo>
                    <a:pt x="4" y="8543"/>
                  </a:lnTo>
                  <a:lnTo>
                    <a:pt x="8" y="8525"/>
                  </a:lnTo>
                  <a:lnTo>
                    <a:pt x="11" y="8507"/>
                  </a:lnTo>
                  <a:lnTo>
                    <a:pt x="16" y="8488"/>
                  </a:lnTo>
                  <a:lnTo>
                    <a:pt x="21" y="8471"/>
                  </a:lnTo>
                  <a:lnTo>
                    <a:pt x="28" y="8454"/>
                  </a:lnTo>
                  <a:lnTo>
                    <a:pt x="35" y="8436"/>
                  </a:lnTo>
                  <a:lnTo>
                    <a:pt x="44" y="8420"/>
                  </a:lnTo>
                  <a:lnTo>
                    <a:pt x="53" y="8403"/>
                  </a:lnTo>
                  <a:lnTo>
                    <a:pt x="63" y="8387"/>
                  </a:lnTo>
                  <a:lnTo>
                    <a:pt x="74" y="8370"/>
                  </a:lnTo>
                  <a:lnTo>
                    <a:pt x="86" y="8355"/>
                  </a:lnTo>
                  <a:lnTo>
                    <a:pt x="99" y="8340"/>
                  </a:lnTo>
                  <a:lnTo>
                    <a:pt x="113" y="8326"/>
                  </a:lnTo>
                  <a:lnTo>
                    <a:pt x="3106" y="5334"/>
                  </a:lnTo>
                  <a:lnTo>
                    <a:pt x="3033" y="5205"/>
                  </a:lnTo>
                  <a:lnTo>
                    <a:pt x="2966" y="5075"/>
                  </a:lnTo>
                  <a:lnTo>
                    <a:pt x="2905" y="4942"/>
                  </a:lnTo>
                  <a:lnTo>
                    <a:pt x="2850" y="4807"/>
                  </a:lnTo>
                  <a:lnTo>
                    <a:pt x="2801" y="4671"/>
                  </a:lnTo>
                  <a:lnTo>
                    <a:pt x="2757" y="4534"/>
                  </a:lnTo>
                  <a:lnTo>
                    <a:pt x="2719" y="4394"/>
                  </a:lnTo>
                  <a:lnTo>
                    <a:pt x="2687" y="4254"/>
                  </a:lnTo>
                  <a:lnTo>
                    <a:pt x="2661" y="4113"/>
                  </a:lnTo>
                  <a:lnTo>
                    <a:pt x="2641" y="3971"/>
                  </a:lnTo>
                  <a:lnTo>
                    <a:pt x="2626" y="3828"/>
                  </a:lnTo>
                  <a:lnTo>
                    <a:pt x="2618" y="3685"/>
                  </a:lnTo>
                  <a:lnTo>
                    <a:pt x="2614" y="3542"/>
                  </a:lnTo>
                  <a:lnTo>
                    <a:pt x="2616" y="3399"/>
                  </a:lnTo>
                  <a:lnTo>
                    <a:pt x="2625" y="3255"/>
                  </a:lnTo>
                  <a:lnTo>
                    <a:pt x="2639" y="3113"/>
                  </a:lnTo>
                  <a:lnTo>
                    <a:pt x="2658" y="2971"/>
                  </a:lnTo>
                  <a:lnTo>
                    <a:pt x="2684" y="2829"/>
                  </a:lnTo>
                  <a:lnTo>
                    <a:pt x="2716" y="2689"/>
                  </a:lnTo>
                  <a:lnTo>
                    <a:pt x="2753" y="2550"/>
                  </a:lnTo>
                  <a:lnTo>
                    <a:pt x="2796" y="2412"/>
                  </a:lnTo>
                  <a:lnTo>
                    <a:pt x="2845" y="2276"/>
                  </a:lnTo>
                  <a:lnTo>
                    <a:pt x="2900" y="2141"/>
                  </a:lnTo>
                  <a:lnTo>
                    <a:pt x="2960" y="2008"/>
                  </a:lnTo>
                  <a:lnTo>
                    <a:pt x="3025" y="1877"/>
                  </a:lnTo>
                  <a:lnTo>
                    <a:pt x="3097" y="1748"/>
                  </a:lnTo>
                  <a:lnTo>
                    <a:pt x="3174" y="1623"/>
                  </a:lnTo>
                  <a:lnTo>
                    <a:pt x="3258" y="1498"/>
                  </a:lnTo>
                  <a:lnTo>
                    <a:pt x="3347" y="1378"/>
                  </a:lnTo>
                  <a:lnTo>
                    <a:pt x="3442" y="1260"/>
                  </a:lnTo>
                  <a:lnTo>
                    <a:pt x="3542" y="1147"/>
                  </a:lnTo>
                  <a:lnTo>
                    <a:pt x="3649" y="1035"/>
                  </a:lnTo>
                  <a:lnTo>
                    <a:pt x="3781" y="910"/>
                  </a:lnTo>
                  <a:lnTo>
                    <a:pt x="3918" y="793"/>
                  </a:lnTo>
                  <a:lnTo>
                    <a:pt x="4058" y="683"/>
                  </a:lnTo>
                  <a:lnTo>
                    <a:pt x="4204" y="582"/>
                  </a:lnTo>
                  <a:lnTo>
                    <a:pt x="4352" y="489"/>
                  </a:lnTo>
                  <a:lnTo>
                    <a:pt x="4504" y="404"/>
                  </a:lnTo>
                  <a:lnTo>
                    <a:pt x="4660" y="327"/>
                  </a:lnTo>
                  <a:lnTo>
                    <a:pt x="4819" y="258"/>
                  </a:lnTo>
                  <a:lnTo>
                    <a:pt x="4980" y="198"/>
                  </a:lnTo>
                  <a:lnTo>
                    <a:pt x="5143" y="146"/>
                  </a:lnTo>
                  <a:lnTo>
                    <a:pt x="5307" y="101"/>
                  </a:lnTo>
                  <a:lnTo>
                    <a:pt x="5473" y="64"/>
                  </a:lnTo>
                  <a:lnTo>
                    <a:pt x="5642" y="36"/>
                  </a:lnTo>
                  <a:lnTo>
                    <a:pt x="5810" y="16"/>
                  </a:lnTo>
                  <a:lnTo>
                    <a:pt x="5980" y="4"/>
                  </a:lnTo>
                  <a:lnTo>
                    <a:pt x="6149" y="0"/>
                  </a:lnTo>
                  <a:lnTo>
                    <a:pt x="6318" y="4"/>
                  </a:lnTo>
                  <a:lnTo>
                    <a:pt x="6488" y="16"/>
                  </a:lnTo>
                  <a:lnTo>
                    <a:pt x="6656" y="36"/>
                  </a:lnTo>
                  <a:lnTo>
                    <a:pt x="6824" y="64"/>
                  </a:lnTo>
                  <a:lnTo>
                    <a:pt x="6991" y="101"/>
                  </a:lnTo>
                  <a:lnTo>
                    <a:pt x="7155" y="146"/>
                  </a:lnTo>
                  <a:lnTo>
                    <a:pt x="7318" y="198"/>
                  </a:lnTo>
                  <a:lnTo>
                    <a:pt x="7479" y="258"/>
                  </a:lnTo>
                  <a:lnTo>
                    <a:pt x="7638" y="327"/>
                  </a:lnTo>
                  <a:lnTo>
                    <a:pt x="7792" y="404"/>
                  </a:lnTo>
                  <a:lnTo>
                    <a:pt x="7945" y="489"/>
                  </a:lnTo>
                  <a:lnTo>
                    <a:pt x="8094" y="582"/>
                  </a:lnTo>
                  <a:lnTo>
                    <a:pt x="8239" y="683"/>
                  </a:lnTo>
                  <a:lnTo>
                    <a:pt x="8380" y="793"/>
                  </a:lnTo>
                  <a:lnTo>
                    <a:pt x="8517" y="910"/>
                  </a:lnTo>
                  <a:lnTo>
                    <a:pt x="8649" y="1035"/>
                  </a:lnTo>
                  <a:lnTo>
                    <a:pt x="8774" y="1167"/>
                  </a:lnTo>
                  <a:lnTo>
                    <a:pt x="8891" y="1303"/>
                  </a:lnTo>
                  <a:lnTo>
                    <a:pt x="9000" y="1445"/>
                  </a:lnTo>
                  <a:lnTo>
                    <a:pt x="9101" y="1590"/>
                  </a:lnTo>
                  <a:lnTo>
                    <a:pt x="9195" y="1739"/>
                  </a:lnTo>
                  <a:lnTo>
                    <a:pt x="9279" y="1891"/>
                  </a:lnTo>
                  <a:lnTo>
                    <a:pt x="9357" y="2046"/>
                  </a:lnTo>
                  <a:lnTo>
                    <a:pt x="9425" y="2204"/>
                  </a:lnTo>
                  <a:lnTo>
                    <a:pt x="9485" y="2365"/>
                  </a:lnTo>
                  <a:lnTo>
                    <a:pt x="9538" y="2528"/>
                  </a:lnTo>
                  <a:lnTo>
                    <a:pt x="9583" y="2693"/>
                  </a:lnTo>
                  <a:lnTo>
                    <a:pt x="9619" y="2860"/>
                  </a:lnTo>
                  <a:lnTo>
                    <a:pt x="9647" y="3027"/>
                  </a:lnTo>
                  <a:lnTo>
                    <a:pt x="9668" y="3196"/>
                  </a:lnTo>
                  <a:lnTo>
                    <a:pt x="9679" y="3365"/>
                  </a:lnTo>
                  <a:lnTo>
                    <a:pt x="9684" y="3534"/>
                  </a:lnTo>
                  <a:lnTo>
                    <a:pt x="9679" y="3705"/>
                  </a:lnTo>
                  <a:lnTo>
                    <a:pt x="9668" y="3873"/>
                  </a:lnTo>
                  <a:lnTo>
                    <a:pt x="9647" y="4043"/>
                  </a:lnTo>
                  <a:lnTo>
                    <a:pt x="9619" y="4210"/>
                  </a:lnTo>
                  <a:lnTo>
                    <a:pt x="9583" y="4376"/>
                  </a:lnTo>
                  <a:lnTo>
                    <a:pt x="9538" y="4541"/>
                  </a:lnTo>
                  <a:lnTo>
                    <a:pt x="9485" y="4704"/>
                  </a:lnTo>
                  <a:lnTo>
                    <a:pt x="9425" y="4865"/>
                  </a:lnTo>
                  <a:lnTo>
                    <a:pt x="9357" y="5023"/>
                  </a:lnTo>
                  <a:lnTo>
                    <a:pt x="9279" y="5178"/>
                  </a:lnTo>
                  <a:lnTo>
                    <a:pt x="9195" y="5331"/>
                  </a:lnTo>
                  <a:lnTo>
                    <a:pt x="9101" y="5480"/>
                  </a:lnTo>
                  <a:lnTo>
                    <a:pt x="9000" y="5625"/>
                  </a:lnTo>
                  <a:lnTo>
                    <a:pt x="8891" y="5765"/>
                  </a:lnTo>
                  <a:lnTo>
                    <a:pt x="8774" y="5902"/>
                  </a:lnTo>
                  <a:lnTo>
                    <a:pt x="8649" y="6034"/>
                  </a:lnTo>
                  <a:lnTo>
                    <a:pt x="8537" y="6141"/>
                  </a:lnTo>
                  <a:lnTo>
                    <a:pt x="8422" y="6242"/>
                  </a:lnTo>
                  <a:lnTo>
                    <a:pt x="8303" y="6338"/>
                  </a:lnTo>
                  <a:lnTo>
                    <a:pt x="8182" y="6427"/>
                  </a:lnTo>
                  <a:lnTo>
                    <a:pt x="8057" y="6511"/>
                  </a:lnTo>
                  <a:lnTo>
                    <a:pt x="7931" y="6589"/>
                  </a:lnTo>
                  <a:lnTo>
                    <a:pt x="7801" y="6661"/>
                  </a:lnTo>
                  <a:lnTo>
                    <a:pt x="7670" y="6726"/>
                  </a:lnTo>
                  <a:lnTo>
                    <a:pt x="7536" y="6787"/>
                  </a:lnTo>
                  <a:lnTo>
                    <a:pt x="7400" y="6841"/>
                  </a:lnTo>
                  <a:lnTo>
                    <a:pt x="7263" y="6890"/>
                  </a:lnTo>
                  <a:lnTo>
                    <a:pt x="7124" y="6933"/>
                  </a:lnTo>
                  <a:lnTo>
                    <a:pt x="6984" y="6970"/>
                  </a:lnTo>
                  <a:lnTo>
                    <a:pt x="6843" y="7001"/>
                  </a:lnTo>
                  <a:lnTo>
                    <a:pt x="6700" y="7027"/>
                  </a:lnTo>
                  <a:lnTo>
                    <a:pt x="6558" y="7046"/>
                  </a:lnTo>
                  <a:lnTo>
                    <a:pt x="6414" y="7060"/>
                  </a:lnTo>
                  <a:lnTo>
                    <a:pt x="6270" y="7067"/>
                  </a:lnTo>
                  <a:lnTo>
                    <a:pt x="6125" y="7069"/>
                  </a:lnTo>
                  <a:lnTo>
                    <a:pt x="5982" y="7065"/>
                  </a:lnTo>
                  <a:lnTo>
                    <a:pt x="5838" y="7055"/>
                  </a:lnTo>
                  <a:lnTo>
                    <a:pt x="5694" y="7040"/>
                  </a:lnTo>
                  <a:lnTo>
                    <a:pt x="5551" y="7019"/>
                  </a:lnTo>
                  <a:lnTo>
                    <a:pt x="5410" y="6991"/>
                  </a:lnTo>
                  <a:lnTo>
                    <a:pt x="5269" y="6958"/>
                  </a:lnTo>
                  <a:lnTo>
                    <a:pt x="5129" y="6919"/>
                  </a:lnTo>
                  <a:lnTo>
                    <a:pt x="4990" y="6875"/>
                  </a:lnTo>
                  <a:lnTo>
                    <a:pt x="4854" y="6824"/>
                  </a:lnTo>
                  <a:lnTo>
                    <a:pt x="4719" y="6768"/>
                  </a:lnTo>
                  <a:lnTo>
                    <a:pt x="4586" y="6706"/>
                  </a:lnTo>
                  <a:lnTo>
                    <a:pt x="4454" y="6638"/>
                  </a:lnTo>
                  <a:lnTo>
                    <a:pt x="4326" y="6564"/>
                  </a:lnTo>
                  <a:close/>
                  <a:moveTo>
                    <a:pt x="7565" y="2118"/>
                  </a:moveTo>
                  <a:lnTo>
                    <a:pt x="7636" y="2193"/>
                  </a:lnTo>
                  <a:lnTo>
                    <a:pt x="7702" y="2271"/>
                  </a:lnTo>
                  <a:lnTo>
                    <a:pt x="7765" y="2351"/>
                  </a:lnTo>
                  <a:lnTo>
                    <a:pt x="7821" y="2433"/>
                  </a:lnTo>
                  <a:lnTo>
                    <a:pt x="7874" y="2517"/>
                  </a:lnTo>
                  <a:lnTo>
                    <a:pt x="7922" y="2603"/>
                  </a:lnTo>
                  <a:lnTo>
                    <a:pt x="7965" y="2691"/>
                  </a:lnTo>
                  <a:lnTo>
                    <a:pt x="8005" y="2781"/>
                  </a:lnTo>
                  <a:lnTo>
                    <a:pt x="8039" y="2872"/>
                  </a:lnTo>
                  <a:lnTo>
                    <a:pt x="8069" y="2965"/>
                  </a:lnTo>
                  <a:lnTo>
                    <a:pt x="8094" y="3058"/>
                  </a:lnTo>
                  <a:lnTo>
                    <a:pt x="8114" y="3152"/>
                  </a:lnTo>
                  <a:lnTo>
                    <a:pt x="8130" y="3247"/>
                  </a:lnTo>
                  <a:lnTo>
                    <a:pt x="8142" y="3342"/>
                  </a:lnTo>
                  <a:lnTo>
                    <a:pt x="8149" y="3439"/>
                  </a:lnTo>
                  <a:lnTo>
                    <a:pt x="8151" y="3534"/>
                  </a:lnTo>
                  <a:lnTo>
                    <a:pt x="8149" y="3631"/>
                  </a:lnTo>
                  <a:lnTo>
                    <a:pt x="8142" y="3726"/>
                  </a:lnTo>
                  <a:lnTo>
                    <a:pt x="8130" y="3822"/>
                  </a:lnTo>
                  <a:lnTo>
                    <a:pt x="8114" y="3917"/>
                  </a:lnTo>
                  <a:lnTo>
                    <a:pt x="8094" y="4011"/>
                  </a:lnTo>
                  <a:lnTo>
                    <a:pt x="8069" y="4105"/>
                  </a:lnTo>
                  <a:lnTo>
                    <a:pt x="8039" y="4197"/>
                  </a:lnTo>
                  <a:lnTo>
                    <a:pt x="8005" y="4288"/>
                  </a:lnTo>
                  <a:lnTo>
                    <a:pt x="7965" y="4377"/>
                  </a:lnTo>
                  <a:lnTo>
                    <a:pt x="7922" y="4466"/>
                  </a:lnTo>
                  <a:lnTo>
                    <a:pt x="7874" y="4552"/>
                  </a:lnTo>
                  <a:lnTo>
                    <a:pt x="7821" y="4637"/>
                  </a:lnTo>
                  <a:lnTo>
                    <a:pt x="7765" y="4718"/>
                  </a:lnTo>
                  <a:lnTo>
                    <a:pt x="7702" y="4799"/>
                  </a:lnTo>
                  <a:lnTo>
                    <a:pt x="7636" y="4876"/>
                  </a:lnTo>
                  <a:lnTo>
                    <a:pt x="7565" y="4950"/>
                  </a:lnTo>
                  <a:lnTo>
                    <a:pt x="7490" y="5022"/>
                  </a:lnTo>
                  <a:lnTo>
                    <a:pt x="7413" y="5087"/>
                  </a:lnTo>
                  <a:lnTo>
                    <a:pt x="7333" y="5149"/>
                  </a:lnTo>
                  <a:lnTo>
                    <a:pt x="7251" y="5207"/>
                  </a:lnTo>
                  <a:lnTo>
                    <a:pt x="7166" y="5260"/>
                  </a:lnTo>
                  <a:lnTo>
                    <a:pt x="7080" y="5307"/>
                  </a:lnTo>
                  <a:lnTo>
                    <a:pt x="6992" y="5351"/>
                  </a:lnTo>
                  <a:lnTo>
                    <a:pt x="6902" y="5390"/>
                  </a:lnTo>
                  <a:lnTo>
                    <a:pt x="6811" y="5424"/>
                  </a:lnTo>
                  <a:lnTo>
                    <a:pt x="6719" y="5454"/>
                  </a:lnTo>
                  <a:lnTo>
                    <a:pt x="6625" y="5480"/>
                  </a:lnTo>
                  <a:lnTo>
                    <a:pt x="6531" y="5500"/>
                  </a:lnTo>
                  <a:lnTo>
                    <a:pt x="6437" y="5516"/>
                  </a:lnTo>
                  <a:lnTo>
                    <a:pt x="6341" y="5527"/>
                  </a:lnTo>
                  <a:lnTo>
                    <a:pt x="6244" y="5535"/>
                  </a:lnTo>
                  <a:lnTo>
                    <a:pt x="6149" y="5537"/>
                  </a:lnTo>
                  <a:lnTo>
                    <a:pt x="6052" y="5535"/>
                  </a:lnTo>
                  <a:lnTo>
                    <a:pt x="5957" y="5527"/>
                  </a:lnTo>
                  <a:lnTo>
                    <a:pt x="5862" y="5516"/>
                  </a:lnTo>
                  <a:lnTo>
                    <a:pt x="5766" y="5500"/>
                  </a:lnTo>
                  <a:lnTo>
                    <a:pt x="5672" y="5480"/>
                  </a:lnTo>
                  <a:lnTo>
                    <a:pt x="5578" y="5454"/>
                  </a:lnTo>
                  <a:lnTo>
                    <a:pt x="5486" y="5424"/>
                  </a:lnTo>
                  <a:lnTo>
                    <a:pt x="5395" y="5390"/>
                  </a:lnTo>
                  <a:lnTo>
                    <a:pt x="5306" y="5351"/>
                  </a:lnTo>
                  <a:lnTo>
                    <a:pt x="5218" y="5307"/>
                  </a:lnTo>
                  <a:lnTo>
                    <a:pt x="5131" y="5260"/>
                  </a:lnTo>
                  <a:lnTo>
                    <a:pt x="5047" y="5207"/>
                  </a:lnTo>
                  <a:lnTo>
                    <a:pt x="4965" y="5149"/>
                  </a:lnTo>
                  <a:lnTo>
                    <a:pt x="4885" y="5087"/>
                  </a:lnTo>
                  <a:lnTo>
                    <a:pt x="4808" y="5022"/>
                  </a:lnTo>
                  <a:lnTo>
                    <a:pt x="4733" y="4950"/>
                  </a:lnTo>
                  <a:lnTo>
                    <a:pt x="4662" y="4876"/>
                  </a:lnTo>
                  <a:lnTo>
                    <a:pt x="4596" y="4799"/>
                  </a:lnTo>
                  <a:lnTo>
                    <a:pt x="4533" y="4718"/>
                  </a:lnTo>
                  <a:lnTo>
                    <a:pt x="4477" y="4637"/>
                  </a:lnTo>
                  <a:lnTo>
                    <a:pt x="4424" y="4552"/>
                  </a:lnTo>
                  <a:lnTo>
                    <a:pt x="4376" y="4466"/>
                  </a:lnTo>
                  <a:lnTo>
                    <a:pt x="4332" y="4377"/>
                  </a:lnTo>
                  <a:lnTo>
                    <a:pt x="4293" y="4288"/>
                  </a:lnTo>
                  <a:lnTo>
                    <a:pt x="4259" y="4197"/>
                  </a:lnTo>
                  <a:lnTo>
                    <a:pt x="4229" y="4105"/>
                  </a:lnTo>
                  <a:lnTo>
                    <a:pt x="4204" y="4011"/>
                  </a:lnTo>
                  <a:lnTo>
                    <a:pt x="4183" y="3917"/>
                  </a:lnTo>
                  <a:lnTo>
                    <a:pt x="4168" y="3822"/>
                  </a:lnTo>
                  <a:lnTo>
                    <a:pt x="4156" y="3726"/>
                  </a:lnTo>
                  <a:lnTo>
                    <a:pt x="4148" y="3631"/>
                  </a:lnTo>
                  <a:lnTo>
                    <a:pt x="4146" y="3534"/>
                  </a:lnTo>
                  <a:lnTo>
                    <a:pt x="4148" y="3439"/>
                  </a:lnTo>
                  <a:lnTo>
                    <a:pt x="4156" y="3342"/>
                  </a:lnTo>
                  <a:lnTo>
                    <a:pt x="4168" y="3247"/>
                  </a:lnTo>
                  <a:lnTo>
                    <a:pt x="4183" y="3152"/>
                  </a:lnTo>
                  <a:lnTo>
                    <a:pt x="4204" y="3058"/>
                  </a:lnTo>
                  <a:lnTo>
                    <a:pt x="4229" y="2965"/>
                  </a:lnTo>
                  <a:lnTo>
                    <a:pt x="4259" y="2872"/>
                  </a:lnTo>
                  <a:lnTo>
                    <a:pt x="4293" y="2781"/>
                  </a:lnTo>
                  <a:lnTo>
                    <a:pt x="4332" y="2691"/>
                  </a:lnTo>
                  <a:lnTo>
                    <a:pt x="4376" y="2603"/>
                  </a:lnTo>
                  <a:lnTo>
                    <a:pt x="4424" y="2517"/>
                  </a:lnTo>
                  <a:lnTo>
                    <a:pt x="4477" y="2433"/>
                  </a:lnTo>
                  <a:lnTo>
                    <a:pt x="4533" y="2351"/>
                  </a:lnTo>
                  <a:lnTo>
                    <a:pt x="4596" y="2271"/>
                  </a:lnTo>
                  <a:lnTo>
                    <a:pt x="4662" y="2193"/>
                  </a:lnTo>
                  <a:lnTo>
                    <a:pt x="4733" y="2118"/>
                  </a:lnTo>
                  <a:lnTo>
                    <a:pt x="4808" y="2048"/>
                  </a:lnTo>
                  <a:lnTo>
                    <a:pt x="4885" y="1981"/>
                  </a:lnTo>
                  <a:lnTo>
                    <a:pt x="4965" y="1920"/>
                  </a:lnTo>
                  <a:lnTo>
                    <a:pt x="5047" y="1862"/>
                  </a:lnTo>
                  <a:lnTo>
                    <a:pt x="5131" y="1809"/>
                  </a:lnTo>
                  <a:lnTo>
                    <a:pt x="5218" y="1761"/>
                  </a:lnTo>
                  <a:lnTo>
                    <a:pt x="5306" y="1718"/>
                  </a:lnTo>
                  <a:lnTo>
                    <a:pt x="5395" y="1679"/>
                  </a:lnTo>
                  <a:lnTo>
                    <a:pt x="5486" y="1644"/>
                  </a:lnTo>
                  <a:lnTo>
                    <a:pt x="5578" y="1615"/>
                  </a:lnTo>
                  <a:lnTo>
                    <a:pt x="5672" y="1590"/>
                  </a:lnTo>
                  <a:lnTo>
                    <a:pt x="5766" y="1569"/>
                  </a:lnTo>
                  <a:lnTo>
                    <a:pt x="5862" y="1553"/>
                  </a:lnTo>
                  <a:lnTo>
                    <a:pt x="5957" y="1541"/>
                  </a:lnTo>
                  <a:lnTo>
                    <a:pt x="6052" y="1535"/>
                  </a:lnTo>
                  <a:lnTo>
                    <a:pt x="6149" y="1533"/>
                  </a:lnTo>
                  <a:lnTo>
                    <a:pt x="6244" y="1535"/>
                  </a:lnTo>
                  <a:lnTo>
                    <a:pt x="6341" y="1541"/>
                  </a:lnTo>
                  <a:lnTo>
                    <a:pt x="6437" y="1553"/>
                  </a:lnTo>
                  <a:lnTo>
                    <a:pt x="6531" y="1569"/>
                  </a:lnTo>
                  <a:lnTo>
                    <a:pt x="6625" y="1590"/>
                  </a:lnTo>
                  <a:lnTo>
                    <a:pt x="6719" y="1615"/>
                  </a:lnTo>
                  <a:lnTo>
                    <a:pt x="6811" y="1644"/>
                  </a:lnTo>
                  <a:lnTo>
                    <a:pt x="6902" y="1679"/>
                  </a:lnTo>
                  <a:lnTo>
                    <a:pt x="6992" y="1718"/>
                  </a:lnTo>
                  <a:lnTo>
                    <a:pt x="7080" y="1761"/>
                  </a:lnTo>
                  <a:lnTo>
                    <a:pt x="7166" y="1809"/>
                  </a:lnTo>
                  <a:lnTo>
                    <a:pt x="7251" y="1862"/>
                  </a:lnTo>
                  <a:lnTo>
                    <a:pt x="7333" y="1920"/>
                  </a:lnTo>
                  <a:lnTo>
                    <a:pt x="7413" y="1981"/>
                  </a:lnTo>
                  <a:lnTo>
                    <a:pt x="7490" y="2048"/>
                  </a:lnTo>
                  <a:lnTo>
                    <a:pt x="7565" y="2118"/>
                  </a:lnTo>
                  <a:close/>
                </a:path>
              </a:pathLst>
            </a:custGeom>
            <a:gradFill>
              <a:gsLst>
                <a:gs pos="0">
                  <a:srgbClr val="C00000"/>
                </a:gs>
                <a:gs pos="100000">
                  <a:srgbClr val="C00000">
                    <a:lumMod val="75000"/>
                  </a:srgbClr>
                </a:gs>
              </a:gsLst>
              <a:lin ang="2700000" scaled="1"/>
            </a:gradFill>
            <a:ln w="25400" cap="flat" cmpd="sng" algn="ctr">
              <a:no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1" name="Freeform 25"/>
            <p:cNvSpPr>
              <a:spLocks noChangeAspect="1"/>
            </p:cNvSpPr>
            <p:nvPr/>
          </p:nvSpPr>
          <p:spPr bwMode="auto">
            <a:xfrm>
              <a:off x="980637" y="3786185"/>
              <a:ext cx="3221038" cy="904875"/>
            </a:xfrm>
            <a:custGeom>
              <a:avLst/>
              <a:gdLst>
                <a:gd name="T0" fmla="*/ 2451 w 8113"/>
                <a:gd name="T1" fmla="*/ 2281 h 2281"/>
                <a:gd name="T2" fmla="*/ 1781 w 8113"/>
                <a:gd name="T3" fmla="*/ 502 h 2281"/>
                <a:gd name="T4" fmla="*/ 1711 w 8113"/>
                <a:gd name="T5" fmla="*/ 380 h 2281"/>
                <a:gd name="T6" fmla="*/ 1647 w 8113"/>
                <a:gd name="T7" fmla="*/ 255 h 2281"/>
                <a:gd name="T8" fmla="*/ 1589 w 8113"/>
                <a:gd name="T9" fmla="*/ 129 h 2281"/>
                <a:gd name="T10" fmla="*/ 1535 w 8113"/>
                <a:gd name="T11" fmla="*/ 0 h 2281"/>
                <a:gd name="T12" fmla="*/ 3325 w 8113"/>
                <a:gd name="T13" fmla="*/ 30 h 2281"/>
                <a:gd name="T14" fmla="*/ 3379 w 8113"/>
                <a:gd name="T15" fmla="*/ 89 h 2281"/>
                <a:gd name="T16" fmla="*/ 3483 w 8113"/>
                <a:gd name="T17" fmla="*/ 190 h 2281"/>
                <a:gd name="T18" fmla="*/ 3640 w 8113"/>
                <a:gd name="T19" fmla="*/ 317 h 2281"/>
                <a:gd name="T20" fmla="*/ 3806 w 8113"/>
                <a:gd name="T21" fmla="*/ 428 h 2281"/>
                <a:gd name="T22" fmla="*/ 3981 w 8113"/>
                <a:gd name="T23" fmla="*/ 519 h 2281"/>
                <a:gd name="T24" fmla="*/ 4161 w 8113"/>
                <a:gd name="T25" fmla="*/ 592 h 2281"/>
                <a:gd name="T26" fmla="*/ 4347 w 8113"/>
                <a:gd name="T27" fmla="*/ 648 h 2281"/>
                <a:gd name="T28" fmla="*/ 4537 w 8113"/>
                <a:gd name="T29" fmla="*/ 684 h 2281"/>
                <a:gd name="T30" fmla="*/ 4727 w 8113"/>
                <a:gd name="T31" fmla="*/ 703 h 2281"/>
                <a:gd name="T32" fmla="*/ 4919 w 8113"/>
                <a:gd name="T33" fmla="*/ 703 h 2281"/>
                <a:gd name="T34" fmla="*/ 5112 w 8113"/>
                <a:gd name="T35" fmla="*/ 684 h 2281"/>
                <a:gd name="T36" fmla="*/ 5300 w 8113"/>
                <a:gd name="T37" fmla="*/ 648 h 2281"/>
                <a:gd name="T38" fmla="*/ 5486 w 8113"/>
                <a:gd name="T39" fmla="*/ 592 h 2281"/>
                <a:gd name="T40" fmla="*/ 5667 w 8113"/>
                <a:gd name="T41" fmla="*/ 519 h 2281"/>
                <a:gd name="T42" fmla="*/ 5841 w 8113"/>
                <a:gd name="T43" fmla="*/ 428 h 2281"/>
                <a:gd name="T44" fmla="*/ 6008 w 8113"/>
                <a:gd name="T45" fmla="*/ 317 h 2281"/>
                <a:gd name="T46" fmla="*/ 6165 w 8113"/>
                <a:gd name="T47" fmla="*/ 190 h 2281"/>
                <a:gd name="T48" fmla="*/ 6268 w 8113"/>
                <a:gd name="T49" fmla="*/ 89 h 2281"/>
                <a:gd name="T50" fmla="*/ 6323 w 8113"/>
                <a:gd name="T51" fmla="*/ 30 h 2281"/>
                <a:gd name="T52" fmla="*/ 8113 w 8113"/>
                <a:gd name="T53" fmla="*/ 0 h 2281"/>
                <a:gd name="T54" fmla="*/ 8080 w 8113"/>
                <a:gd name="T55" fmla="*/ 82 h 2281"/>
                <a:gd name="T56" fmla="*/ 8044 w 8113"/>
                <a:gd name="T57" fmla="*/ 163 h 2281"/>
                <a:gd name="T58" fmla="*/ 8007 w 8113"/>
                <a:gd name="T59" fmla="*/ 243 h 2281"/>
                <a:gd name="T60" fmla="*/ 7967 w 8113"/>
                <a:gd name="T61" fmla="*/ 323 h 2281"/>
                <a:gd name="T62" fmla="*/ 7924 w 8113"/>
                <a:gd name="T63" fmla="*/ 401 h 2281"/>
                <a:gd name="T64" fmla="*/ 7880 w 8113"/>
                <a:gd name="T65" fmla="*/ 479 h 2281"/>
                <a:gd name="T66" fmla="*/ 7834 w 8113"/>
                <a:gd name="T67" fmla="*/ 557 h 2281"/>
                <a:gd name="T68" fmla="*/ 7786 w 8113"/>
                <a:gd name="T69" fmla="*/ 633 h 2281"/>
                <a:gd name="T70" fmla="*/ 7737 w 8113"/>
                <a:gd name="T71" fmla="*/ 708 h 2281"/>
                <a:gd name="T72" fmla="*/ 7684 w 8113"/>
                <a:gd name="T73" fmla="*/ 782 h 2281"/>
                <a:gd name="T74" fmla="*/ 7629 w 8113"/>
                <a:gd name="T75" fmla="*/ 855 h 2281"/>
                <a:gd name="T76" fmla="*/ 7572 w 8113"/>
                <a:gd name="T77" fmla="*/ 927 h 2281"/>
                <a:gd name="T78" fmla="*/ 7513 w 8113"/>
                <a:gd name="T79" fmla="*/ 998 h 2281"/>
                <a:gd name="T80" fmla="*/ 7452 w 8113"/>
                <a:gd name="T81" fmla="*/ 1067 h 2281"/>
                <a:gd name="T82" fmla="*/ 7389 w 8113"/>
                <a:gd name="T83" fmla="*/ 1135 h 2281"/>
                <a:gd name="T84" fmla="*/ 7324 w 8113"/>
                <a:gd name="T85" fmla="*/ 1202 h 2281"/>
                <a:gd name="T86" fmla="*/ 7097 w 8113"/>
                <a:gd name="T87" fmla="*/ 1410 h 2281"/>
                <a:gd name="T88" fmla="*/ 6857 w 8113"/>
                <a:gd name="T89" fmla="*/ 1595 h 2281"/>
                <a:gd name="T90" fmla="*/ 6606 w 8113"/>
                <a:gd name="T91" fmla="*/ 1757 h 2281"/>
                <a:gd name="T92" fmla="*/ 6345 w 8113"/>
                <a:gd name="T93" fmla="*/ 1894 h 2281"/>
                <a:gd name="T94" fmla="*/ 6075 w 8113"/>
                <a:gd name="T95" fmla="*/ 2009 h 2281"/>
                <a:gd name="T96" fmla="*/ 5799 w 8113"/>
                <a:gd name="T97" fmla="*/ 2101 h 2281"/>
                <a:gd name="T98" fmla="*/ 5518 w 8113"/>
                <a:gd name="T99" fmla="*/ 2169 h 2281"/>
                <a:gd name="T100" fmla="*/ 5233 w 8113"/>
                <a:gd name="T101" fmla="*/ 2214 h 2281"/>
                <a:gd name="T102" fmla="*/ 4945 w 8113"/>
                <a:gd name="T103" fmla="*/ 2235 h 2281"/>
                <a:gd name="T104" fmla="*/ 4657 w 8113"/>
                <a:gd name="T105" fmla="*/ 2233 h 2281"/>
                <a:gd name="T106" fmla="*/ 4369 w 8113"/>
                <a:gd name="T107" fmla="*/ 2208 h 2281"/>
                <a:gd name="T108" fmla="*/ 4085 w 8113"/>
                <a:gd name="T109" fmla="*/ 2159 h 2281"/>
                <a:gd name="T110" fmla="*/ 3804 w 8113"/>
                <a:gd name="T111" fmla="*/ 2087 h 2281"/>
                <a:gd name="T112" fmla="*/ 3529 w 8113"/>
                <a:gd name="T113" fmla="*/ 1992 h 2281"/>
                <a:gd name="T114" fmla="*/ 3261 w 8113"/>
                <a:gd name="T115" fmla="*/ 1874 h 2281"/>
                <a:gd name="T116" fmla="*/ 3001 w 8113"/>
                <a:gd name="T117" fmla="*/ 1732 h 2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13" h="2281">
                  <a:moveTo>
                    <a:pt x="3001" y="1732"/>
                  </a:moveTo>
                  <a:lnTo>
                    <a:pt x="2451" y="2281"/>
                  </a:lnTo>
                  <a:lnTo>
                    <a:pt x="0" y="2281"/>
                  </a:lnTo>
                  <a:lnTo>
                    <a:pt x="1781" y="502"/>
                  </a:lnTo>
                  <a:lnTo>
                    <a:pt x="1745" y="441"/>
                  </a:lnTo>
                  <a:lnTo>
                    <a:pt x="1711" y="380"/>
                  </a:lnTo>
                  <a:lnTo>
                    <a:pt x="1679" y="317"/>
                  </a:lnTo>
                  <a:lnTo>
                    <a:pt x="1647" y="255"/>
                  </a:lnTo>
                  <a:lnTo>
                    <a:pt x="1616" y="192"/>
                  </a:lnTo>
                  <a:lnTo>
                    <a:pt x="1589" y="129"/>
                  </a:lnTo>
                  <a:lnTo>
                    <a:pt x="1561" y="64"/>
                  </a:lnTo>
                  <a:lnTo>
                    <a:pt x="1535" y="0"/>
                  </a:lnTo>
                  <a:lnTo>
                    <a:pt x="3299" y="0"/>
                  </a:lnTo>
                  <a:lnTo>
                    <a:pt x="3325" y="30"/>
                  </a:lnTo>
                  <a:lnTo>
                    <a:pt x="3352" y="60"/>
                  </a:lnTo>
                  <a:lnTo>
                    <a:pt x="3379" y="89"/>
                  </a:lnTo>
                  <a:lnTo>
                    <a:pt x="3408" y="118"/>
                  </a:lnTo>
                  <a:lnTo>
                    <a:pt x="3483" y="190"/>
                  </a:lnTo>
                  <a:lnTo>
                    <a:pt x="3560" y="255"/>
                  </a:lnTo>
                  <a:lnTo>
                    <a:pt x="3640" y="317"/>
                  </a:lnTo>
                  <a:lnTo>
                    <a:pt x="3722" y="375"/>
                  </a:lnTo>
                  <a:lnTo>
                    <a:pt x="3806" y="428"/>
                  </a:lnTo>
                  <a:lnTo>
                    <a:pt x="3893" y="475"/>
                  </a:lnTo>
                  <a:lnTo>
                    <a:pt x="3981" y="519"/>
                  </a:lnTo>
                  <a:lnTo>
                    <a:pt x="4070" y="558"/>
                  </a:lnTo>
                  <a:lnTo>
                    <a:pt x="4161" y="592"/>
                  </a:lnTo>
                  <a:lnTo>
                    <a:pt x="4253" y="622"/>
                  </a:lnTo>
                  <a:lnTo>
                    <a:pt x="4347" y="648"/>
                  </a:lnTo>
                  <a:lnTo>
                    <a:pt x="4441" y="668"/>
                  </a:lnTo>
                  <a:lnTo>
                    <a:pt x="4537" y="684"/>
                  </a:lnTo>
                  <a:lnTo>
                    <a:pt x="4632" y="695"/>
                  </a:lnTo>
                  <a:lnTo>
                    <a:pt x="4727" y="703"/>
                  </a:lnTo>
                  <a:lnTo>
                    <a:pt x="4824" y="705"/>
                  </a:lnTo>
                  <a:lnTo>
                    <a:pt x="4919" y="703"/>
                  </a:lnTo>
                  <a:lnTo>
                    <a:pt x="5016" y="695"/>
                  </a:lnTo>
                  <a:lnTo>
                    <a:pt x="5112" y="684"/>
                  </a:lnTo>
                  <a:lnTo>
                    <a:pt x="5206" y="668"/>
                  </a:lnTo>
                  <a:lnTo>
                    <a:pt x="5300" y="648"/>
                  </a:lnTo>
                  <a:lnTo>
                    <a:pt x="5394" y="622"/>
                  </a:lnTo>
                  <a:lnTo>
                    <a:pt x="5486" y="592"/>
                  </a:lnTo>
                  <a:lnTo>
                    <a:pt x="5577" y="558"/>
                  </a:lnTo>
                  <a:lnTo>
                    <a:pt x="5667" y="519"/>
                  </a:lnTo>
                  <a:lnTo>
                    <a:pt x="5755" y="475"/>
                  </a:lnTo>
                  <a:lnTo>
                    <a:pt x="5841" y="428"/>
                  </a:lnTo>
                  <a:lnTo>
                    <a:pt x="5926" y="375"/>
                  </a:lnTo>
                  <a:lnTo>
                    <a:pt x="6008" y="317"/>
                  </a:lnTo>
                  <a:lnTo>
                    <a:pt x="6088" y="255"/>
                  </a:lnTo>
                  <a:lnTo>
                    <a:pt x="6165" y="190"/>
                  </a:lnTo>
                  <a:lnTo>
                    <a:pt x="6240" y="118"/>
                  </a:lnTo>
                  <a:lnTo>
                    <a:pt x="6268" y="89"/>
                  </a:lnTo>
                  <a:lnTo>
                    <a:pt x="6296" y="60"/>
                  </a:lnTo>
                  <a:lnTo>
                    <a:pt x="6323" y="30"/>
                  </a:lnTo>
                  <a:lnTo>
                    <a:pt x="6349" y="0"/>
                  </a:lnTo>
                  <a:lnTo>
                    <a:pt x="8113" y="0"/>
                  </a:lnTo>
                  <a:lnTo>
                    <a:pt x="8097" y="41"/>
                  </a:lnTo>
                  <a:lnTo>
                    <a:pt x="8080" y="82"/>
                  </a:lnTo>
                  <a:lnTo>
                    <a:pt x="8062" y="122"/>
                  </a:lnTo>
                  <a:lnTo>
                    <a:pt x="8044" y="163"/>
                  </a:lnTo>
                  <a:lnTo>
                    <a:pt x="8025" y="203"/>
                  </a:lnTo>
                  <a:lnTo>
                    <a:pt x="8007" y="243"/>
                  </a:lnTo>
                  <a:lnTo>
                    <a:pt x="7986" y="283"/>
                  </a:lnTo>
                  <a:lnTo>
                    <a:pt x="7967" y="323"/>
                  </a:lnTo>
                  <a:lnTo>
                    <a:pt x="7946" y="363"/>
                  </a:lnTo>
                  <a:lnTo>
                    <a:pt x="7924" y="401"/>
                  </a:lnTo>
                  <a:lnTo>
                    <a:pt x="7903" y="441"/>
                  </a:lnTo>
                  <a:lnTo>
                    <a:pt x="7880" y="479"/>
                  </a:lnTo>
                  <a:lnTo>
                    <a:pt x="7858" y="518"/>
                  </a:lnTo>
                  <a:lnTo>
                    <a:pt x="7834" y="557"/>
                  </a:lnTo>
                  <a:lnTo>
                    <a:pt x="7811" y="594"/>
                  </a:lnTo>
                  <a:lnTo>
                    <a:pt x="7786" y="633"/>
                  </a:lnTo>
                  <a:lnTo>
                    <a:pt x="7761" y="670"/>
                  </a:lnTo>
                  <a:lnTo>
                    <a:pt x="7737" y="708"/>
                  </a:lnTo>
                  <a:lnTo>
                    <a:pt x="7710" y="744"/>
                  </a:lnTo>
                  <a:lnTo>
                    <a:pt x="7684" y="782"/>
                  </a:lnTo>
                  <a:lnTo>
                    <a:pt x="7656" y="818"/>
                  </a:lnTo>
                  <a:lnTo>
                    <a:pt x="7629" y="855"/>
                  </a:lnTo>
                  <a:lnTo>
                    <a:pt x="7600" y="890"/>
                  </a:lnTo>
                  <a:lnTo>
                    <a:pt x="7572" y="927"/>
                  </a:lnTo>
                  <a:lnTo>
                    <a:pt x="7542" y="962"/>
                  </a:lnTo>
                  <a:lnTo>
                    <a:pt x="7513" y="998"/>
                  </a:lnTo>
                  <a:lnTo>
                    <a:pt x="7483" y="1032"/>
                  </a:lnTo>
                  <a:lnTo>
                    <a:pt x="7452" y="1067"/>
                  </a:lnTo>
                  <a:lnTo>
                    <a:pt x="7421" y="1102"/>
                  </a:lnTo>
                  <a:lnTo>
                    <a:pt x="7389" y="1135"/>
                  </a:lnTo>
                  <a:lnTo>
                    <a:pt x="7357" y="1169"/>
                  </a:lnTo>
                  <a:lnTo>
                    <a:pt x="7324" y="1202"/>
                  </a:lnTo>
                  <a:lnTo>
                    <a:pt x="7212" y="1309"/>
                  </a:lnTo>
                  <a:lnTo>
                    <a:pt x="7097" y="1410"/>
                  </a:lnTo>
                  <a:lnTo>
                    <a:pt x="6978" y="1506"/>
                  </a:lnTo>
                  <a:lnTo>
                    <a:pt x="6857" y="1595"/>
                  </a:lnTo>
                  <a:lnTo>
                    <a:pt x="6732" y="1679"/>
                  </a:lnTo>
                  <a:lnTo>
                    <a:pt x="6606" y="1757"/>
                  </a:lnTo>
                  <a:lnTo>
                    <a:pt x="6476" y="1829"/>
                  </a:lnTo>
                  <a:lnTo>
                    <a:pt x="6345" y="1894"/>
                  </a:lnTo>
                  <a:lnTo>
                    <a:pt x="6211" y="1955"/>
                  </a:lnTo>
                  <a:lnTo>
                    <a:pt x="6075" y="2009"/>
                  </a:lnTo>
                  <a:lnTo>
                    <a:pt x="5938" y="2058"/>
                  </a:lnTo>
                  <a:lnTo>
                    <a:pt x="5799" y="2101"/>
                  </a:lnTo>
                  <a:lnTo>
                    <a:pt x="5659" y="2138"/>
                  </a:lnTo>
                  <a:lnTo>
                    <a:pt x="5518" y="2169"/>
                  </a:lnTo>
                  <a:lnTo>
                    <a:pt x="5375" y="2195"/>
                  </a:lnTo>
                  <a:lnTo>
                    <a:pt x="5233" y="2214"/>
                  </a:lnTo>
                  <a:lnTo>
                    <a:pt x="5089" y="2228"/>
                  </a:lnTo>
                  <a:lnTo>
                    <a:pt x="4945" y="2235"/>
                  </a:lnTo>
                  <a:lnTo>
                    <a:pt x="4800" y="2237"/>
                  </a:lnTo>
                  <a:lnTo>
                    <a:pt x="4657" y="2233"/>
                  </a:lnTo>
                  <a:lnTo>
                    <a:pt x="4513" y="2223"/>
                  </a:lnTo>
                  <a:lnTo>
                    <a:pt x="4369" y="2208"/>
                  </a:lnTo>
                  <a:lnTo>
                    <a:pt x="4226" y="2187"/>
                  </a:lnTo>
                  <a:lnTo>
                    <a:pt x="4085" y="2159"/>
                  </a:lnTo>
                  <a:lnTo>
                    <a:pt x="3944" y="2126"/>
                  </a:lnTo>
                  <a:lnTo>
                    <a:pt x="3804" y="2087"/>
                  </a:lnTo>
                  <a:lnTo>
                    <a:pt x="3665" y="2043"/>
                  </a:lnTo>
                  <a:lnTo>
                    <a:pt x="3529" y="1992"/>
                  </a:lnTo>
                  <a:lnTo>
                    <a:pt x="3394" y="1936"/>
                  </a:lnTo>
                  <a:lnTo>
                    <a:pt x="3261" y="1874"/>
                  </a:lnTo>
                  <a:lnTo>
                    <a:pt x="3129" y="1806"/>
                  </a:lnTo>
                  <a:lnTo>
                    <a:pt x="3001" y="1732"/>
                  </a:lnTo>
                  <a:close/>
                </a:path>
              </a:pathLst>
            </a:custGeom>
            <a:gradFill>
              <a:gsLst>
                <a:gs pos="0">
                  <a:srgbClr val="17406D"/>
                </a:gs>
                <a:gs pos="100000">
                  <a:srgbClr val="17406D">
                    <a:lumMod val="75000"/>
                  </a:srgbClr>
                </a:gs>
              </a:gsLst>
              <a:lin ang="2700000" scaled="1"/>
            </a:gra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2" name="Freeform 26"/>
            <p:cNvSpPr>
              <a:spLocks noChangeAspect="1" noEditPoints="1"/>
            </p:cNvSpPr>
            <p:nvPr/>
          </p:nvSpPr>
          <p:spPr bwMode="auto">
            <a:xfrm>
              <a:off x="1493399" y="2881310"/>
              <a:ext cx="2805113" cy="904875"/>
            </a:xfrm>
            <a:custGeom>
              <a:avLst/>
              <a:gdLst>
                <a:gd name="T0" fmla="*/ 194 w 7070"/>
                <a:gd name="T1" fmla="*/ 2144 h 2281"/>
                <a:gd name="T2" fmla="*/ 130 w 7070"/>
                <a:gd name="T3" fmla="*/ 1935 h 2281"/>
                <a:gd name="T4" fmla="*/ 78 w 7070"/>
                <a:gd name="T5" fmla="*/ 1722 h 2281"/>
                <a:gd name="T6" fmla="*/ 39 w 7070"/>
                <a:gd name="T7" fmla="*/ 1508 h 2281"/>
                <a:gd name="T8" fmla="*/ 13 w 7070"/>
                <a:gd name="T9" fmla="*/ 1292 h 2281"/>
                <a:gd name="T10" fmla="*/ 1 w 7070"/>
                <a:gd name="T11" fmla="*/ 1075 h 2281"/>
                <a:gd name="T12" fmla="*/ 2 w 7070"/>
                <a:gd name="T13" fmla="*/ 858 h 2281"/>
                <a:gd name="T14" fmla="*/ 16 w 7070"/>
                <a:gd name="T15" fmla="*/ 641 h 2281"/>
                <a:gd name="T16" fmla="*/ 44 w 7070"/>
                <a:gd name="T17" fmla="*/ 425 h 2281"/>
                <a:gd name="T18" fmla="*/ 85 w 7070"/>
                <a:gd name="T19" fmla="*/ 211 h 2281"/>
                <a:gd name="T20" fmla="*/ 139 w 7070"/>
                <a:gd name="T21" fmla="*/ 0 h 2281"/>
                <a:gd name="T22" fmla="*/ 1720 w 7070"/>
                <a:gd name="T23" fmla="*/ 136 h 2281"/>
                <a:gd name="T24" fmla="*/ 1635 w 7070"/>
                <a:gd name="T25" fmla="*/ 349 h 2281"/>
                <a:gd name="T26" fmla="*/ 1576 w 7070"/>
                <a:gd name="T27" fmla="*/ 568 h 2281"/>
                <a:gd name="T28" fmla="*/ 1542 w 7070"/>
                <a:gd name="T29" fmla="*/ 791 h 2281"/>
                <a:gd name="T30" fmla="*/ 1533 w 7070"/>
                <a:gd name="T31" fmla="*/ 1016 h 2281"/>
                <a:gd name="T32" fmla="*/ 1549 w 7070"/>
                <a:gd name="T33" fmla="*/ 1242 h 2281"/>
                <a:gd name="T34" fmla="*/ 1591 w 7070"/>
                <a:gd name="T35" fmla="*/ 1464 h 2281"/>
                <a:gd name="T36" fmla="*/ 1658 w 7070"/>
                <a:gd name="T37" fmla="*/ 1681 h 2281"/>
                <a:gd name="T38" fmla="*/ 1750 w 7070"/>
                <a:gd name="T39" fmla="*/ 1892 h 2281"/>
                <a:gd name="T40" fmla="*/ 1867 w 7070"/>
                <a:gd name="T41" fmla="*/ 2092 h 2281"/>
                <a:gd name="T42" fmla="*/ 2010 w 7070"/>
                <a:gd name="T43" fmla="*/ 2281 h 2281"/>
                <a:gd name="T44" fmla="*/ 6951 w 7070"/>
                <a:gd name="T45" fmla="*/ 69 h 2281"/>
                <a:gd name="T46" fmla="*/ 7000 w 7070"/>
                <a:gd name="T47" fmla="*/ 282 h 2281"/>
                <a:gd name="T48" fmla="*/ 7036 w 7070"/>
                <a:gd name="T49" fmla="*/ 497 h 2281"/>
                <a:gd name="T50" fmla="*/ 7059 w 7070"/>
                <a:gd name="T51" fmla="*/ 713 h 2281"/>
                <a:gd name="T52" fmla="*/ 7070 w 7070"/>
                <a:gd name="T53" fmla="*/ 931 h 2281"/>
                <a:gd name="T54" fmla="*/ 7065 w 7070"/>
                <a:gd name="T55" fmla="*/ 1147 h 2281"/>
                <a:gd name="T56" fmla="*/ 7049 w 7070"/>
                <a:gd name="T57" fmla="*/ 1364 h 2281"/>
                <a:gd name="T58" fmla="*/ 7019 w 7070"/>
                <a:gd name="T59" fmla="*/ 1580 h 2281"/>
                <a:gd name="T60" fmla="*/ 6976 w 7070"/>
                <a:gd name="T61" fmla="*/ 1793 h 2281"/>
                <a:gd name="T62" fmla="*/ 6920 w 7070"/>
                <a:gd name="T63" fmla="*/ 2004 h 2281"/>
                <a:gd name="T64" fmla="*/ 6850 w 7070"/>
                <a:gd name="T65" fmla="*/ 2212 h 2281"/>
                <a:gd name="T66" fmla="*/ 5111 w 7070"/>
                <a:gd name="T67" fmla="*/ 2220 h 2281"/>
                <a:gd name="T68" fmla="*/ 5245 w 7070"/>
                <a:gd name="T69" fmla="*/ 2027 h 2281"/>
                <a:gd name="T70" fmla="*/ 5353 w 7070"/>
                <a:gd name="T71" fmla="*/ 1823 h 2281"/>
                <a:gd name="T72" fmla="*/ 5437 w 7070"/>
                <a:gd name="T73" fmla="*/ 1610 h 2281"/>
                <a:gd name="T74" fmla="*/ 5496 w 7070"/>
                <a:gd name="T75" fmla="*/ 1391 h 2281"/>
                <a:gd name="T76" fmla="*/ 5529 w 7070"/>
                <a:gd name="T77" fmla="*/ 1167 h 2281"/>
                <a:gd name="T78" fmla="*/ 5537 w 7070"/>
                <a:gd name="T79" fmla="*/ 941 h 2281"/>
                <a:gd name="T80" fmla="*/ 5520 w 7070"/>
                <a:gd name="T81" fmla="*/ 716 h 2281"/>
                <a:gd name="T82" fmla="*/ 5477 w 7070"/>
                <a:gd name="T83" fmla="*/ 494 h 2281"/>
                <a:gd name="T84" fmla="*/ 5409 w 7070"/>
                <a:gd name="T85" fmla="*/ 277 h 2281"/>
                <a:gd name="T86" fmla="*/ 5316 w 7070"/>
                <a:gd name="T87" fmla="*/ 67 h 2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070" h="2281">
                  <a:moveTo>
                    <a:pt x="246" y="2281"/>
                  </a:moveTo>
                  <a:lnTo>
                    <a:pt x="219" y="2212"/>
                  </a:lnTo>
                  <a:lnTo>
                    <a:pt x="194" y="2144"/>
                  </a:lnTo>
                  <a:lnTo>
                    <a:pt x="172" y="2074"/>
                  </a:lnTo>
                  <a:lnTo>
                    <a:pt x="149" y="2004"/>
                  </a:lnTo>
                  <a:lnTo>
                    <a:pt x="130" y="1935"/>
                  </a:lnTo>
                  <a:lnTo>
                    <a:pt x="111" y="1864"/>
                  </a:lnTo>
                  <a:lnTo>
                    <a:pt x="94" y="1793"/>
                  </a:lnTo>
                  <a:lnTo>
                    <a:pt x="78" y="1722"/>
                  </a:lnTo>
                  <a:lnTo>
                    <a:pt x="64" y="1651"/>
                  </a:lnTo>
                  <a:lnTo>
                    <a:pt x="51" y="1580"/>
                  </a:lnTo>
                  <a:lnTo>
                    <a:pt x="39" y="1508"/>
                  </a:lnTo>
                  <a:lnTo>
                    <a:pt x="29" y="1436"/>
                  </a:lnTo>
                  <a:lnTo>
                    <a:pt x="21" y="1364"/>
                  </a:lnTo>
                  <a:lnTo>
                    <a:pt x="13" y="1292"/>
                  </a:lnTo>
                  <a:lnTo>
                    <a:pt x="8" y="1219"/>
                  </a:lnTo>
                  <a:lnTo>
                    <a:pt x="4" y="1147"/>
                  </a:lnTo>
                  <a:lnTo>
                    <a:pt x="1" y="1075"/>
                  </a:lnTo>
                  <a:lnTo>
                    <a:pt x="0" y="1002"/>
                  </a:lnTo>
                  <a:lnTo>
                    <a:pt x="0" y="931"/>
                  </a:lnTo>
                  <a:lnTo>
                    <a:pt x="2" y="858"/>
                  </a:lnTo>
                  <a:lnTo>
                    <a:pt x="6" y="786"/>
                  </a:lnTo>
                  <a:lnTo>
                    <a:pt x="10" y="713"/>
                  </a:lnTo>
                  <a:lnTo>
                    <a:pt x="16" y="641"/>
                  </a:lnTo>
                  <a:lnTo>
                    <a:pt x="24" y="569"/>
                  </a:lnTo>
                  <a:lnTo>
                    <a:pt x="34" y="497"/>
                  </a:lnTo>
                  <a:lnTo>
                    <a:pt x="44" y="425"/>
                  </a:lnTo>
                  <a:lnTo>
                    <a:pt x="56" y="354"/>
                  </a:lnTo>
                  <a:lnTo>
                    <a:pt x="70" y="282"/>
                  </a:lnTo>
                  <a:lnTo>
                    <a:pt x="85" y="211"/>
                  </a:lnTo>
                  <a:lnTo>
                    <a:pt x="101" y="140"/>
                  </a:lnTo>
                  <a:lnTo>
                    <a:pt x="119" y="69"/>
                  </a:lnTo>
                  <a:lnTo>
                    <a:pt x="139" y="0"/>
                  </a:lnTo>
                  <a:lnTo>
                    <a:pt x="1791" y="0"/>
                  </a:lnTo>
                  <a:lnTo>
                    <a:pt x="1754" y="67"/>
                  </a:lnTo>
                  <a:lnTo>
                    <a:pt x="1720" y="136"/>
                  </a:lnTo>
                  <a:lnTo>
                    <a:pt x="1689" y="207"/>
                  </a:lnTo>
                  <a:lnTo>
                    <a:pt x="1661" y="277"/>
                  </a:lnTo>
                  <a:lnTo>
                    <a:pt x="1635" y="349"/>
                  </a:lnTo>
                  <a:lnTo>
                    <a:pt x="1613" y="421"/>
                  </a:lnTo>
                  <a:lnTo>
                    <a:pt x="1593" y="494"/>
                  </a:lnTo>
                  <a:lnTo>
                    <a:pt x="1576" y="568"/>
                  </a:lnTo>
                  <a:lnTo>
                    <a:pt x="1562" y="642"/>
                  </a:lnTo>
                  <a:lnTo>
                    <a:pt x="1550" y="716"/>
                  </a:lnTo>
                  <a:lnTo>
                    <a:pt x="1542" y="791"/>
                  </a:lnTo>
                  <a:lnTo>
                    <a:pt x="1536" y="866"/>
                  </a:lnTo>
                  <a:lnTo>
                    <a:pt x="1533" y="941"/>
                  </a:lnTo>
                  <a:lnTo>
                    <a:pt x="1533" y="1016"/>
                  </a:lnTo>
                  <a:lnTo>
                    <a:pt x="1535" y="1092"/>
                  </a:lnTo>
                  <a:lnTo>
                    <a:pt x="1541" y="1167"/>
                  </a:lnTo>
                  <a:lnTo>
                    <a:pt x="1549" y="1242"/>
                  </a:lnTo>
                  <a:lnTo>
                    <a:pt x="1560" y="1316"/>
                  </a:lnTo>
                  <a:lnTo>
                    <a:pt x="1574" y="1391"/>
                  </a:lnTo>
                  <a:lnTo>
                    <a:pt x="1591" y="1464"/>
                  </a:lnTo>
                  <a:lnTo>
                    <a:pt x="1610" y="1537"/>
                  </a:lnTo>
                  <a:lnTo>
                    <a:pt x="1633" y="1610"/>
                  </a:lnTo>
                  <a:lnTo>
                    <a:pt x="1658" y="1681"/>
                  </a:lnTo>
                  <a:lnTo>
                    <a:pt x="1686" y="1752"/>
                  </a:lnTo>
                  <a:lnTo>
                    <a:pt x="1717" y="1823"/>
                  </a:lnTo>
                  <a:lnTo>
                    <a:pt x="1750" y="1892"/>
                  </a:lnTo>
                  <a:lnTo>
                    <a:pt x="1786" y="1959"/>
                  </a:lnTo>
                  <a:lnTo>
                    <a:pt x="1825" y="2027"/>
                  </a:lnTo>
                  <a:lnTo>
                    <a:pt x="1867" y="2092"/>
                  </a:lnTo>
                  <a:lnTo>
                    <a:pt x="1912" y="2157"/>
                  </a:lnTo>
                  <a:lnTo>
                    <a:pt x="1959" y="2220"/>
                  </a:lnTo>
                  <a:lnTo>
                    <a:pt x="2010" y="2281"/>
                  </a:lnTo>
                  <a:lnTo>
                    <a:pt x="246" y="2281"/>
                  </a:lnTo>
                  <a:close/>
                  <a:moveTo>
                    <a:pt x="6930" y="0"/>
                  </a:moveTo>
                  <a:lnTo>
                    <a:pt x="6951" y="69"/>
                  </a:lnTo>
                  <a:lnTo>
                    <a:pt x="6968" y="140"/>
                  </a:lnTo>
                  <a:lnTo>
                    <a:pt x="6985" y="211"/>
                  </a:lnTo>
                  <a:lnTo>
                    <a:pt x="7000" y="282"/>
                  </a:lnTo>
                  <a:lnTo>
                    <a:pt x="7014" y="354"/>
                  </a:lnTo>
                  <a:lnTo>
                    <a:pt x="7026" y="425"/>
                  </a:lnTo>
                  <a:lnTo>
                    <a:pt x="7036" y="497"/>
                  </a:lnTo>
                  <a:lnTo>
                    <a:pt x="7045" y="569"/>
                  </a:lnTo>
                  <a:lnTo>
                    <a:pt x="7054" y="641"/>
                  </a:lnTo>
                  <a:lnTo>
                    <a:pt x="7059" y="713"/>
                  </a:lnTo>
                  <a:lnTo>
                    <a:pt x="7064" y="786"/>
                  </a:lnTo>
                  <a:lnTo>
                    <a:pt x="7068" y="858"/>
                  </a:lnTo>
                  <a:lnTo>
                    <a:pt x="7070" y="931"/>
                  </a:lnTo>
                  <a:lnTo>
                    <a:pt x="7070" y="1002"/>
                  </a:lnTo>
                  <a:lnTo>
                    <a:pt x="7069" y="1075"/>
                  </a:lnTo>
                  <a:lnTo>
                    <a:pt x="7065" y="1147"/>
                  </a:lnTo>
                  <a:lnTo>
                    <a:pt x="7062" y="1219"/>
                  </a:lnTo>
                  <a:lnTo>
                    <a:pt x="7056" y="1292"/>
                  </a:lnTo>
                  <a:lnTo>
                    <a:pt x="7049" y="1364"/>
                  </a:lnTo>
                  <a:lnTo>
                    <a:pt x="7041" y="1436"/>
                  </a:lnTo>
                  <a:lnTo>
                    <a:pt x="7031" y="1508"/>
                  </a:lnTo>
                  <a:lnTo>
                    <a:pt x="7019" y="1580"/>
                  </a:lnTo>
                  <a:lnTo>
                    <a:pt x="7006" y="1651"/>
                  </a:lnTo>
                  <a:lnTo>
                    <a:pt x="6992" y="1722"/>
                  </a:lnTo>
                  <a:lnTo>
                    <a:pt x="6976" y="1793"/>
                  </a:lnTo>
                  <a:lnTo>
                    <a:pt x="6959" y="1864"/>
                  </a:lnTo>
                  <a:lnTo>
                    <a:pt x="6940" y="1935"/>
                  </a:lnTo>
                  <a:lnTo>
                    <a:pt x="6920" y="2004"/>
                  </a:lnTo>
                  <a:lnTo>
                    <a:pt x="6898" y="2074"/>
                  </a:lnTo>
                  <a:lnTo>
                    <a:pt x="6874" y="2144"/>
                  </a:lnTo>
                  <a:lnTo>
                    <a:pt x="6850" y="2212"/>
                  </a:lnTo>
                  <a:lnTo>
                    <a:pt x="6824" y="2281"/>
                  </a:lnTo>
                  <a:lnTo>
                    <a:pt x="5060" y="2281"/>
                  </a:lnTo>
                  <a:lnTo>
                    <a:pt x="5111" y="2220"/>
                  </a:lnTo>
                  <a:lnTo>
                    <a:pt x="5158" y="2157"/>
                  </a:lnTo>
                  <a:lnTo>
                    <a:pt x="5203" y="2092"/>
                  </a:lnTo>
                  <a:lnTo>
                    <a:pt x="5245" y="2027"/>
                  </a:lnTo>
                  <a:lnTo>
                    <a:pt x="5284" y="1959"/>
                  </a:lnTo>
                  <a:lnTo>
                    <a:pt x="5320" y="1892"/>
                  </a:lnTo>
                  <a:lnTo>
                    <a:pt x="5353" y="1823"/>
                  </a:lnTo>
                  <a:lnTo>
                    <a:pt x="5384" y="1752"/>
                  </a:lnTo>
                  <a:lnTo>
                    <a:pt x="5412" y="1681"/>
                  </a:lnTo>
                  <a:lnTo>
                    <a:pt x="5437" y="1610"/>
                  </a:lnTo>
                  <a:lnTo>
                    <a:pt x="5460" y="1537"/>
                  </a:lnTo>
                  <a:lnTo>
                    <a:pt x="5479" y="1464"/>
                  </a:lnTo>
                  <a:lnTo>
                    <a:pt x="5496" y="1391"/>
                  </a:lnTo>
                  <a:lnTo>
                    <a:pt x="5510" y="1316"/>
                  </a:lnTo>
                  <a:lnTo>
                    <a:pt x="5521" y="1242"/>
                  </a:lnTo>
                  <a:lnTo>
                    <a:pt x="5529" y="1167"/>
                  </a:lnTo>
                  <a:lnTo>
                    <a:pt x="5535" y="1092"/>
                  </a:lnTo>
                  <a:lnTo>
                    <a:pt x="5537" y="1016"/>
                  </a:lnTo>
                  <a:lnTo>
                    <a:pt x="5537" y="941"/>
                  </a:lnTo>
                  <a:lnTo>
                    <a:pt x="5534" y="866"/>
                  </a:lnTo>
                  <a:lnTo>
                    <a:pt x="5528" y="791"/>
                  </a:lnTo>
                  <a:lnTo>
                    <a:pt x="5520" y="716"/>
                  </a:lnTo>
                  <a:lnTo>
                    <a:pt x="5508" y="642"/>
                  </a:lnTo>
                  <a:lnTo>
                    <a:pt x="5494" y="568"/>
                  </a:lnTo>
                  <a:lnTo>
                    <a:pt x="5477" y="494"/>
                  </a:lnTo>
                  <a:lnTo>
                    <a:pt x="5457" y="421"/>
                  </a:lnTo>
                  <a:lnTo>
                    <a:pt x="5434" y="349"/>
                  </a:lnTo>
                  <a:lnTo>
                    <a:pt x="5409" y="277"/>
                  </a:lnTo>
                  <a:lnTo>
                    <a:pt x="5380" y="207"/>
                  </a:lnTo>
                  <a:lnTo>
                    <a:pt x="5350" y="136"/>
                  </a:lnTo>
                  <a:lnTo>
                    <a:pt x="5316" y="67"/>
                  </a:lnTo>
                  <a:lnTo>
                    <a:pt x="5279" y="0"/>
                  </a:lnTo>
                  <a:lnTo>
                    <a:pt x="6930" y="0"/>
                  </a:lnTo>
                  <a:close/>
                </a:path>
              </a:pathLst>
            </a:custGeom>
            <a:gradFill>
              <a:gsLst>
                <a:gs pos="0">
                  <a:srgbClr val="C00000"/>
                </a:gs>
                <a:gs pos="100000">
                  <a:srgbClr val="C00000">
                    <a:lumMod val="75000"/>
                  </a:srgbClr>
                </a:gs>
              </a:gsLst>
              <a:lin ang="2700000" scaled="1"/>
            </a:gradFill>
            <a:ln w="254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3" name="Freeform 27"/>
            <p:cNvSpPr>
              <a:spLocks noChangeAspect="1"/>
            </p:cNvSpPr>
            <p:nvPr/>
          </p:nvSpPr>
          <p:spPr bwMode="auto">
            <a:xfrm>
              <a:off x="1547374" y="1868485"/>
              <a:ext cx="2695575" cy="1012825"/>
            </a:xfrm>
            <a:custGeom>
              <a:avLst/>
              <a:gdLst>
                <a:gd name="T0" fmla="*/ 32 w 6791"/>
                <a:gd name="T1" fmla="*/ 2447 h 2551"/>
                <a:gd name="T2" fmla="*/ 85 w 6791"/>
                <a:gd name="T3" fmla="*/ 2293 h 2551"/>
                <a:gd name="T4" fmla="*/ 146 w 6791"/>
                <a:gd name="T5" fmla="*/ 2141 h 2551"/>
                <a:gd name="T6" fmla="*/ 214 w 6791"/>
                <a:gd name="T7" fmla="*/ 1992 h 2551"/>
                <a:gd name="T8" fmla="*/ 289 w 6791"/>
                <a:gd name="T9" fmla="*/ 1845 h 2551"/>
                <a:gd name="T10" fmla="*/ 373 w 6791"/>
                <a:gd name="T11" fmla="*/ 1701 h 2551"/>
                <a:gd name="T12" fmla="*/ 463 w 6791"/>
                <a:gd name="T13" fmla="*/ 1561 h 2551"/>
                <a:gd name="T14" fmla="*/ 560 w 6791"/>
                <a:gd name="T15" fmla="*/ 1423 h 2551"/>
                <a:gd name="T16" fmla="*/ 665 w 6791"/>
                <a:gd name="T17" fmla="*/ 1289 h 2551"/>
                <a:gd name="T18" fmla="*/ 776 w 6791"/>
                <a:gd name="T19" fmla="*/ 1161 h 2551"/>
                <a:gd name="T20" fmla="*/ 896 w 6791"/>
                <a:gd name="T21" fmla="*/ 1035 h 2551"/>
                <a:gd name="T22" fmla="*/ 1305 w 6791"/>
                <a:gd name="T23" fmla="*/ 683 h 2551"/>
                <a:gd name="T24" fmla="*/ 1751 w 6791"/>
                <a:gd name="T25" fmla="*/ 404 h 2551"/>
                <a:gd name="T26" fmla="*/ 2227 w 6791"/>
                <a:gd name="T27" fmla="*/ 198 h 2551"/>
                <a:gd name="T28" fmla="*/ 2720 w 6791"/>
                <a:gd name="T29" fmla="*/ 64 h 2551"/>
                <a:gd name="T30" fmla="*/ 3227 w 6791"/>
                <a:gd name="T31" fmla="*/ 4 h 2551"/>
                <a:gd name="T32" fmla="*/ 3735 w 6791"/>
                <a:gd name="T33" fmla="*/ 16 h 2551"/>
                <a:gd name="T34" fmla="*/ 4238 w 6791"/>
                <a:gd name="T35" fmla="*/ 101 h 2551"/>
                <a:gd name="T36" fmla="*/ 4726 w 6791"/>
                <a:gd name="T37" fmla="*/ 258 h 2551"/>
                <a:gd name="T38" fmla="*/ 5192 w 6791"/>
                <a:gd name="T39" fmla="*/ 489 h 2551"/>
                <a:gd name="T40" fmla="*/ 5627 w 6791"/>
                <a:gd name="T41" fmla="*/ 793 h 2551"/>
                <a:gd name="T42" fmla="*/ 5936 w 6791"/>
                <a:gd name="T43" fmla="*/ 1077 h 2551"/>
                <a:gd name="T44" fmla="*/ 6053 w 6791"/>
                <a:gd name="T45" fmla="*/ 1203 h 2551"/>
                <a:gd name="T46" fmla="*/ 6163 w 6791"/>
                <a:gd name="T47" fmla="*/ 1334 h 2551"/>
                <a:gd name="T48" fmla="*/ 6265 w 6791"/>
                <a:gd name="T49" fmla="*/ 1468 h 2551"/>
                <a:gd name="T50" fmla="*/ 6360 w 6791"/>
                <a:gd name="T51" fmla="*/ 1607 h 2551"/>
                <a:gd name="T52" fmla="*/ 6448 w 6791"/>
                <a:gd name="T53" fmla="*/ 1748 h 2551"/>
                <a:gd name="T54" fmla="*/ 6527 w 6791"/>
                <a:gd name="T55" fmla="*/ 1893 h 2551"/>
                <a:gd name="T56" fmla="*/ 6601 w 6791"/>
                <a:gd name="T57" fmla="*/ 2041 h 2551"/>
                <a:gd name="T58" fmla="*/ 6667 w 6791"/>
                <a:gd name="T59" fmla="*/ 2191 h 2551"/>
                <a:gd name="T60" fmla="*/ 6725 w 6791"/>
                <a:gd name="T61" fmla="*/ 2344 h 2551"/>
                <a:gd name="T62" fmla="*/ 6776 w 6791"/>
                <a:gd name="T63" fmla="*/ 2498 h 2551"/>
                <a:gd name="T64" fmla="*/ 5123 w 6791"/>
                <a:gd name="T65" fmla="*/ 2522 h 2551"/>
                <a:gd name="T66" fmla="*/ 5071 w 6791"/>
                <a:gd name="T67" fmla="*/ 2436 h 2551"/>
                <a:gd name="T68" fmla="*/ 5013 w 6791"/>
                <a:gd name="T69" fmla="*/ 2353 h 2551"/>
                <a:gd name="T70" fmla="*/ 4950 w 6791"/>
                <a:gd name="T71" fmla="*/ 2273 h 2551"/>
                <a:gd name="T72" fmla="*/ 4884 w 6791"/>
                <a:gd name="T73" fmla="*/ 2195 h 2551"/>
                <a:gd name="T74" fmla="*/ 4812 w 6791"/>
                <a:gd name="T75" fmla="*/ 2118 h 2551"/>
                <a:gd name="T76" fmla="*/ 4580 w 6791"/>
                <a:gd name="T77" fmla="*/ 1920 h 2551"/>
                <a:gd name="T78" fmla="*/ 4327 w 6791"/>
                <a:gd name="T79" fmla="*/ 1761 h 2551"/>
                <a:gd name="T80" fmla="*/ 4058 w 6791"/>
                <a:gd name="T81" fmla="*/ 1644 h 2551"/>
                <a:gd name="T82" fmla="*/ 3778 w 6791"/>
                <a:gd name="T83" fmla="*/ 1569 h 2551"/>
                <a:gd name="T84" fmla="*/ 3491 w 6791"/>
                <a:gd name="T85" fmla="*/ 1535 h 2551"/>
                <a:gd name="T86" fmla="*/ 3204 w 6791"/>
                <a:gd name="T87" fmla="*/ 1541 h 2551"/>
                <a:gd name="T88" fmla="*/ 2919 w 6791"/>
                <a:gd name="T89" fmla="*/ 1590 h 2551"/>
                <a:gd name="T90" fmla="*/ 2642 w 6791"/>
                <a:gd name="T91" fmla="*/ 1679 h 2551"/>
                <a:gd name="T92" fmla="*/ 2378 w 6791"/>
                <a:gd name="T93" fmla="*/ 1809 h 2551"/>
                <a:gd name="T94" fmla="*/ 2132 w 6791"/>
                <a:gd name="T95" fmla="*/ 1981 h 2551"/>
                <a:gd name="T96" fmla="*/ 1955 w 6791"/>
                <a:gd name="T97" fmla="*/ 2144 h 2551"/>
                <a:gd name="T98" fmla="*/ 1886 w 6791"/>
                <a:gd name="T99" fmla="*/ 2220 h 2551"/>
                <a:gd name="T100" fmla="*/ 1820 w 6791"/>
                <a:gd name="T101" fmla="*/ 2300 h 2551"/>
                <a:gd name="T102" fmla="*/ 1759 w 6791"/>
                <a:gd name="T103" fmla="*/ 2381 h 2551"/>
                <a:gd name="T104" fmla="*/ 1703 w 6791"/>
                <a:gd name="T105" fmla="*/ 2465 h 2551"/>
                <a:gd name="T106" fmla="*/ 1652 w 6791"/>
                <a:gd name="T107" fmla="*/ 2551 h 2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791" h="2551">
                  <a:moveTo>
                    <a:pt x="0" y="2551"/>
                  </a:moveTo>
                  <a:lnTo>
                    <a:pt x="16" y="2498"/>
                  </a:lnTo>
                  <a:lnTo>
                    <a:pt x="32" y="2447"/>
                  </a:lnTo>
                  <a:lnTo>
                    <a:pt x="49" y="2395"/>
                  </a:lnTo>
                  <a:lnTo>
                    <a:pt x="66" y="2344"/>
                  </a:lnTo>
                  <a:lnTo>
                    <a:pt x="85" y="2293"/>
                  </a:lnTo>
                  <a:lnTo>
                    <a:pt x="105" y="2242"/>
                  </a:lnTo>
                  <a:lnTo>
                    <a:pt x="125" y="2191"/>
                  </a:lnTo>
                  <a:lnTo>
                    <a:pt x="146" y="2141"/>
                  </a:lnTo>
                  <a:lnTo>
                    <a:pt x="168" y="2090"/>
                  </a:lnTo>
                  <a:lnTo>
                    <a:pt x="191" y="2041"/>
                  </a:lnTo>
                  <a:lnTo>
                    <a:pt x="214" y="1992"/>
                  </a:lnTo>
                  <a:lnTo>
                    <a:pt x="239" y="1942"/>
                  </a:lnTo>
                  <a:lnTo>
                    <a:pt x="264" y="1893"/>
                  </a:lnTo>
                  <a:lnTo>
                    <a:pt x="289" y="1845"/>
                  </a:lnTo>
                  <a:lnTo>
                    <a:pt x="316" y="1797"/>
                  </a:lnTo>
                  <a:lnTo>
                    <a:pt x="344" y="1748"/>
                  </a:lnTo>
                  <a:lnTo>
                    <a:pt x="373" y="1701"/>
                  </a:lnTo>
                  <a:lnTo>
                    <a:pt x="402" y="1654"/>
                  </a:lnTo>
                  <a:lnTo>
                    <a:pt x="432" y="1607"/>
                  </a:lnTo>
                  <a:lnTo>
                    <a:pt x="463" y="1561"/>
                  </a:lnTo>
                  <a:lnTo>
                    <a:pt x="494" y="1514"/>
                  </a:lnTo>
                  <a:lnTo>
                    <a:pt x="526" y="1468"/>
                  </a:lnTo>
                  <a:lnTo>
                    <a:pt x="560" y="1423"/>
                  </a:lnTo>
                  <a:lnTo>
                    <a:pt x="594" y="1378"/>
                  </a:lnTo>
                  <a:lnTo>
                    <a:pt x="629" y="1334"/>
                  </a:lnTo>
                  <a:lnTo>
                    <a:pt x="665" y="1289"/>
                  </a:lnTo>
                  <a:lnTo>
                    <a:pt x="701" y="1246"/>
                  </a:lnTo>
                  <a:lnTo>
                    <a:pt x="739" y="1203"/>
                  </a:lnTo>
                  <a:lnTo>
                    <a:pt x="776" y="1161"/>
                  </a:lnTo>
                  <a:lnTo>
                    <a:pt x="816" y="1118"/>
                  </a:lnTo>
                  <a:lnTo>
                    <a:pt x="856" y="1077"/>
                  </a:lnTo>
                  <a:lnTo>
                    <a:pt x="896" y="1035"/>
                  </a:lnTo>
                  <a:lnTo>
                    <a:pt x="1028" y="910"/>
                  </a:lnTo>
                  <a:lnTo>
                    <a:pt x="1165" y="793"/>
                  </a:lnTo>
                  <a:lnTo>
                    <a:pt x="1305" y="683"/>
                  </a:lnTo>
                  <a:lnTo>
                    <a:pt x="1451" y="582"/>
                  </a:lnTo>
                  <a:lnTo>
                    <a:pt x="1599" y="489"/>
                  </a:lnTo>
                  <a:lnTo>
                    <a:pt x="1751" y="404"/>
                  </a:lnTo>
                  <a:lnTo>
                    <a:pt x="1907" y="327"/>
                  </a:lnTo>
                  <a:lnTo>
                    <a:pt x="2066" y="258"/>
                  </a:lnTo>
                  <a:lnTo>
                    <a:pt x="2227" y="198"/>
                  </a:lnTo>
                  <a:lnTo>
                    <a:pt x="2390" y="146"/>
                  </a:lnTo>
                  <a:lnTo>
                    <a:pt x="2554" y="101"/>
                  </a:lnTo>
                  <a:lnTo>
                    <a:pt x="2720" y="64"/>
                  </a:lnTo>
                  <a:lnTo>
                    <a:pt x="2889" y="36"/>
                  </a:lnTo>
                  <a:lnTo>
                    <a:pt x="3057" y="16"/>
                  </a:lnTo>
                  <a:lnTo>
                    <a:pt x="3227" y="4"/>
                  </a:lnTo>
                  <a:lnTo>
                    <a:pt x="3396" y="0"/>
                  </a:lnTo>
                  <a:lnTo>
                    <a:pt x="3565" y="4"/>
                  </a:lnTo>
                  <a:lnTo>
                    <a:pt x="3735" y="16"/>
                  </a:lnTo>
                  <a:lnTo>
                    <a:pt x="3903" y="36"/>
                  </a:lnTo>
                  <a:lnTo>
                    <a:pt x="4071" y="64"/>
                  </a:lnTo>
                  <a:lnTo>
                    <a:pt x="4238" y="101"/>
                  </a:lnTo>
                  <a:lnTo>
                    <a:pt x="4402" y="146"/>
                  </a:lnTo>
                  <a:lnTo>
                    <a:pt x="4565" y="198"/>
                  </a:lnTo>
                  <a:lnTo>
                    <a:pt x="4726" y="258"/>
                  </a:lnTo>
                  <a:lnTo>
                    <a:pt x="4885" y="327"/>
                  </a:lnTo>
                  <a:lnTo>
                    <a:pt x="5039" y="404"/>
                  </a:lnTo>
                  <a:lnTo>
                    <a:pt x="5192" y="489"/>
                  </a:lnTo>
                  <a:lnTo>
                    <a:pt x="5341" y="582"/>
                  </a:lnTo>
                  <a:lnTo>
                    <a:pt x="5486" y="683"/>
                  </a:lnTo>
                  <a:lnTo>
                    <a:pt x="5627" y="793"/>
                  </a:lnTo>
                  <a:lnTo>
                    <a:pt x="5764" y="910"/>
                  </a:lnTo>
                  <a:lnTo>
                    <a:pt x="5896" y="1035"/>
                  </a:lnTo>
                  <a:lnTo>
                    <a:pt x="5936" y="1077"/>
                  </a:lnTo>
                  <a:lnTo>
                    <a:pt x="5976" y="1118"/>
                  </a:lnTo>
                  <a:lnTo>
                    <a:pt x="6015" y="1161"/>
                  </a:lnTo>
                  <a:lnTo>
                    <a:pt x="6053" y="1203"/>
                  </a:lnTo>
                  <a:lnTo>
                    <a:pt x="6091" y="1246"/>
                  </a:lnTo>
                  <a:lnTo>
                    <a:pt x="6127" y="1289"/>
                  </a:lnTo>
                  <a:lnTo>
                    <a:pt x="6163" y="1334"/>
                  </a:lnTo>
                  <a:lnTo>
                    <a:pt x="6198" y="1378"/>
                  </a:lnTo>
                  <a:lnTo>
                    <a:pt x="6231" y="1423"/>
                  </a:lnTo>
                  <a:lnTo>
                    <a:pt x="6265" y="1468"/>
                  </a:lnTo>
                  <a:lnTo>
                    <a:pt x="6298" y="1514"/>
                  </a:lnTo>
                  <a:lnTo>
                    <a:pt x="6329" y="1561"/>
                  </a:lnTo>
                  <a:lnTo>
                    <a:pt x="6360" y="1607"/>
                  </a:lnTo>
                  <a:lnTo>
                    <a:pt x="6390" y="1654"/>
                  </a:lnTo>
                  <a:lnTo>
                    <a:pt x="6419" y="1701"/>
                  </a:lnTo>
                  <a:lnTo>
                    <a:pt x="6448" y="1748"/>
                  </a:lnTo>
                  <a:lnTo>
                    <a:pt x="6475" y="1797"/>
                  </a:lnTo>
                  <a:lnTo>
                    <a:pt x="6502" y="1845"/>
                  </a:lnTo>
                  <a:lnTo>
                    <a:pt x="6527" y="1893"/>
                  </a:lnTo>
                  <a:lnTo>
                    <a:pt x="6553" y="1942"/>
                  </a:lnTo>
                  <a:lnTo>
                    <a:pt x="6578" y="1992"/>
                  </a:lnTo>
                  <a:lnTo>
                    <a:pt x="6601" y="2041"/>
                  </a:lnTo>
                  <a:lnTo>
                    <a:pt x="6624" y="2090"/>
                  </a:lnTo>
                  <a:lnTo>
                    <a:pt x="6645" y="2141"/>
                  </a:lnTo>
                  <a:lnTo>
                    <a:pt x="6667" y="2191"/>
                  </a:lnTo>
                  <a:lnTo>
                    <a:pt x="6687" y="2242"/>
                  </a:lnTo>
                  <a:lnTo>
                    <a:pt x="6707" y="2293"/>
                  </a:lnTo>
                  <a:lnTo>
                    <a:pt x="6725" y="2344"/>
                  </a:lnTo>
                  <a:lnTo>
                    <a:pt x="6743" y="2395"/>
                  </a:lnTo>
                  <a:lnTo>
                    <a:pt x="6760" y="2447"/>
                  </a:lnTo>
                  <a:lnTo>
                    <a:pt x="6776" y="2498"/>
                  </a:lnTo>
                  <a:lnTo>
                    <a:pt x="6791" y="2551"/>
                  </a:lnTo>
                  <a:lnTo>
                    <a:pt x="5140" y="2551"/>
                  </a:lnTo>
                  <a:lnTo>
                    <a:pt x="5123" y="2522"/>
                  </a:lnTo>
                  <a:lnTo>
                    <a:pt x="5106" y="2493"/>
                  </a:lnTo>
                  <a:lnTo>
                    <a:pt x="5089" y="2465"/>
                  </a:lnTo>
                  <a:lnTo>
                    <a:pt x="5071" y="2436"/>
                  </a:lnTo>
                  <a:lnTo>
                    <a:pt x="5051" y="2408"/>
                  </a:lnTo>
                  <a:lnTo>
                    <a:pt x="5033" y="2381"/>
                  </a:lnTo>
                  <a:lnTo>
                    <a:pt x="5013" y="2353"/>
                  </a:lnTo>
                  <a:lnTo>
                    <a:pt x="4992" y="2326"/>
                  </a:lnTo>
                  <a:lnTo>
                    <a:pt x="4972" y="2300"/>
                  </a:lnTo>
                  <a:lnTo>
                    <a:pt x="4950" y="2273"/>
                  </a:lnTo>
                  <a:lnTo>
                    <a:pt x="4929" y="2246"/>
                  </a:lnTo>
                  <a:lnTo>
                    <a:pt x="4906" y="2220"/>
                  </a:lnTo>
                  <a:lnTo>
                    <a:pt x="4884" y="2195"/>
                  </a:lnTo>
                  <a:lnTo>
                    <a:pt x="4860" y="2169"/>
                  </a:lnTo>
                  <a:lnTo>
                    <a:pt x="4837" y="2144"/>
                  </a:lnTo>
                  <a:lnTo>
                    <a:pt x="4812" y="2118"/>
                  </a:lnTo>
                  <a:lnTo>
                    <a:pt x="4737" y="2048"/>
                  </a:lnTo>
                  <a:lnTo>
                    <a:pt x="4660" y="1981"/>
                  </a:lnTo>
                  <a:lnTo>
                    <a:pt x="4580" y="1920"/>
                  </a:lnTo>
                  <a:lnTo>
                    <a:pt x="4498" y="1862"/>
                  </a:lnTo>
                  <a:lnTo>
                    <a:pt x="4413" y="1809"/>
                  </a:lnTo>
                  <a:lnTo>
                    <a:pt x="4327" y="1761"/>
                  </a:lnTo>
                  <a:lnTo>
                    <a:pt x="4239" y="1718"/>
                  </a:lnTo>
                  <a:lnTo>
                    <a:pt x="4149" y="1679"/>
                  </a:lnTo>
                  <a:lnTo>
                    <a:pt x="4058" y="1644"/>
                  </a:lnTo>
                  <a:lnTo>
                    <a:pt x="3966" y="1615"/>
                  </a:lnTo>
                  <a:lnTo>
                    <a:pt x="3872" y="1590"/>
                  </a:lnTo>
                  <a:lnTo>
                    <a:pt x="3778" y="1569"/>
                  </a:lnTo>
                  <a:lnTo>
                    <a:pt x="3684" y="1553"/>
                  </a:lnTo>
                  <a:lnTo>
                    <a:pt x="3588" y="1541"/>
                  </a:lnTo>
                  <a:lnTo>
                    <a:pt x="3491" y="1535"/>
                  </a:lnTo>
                  <a:lnTo>
                    <a:pt x="3396" y="1533"/>
                  </a:lnTo>
                  <a:lnTo>
                    <a:pt x="3299" y="1535"/>
                  </a:lnTo>
                  <a:lnTo>
                    <a:pt x="3204" y="1541"/>
                  </a:lnTo>
                  <a:lnTo>
                    <a:pt x="3109" y="1553"/>
                  </a:lnTo>
                  <a:lnTo>
                    <a:pt x="3013" y="1569"/>
                  </a:lnTo>
                  <a:lnTo>
                    <a:pt x="2919" y="1590"/>
                  </a:lnTo>
                  <a:lnTo>
                    <a:pt x="2825" y="1615"/>
                  </a:lnTo>
                  <a:lnTo>
                    <a:pt x="2733" y="1644"/>
                  </a:lnTo>
                  <a:lnTo>
                    <a:pt x="2642" y="1679"/>
                  </a:lnTo>
                  <a:lnTo>
                    <a:pt x="2553" y="1718"/>
                  </a:lnTo>
                  <a:lnTo>
                    <a:pt x="2465" y="1761"/>
                  </a:lnTo>
                  <a:lnTo>
                    <a:pt x="2378" y="1809"/>
                  </a:lnTo>
                  <a:lnTo>
                    <a:pt x="2294" y="1862"/>
                  </a:lnTo>
                  <a:lnTo>
                    <a:pt x="2212" y="1920"/>
                  </a:lnTo>
                  <a:lnTo>
                    <a:pt x="2132" y="1981"/>
                  </a:lnTo>
                  <a:lnTo>
                    <a:pt x="2055" y="2048"/>
                  </a:lnTo>
                  <a:lnTo>
                    <a:pt x="1980" y="2118"/>
                  </a:lnTo>
                  <a:lnTo>
                    <a:pt x="1955" y="2144"/>
                  </a:lnTo>
                  <a:lnTo>
                    <a:pt x="1932" y="2169"/>
                  </a:lnTo>
                  <a:lnTo>
                    <a:pt x="1908" y="2195"/>
                  </a:lnTo>
                  <a:lnTo>
                    <a:pt x="1886" y="2220"/>
                  </a:lnTo>
                  <a:lnTo>
                    <a:pt x="1863" y="2246"/>
                  </a:lnTo>
                  <a:lnTo>
                    <a:pt x="1842" y="2273"/>
                  </a:lnTo>
                  <a:lnTo>
                    <a:pt x="1820" y="2300"/>
                  </a:lnTo>
                  <a:lnTo>
                    <a:pt x="1799" y="2326"/>
                  </a:lnTo>
                  <a:lnTo>
                    <a:pt x="1779" y="2353"/>
                  </a:lnTo>
                  <a:lnTo>
                    <a:pt x="1759" y="2381"/>
                  </a:lnTo>
                  <a:lnTo>
                    <a:pt x="1740" y="2408"/>
                  </a:lnTo>
                  <a:lnTo>
                    <a:pt x="1721" y="2436"/>
                  </a:lnTo>
                  <a:lnTo>
                    <a:pt x="1703" y="2465"/>
                  </a:lnTo>
                  <a:lnTo>
                    <a:pt x="1685" y="2493"/>
                  </a:lnTo>
                  <a:lnTo>
                    <a:pt x="1668" y="2522"/>
                  </a:lnTo>
                  <a:lnTo>
                    <a:pt x="1652" y="2551"/>
                  </a:lnTo>
                  <a:lnTo>
                    <a:pt x="0" y="2551"/>
                  </a:lnTo>
                  <a:close/>
                </a:path>
              </a:pathLst>
            </a:custGeom>
            <a:gradFill>
              <a:gsLst>
                <a:gs pos="0">
                  <a:srgbClr val="17406D"/>
                </a:gs>
                <a:gs pos="100000">
                  <a:srgbClr val="17406D">
                    <a:lumMod val="75000"/>
                  </a:srgbClr>
                </a:gs>
              </a:gsLst>
              <a:lin ang="2700000" scaled="1"/>
            </a:gradFill>
            <a:ln w="25400" cap="flat" cmpd="sng" algn="ctr">
              <a:noFill/>
              <a:prstDash val="solid"/>
              <a:miter lim="800000"/>
            </a:ln>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FFFFFF"/>
                </a:solidFill>
                <a:effectLst/>
                <a:uLnTx/>
                <a:uFillTx/>
                <a:latin typeface="微软雅黑" panose="020B0503020204020204" pitchFamily="34" charset="-122"/>
                <a:ea typeface="宋体" panose="02010600030101010101" pitchFamily="2" charset="-122"/>
              </a:endParaRPr>
            </a:p>
          </p:txBody>
        </p:sp>
      </p:grpSp>
    </p:spTree>
    <p:extLst>
      <p:ext uri="{BB962C8B-B14F-4D97-AF65-F5344CB8AC3E}">
        <p14:creationId xmlns:p14="http://schemas.microsoft.com/office/powerpoint/2010/main" val="2227598205"/>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fltVal val="0"/>
                                          </p:val>
                                        </p:tav>
                                        <p:tav tm="100000">
                                          <p:val>
                                            <p:strVal val="#ppt_w"/>
                                          </p:val>
                                        </p:tav>
                                      </p:tavLst>
                                    </p:anim>
                                    <p:anim calcmode="lin" valueType="num">
                                      <p:cBhvr>
                                        <p:cTn id="8" dur="500" fill="hold"/>
                                        <p:tgtEl>
                                          <p:spTgt spid="33"/>
                                        </p:tgtEl>
                                        <p:attrNameLst>
                                          <p:attrName>ppt_h</p:attrName>
                                        </p:attrNameLst>
                                      </p:cBhvr>
                                      <p:tavLst>
                                        <p:tav tm="0">
                                          <p:val>
                                            <p:fltVal val="0"/>
                                          </p:val>
                                        </p:tav>
                                        <p:tav tm="100000">
                                          <p:val>
                                            <p:strVal val="#ppt_h"/>
                                          </p:val>
                                        </p:tav>
                                      </p:tavLst>
                                    </p:anim>
                                    <p:animEffect transition="in" filter="fade">
                                      <p:cBhvr>
                                        <p:cTn id="9" dur="500"/>
                                        <p:tgtEl>
                                          <p:spTgt spid="33"/>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3"/>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6"/>
                                        </p:tgtEl>
                                        <p:attrNameLst>
                                          <p:attrName>style.visibility</p:attrName>
                                        </p:attrNameLst>
                                      </p:cBhvr>
                                      <p:to>
                                        <p:strVal val="visible"/>
                                      </p:to>
                                    </p:set>
                                    <p:anim calcmode="lin" valueType="num">
                                      <p:cBhvr>
                                        <p:cTn id="14" dur="500" fill="hold"/>
                                        <p:tgtEl>
                                          <p:spTgt spid="36"/>
                                        </p:tgtEl>
                                        <p:attrNameLst>
                                          <p:attrName>ppt_w</p:attrName>
                                        </p:attrNameLst>
                                      </p:cBhvr>
                                      <p:tavLst>
                                        <p:tav tm="0">
                                          <p:val>
                                            <p:fltVal val="0"/>
                                          </p:val>
                                        </p:tav>
                                        <p:tav tm="100000">
                                          <p:val>
                                            <p:strVal val="#ppt_w"/>
                                          </p:val>
                                        </p:tav>
                                      </p:tavLst>
                                    </p:anim>
                                    <p:anim calcmode="lin" valueType="num">
                                      <p:cBhvr>
                                        <p:cTn id="15" dur="500" fill="hold"/>
                                        <p:tgtEl>
                                          <p:spTgt spid="36"/>
                                        </p:tgtEl>
                                        <p:attrNameLst>
                                          <p:attrName>ppt_h</p:attrName>
                                        </p:attrNameLst>
                                      </p:cBhvr>
                                      <p:tavLst>
                                        <p:tav tm="0">
                                          <p:val>
                                            <p:fltVal val="0"/>
                                          </p:val>
                                        </p:tav>
                                        <p:tav tm="100000">
                                          <p:val>
                                            <p:strVal val="#ppt_h"/>
                                          </p:val>
                                        </p:tav>
                                      </p:tavLst>
                                    </p:anim>
                                    <p:animEffect transition="in" filter="fade">
                                      <p:cBhvr>
                                        <p:cTn id="16" dur="500"/>
                                        <p:tgtEl>
                                          <p:spTgt spid="36"/>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6"/>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7"/>
                                        </p:tgtEl>
                                        <p:attrNameLst>
                                          <p:attrName>style.visibility</p:attrName>
                                        </p:attrNameLst>
                                      </p:cBhvr>
                                      <p:to>
                                        <p:strVal val="visible"/>
                                      </p:to>
                                    </p:set>
                                    <p:anim calcmode="lin" valueType="num">
                                      <p:cBhvr>
                                        <p:cTn id="21" dur="500" fill="hold"/>
                                        <p:tgtEl>
                                          <p:spTgt spid="37"/>
                                        </p:tgtEl>
                                        <p:attrNameLst>
                                          <p:attrName>ppt_w</p:attrName>
                                        </p:attrNameLst>
                                      </p:cBhvr>
                                      <p:tavLst>
                                        <p:tav tm="0">
                                          <p:val>
                                            <p:fltVal val="0"/>
                                          </p:val>
                                        </p:tav>
                                        <p:tav tm="100000">
                                          <p:val>
                                            <p:strVal val="#ppt_w"/>
                                          </p:val>
                                        </p:tav>
                                      </p:tavLst>
                                    </p:anim>
                                    <p:anim calcmode="lin" valueType="num">
                                      <p:cBhvr>
                                        <p:cTn id="22" dur="500" fill="hold"/>
                                        <p:tgtEl>
                                          <p:spTgt spid="37"/>
                                        </p:tgtEl>
                                        <p:attrNameLst>
                                          <p:attrName>ppt_h</p:attrName>
                                        </p:attrNameLst>
                                      </p:cBhvr>
                                      <p:tavLst>
                                        <p:tav tm="0">
                                          <p:val>
                                            <p:fltVal val="0"/>
                                          </p:val>
                                        </p:tav>
                                        <p:tav tm="100000">
                                          <p:val>
                                            <p:strVal val="#ppt_h"/>
                                          </p:val>
                                        </p:tav>
                                      </p:tavLst>
                                    </p:anim>
                                    <p:animEffect transition="in" filter="fade">
                                      <p:cBhvr>
                                        <p:cTn id="23" dur="500"/>
                                        <p:tgtEl>
                                          <p:spTgt spid="37"/>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7"/>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50"/>
                                        </p:tgtEl>
                                        <p:attrNameLst>
                                          <p:attrName>style.visibility</p:attrName>
                                        </p:attrNameLst>
                                      </p:cBhvr>
                                      <p:to>
                                        <p:strVal val="visible"/>
                                      </p:to>
                                    </p:set>
                                    <p:anim calcmode="lin" valueType="num">
                                      <p:cBhvr>
                                        <p:cTn id="29" dur="250" fill="hold"/>
                                        <p:tgtEl>
                                          <p:spTgt spid="50"/>
                                        </p:tgtEl>
                                        <p:attrNameLst>
                                          <p:attrName>ppt_w</p:attrName>
                                        </p:attrNameLst>
                                      </p:cBhvr>
                                      <p:tavLst>
                                        <p:tav tm="0">
                                          <p:val>
                                            <p:fltVal val="0"/>
                                          </p:val>
                                        </p:tav>
                                        <p:tav tm="100000">
                                          <p:val>
                                            <p:strVal val="#ppt_w"/>
                                          </p:val>
                                        </p:tav>
                                      </p:tavLst>
                                    </p:anim>
                                    <p:anim calcmode="lin" valueType="num">
                                      <p:cBhvr>
                                        <p:cTn id="30" dur="250" fill="hold"/>
                                        <p:tgtEl>
                                          <p:spTgt spid="50"/>
                                        </p:tgtEl>
                                        <p:attrNameLst>
                                          <p:attrName>ppt_h</p:attrName>
                                        </p:attrNameLst>
                                      </p:cBhvr>
                                      <p:tavLst>
                                        <p:tav tm="0">
                                          <p:val>
                                            <p:fltVal val="0"/>
                                          </p:val>
                                        </p:tav>
                                        <p:tav tm="100000">
                                          <p:val>
                                            <p:strVal val="#ppt_h"/>
                                          </p:val>
                                        </p:tav>
                                      </p:tavLst>
                                    </p:anim>
                                    <p:animEffect transition="in" filter="fade">
                                      <p:cBhvr>
                                        <p:cTn id="31" dur="250"/>
                                        <p:tgtEl>
                                          <p:spTgt spid="50"/>
                                        </p:tgtEl>
                                      </p:cBhvr>
                                    </p:animEffect>
                                  </p:childTnLst>
                                </p:cTn>
                              </p:par>
                              <p:par>
                                <p:cTn id="32" presetID="6" presetClass="emph" presetSubtype="0" decel="100000" fill="hold" grpId="1" nodeType="withEffect">
                                  <p:stCondLst>
                                    <p:cond delay="200"/>
                                  </p:stCondLst>
                                  <p:childTnLst>
                                    <p:animScale>
                                      <p:cBhvr>
                                        <p:cTn id="33" dur="250" fill="hold"/>
                                        <p:tgtEl>
                                          <p:spTgt spid="50"/>
                                        </p:tgtEl>
                                      </p:cBhvr>
                                      <p:by x="120000" y="120000"/>
                                    </p:animScale>
                                  </p:childTnLst>
                                </p:cTn>
                              </p:par>
                              <p:par>
                                <p:cTn id="34" presetID="6" presetClass="emph" presetSubtype="0" decel="100000" fill="hold" grpId="2" nodeType="withEffect">
                                  <p:stCondLst>
                                    <p:cond delay="400"/>
                                  </p:stCondLst>
                                  <p:childTnLst>
                                    <p:animScale>
                                      <p:cBhvr>
                                        <p:cTn id="35" dur="250" fill="hold"/>
                                        <p:tgtEl>
                                          <p:spTgt spid="50"/>
                                        </p:tgtEl>
                                      </p:cBhvr>
                                      <p:by x="83000" y="83000"/>
                                    </p:animScale>
                                  </p:childTnLst>
                                </p:cTn>
                              </p:par>
                              <p:par>
                                <p:cTn id="36" presetID="53" presetClass="entr" presetSubtype="16" fill="hold" nodeType="withEffect">
                                  <p:stCondLst>
                                    <p:cond delay="500"/>
                                  </p:stCondLst>
                                  <p:childTnLst>
                                    <p:set>
                                      <p:cBhvr>
                                        <p:cTn id="37" dur="1" fill="hold">
                                          <p:stCondLst>
                                            <p:cond delay="0"/>
                                          </p:stCondLst>
                                        </p:cTn>
                                        <p:tgtEl>
                                          <p:spTgt spid="59"/>
                                        </p:tgtEl>
                                        <p:attrNameLst>
                                          <p:attrName>style.visibility</p:attrName>
                                        </p:attrNameLst>
                                      </p:cBhvr>
                                      <p:to>
                                        <p:strVal val="visible"/>
                                      </p:to>
                                    </p:set>
                                    <p:anim calcmode="lin" valueType="num">
                                      <p:cBhvr>
                                        <p:cTn id="38" dur="500" fill="hold"/>
                                        <p:tgtEl>
                                          <p:spTgt spid="59"/>
                                        </p:tgtEl>
                                        <p:attrNameLst>
                                          <p:attrName>ppt_w</p:attrName>
                                        </p:attrNameLst>
                                      </p:cBhvr>
                                      <p:tavLst>
                                        <p:tav tm="0">
                                          <p:val>
                                            <p:fltVal val="0"/>
                                          </p:val>
                                        </p:tav>
                                        <p:tav tm="100000">
                                          <p:val>
                                            <p:strVal val="#ppt_w"/>
                                          </p:val>
                                        </p:tav>
                                      </p:tavLst>
                                    </p:anim>
                                    <p:anim calcmode="lin" valueType="num">
                                      <p:cBhvr>
                                        <p:cTn id="39" dur="500" fill="hold"/>
                                        <p:tgtEl>
                                          <p:spTgt spid="59"/>
                                        </p:tgtEl>
                                        <p:attrNameLst>
                                          <p:attrName>ppt_h</p:attrName>
                                        </p:attrNameLst>
                                      </p:cBhvr>
                                      <p:tavLst>
                                        <p:tav tm="0">
                                          <p:val>
                                            <p:fltVal val="0"/>
                                          </p:val>
                                        </p:tav>
                                        <p:tav tm="100000">
                                          <p:val>
                                            <p:strVal val="#ppt_h"/>
                                          </p:val>
                                        </p:tav>
                                      </p:tavLst>
                                    </p:anim>
                                    <p:animEffect transition="in" filter="fade">
                                      <p:cBhvr>
                                        <p:cTn id="40" dur="500"/>
                                        <p:tgtEl>
                                          <p:spTgt spid="59"/>
                                        </p:tgtEl>
                                      </p:cBhvr>
                                    </p:animEffect>
                                  </p:childTnLst>
                                </p:cTn>
                              </p:par>
                              <p:par>
                                <p:cTn id="41" presetID="56" presetClass="path" presetSubtype="0" accel="50000" decel="50000" fill="hold" nodeType="withEffect">
                                  <p:stCondLst>
                                    <p:cond delay="500"/>
                                  </p:stCondLst>
                                  <p:childTnLst>
                                    <p:animMotion origin="layout" path="M -0.13763 0.24005 L -1.875E-6 -3.33333E-6 " pathEditMode="relative" rAng="0" ptsTypes="AA">
                                      <p:cBhvr>
                                        <p:cTn id="42" dur="1000" fill="hold"/>
                                        <p:tgtEl>
                                          <p:spTgt spid="59"/>
                                        </p:tgtEl>
                                        <p:attrNameLst>
                                          <p:attrName>ppt_x</p:attrName>
                                          <p:attrName>ppt_y</p:attrName>
                                        </p:attrNameLst>
                                      </p:cBhvr>
                                      <p:rCtr x="6875" y="-12014"/>
                                    </p:animMotion>
                                  </p:childTnLst>
                                </p:cTn>
                              </p:par>
                            </p:childTnLst>
                          </p:cTn>
                        </p:par>
                        <p:par>
                          <p:cTn id="43" fill="hold">
                            <p:stCondLst>
                              <p:cond delay="3000"/>
                            </p:stCondLst>
                            <p:childTnLst>
                              <p:par>
                                <p:cTn id="44" presetID="17" presetClass="entr" presetSubtype="8" fill="hold" grpId="0" nodeType="afterEffect">
                                  <p:stCondLst>
                                    <p:cond delay="0"/>
                                  </p:stCondLst>
                                  <p:childTnLst>
                                    <p:set>
                                      <p:cBhvr>
                                        <p:cTn id="45" dur="1" fill="hold">
                                          <p:stCondLst>
                                            <p:cond delay="0"/>
                                          </p:stCondLst>
                                        </p:cTn>
                                        <p:tgtEl>
                                          <p:spTgt spid="46"/>
                                        </p:tgtEl>
                                        <p:attrNameLst>
                                          <p:attrName>style.visibility</p:attrName>
                                        </p:attrNameLst>
                                      </p:cBhvr>
                                      <p:to>
                                        <p:strVal val="visible"/>
                                      </p:to>
                                    </p:set>
                                    <p:anim calcmode="lin" valueType="num">
                                      <p:cBhvr>
                                        <p:cTn id="46" dur="500" fill="hold"/>
                                        <p:tgtEl>
                                          <p:spTgt spid="46"/>
                                        </p:tgtEl>
                                        <p:attrNameLst>
                                          <p:attrName>ppt_x</p:attrName>
                                        </p:attrNameLst>
                                      </p:cBhvr>
                                      <p:tavLst>
                                        <p:tav tm="0">
                                          <p:val>
                                            <p:strVal val="#ppt_x-#ppt_w/2"/>
                                          </p:val>
                                        </p:tav>
                                        <p:tav tm="100000">
                                          <p:val>
                                            <p:strVal val="#ppt_x"/>
                                          </p:val>
                                        </p:tav>
                                      </p:tavLst>
                                    </p:anim>
                                    <p:anim calcmode="lin" valueType="num">
                                      <p:cBhvr>
                                        <p:cTn id="47" dur="500" fill="hold"/>
                                        <p:tgtEl>
                                          <p:spTgt spid="46"/>
                                        </p:tgtEl>
                                        <p:attrNameLst>
                                          <p:attrName>ppt_y</p:attrName>
                                        </p:attrNameLst>
                                      </p:cBhvr>
                                      <p:tavLst>
                                        <p:tav tm="0">
                                          <p:val>
                                            <p:strVal val="#ppt_y"/>
                                          </p:val>
                                        </p:tav>
                                        <p:tav tm="100000">
                                          <p:val>
                                            <p:strVal val="#ppt_y"/>
                                          </p:val>
                                        </p:tav>
                                      </p:tavLst>
                                    </p:anim>
                                    <p:anim calcmode="lin" valueType="num">
                                      <p:cBhvr>
                                        <p:cTn id="48" dur="500" fill="hold"/>
                                        <p:tgtEl>
                                          <p:spTgt spid="46"/>
                                        </p:tgtEl>
                                        <p:attrNameLst>
                                          <p:attrName>ppt_w</p:attrName>
                                        </p:attrNameLst>
                                      </p:cBhvr>
                                      <p:tavLst>
                                        <p:tav tm="0">
                                          <p:val>
                                            <p:fltVal val="0"/>
                                          </p:val>
                                        </p:tav>
                                        <p:tav tm="100000">
                                          <p:val>
                                            <p:strVal val="#ppt_w"/>
                                          </p:val>
                                        </p:tav>
                                      </p:tavLst>
                                    </p:anim>
                                    <p:anim calcmode="lin" valueType="num">
                                      <p:cBhvr>
                                        <p:cTn id="49" dur="500" fill="hold"/>
                                        <p:tgtEl>
                                          <p:spTgt spid="46"/>
                                        </p:tgtEl>
                                        <p:attrNameLst>
                                          <p:attrName>ppt_h</p:attrName>
                                        </p:attrNameLst>
                                      </p:cBhvr>
                                      <p:tavLst>
                                        <p:tav tm="0">
                                          <p:val>
                                            <p:strVal val="#ppt_h"/>
                                          </p:val>
                                        </p:tav>
                                        <p:tav tm="100000">
                                          <p:val>
                                            <p:strVal val="#ppt_h"/>
                                          </p:val>
                                        </p:tav>
                                      </p:tavLst>
                                    </p:anim>
                                  </p:childTnLst>
                                </p:cTn>
                              </p:par>
                              <p:par>
                                <p:cTn id="50" presetID="17" presetClass="entr" presetSubtype="8" fill="hold" grpId="0" nodeType="withEffect">
                                  <p:stCondLst>
                                    <p:cond delay="250"/>
                                  </p:stCondLst>
                                  <p:childTnLst>
                                    <p:set>
                                      <p:cBhvr>
                                        <p:cTn id="51" dur="1" fill="hold">
                                          <p:stCondLst>
                                            <p:cond delay="0"/>
                                          </p:stCondLst>
                                        </p:cTn>
                                        <p:tgtEl>
                                          <p:spTgt spid="47"/>
                                        </p:tgtEl>
                                        <p:attrNameLst>
                                          <p:attrName>style.visibility</p:attrName>
                                        </p:attrNameLst>
                                      </p:cBhvr>
                                      <p:to>
                                        <p:strVal val="visible"/>
                                      </p:to>
                                    </p:set>
                                    <p:anim calcmode="lin" valueType="num">
                                      <p:cBhvr>
                                        <p:cTn id="52" dur="500" fill="hold"/>
                                        <p:tgtEl>
                                          <p:spTgt spid="47"/>
                                        </p:tgtEl>
                                        <p:attrNameLst>
                                          <p:attrName>ppt_x</p:attrName>
                                        </p:attrNameLst>
                                      </p:cBhvr>
                                      <p:tavLst>
                                        <p:tav tm="0">
                                          <p:val>
                                            <p:strVal val="#ppt_x-#ppt_w/2"/>
                                          </p:val>
                                        </p:tav>
                                        <p:tav tm="100000">
                                          <p:val>
                                            <p:strVal val="#ppt_x"/>
                                          </p:val>
                                        </p:tav>
                                      </p:tavLst>
                                    </p:anim>
                                    <p:anim calcmode="lin" valueType="num">
                                      <p:cBhvr>
                                        <p:cTn id="53" dur="500" fill="hold"/>
                                        <p:tgtEl>
                                          <p:spTgt spid="47"/>
                                        </p:tgtEl>
                                        <p:attrNameLst>
                                          <p:attrName>ppt_y</p:attrName>
                                        </p:attrNameLst>
                                      </p:cBhvr>
                                      <p:tavLst>
                                        <p:tav tm="0">
                                          <p:val>
                                            <p:strVal val="#ppt_y"/>
                                          </p:val>
                                        </p:tav>
                                        <p:tav tm="100000">
                                          <p:val>
                                            <p:strVal val="#ppt_y"/>
                                          </p:val>
                                        </p:tav>
                                      </p:tavLst>
                                    </p:anim>
                                    <p:anim calcmode="lin" valueType="num">
                                      <p:cBhvr>
                                        <p:cTn id="54" dur="500" fill="hold"/>
                                        <p:tgtEl>
                                          <p:spTgt spid="47"/>
                                        </p:tgtEl>
                                        <p:attrNameLst>
                                          <p:attrName>ppt_w</p:attrName>
                                        </p:attrNameLst>
                                      </p:cBhvr>
                                      <p:tavLst>
                                        <p:tav tm="0">
                                          <p:val>
                                            <p:fltVal val="0"/>
                                          </p:val>
                                        </p:tav>
                                        <p:tav tm="100000">
                                          <p:val>
                                            <p:strVal val="#ppt_w"/>
                                          </p:val>
                                        </p:tav>
                                      </p:tavLst>
                                    </p:anim>
                                    <p:anim calcmode="lin" valueType="num">
                                      <p:cBhvr>
                                        <p:cTn id="55" dur="500" fill="hold"/>
                                        <p:tgtEl>
                                          <p:spTgt spid="47"/>
                                        </p:tgtEl>
                                        <p:attrNameLst>
                                          <p:attrName>ppt_h</p:attrName>
                                        </p:attrNameLst>
                                      </p:cBhvr>
                                      <p:tavLst>
                                        <p:tav tm="0">
                                          <p:val>
                                            <p:strVal val="#ppt_h"/>
                                          </p:val>
                                        </p:tav>
                                        <p:tav tm="100000">
                                          <p:val>
                                            <p:strVal val="#ppt_h"/>
                                          </p:val>
                                        </p:tav>
                                      </p:tavLst>
                                    </p:anim>
                                  </p:childTnLst>
                                </p:cTn>
                              </p:par>
                              <p:par>
                                <p:cTn id="56" presetID="17" presetClass="entr" presetSubtype="8" fill="hold" grpId="0" nodeType="withEffect">
                                  <p:stCondLst>
                                    <p:cond delay="500"/>
                                  </p:stCondLst>
                                  <p:childTnLst>
                                    <p:set>
                                      <p:cBhvr>
                                        <p:cTn id="57" dur="1" fill="hold">
                                          <p:stCondLst>
                                            <p:cond delay="0"/>
                                          </p:stCondLst>
                                        </p:cTn>
                                        <p:tgtEl>
                                          <p:spTgt spid="48"/>
                                        </p:tgtEl>
                                        <p:attrNameLst>
                                          <p:attrName>style.visibility</p:attrName>
                                        </p:attrNameLst>
                                      </p:cBhvr>
                                      <p:to>
                                        <p:strVal val="visible"/>
                                      </p:to>
                                    </p:set>
                                    <p:anim calcmode="lin" valueType="num">
                                      <p:cBhvr>
                                        <p:cTn id="58" dur="500" fill="hold"/>
                                        <p:tgtEl>
                                          <p:spTgt spid="48"/>
                                        </p:tgtEl>
                                        <p:attrNameLst>
                                          <p:attrName>ppt_x</p:attrName>
                                        </p:attrNameLst>
                                      </p:cBhvr>
                                      <p:tavLst>
                                        <p:tav tm="0">
                                          <p:val>
                                            <p:strVal val="#ppt_x-#ppt_w/2"/>
                                          </p:val>
                                        </p:tav>
                                        <p:tav tm="100000">
                                          <p:val>
                                            <p:strVal val="#ppt_x"/>
                                          </p:val>
                                        </p:tav>
                                      </p:tavLst>
                                    </p:anim>
                                    <p:anim calcmode="lin" valueType="num">
                                      <p:cBhvr>
                                        <p:cTn id="59" dur="500" fill="hold"/>
                                        <p:tgtEl>
                                          <p:spTgt spid="48"/>
                                        </p:tgtEl>
                                        <p:attrNameLst>
                                          <p:attrName>ppt_y</p:attrName>
                                        </p:attrNameLst>
                                      </p:cBhvr>
                                      <p:tavLst>
                                        <p:tav tm="0">
                                          <p:val>
                                            <p:strVal val="#ppt_y"/>
                                          </p:val>
                                        </p:tav>
                                        <p:tav tm="100000">
                                          <p:val>
                                            <p:strVal val="#ppt_y"/>
                                          </p:val>
                                        </p:tav>
                                      </p:tavLst>
                                    </p:anim>
                                    <p:anim calcmode="lin" valueType="num">
                                      <p:cBhvr>
                                        <p:cTn id="60" dur="500" fill="hold"/>
                                        <p:tgtEl>
                                          <p:spTgt spid="48"/>
                                        </p:tgtEl>
                                        <p:attrNameLst>
                                          <p:attrName>ppt_w</p:attrName>
                                        </p:attrNameLst>
                                      </p:cBhvr>
                                      <p:tavLst>
                                        <p:tav tm="0">
                                          <p:val>
                                            <p:fltVal val="0"/>
                                          </p:val>
                                        </p:tav>
                                        <p:tav tm="100000">
                                          <p:val>
                                            <p:strVal val="#ppt_w"/>
                                          </p:val>
                                        </p:tav>
                                      </p:tavLst>
                                    </p:anim>
                                    <p:anim calcmode="lin" valueType="num">
                                      <p:cBhvr>
                                        <p:cTn id="61" dur="500" fill="hold"/>
                                        <p:tgtEl>
                                          <p:spTgt spid="48"/>
                                        </p:tgtEl>
                                        <p:attrNameLst>
                                          <p:attrName>ppt_h</p:attrName>
                                        </p:attrNameLst>
                                      </p:cBhvr>
                                      <p:tavLst>
                                        <p:tav tm="0">
                                          <p:val>
                                            <p:strVal val="#ppt_h"/>
                                          </p:val>
                                        </p:tav>
                                        <p:tav tm="100000">
                                          <p:val>
                                            <p:strVal val="#ppt_h"/>
                                          </p:val>
                                        </p:tav>
                                      </p:tavLst>
                                    </p:anim>
                                  </p:childTnLst>
                                </p:cTn>
                              </p:par>
                              <p:par>
                                <p:cTn id="62" presetID="17" presetClass="entr" presetSubtype="8" fill="hold" grpId="0" nodeType="withEffect">
                                  <p:stCondLst>
                                    <p:cond delay="750"/>
                                  </p:stCondLst>
                                  <p:childTnLst>
                                    <p:set>
                                      <p:cBhvr>
                                        <p:cTn id="63" dur="1" fill="hold">
                                          <p:stCondLst>
                                            <p:cond delay="0"/>
                                          </p:stCondLst>
                                        </p:cTn>
                                        <p:tgtEl>
                                          <p:spTgt spid="49"/>
                                        </p:tgtEl>
                                        <p:attrNameLst>
                                          <p:attrName>style.visibility</p:attrName>
                                        </p:attrNameLst>
                                      </p:cBhvr>
                                      <p:to>
                                        <p:strVal val="visible"/>
                                      </p:to>
                                    </p:set>
                                    <p:anim calcmode="lin" valueType="num">
                                      <p:cBhvr>
                                        <p:cTn id="64" dur="500" fill="hold"/>
                                        <p:tgtEl>
                                          <p:spTgt spid="49"/>
                                        </p:tgtEl>
                                        <p:attrNameLst>
                                          <p:attrName>ppt_x</p:attrName>
                                        </p:attrNameLst>
                                      </p:cBhvr>
                                      <p:tavLst>
                                        <p:tav tm="0">
                                          <p:val>
                                            <p:strVal val="#ppt_x-#ppt_w/2"/>
                                          </p:val>
                                        </p:tav>
                                        <p:tav tm="100000">
                                          <p:val>
                                            <p:strVal val="#ppt_x"/>
                                          </p:val>
                                        </p:tav>
                                      </p:tavLst>
                                    </p:anim>
                                    <p:anim calcmode="lin" valueType="num">
                                      <p:cBhvr>
                                        <p:cTn id="65" dur="500" fill="hold"/>
                                        <p:tgtEl>
                                          <p:spTgt spid="49"/>
                                        </p:tgtEl>
                                        <p:attrNameLst>
                                          <p:attrName>ppt_y</p:attrName>
                                        </p:attrNameLst>
                                      </p:cBhvr>
                                      <p:tavLst>
                                        <p:tav tm="0">
                                          <p:val>
                                            <p:strVal val="#ppt_y"/>
                                          </p:val>
                                        </p:tav>
                                        <p:tav tm="100000">
                                          <p:val>
                                            <p:strVal val="#ppt_y"/>
                                          </p:val>
                                        </p:tav>
                                      </p:tavLst>
                                    </p:anim>
                                    <p:anim calcmode="lin" valueType="num">
                                      <p:cBhvr>
                                        <p:cTn id="66" dur="500" fill="hold"/>
                                        <p:tgtEl>
                                          <p:spTgt spid="49"/>
                                        </p:tgtEl>
                                        <p:attrNameLst>
                                          <p:attrName>ppt_w</p:attrName>
                                        </p:attrNameLst>
                                      </p:cBhvr>
                                      <p:tavLst>
                                        <p:tav tm="0">
                                          <p:val>
                                            <p:fltVal val="0"/>
                                          </p:val>
                                        </p:tav>
                                        <p:tav tm="100000">
                                          <p:val>
                                            <p:strVal val="#ppt_w"/>
                                          </p:val>
                                        </p:tav>
                                      </p:tavLst>
                                    </p:anim>
                                    <p:anim calcmode="lin" valueType="num">
                                      <p:cBhvr>
                                        <p:cTn id="67" dur="500" fill="hold"/>
                                        <p:tgtEl>
                                          <p:spTgt spid="49"/>
                                        </p:tgtEl>
                                        <p:attrNameLst>
                                          <p:attrName>ppt_h</p:attrName>
                                        </p:attrNameLst>
                                      </p:cBhvr>
                                      <p:tavLst>
                                        <p:tav tm="0">
                                          <p:val>
                                            <p:strVal val="#ppt_h"/>
                                          </p:val>
                                        </p:tav>
                                        <p:tav tm="100000">
                                          <p:val>
                                            <p:strVal val="#ppt_h"/>
                                          </p:val>
                                        </p:tav>
                                      </p:tavLst>
                                    </p:anim>
                                  </p:childTnLst>
                                </p:cTn>
                              </p:par>
                            </p:childTnLst>
                          </p:cTn>
                        </p:par>
                        <p:par>
                          <p:cTn id="68" fill="hold">
                            <p:stCondLst>
                              <p:cond delay="4250"/>
                            </p:stCondLst>
                            <p:childTnLst>
                              <p:par>
                                <p:cTn id="69" presetID="53" presetClass="entr" presetSubtype="16" fill="hold" grpId="0" nodeType="afterEffect">
                                  <p:stCondLst>
                                    <p:cond delay="0"/>
                                  </p:stCondLst>
                                  <p:childTnLst>
                                    <p:set>
                                      <p:cBhvr>
                                        <p:cTn id="70" dur="1" fill="hold">
                                          <p:stCondLst>
                                            <p:cond delay="0"/>
                                          </p:stCondLst>
                                        </p:cTn>
                                        <p:tgtEl>
                                          <p:spTgt spid="39"/>
                                        </p:tgtEl>
                                        <p:attrNameLst>
                                          <p:attrName>style.visibility</p:attrName>
                                        </p:attrNameLst>
                                      </p:cBhvr>
                                      <p:to>
                                        <p:strVal val="visible"/>
                                      </p:to>
                                    </p:set>
                                    <p:anim calcmode="lin" valueType="num">
                                      <p:cBhvr>
                                        <p:cTn id="71" dur="250" fill="hold"/>
                                        <p:tgtEl>
                                          <p:spTgt spid="39"/>
                                        </p:tgtEl>
                                        <p:attrNameLst>
                                          <p:attrName>ppt_w</p:attrName>
                                        </p:attrNameLst>
                                      </p:cBhvr>
                                      <p:tavLst>
                                        <p:tav tm="0">
                                          <p:val>
                                            <p:fltVal val="0"/>
                                          </p:val>
                                        </p:tav>
                                        <p:tav tm="100000">
                                          <p:val>
                                            <p:strVal val="#ppt_w"/>
                                          </p:val>
                                        </p:tav>
                                      </p:tavLst>
                                    </p:anim>
                                    <p:anim calcmode="lin" valueType="num">
                                      <p:cBhvr>
                                        <p:cTn id="72" dur="250" fill="hold"/>
                                        <p:tgtEl>
                                          <p:spTgt spid="39"/>
                                        </p:tgtEl>
                                        <p:attrNameLst>
                                          <p:attrName>ppt_h</p:attrName>
                                        </p:attrNameLst>
                                      </p:cBhvr>
                                      <p:tavLst>
                                        <p:tav tm="0">
                                          <p:val>
                                            <p:fltVal val="0"/>
                                          </p:val>
                                        </p:tav>
                                        <p:tav tm="100000">
                                          <p:val>
                                            <p:strVal val="#ppt_h"/>
                                          </p:val>
                                        </p:tav>
                                      </p:tavLst>
                                    </p:anim>
                                    <p:animEffect transition="in" filter="fade">
                                      <p:cBhvr>
                                        <p:cTn id="73" dur="250"/>
                                        <p:tgtEl>
                                          <p:spTgt spid="39"/>
                                        </p:tgtEl>
                                      </p:cBhvr>
                                    </p:animEffect>
                                  </p:childTnLst>
                                </p:cTn>
                              </p:par>
                              <p:par>
                                <p:cTn id="74" presetID="6" presetClass="emph" presetSubtype="0" decel="100000" fill="hold" grpId="1" nodeType="withEffect">
                                  <p:stCondLst>
                                    <p:cond delay="200"/>
                                  </p:stCondLst>
                                  <p:childTnLst>
                                    <p:animScale>
                                      <p:cBhvr>
                                        <p:cTn id="75" dur="250" fill="hold"/>
                                        <p:tgtEl>
                                          <p:spTgt spid="39"/>
                                        </p:tgtEl>
                                      </p:cBhvr>
                                      <p:by x="120000" y="120000"/>
                                    </p:animScale>
                                  </p:childTnLst>
                                </p:cTn>
                              </p:par>
                              <p:par>
                                <p:cTn id="76" presetID="6" presetClass="emph" presetSubtype="0" decel="100000" fill="hold" grpId="2" nodeType="withEffect">
                                  <p:stCondLst>
                                    <p:cond delay="400"/>
                                  </p:stCondLst>
                                  <p:childTnLst>
                                    <p:animScale>
                                      <p:cBhvr>
                                        <p:cTn id="77" dur="250" fill="hold"/>
                                        <p:tgtEl>
                                          <p:spTgt spid="39"/>
                                        </p:tgtEl>
                                      </p:cBhvr>
                                      <p:by x="83000" y="83000"/>
                                    </p:animScale>
                                  </p:childTnLst>
                                </p:cTn>
                              </p:par>
                              <p:par>
                                <p:cTn id="78" presetID="53" presetClass="entr" presetSubtype="16" fill="hold" grpId="0" nodeType="withEffect">
                                  <p:stCondLst>
                                    <p:cond delay="400"/>
                                  </p:stCondLst>
                                  <p:childTnLst>
                                    <p:set>
                                      <p:cBhvr>
                                        <p:cTn id="79" dur="1" fill="hold">
                                          <p:stCondLst>
                                            <p:cond delay="0"/>
                                          </p:stCondLst>
                                        </p:cTn>
                                        <p:tgtEl>
                                          <p:spTgt spid="58"/>
                                        </p:tgtEl>
                                        <p:attrNameLst>
                                          <p:attrName>style.visibility</p:attrName>
                                        </p:attrNameLst>
                                      </p:cBhvr>
                                      <p:to>
                                        <p:strVal val="visible"/>
                                      </p:to>
                                    </p:set>
                                    <p:anim calcmode="lin" valueType="num">
                                      <p:cBhvr>
                                        <p:cTn id="80" dur="250" fill="hold"/>
                                        <p:tgtEl>
                                          <p:spTgt spid="58"/>
                                        </p:tgtEl>
                                        <p:attrNameLst>
                                          <p:attrName>ppt_w</p:attrName>
                                        </p:attrNameLst>
                                      </p:cBhvr>
                                      <p:tavLst>
                                        <p:tav tm="0">
                                          <p:val>
                                            <p:fltVal val="0"/>
                                          </p:val>
                                        </p:tav>
                                        <p:tav tm="100000">
                                          <p:val>
                                            <p:strVal val="#ppt_w"/>
                                          </p:val>
                                        </p:tav>
                                      </p:tavLst>
                                    </p:anim>
                                    <p:anim calcmode="lin" valueType="num">
                                      <p:cBhvr>
                                        <p:cTn id="81" dur="250" fill="hold"/>
                                        <p:tgtEl>
                                          <p:spTgt spid="58"/>
                                        </p:tgtEl>
                                        <p:attrNameLst>
                                          <p:attrName>ppt_h</p:attrName>
                                        </p:attrNameLst>
                                      </p:cBhvr>
                                      <p:tavLst>
                                        <p:tav tm="0">
                                          <p:val>
                                            <p:fltVal val="0"/>
                                          </p:val>
                                        </p:tav>
                                        <p:tav tm="100000">
                                          <p:val>
                                            <p:strVal val="#ppt_h"/>
                                          </p:val>
                                        </p:tav>
                                      </p:tavLst>
                                    </p:anim>
                                    <p:animEffect transition="in" filter="fade">
                                      <p:cBhvr>
                                        <p:cTn id="82" dur="250"/>
                                        <p:tgtEl>
                                          <p:spTgt spid="58"/>
                                        </p:tgtEl>
                                      </p:cBhvr>
                                    </p:animEffect>
                                  </p:childTnLst>
                                </p:cTn>
                              </p:par>
                              <p:par>
                                <p:cTn id="83" presetID="6" presetClass="emph" presetSubtype="0" decel="100000" fill="hold" grpId="1" nodeType="withEffect">
                                  <p:stCondLst>
                                    <p:cond delay="600"/>
                                  </p:stCondLst>
                                  <p:childTnLst>
                                    <p:animScale>
                                      <p:cBhvr>
                                        <p:cTn id="84" dur="250" fill="hold"/>
                                        <p:tgtEl>
                                          <p:spTgt spid="58"/>
                                        </p:tgtEl>
                                      </p:cBhvr>
                                      <p:by x="120000" y="120000"/>
                                    </p:animScale>
                                  </p:childTnLst>
                                </p:cTn>
                              </p:par>
                              <p:par>
                                <p:cTn id="85" presetID="6" presetClass="emph" presetSubtype="0" decel="100000" fill="hold" grpId="2" nodeType="withEffect">
                                  <p:stCondLst>
                                    <p:cond delay="800"/>
                                  </p:stCondLst>
                                  <p:childTnLst>
                                    <p:animScale>
                                      <p:cBhvr>
                                        <p:cTn id="86" dur="250" fill="hold"/>
                                        <p:tgtEl>
                                          <p:spTgt spid="58"/>
                                        </p:tgtEl>
                                      </p:cBhvr>
                                      <p:by x="83000" y="83000"/>
                                    </p:animScale>
                                  </p:childTnLst>
                                </p:cTn>
                              </p:par>
                              <p:par>
                                <p:cTn id="87" presetID="53" presetClass="entr" presetSubtype="16" fill="hold" grpId="0" nodeType="withEffect">
                                  <p:stCondLst>
                                    <p:cond delay="250"/>
                                  </p:stCondLst>
                                  <p:childTnLst>
                                    <p:set>
                                      <p:cBhvr>
                                        <p:cTn id="88" dur="1" fill="hold">
                                          <p:stCondLst>
                                            <p:cond delay="0"/>
                                          </p:stCondLst>
                                        </p:cTn>
                                        <p:tgtEl>
                                          <p:spTgt spid="51"/>
                                        </p:tgtEl>
                                        <p:attrNameLst>
                                          <p:attrName>style.visibility</p:attrName>
                                        </p:attrNameLst>
                                      </p:cBhvr>
                                      <p:to>
                                        <p:strVal val="visible"/>
                                      </p:to>
                                    </p:set>
                                    <p:anim calcmode="lin" valueType="num">
                                      <p:cBhvr>
                                        <p:cTn id="89" dur="500" fill="hold"/>
                                        <p:tgtEl>
                                          <p:spTgt spid="51"/>
                                        </p:tgtEl>
                                        <p:attrNameLst>
                                          <p:attrName>ppt_w</p:attrName>
                                        </p:attrNameLst>
                                      </p:cBhvr>
                                      <p:tavLst>
                                        <p:tav tm="0">
                                          <p:val>
                                            <p:fltVal val="0"/>
                                          </p:val>
                                        </p:tav>
                                        <p:tav tm="100000">
                                          <p:val>
                                            <p:strVal val="#ppt_w"/>
                                          </p:val>
                                        </p:tav>
                                      </p:tavLst>
                                    </p:anim>
                                    <p:anim calcmode="lin" valueType="num">
                                      <p:cBhvr>
                                        <p:cTn id="90" dur="500" fill="hold"/>
                                        <p:tgtEl>
                                          <p:spTgt spid="51"/>
                                        </p:tgtEl>
                                        <p:attrNameLst>
                                          <p:attrName>ppt_h</p:attrName>
                                        </p:attrNameLst>
                                      </p:cBhvr>
                                      <p:tavLst>
                                        <p:tav tm="0">
                                          <p:val>
                                            <p:fltVal val="0"/>
                                          </p:val>
                                        </p:tav>
                                        <p:tav tm="100000">
                                          <p:val>
                                            <p:strVal val="#ppt_h"/>
                                          </p:val>
                                        </p:tav>
                                      </p:tavLst>
                                    </p:anim>
                                    <p:animEffect transition="in" filter="fade">
                                      <p:cBhvr>
                                        <p:cTn id="91" dur="500"/>
                                        <p:tgtEl>
                                          <p:spTgt spid="51"/>
                                        </p:tgtEl>
                                      </p:cBhvr>
                                    </p:animEffect>
                                  </p:childTnLst>
                                </p:cTn>
                              </p:par>
                              <p:par>
                                <p:cTn id="92" presetID="35" presetClass="path" presetSubtype="0" accel="50000" decel="50000" fill="hold" grpId="1" nodeType="withEffect">
                                  <p:stCondLst>
                                    <p:cond delay="250"/>
                                  </p:stCondLst>
                                  <p:childTnLst>
                                    <p:animMotion origin="layout" path="M 4.58333E-6 4.81481E-6 L -0.11263 4.81481E-6 " pathEditMode="relative" rAng="0" ptsTypes="AA">
                                      <p:cBhvr>
                                        <p:cTn id="93" dur="1000" spd="-100000" fill="hold"/>
                                        <p:tgtEl>
                                          <p:spTgt spid="51"/>
                                        </p:tgtEl>
                                        <p:attrNameLst>
                                          <p:attrName>ppt_x</p:attrName>
                                          <p:attrName>ppt_y</p:attrName>
                                        </p:attrNameLst>
                                      </p:cBhvr>
                                      <p:rCtr x="-5638" y="0"/>
                                    </p:animMotion>
                                  </p:childTnLst>
                                </p:cTn>
                              </p:par>
                              <p:par>
                                <p:cTn id="94" presetID="53" presetClass="entr" presetSubtype="16" fill="hold" grpId="0" nodeType="withEffect">
                                  <p:stCondLst>
                                    <p:cond delay="1000"/>
                                  </p:stCondLst>
                                  <p:iterate type="lt">
                                    <p:tmPct val="10000"/>
                                  </p:iterate>
                                  <p:childTnLst>
                                    <p:set>
                                      <p:cBhvr>
                                        <p:cTn id="95" dur="1" fill="hold">
                                          <p:stCondLst>
                                            <p:cond delay="0"/>
                                          </p:stCondLst>
                                        </p:cTn>
                                        <p:tgtEl>
                                          <p:spTgt spid="38"/>
                                        </p:tgtEl>
                                        <p:attrNameLst>
                                          <p:attrName>style.visibility</p:attrName>
                                        </p:attrNameLst>
                                      </p:cBhvr>
                                      <p:to>
                                        <p:strVal val="visible"/>
                                      </p:to>
                                    </p:set>
                                    <p:anim calcmode="lin" valueType="num">
                                      <p:cBhvr>
                                        <p:cTn id="96" dur="250" fill="hold"/>
                                        <p:tgtEl>
                                          <p:spTgt spid="38"/>
                                        </p:tgtEl>
                                        <p:attrNameLst>
                                          <p:attrName>ppt_w</p:attrName>
                                        </p:attrNameLst>
                                      </p:cBhvr>
                                      <p:tavLst>
                                        <p:tav tm="0">
                                          <p:val>
                                            <p:fltVal val="0"/>
                                          </p:val>
                                        </p:tav>
                                        <p:tav tm="100000">
                                          <p:val>
                                            <p:strVal val="#ppt_w"/>
                                          </p:val>
                                        </p:tav>
                                      </p:tavLst>
                                    </p:anim>
                                    <p:anim calcmode="lin" valueType="num">
                                      <p:cBhvr>
                                        <p:cTn id="97" dur="250" fill="hold"/>
                                        <p:tgtEl>
                                          <p:spTgt spid="38"/>
                                        </p:tgtEl>
                                        <p:attrNameLst>
                                          <p:attrName>ppt_h</p:attrName>
                                        </p:attrNameLst>
                                      </p:cBhvr>
                                      <p:tavLst>
                                        <p:tav tm="0">
                                          <p:val>
                                            <p:fltVal val="0"/>
                                          </p:val>
                                        </p:tav>
                                        <p:tav tm="100000">
                                          <p:val>
                                            <p:strVal val="#ppt_h"/>
                                          </p:val>
                                        </p:tav>
                                      </p:tavLst>
                                    </p:anim>
                                    <p:animEffect transition="in" filter="fade">
                                      <p:cBhvr>
                                        <p:cTn id="98" dur="250"/>
                                        <p:tgtEl>
                                          <p:spTgt spid="38"/>
                                        </p:tgtEl>
                                      </p:cBhvr>
                                    </p:animEffect>
                                  </p:childTnLst>
                                </p:cTn>
                              </p:par>
                            </p:childTnLst>
                          </p:cTn>
                        </p:par>
                        <p:par>
                          <p:cTn id="99" fill="hold">
                            <p:stCondLst>
                              <p:cond delay="6800"/>
                            </p:stCondLst>
                            <p:childTnLst>
                              <p:par>
                                <p:cTn id="100" presetID="53" presetClass="entr" presetSubtype="16" fill="hold" grpId="0" nodeType="afterEffect">
                                  <p:stCondLst>
                                    <p:cond delay="0"/>
                                  </p:stCondLst>
                                  <p:childTnLst>
                                    <p:set>
                                      <p:cBhvr>
                                        <p:cTn id="101" dur="1" fill="hold">
                                          <p:stCondLst>
                                            <p:cond delay="0"/>
                                          </p:stCondLst>
                                        </p:cTn>
                                        <p:tgtEl>
                                          <p:spTgt spid="40"/>
                                        </p:tgtEl>
                                        <p:attrNameLst>
                                          <p:attrName>style.visibility</p:attrName>
                                        </p:attrNameLst>
                                      </p:cBhvr>
                                      <p:to>
                                        <p:strVal val="visible"/>
                                      </p:to>
                                    </p:set>
                                    <p:anim calcmode="lin" valueType="num">
                                      <p:cBhvr>
                                        <p:cTn id="102" dur="250" fill="hold"/>
                                        <p:tgtEl>
                                          <p:spTgt spid="40"/>
                                        </p:tgtEl>
                                        <p:attrNameLst>
                                          <p:attrName>ppt_w</p:attrName>
                                        </p:attrNameLst>
                                      </p:cBhvr>
                                      <p:tavLst>
                                        <p:tav tm="0">
                                          <p:val>
                                            <p:fltVal val="0"/>
                                          </p:val>
                                        </p:tav>
                                        <p:tav tm="100000">
                                          <p:val>
                                            <p:strVal val="#ppt_w"/>
                                          </p:val>
                                        </p:tav>
                                      </p:tavLst>
                                    </p:anim>
                                    <p:anim calcmode="lin" valueType="num">
                                      <p:cBhvr>
                                        <p:cTn id="103" dur="250" fill="hold"/>
                                        <p:tgtEl>
                                          <p:spTgt spid="40"/>
                                        </p:tgtEl>
                                        <p:attrNameLst>
                                          <p:attrName>ppt_h</p:attrName>
                                        </p:attrNameLst>
                                      </p:cBhvr>
                                      <p:tavLst>
                                        <p:tav tm="0">
                                          <p:val>
                                            <p:fltVal val="0"/>
                                          </p:val>
                                        </p:tav>
                                        <p:tav tm="100000">
                                          <p:val>
                                            <p:strVal val="#ppt_h"/>
                                          </p:val>
                                        </p:tav>
                                      </p:tavLst>
                                    </p:anim>
                                    <p:animEffect transition="in" filter="fade">
                                      <p:cBhvr>
                                        <p:cTn id="104" dur="250"/>
                                        <p:tgtEl>
                                          <p:spTgt spid="40"/>
                                        </p:tgtEl>
                                      </p:cBhvr>
                                    </p:animEffect>
                                  </p:childTnLst>
                                </p:cTn>
                              </p:par>
                              <p:par>
                                <p:cTn id="105" presetID="6" presetClass="emph" presetSubtype="0" decel="100000" fill="hold" grpId="1" nodeType="withEffect">
                                  <p:stCondLst>
                                    <p:cond delay="200"/>
                                  </p:stCondLst>
                                  <p:childTnLst>
                                    <p:animScale>
                                      <p:cBhvr>
                                        <p:cTn id="106" dur="250" fill="hold"/>
                                        <p:tgtEl>
                                          <p:spTgt spid="40"/>
                                        </p:tgtEl>
                                      </p:cBhvr>
                                      <p:by x="120000" y="120000"/>
                                    </p:animScale>
                                  </p:childTnLst>
                                </p:cTn>
                              </p:par>
                              <p:par>
                                <p:cTn id="107" presetID="6" presetClass="emph" presetSubtype="0" decel="100000" fill="hold" grpId="2" nodeType="withEffect">
                                  <p:stCondLst>
                                    <p:cond delay="400"/>
                                  </p:stCondLst>
                                  <p:childTnLst>
                                    <p:animScale>
                                      <p:cBhvr>
                                        <p:cTn id="108" dur="250" fill="hold"/>
                                        <p:tgtEl>
                                          <p:spTgt spid="40"/>
                                        </p:tgtEl>
                                      </p:cBhvr>
                                      <p:by x="83000" y="83000"/>
                                    </p:animScale>
                                  </p:childTnLst>
                                </p:cTn>
                              </p:par>
                              <p:par>
                                <p:cTn id="109" presetID="53" presetClass="entr" presetSubtype="16" fill="hold" grpId="0" nodeType="withEffect">
                                  <p:stCondLst>
                                    <p:cond delay="400"/>
                                  </p:stCondLst>
                                  <p:childTnLst>
                                    <p:set>
                                      <p:cBhvr>
                                        <p:cTn id="110" dur="1" fill="hold">
                                          <p:stCondLst>
                                            <p:cond delay="0"/>
                                          </p:stCondLst>
                                        </p:cTn>
                                        <p:tgtEl>
                                          <p:spTgt spid="57"/>
                                        </p:tgtEl>
                                        <p:attrNameLst>
                                          <p:attrName>style.visibility</p:attrName>
                                        </p:attrNameLst>
                                      </p:cBhvr>
                                      <p:to>
                                        <p:strVal val="visible"/>
                                      </p:to>
                                    </p:set>
                                    <p:anim calcmode="lin" valueType="num">
                                      <p:cBhvr>
                                        <p:cTn id="111" dur="250" fill="hold"/>
                                        <p:tgtEl>
                                          <p:spTgt spid="57"/>
                                        </p:tgtEl>
                                        <p:attrNameLst>
                                          <p:attrName>ppt_w</p:attrName>
                                        </p:attrNameLst>
                                      </p:cBhvr>
                                      <p:tavLst>
                                        <p:tav tm="0">
                                          <p:val>
                                            <p:fltVal val="0"/>
                                          </p:val>
                                        </p:tav>
                                        <p:tav tm="100000">
                                          <p:val>
                                            <p:strVal val="#ppt_w"/>
                                          </p:val>
                                        </p:tav>
                                      </p:tavLst>
                                    </p:anim>
                                    <p:anim calcmode="lin" valueType="num">
                                      <p:cBhvr>
                                        <p:cTn id="112" dur="250" fill="hold"/>
                                        <p:tgtEl>
                                          <p:spTgt spid="57"/>
                                        </p:tgtEl>
                                        <p:attrNameLst>
                                          <p:attrName>ppt_h</p:attrName>
                                        </p:attrNameLst>
                                      </p:cBhvr>
                                      <p:tavLst>
                                        <p:tav tm="0">
                                          <p:val>
                                            <p:fltVal val="0"/>
                                          </p:val>
                                        </p:tav>
                                        <p:tav tm="100000">
                                          <p:val>
                                            <p:strVal val="#ppt_h"/>
                                          </p:val>
                                        </p:tav>
                                      </p:tavLst>
                                    </p:anim>
                                    <p:animEffect transition="in" filter="fade">
                                      <p:cBhvr>
                                        <p:cTn id="113" dur="250"/>
                                        <p:tgtEl>
                                          <p:spTgt spid="57"/>
                                        </p:tgtEl>
                                      </p:cBhvr>
                                    </p:animEffect>
                                  </p:childTnLst>
                                </p:cTn>
                              </p:par>
                              <p:par>
                                <p:cTn id="114" presetID="6" presetClass="emph" presetSubtype="0" decel="100000" fill="hold" grpId="1" nodeType="withEffect">
                                  <p:stCondLst>
                                    <p:cond delay="600"/>
                                  </p:stCondLst>
                                  <p:childTnLst>
                                    <p:animScale>
                                      <p:cBhvr>
                                        <p:cTn id="115" dur="250" fill="hold"/>
                                        <p:tgtEl>
                                          <p:spTgt spid="57"/>
                                        </p:tgtEl>
                                      </p:cBhvr>
                                      <p:by x="120000" y="120000"/>
                                    </p:animScale>
                                  </p:childTnLst>
                                </p:cTn>
                              </p:par>
                              <p:par>
                                <p:cTn id="116" presetID="6" presetClass="emph" presetSubtype="0" decel="100000" fill="hold" grpId="2" nodeType="withEffect">
                                  <p:stCondLst>
                                    <p:cond delay="800"/>
                                  </p:stCondLst>
                                  <p:childTnLst>
                                    <p:animScale>
                                      <p:cBhvr>
                                        <p:cTn id="117" dur="250" fill="hold"/>
                                        <p:tgtEl>
                                          <p:spTgt spid="57"/>
                                        </p:tgtEl>
                                      </p:cBhvr>
                                      <p:by x="83000" y="83000"/>
                                    </p:animScale>
                                  </p:childTnLst>
                                </p:cTn>
                              </p:par>
                              <p:par>
                                <p:cTn id="118" presetID="53" presetClass="entr" presetSubtype="16" fill="hold" grpId="0" nodeType="withEffect">
                                  <p:stCondLst>
                                    <p:cond delay="250"/>
                                  </p:stCondLst>
                                  <p:childTnLst>
                                    <p:set>
                                      <p:cBhvr>
                                        <p:cTn id="119" dur="1" fill="hold">
                                          <p:stCondLst>
                                            <p:cond delay="0"/>
                                          </p:stCondLst>
                                        </p:cTn>
                                        <p:tgtEl>
                                          <p:spTgt spid="52"/>
                                        </p:tgtEl>
                                        <p:attrNameLst>
                                          <p:attrName>style.visibility</p:attrName>
                                        </p:attrNameLst>
                                      </p:cBhvr>
                                      <p:to>
                                        <p:strVal val="visible"/>
                                      </p:to>
                                    </p:set>
                                    <p:anim calcmode="lin" valueType="num">
                                      <p:cBhvr>
                                        <p:cTn id="120" dur="500" fill="hold"/>
                                        <p:tgtEl>
                                          <p:spTgt spid="52"/>
                                        </p:tgtEl>
                                        <p:attrNameLst>
                                          <p:attrName>ppt_w</p:attrName>
                                        </p:attrNameLst>
                                      </p:cBhvr>
                                      <p:tavLst>
                                        <p:tav tm="0">
                                          <p:val>
                                            <p:fltVal val="0"/>
                                          </p:val>
                                        </p:tav>
                                        <p:tav tm="100000">
                                          <p:val>
                                            <p:strVal val="#ppt_w"/>
                                          </p:val>
                                        </p:tav>
                                      </p:tavLst>
                                    </p:anim>
                                    <p:anim calcmode="lin" valueType="num">
                                      <p:cBhvr>
                                        <p:cTn id="121" dur="500" fill="hold"/>
                                        <p:tgtEl>
                                          <p:spTgt spid="52"/>
                                        </p:tgtEl>
                                        <p:attrNameLst>
                                          <p:attrName>ppt_h</p:attrName>
                                        </p:attrNameLst>
                                      </p:cBhvr>
                                      <p:tavLst>
                                        <p:tav tm="0">
                                          <p:val>
                                            <p:fltVal val="0"/>
                                          </p:val>
                                        </p:tav>
                                        <p:tav tm="100000">
                                          <p:val>
                                            <p:strVal val="#ppt_h"/>
                                          </p:val>
                                        </p:tav>
                                      </p:tavLst>
                                    </p:anim>
                                    <p:animEffect transition="in" filter="fade">
                                      <p:cBhvr>
                                        <p:cTn id="122" dur="500"/>
                                        <p:tgtEl>
                                          <p:spTgt spid="52"/>
                                        </p:tgtEl>
                                      </p:cBhvr>
                                    </p:animEffect>
                                  </p:childTnLst>
                                </p:cTn>
                              </p:par>
                              <p:par>
                                <p:cTn id="123" presetID="35" presetClass="path" presetSubtype="0" accel="50000" decel="50000" fill="hold" grpId="1" nodeType="withEffect">
                                  <p:stCondLst>
                                    <p:cond delay="250"/>
                                  </p:stCondLst>
                                  <p:childTnLst>
                                    <p:animMotion origin="layout" path="M 4.58333E-6 4.81481E-6 L -0.11263 4.81481E-6 " pathEditMode="relative" rAng="0" ptsTypes="AA">
                                      <p:cBhvr>
                                        <p:cTn id="124" dur="1000" spd="-100000" fill="hold"/>
                                        <p:tgtEl>
                                          <p:spTgt spid="52"/>
                                        </p:tgtEl>
                                        <p:attrNameLst>
                                          <p:attrName>ppt_x</p:attrName>
                                          <p:attrName>ppt_y</p:attrName>
                                        </p:attrNameLst>
                                      </p:cBhvr>
                                      <p:rCtr x="-5638" y="0"/>
                                    </p:animMotion>
                                  </p:childTnLst>
                                </p:cTn>
                              </p:par>
                              <p:par>
                                <p:cTn id="125" presetID="53" presetClass="entr" presetSubtype="16" fill="hold" grpId="0" nodeType="withEffect">
                                  <p:stCondLst>
                                    <p:cond delay="1000"/>
                                  </p:stCondLst>
                                  <p:iterate type="lt">
                                    <p:tmPct val="10000"/>
                                  </p:iterate>
                                  <p:childTnLst>
                                    <p:set>
                                      <p:cBhvr>
                                        <p:cTn id="126" dur="1" fill="hold">
                                          <p:stCondLst>
                                            <p:cond delay="0"/>
                                          </p:stCondLst>
                                        </p:cTn>
                                        <p:tgtEl>
                                          <p:spTgt spid="43"/>
                                        </p:tgtEl>
                                        <p:attrNameLst>
                                          <p:attrName>style.visibility</p:attrName>
                                        </p:attrNameLst>
                                      </p:cBhvr>
                                      <p:to>
                                        <p:strVal val="visible"/>
                                      </p:to>
                                    </p:set>
                                    <p:anim calcmode="lin" valueType="num">
                                      <p:cBhvr>
                                        <p:cTn id="127" dur="250" fill="hold"/>
                                        <p:tgtEl>
                                          <p:spTgt spid="43"/>
                                        </p:tgtEl>
                                        <p:attrNameLst>
                                          <p:attrName>ppt_w</p:attrName>
                                        </p:attrNameLst>
                                      </p:cBhvr>
                                      <p:tavLst>
                                        <p:tav tm="0">
                                          <p:val>
                                            <p:fltVal val="0"/>
                                          </p:val>
                                        </p:tav>
                                        <p:tav tm="100000">
                                          <p:val>
                                            <p:strVal val="#ppt_w"/>
                                          </p:val>
                                        </p:tav>
                                      </p:tavLst>
                                    </p:anim>
                                    <p:anim calcmode="lin" valueType="num">
                                      <p:cBhvr>
                                        <p:cTn id="128" dur="250" fill="hold"/>
                                        <p:tgtEl>
                                          <p:spTgt spid="43"/>
                                        </p:tgtEl>
                                        <p:attrNameLst>
                                          <p:attrName>ppt_h</p:attrName>
                                        </p:attrNameLst>
                                      </p:cBhvr>
                                      <p:tavLst>
                                        <p:tav tm="0">
                                          <p:val>
                                            <p:fltVal val="0"/>
                                          </p:val>
                                        </p:tav>
                                        <p:tav tm="100000">
                                          <p:val>
                                            <p:strVal val="#ppt_h"/>
                                          </p:val>
                                        </p:tav>
                                      </p:tavLst>
                                    </p:anim>
                                    <p:animEffect transition="in" filter="fade">
                                      <p:cBhvr>
                                        <p:cTn id="129" dur="250"/>
                                        <p:tgtEl>
                                          <p:spTgt spid="43"/>
                                        </p:tgtEl>
                                      </p:cBhvr>
                                    </p:animEffect>
                                  </p:childTnLst>
                                </p:cTn>
                              </p:par>
                            </p:childTnLst>
                          </p:cTn>
                        </p:par>
                        <p:par>
                          <p:cTn id="130" fill="hold">
                            <p:stCondLst>
                              <p:cond delay="9350"/>
                            </p:stCondLst>
                            <p:childTnLst>
                              <p:par>
                                <p:cTn id="131" presetID="53" presetClass="entr" presetSubtype="16" fill="hold" grpId="0" nodeType="afterEffect">
                                  <p:stCondLst>
                                    <p:cond delay="0"/>
                                  </p:stCondLst>
                                  <p:childTnLst>
                                    <p:set>
                                      <p:cBhvr>
                                        <p:cTn id="132" dur="1" fill="hold">
                                          <p:stCondLst>
                                            <p:cond delay="0"/>
                                          </p:stCondLst>
                                        </p:cTn>
                                        <p:tgtEl>
                                          <p:spTgt spid="41"/>
                                        </p:tgtEl>
                                        <p:attrNameLst>
                                          <p:attrName>style.visibility</p:attrName>
                                        </p:attrNameLst>
                                      </p:cBhvr>
                                      <p:to>
                                        <p:strVal val="visible"/>
                                      </p:to>
                                    </p:set>
                                    <p:anim calcmode="lin" valueType="num">
                                      <p:cBhvr>
                                        <p:cTn id="133" dur="250" fill="hold"/>
                                        <p:tgtEl>
                                          <p:spTgt spid="41"/>
                                        </p:tgtEl>
                                        <p:attrNameLst>
                                          <p:attrName>ppt_w</p:attrName>
                                        </p:attrNameLst>
                                      </p:cBhvr>
                                      <p:tavLst>
                                        <p:tav tm="0">
                                          <p:val>
                                            <p:fltVal val="0"/>
                                          </p:val>
                                        </p:tav>
                                        <p:tav tm="100000">
                                          <p:val>
                                            <p:strVal val="#ppt_w"/>
                                          </p:val>
                                        </p:tav>
                                      </p:tavLst>
                                    </p:anim>
                                    <p:anim calcmode="lin" valueType="num">
                                      <p:cBhvr>
                                        <p:cTn id="134" dur="250" fill="hold"/>
                                        <p:tgtEl>
                                          <p:spTgt spid="41"/>
                                        </p:tgtEl>
                                        <p:attrNameLst>
                                          <p:attrName>ppt_h</p:attrName>
                                        </p:attrNameLst>
                                      </p:cBhvr>
                                      <p:tavLst>
                                        <p:tav tm="0">
                                          <p:val>
                                            <p:fltVal val="0"/>
                                          </p:val>
                                        </p:tav>
                                        <p:tav tm="100000">
                                          <p:val>
                                            <p:strVal val="#ppt_h"/>
                                          </p:val>
                                        </p:tav>
                                      </p:tavLst>
                                    </p:anim>
                                    <p:animEffect transition="in" filter="fade">
                                      <p:cBhvr>
                                        <p:cTn id="135" dur="250"/>
                                        <p:tgtEl>
                                          <p:spTgt spid="41"/>
                                        </p:tgtEl>
                                      </p:cBhvr>
                                    </p:animEffect>
                                  </p:childTnLst>
                                </p:cTn>
                              </p:par>
                              <p:par>
                                <p:cTn id="136" presetID="6" presetClass="emph" presetSubtype="0" decel="100000" fill="hold" grpId="1" nodeType="withEffect">
                                  <p:stCondLst>
                                    <p:cond delay="200"/>
                                  </p:stCondLst>
                                  <p:childTnLst>
                                    <p:animScale>
                                      <p:cBhvr>
                                        <p:cTn id="137" dur="250" fill="hold"/>
                                        <p:tgtEl>
                                          <p:spTgt spid="41"/>
                                        </p:tgtEl>
                                      </p:cBhvr>
                                      <p:by x="120000" y="120000"/>
                                    </p:animScale>
                                  </p:childTnLst>
                                </p:cTn>
                              </p:par>
                              <p:par>
                                <p:cTn id="138" presetID="6" presetClass="emph" presetSubtype="0" decel="100000" fill="hold" grpId="2" nodeType="withEffect">
                                  <p:stCondLst>
                                    <p:cond delay="400"/>
                                  </p:stCondLst>
                                  <p:childTnLst>
                                    <p:animScale>
                                      <p:cBhvr>
                                        <p:cTn id="139" dur="250" fill="hold"/>
                                        <p:tgtEl>
                                          <p:spTgt spid="41"/>
                                        </p:tgtEl>
                                      </p:cBhvr>
                                      <p:by x="83000" y="83000"/>
                                    </p:animScale>
                                  </p:childTnLst>
                                </p:cTn>
                              </p:par>
                              <p:par>
                                <p:cTn id="140" presetID="53" presetClass="entr" presetSubtype="16" fill="hold" grpId="0" nodeType="withEffect">
                                  <p:stCondLst>
                                    <p:cond delay="400"/>
                                  </p:stCondLst>
                                  <p:childTnLst>
                                    <p:set>
                                      <p:cBhvr>
                                        <p:cTn id="141" dur="1" fill="hold">
                                          <p:stCondLst>
                                            <p:cond delay="0"/>
                                          </p:stCondLst>
                                        </p:cTn>
                                        <p:tgtEl>
                                          <p:spTgt spid="56"/>
                                        </p:tgtEl>
                                        <p:attrNameLst>
                                          <p:attrName>style.visibility</p:attrName>
                                        </p:attrNameLst>
                                      </p:cBhvr>
                                      <p:to>
                                        <p:strVal val="visible"/>
                                      </p:to>
                                    </p:set>
                                    <p:anim calcmode="lin" valueType="num">
                                      <p:cBhvr>
                                        <p:cTn id="142" dur="250" fill="hold"/>
                                        <p:tgtEl>
                                          <p:spTgt spid="56"/>
                                        </p:tgtEl>
                                        <p:attrNameLst>
                                          <p:attrName>ppt_w</p:attrName>
                                        </p:attrNameLst>
                                      </p:cBhvr>
                                      <p:tavLst>
                                        <p:tav tm="0">
                                          <p:val>
                                            <p:fltVal val="0"/>
                                          </p:val>
                                        </p:tav>
                                        <p:tav tm="100000">
                                          <p:val>
                                            <p:strVal val="#ppt_w"/>
                                          </p:val>
                                        </p:tav>
                                      </p:tavLst>
                                    </p:anim>
                                    <p:anim calcmode="lin" valueType="num">
                                      <p:cBhvr>
                                        <p:cTn id="143" dur="250" fill="hold"/>
                                        <p:tgtEl>
                                          <p:spTgt spid="56"/>
                                        </p:tgtEl>
                                        <p:attrNameLst>
                                          <p:attrName>ppt_h</p:attrName>
                                        </p:attrNameLst>
                                      </p:cBhvr>
                                      <p:tavLst>
                                        <p:tav tm="0">
                                          <p:val>
                                            <p:fltVal val="0"/>
                                          </p:val>
                                        </p:tav>
                                        <p:tav tm="100000">
                                          <p:val>
                                            <p:strVal val="#ppt_h"/>
                                          </p:val>
                                        </p:tav>
                                      </p:tavLst>
                                    </p:anim>
                                    <p:animEffect transition="in" filter="fade">
                                      <p:cBhvr>
                                        <p:cTn id="144" dur="250"/>
                                        <p:tgtEl>
                                          <p:spTgt spid="56"/>
                                        </p:tgtEl>
                                      </p:cBhvr>
                                    </p:animEffect>
                                  </p:childTnLst>
                                </p:cTn>
                              </p:par>
                              <p:par>
                                <p:cTn id="145" presetID="6" presetClass="emph" presetSubtype="0" decel="100000" fill="hold" grpId="1" nodeType="withEffect">
                                  <p:stCondLst>
                                    <p:cond delay="600"/>
                                  </p:stCondLst>
                                  <p:childTnLst>
                                    <p:animScale>
                                      <p:cBhvr>
                                        <p:cTn id="146" dur="250" fill="hold"/>
                                        <p:tgtEl>
                                          <p:spTgt spid="56"/>
                                        </p:tgtEl>
                                      </p:cBhvr>
                                      <p:by x="120000" y="120000"/>
                                    </p:animScale>
                                  </p:childTnLst>
                                </p:cTn>
                              </p:par>
                              <p:par>
                                <p:cTn id="147" presetID="6" presetClass="emph" presetSubtype="0" decel="100000" fill="hold" grpId="2" nodeType="withEffect">
                                  <p:stCondLst>
                                    <p:cond delay="800"/>
                                  </p:stCondLst>
                                  <p:childTnLst>
                                    <p:animScale>
                                      <p:cBhvr>
                                        <p:cTn id="148" dur="250" fill="hold"/>
                                        <p:tgtEl>
                                          <p:spTgt spid="56"/>
                                        </p:tgtEl>
                                      </p:cBhvr>
                                      <p:by x="83000" y="83000"/>
                                    </p:animScale>
                                  </p:childTnLst>
                                </p:cTn>
                              </p:par>
                              <p:par>
                                <p:cTn id="149" presetID="53" presetClass="entr" presetSubtype="16" fill="hold" grpId="0" nodeType="withEffect">
                                  <p:stCondLst>
                                    <p:cond delay="250"/>
                                  </p:stCondLst>
                                  <p:childTnLst>
                                    <p:set>
                                      <p:cBhvr>
                                        <p:cTn id="150" dur="1" fill="hold">
                                          <p:stCondLst>
                                            <p:cond delay="0"/>
                                          </p:stCondLst>
                                        </p:cTn>
                                        <p:tgtEl>
                                          <p:spTgt spid="53"/>
                                        </p:tgtEl>
                                        <p:attrNameLst>
                                          <p:attrName>style.visibility</p:attrName>
                                        </p:attrNameLst>
                                      </p:cBhvr>
                                      <p:to>
                                        <p:strVal val="visible"/>
                                      </p:to>
                                    </p:set>
                                    <p:anim calcmode="lin" valueType="num">
                                      <p:cBhvr>
                                        <p:cTn id="151" dur="500" fill="hold"/>
                                        <p:tgtEl>
                                          <p:spTgt spid="53"/>
                                        </p:tgtEl>
                                        <p:attrNameLst>
                                          <p:attrName>ppt_w</p:attrName>
                                        </p:attrNameLst>
                                      </p:cBhvr>
                                      <p:tavLst>
                                        <p:tav tm="0">
                                          <p:val>
                                            <p:fltVal val="0"/>
                                          </p:val>
                                        </p:tav>
                                        <p:tav tm="100000">
                                          <p:val>
                                            <p:strVal val="#ppt_w"/>
                                          </p:val>
                                        </p:tav>
                                      </p:tavLst>
                                    </p:anim>
                                    <p:anim calcmode="lin" valueType="num">
                                      <p:cBhvr>
                                        <p:cTn id="152" dur="500" fill="hold"/>
                                        <p:tgtEl>
                                          <p:spTgt spid="53"/>
                                        </p:tgtEl>
                                        <p:attrNameLst>
                                          <p:attrName>ppt_h</p:attrName>
                                        </p:attrNameLst>
                                      </p:cBhvr>
                                      <p:tavLst>
                                        <p:tav tm="0">
                                          <p:val>
                                            <p:fltVal val="0"/>
                                          </p:val>
                                        </p:tav>
                                        <p:tav tm="100000">
                                          <p:val>
                                            <p:strVal val="#ppt_h"/>
                                          </p:val>
                                        </p:tav>
                                      </p:tavLst>
                                    </p:anim>
                                    <p:animEffect transition="in" filter="fade">
                                      <p:cBhvr>
                                        <p:cTn id="153" dur="500"/>
                                        <p:tgtEl>
                                          <p:spTgt spid="53"/>
                                        </p:tgtEl>
                                      </p:cBhvr>
                                    </p:animEffect>
                                  </p:childTnLst>
                                </p:cTn>
                              </p:par>
                              <p:par>
                                <p:cTn id="154" presetID="35" presetClass="path" presetSubtype="0" accel="50000" decel="50000" fill="hold" grpId="1" nodeType="withEffect">
                                  <p:stCondLst>
                                    <p:cond delay="250"/>
                                  </p:stCondLst>
                                  <p:childTnLst>
                                    <p:animMotion origin="layout" path="M 4.58333E-6 4.81481E-6 L -0.11263 4.81481E-6 " pathEditMode="relative" rAng="0" ptsTypes="AA">
                                      <p:cBhvr>
                                        <p:cTn id="155" dur="1000" spd="-100000" fill="hold"/>
                                        <p:tgtEl>
                                          <p:spTgt spid="53"/>
                                        </p:tgtEl>
                                        <p:attrNameLst>
                                          <p:attrName>ppt_x</p:attrName>
                                          <p:attrName>ppt_y</p:attrName>
                                        </p:attrNameLst>
                                      </p:cBhvr>
                                      <p:rCtr x="-5638" y="0"/>
                                    </p:animMotion>
                                  </p:childTnLst>
                                </p:cTn>
                              </p:par>
                              <p:par>
                                <p:cTn id="156" presetID="53" presetClass="entr" presetSubtype="16" fill="hold" grpId="0" nodeType="withEffect">
                                  <p:stCondLst>
                                    <p:cond delay="1000"/>
                                  </p:stCondLst>
                                  <p:iterate type="lt">
                                    <p:tmPct val="10000"/>
                                  </p:iterate>
                                  <p:childTnLst>
                                    <p:set>
                                      <p:cBhvr>
                                        <p:cTn id="157" dur="1" fill="hold">
                                          <p:stCondLst>
                                            <p:cond delay="0"/>
                                          </p:stCondLst>
                                        </p:cTn>
                                        <p:tgtEl>
                                          <p:spTgt spid="44"/>
                                        </p:tgtEl>
                                        <p:attrNameLst>
                                          <p:attrName>style.visibility</p:attrName>
                                        </p:attrNameLst>
                                      </p:cBhvr>
                                      <p:to>
                                        <p:strVal val="visible"/>
                                      </p:to>
                                    </p:set>
                                    <p:anim calcmode="lin" valueType="num">
                                      <p:cBhvr>
                                        <p:cTn id="158" dur="250" fill="hold"/>
                                        <p:tgtEl>
                                          <p:spTgt spid="44"/>
                                        </p:tgtEl>
                                        <p:attrNameLst>
                                          <p:attrName>ppt_w</p:attrName>
                                        </p:attrNameLst>
                                      </p:cBhvr>
                                      <p:tavLst>
                                        <p:tav tm="0">
                                          <p:val>
                                            <p:fltVal val="0"/>
                                          </p:val>
                                        </p:tav>
                                        <p:tav tm="100000">
                                          <p:val>
                                            <p:strVal val="#ppt_w"/>
                                          </p:val>
                                        </p:tav>
                                      </p:tavLst>
                                    </p:anim>
                                    <p:anim calcmode="lin" valueType="num">
                                      <p:cBhvr>
                                        <p:cTn id="159" dur="250" fill="hold"/>
                                        <p:tgtEl>
                                          <p:spTgt spid="44"/>
                                        </p:tgtEl>
                                        <p:attrNameLst>
                                          <p:attrName>ppt_h</p:attrName>
                                        </p:attrNameLst>
                                      </p:cBhvr>
                                      <p:tavLst>
                                        <p:tav tm="0">
                                          <p:val>
                                            <p:fltVal val="0"/>
                                          </p:val>
                                        </p:tav>
                                        <p:tav tm="100000">
                                          <p:val>
                                            <p:strVal val="#ppt_h"/>
                                          </p:val>
                                        </p:tav>
                                      </p:tavLst>
                                    </p:anim>
                                    <p:animEffect transition="in" filter="fade">
                                      <p:cBhvr>
                                        <p:cTn id="160" dur="250"/>
                                        <p:tgtEl>
                                          <p:spTgt spid="44"/>
                                        </p:tgtEl>
                                      </p:cBhvr>
                                    </p:animEffect>
                                  </p:childTnLst>
                                </p:cTn>
                              </p:par>
                            </p:childTnLst>
                          </p:cTn>
                        </p:par>
                        <p:par>
                          <p:cTn id="161" fill="hold">
                            <p:stCondLst>
                              <p:cond delay="11900"/>
                            </p:stCondLst>
                            <p:childTnLst>
                              <p:par>
                                <p:cTn id="162" presetID="53" presetClass="entr" presetSubtype="16" fill="hold" grpId="0" nodeType="afterEffect">
                                  <p:stCondLst>
                                    <p:cond delay="0"/>
                                  </p:stCondLst>
                                  <p:childTnLst>
                                    <p:set>
                                      <p:cBhvr>
                                        <p:cTn id="163" dur="1" fill="hold">
                                          <p:stCondLst>
                                            <p:cond delay="0"/>
                                          </p:stCondLst>
                                        </p:cTn>
                                        <p:tgtEl>
                                          <p:spTgt spid="42"/>
                                        </p:tgtEl>
                                        <p:attrNameLst>
                                          <p:attrName>style.visibility</p:attrName>
                                        </p:attrNameLst>
                                      </p:cBhvr>
                                      <p:to>
                                        <p:strVal val="visible"/>
                                      </p:to>
                                    </p:set>
                                    <p:anim calcmode="lin" valueType="num">
                                      <p:cBhvr>
                                        <p:cTn id="164" dur="250" fill="hold"/>
                                        <p:tgtEl>
                                          <p:spTgt spid="42"/>
                                        </p:tgtEl>
                                        <p:attrNameLst>
                                          <p:attrName>ppt_w</p:attrName>
                                        </p:attrNameLst>
                                      </p:cBhvr>
                                      <p:tavLst>
                                        <p:tav tm="0">
                                          <p:val>
                                            <p:fltVal val="0"/>
                                          </p:val>
                                        </p:tav>
                                        <p:tav tm="100000">
                                          <p:val>
                                            <p:strVal val="#ppt_w"/>
                                          </p:val>
                                        </p:tav>
                                      </p:tavLst>
                                    </p:anim>
                                    <p:anim calcmode="lin" valueType="num">
                                      <p:cBhvr>
                                        <p:cTn id="165" dur="250" fill="hold"/>
                                        <p:tgtEl>
                                          <p:spTgt spid="42"/>
                                        </p:tgtEl>
                                        <p:attrNameLst>
                                          <p:attrName>ppt_h</p:attrName>
                                        </p:attrNameLst>
                                      </p:cBhvr>
                                      <p:tavLst>
                                        <p:tav tm="0">
                                          <p:val>
                                            <p:fltVal val="0"/>
                                          </p:val>
                                        </p:tav>
                                        <p:tav tm="100000">
                                          <p:val>
                                            <p:strVal val="#ppt_h"/>
                                          </p:val>
                                        </p:tav>
                                      </p:tavLst>
                                    </p:anim>
                                    <p:animEffect transition="in" filter="fade">
                                      <p:cBhvr>
                                        <p:cTn id="166" dur="250"/>
                                        <p:tgtEl>
                                          <p:spTgt spid="42"/>
                                        </p:tgtEl>
                                      </p:cBhvr>
                                    </p:animEffect>
                                  </p:childTnLst>
                                </p:cTn>
                              </p:par>
                              <p:par>
                                <p:cTn id="167" presetID="6" presetClass="emph" presetSubtype="0" decel="100000" fill="hold" grpId="1" nodeType="withEffect">
                                  <p:stCondLst>
                                    <p:cond delay="200"/>
                                  </p:stCondLst>
                                  <p:childTnLst>
                                    <p:animScale>
                                      <p:cBhvr>
                                        <p:cTn id="168" dur="250" fill="hold"/>
                                        <p:tgtEl>
                                          <p:spTgt spid="42"/>
                                        </p:tgtEl>
                                      </p:cBhvr>
                                      <p:by x="120000" y="120000"/>
                                    </p:animScale>
                                  </p:childTnLst>
                                </p:cTn>
                              </p:par>
                              <p:par>
                                <p:cTn id="169" presetID="6" presetClass="emph" presetSubtype="0" decel="100000" fill="hold" grpId="2" nodeType="withEffect">
                                  <p:stCondLst>
                                    <p:cond delay="400"/>
                                  </p:stCondLst>
                                  <p:childTnLst>
                                    <p:animScale>
                                      <p:cBhvr>
                                        <p:cTn id="170" dur="250" fill="hold"/>
                                        <p:tgtEl>
                                          <p:spTgt spid="42"/>
                                        </p:tgtEl>
                                      </p:cBhvr>
                                      <p:by x="83000" y="83000"/>
                                    </p:animScale>
                                  </p:childTnLst>
                                </p:cTn>
                              </p:par>
                              <p:par>
                                <p:cTn id="171" presetID="53" presetClass="entr" presetSubtype="16" fill="hold" grpId="0" nodeType="withEffect">
                                  <p:stCondLst>
                                    <p:cond delay="400"/>
                                  </p:stCondLst>
                                  <p:childTnLst>
                                    <p:set>
                                      <p:cBhvr>
                                        <p:cTn id="172" dur="1" fill="hold">
                                          <p:stCondLst>
                                            <p:cond delay="0"/>
                                          </p:stCondLst>
                                        </p:cTn>
                                        <p:tgtEl>
                                          <p:spTgt spid="55"/>
                                        </p:tgtEl>
                                        <p:attrNameLst>
                                          <p:attrName>style.visibility</p:attrName>
                                        </p:attrNameLst>
                                      </p:cBhvr>
                                      <p:to>
                                        <p:strVal val="visible"/>
                                      </p:to>
                                    </p:set>
                                    <p:anim calcmode="lin" valueType="num">
                                      <p:cBhvr>
                                        <p:cTn id="173" dur="250" fill="hold"/>
                                        <p:tgtEl>
                                          <p:spTgt spid="55"/>
                                        </p:tgtEl>
                                        <p:attrNameLst>
                                          <p:attrName>ppt_w</p:attrName>
                                        </p:attrNameLst>
                                      </p:cBhvr>
                                      <p:tavLst>
                                        <p:tav tm="0">
                                          <p:val>
                                            <p:fltVal val="0"/>
                                          </p:val>
                                        </p:tav>
                                        <p:tav tm="100000">
                                          <p:val>
                                            <p:strVal val="#ppt_w"/>
                                          </p:val>
                                        </p:tav>
                                      </p:tavLst>
                                    </p:anim>
                                    <p:anim calcmode="lin" valueType="num">
                                      <p:cBhvr>
                                        <p:cTn id="174" dur="250" fill="hold"/>
                                        <p:tgtEl>
                                          <p:spTgt spid="55"/>
                                        </p:tgtEl>
                                        <p:attrNameLst>
                                          <p:attrName>ppt_h</p:attrName>
                                        </p:attrNameLst>
                                      </p:cBhvr>
                                      <p:tavLst>
                                        <p:tav tm="0">
                                          <p:val>
                                            <p:fltVal val="0"/>
                                          </p:val>
                                        </p:tav>
                                        <p:tav tm="100000">
                                          <p:val>
                                            <p:strVal val="#ppt_h"/>
                                          </p:val>
                                        </p:tav>
                                      </p:tavLst>
                                    </p:anim>
                                    <p:animEffect transition="in" filter="fade">
                                      <p:cBhvr>
                                        <p:cTn id="175" dur="250"/>
                                        <p:tgtEl>
                                          <p:spTgt spid="55"/>
                                        </p:tgtEl>
                                      </p:cBhvr>
                                    </p:animEffect>
                                  </p:childTnLst>
                                </p:cTn>
                              </p:par>
                              <p:par>
                                <p:cTn id="176" presetID="6" presetClass="emph" presetSubtype="0" decel="100000" fill="hold" grpId="1" nodeType="withEffect">
                                  <p:stCondLst>
                                    <p:cond delay="600"/>
                                  </p:stCondLst>
                                  <p:childTnLst>
                                    <p:animScale>
                                      <p:cBhvr>
                                        <p:cTn id="177" dur="250" fill="hold"/>
                                        <p:tgtEl>
                                          <p:spTgt spid="55"/>
                                        </p:tgtEl>
                                      </p:cBhvr>
                                      <p:by x="120000" y="120000"/>
                                    </p:animScale>
                                  </p:childTnLst>
                                </p:cTn>
                              </p:par>
                              <p:par>
                                <p:cTn id="178" presetID="6" presetClass="emph" presetSubtype="0" decel="100000" fill="hold" grpId="2" nodeType="withEffect">
                                  <p:stCondLst>
                                    <p:cond delay="800"/>
                                  </p:stCondLst>
                                  <p:childTnLst>
                                    <p:animScale>
                                      <p:cBhvr>
                                        <p:cTn id="179" dur="250" fill="hold"/>
                                        <p:tgtEl>
                                          <p:spTgt spid="55"/>
                                        </p:tgtEl>
                                      </p:cBhvr>
                                      <p:by x="83000" y="83000"/>
                                    </p:animScale>
                                  </p:childTnLst>
                                </p:cTn>
                              </p:par>
                              <p:par>
                                <p:cTn id="180" presetID="53" presetClass="entr" presetSubtype="16" fill="hold" grpId="0" nodeType="withEffect">
                                  <p:stCondLst>
                                    <p:cond delay="250"/>
                                  </p:stCondLst>
                                  <p:childTnLst>
                                    <p:set>
                                      <p:cBhvr>
                                        <p:cTn id="181" dur="1" fill="hold">
                                          <p:stCondLst>
                                            <p:cond delay="0"/>
                                          </p:stCondLst>
                                        </p:cTn>
                                        <p:tgtEl>
                                          <p:spTgt spid="54"/>
                                        </p:tgtEl>
                                        <p:attrNameLst>
                                          <p:attrName>style.visibility</p:attrName>
                                        </p:attrNameLst>
                                      </p:cBhvr>
                                      <p:to>
                                        <p:strVal val="visible"/>
                                      </p:to>
                                    </p:set>
                                    <p:anim calcmode="lin" valueType="num">
                                      <p:cBhvr>
                                        <p:cTn id="182" dur="500" fill="hold"/>
                                        <p:tgtEl>
                                          <p:spTgt spid="54"/>
                                        </p:tgtEl>
                                        <p:attrNameLst>
                                          <p:attrName>ppt_w</p:attrName>
                                        </p:attrNameLst>
                                      </p:cBhvr>
                                      <p:tavLst>
                                        <p:tav tm="0">
                                          <p:val>
                                            <p:fltVal val="0"/>
                                          </p:val>
                                        </p:tav>
                                        <p:tav tm="100000">
                                          <p:val>
                                            <p:strVal val="#ppt_w"/>
                                          </p:val>
                                        </p:tav>
                                      </p:tavLst>
                                    </p:anim>
                                    <p:anim calcmode="lin" valueType="num">
                                      <p:cBhvr>
                                        <p:cTn id="183" dur="500" fill="hold"/>
                                        <p:tgtEl>
                                          <p:spTgt spid="54"/>
                                        </p:tgtEl>
                                        <p:attrNameLst>
                                          <p:attrName>ppt_h</p:attrName>
                                        </p:attrNameLst>
                                      </p:cBhvr>
                                      <p:tavLst>
                                        <p:tav tm="0">
                                          <p:val>
                                            <p:fltVal val="0"/>
                                          </p:val>
                                        </p:tav>
                                        <p:tav tm="100000">
                                          <p:val>
                                            <p:strVal val="#ppt_h"/>
                                          </p:val>
                                        </p:tav>
                                      </p:tavLst>
                                    </p:anim>
                                    <p:animEffect transition="in" filter="fade">
                                      <p:cBhvr>
                                        <p:cTn id="184" dur="500"/>
                                        <p:tgtEl>
                                          <p:spTgt spid="54"/>
                                        </p:tgtEl>
                                      </p:cBhvr>
                                    </p:animEffect>
                                  </p:childTnLst>
                                </p:cTn>
                              </p:par>
                              <p:par>
                                <p:cTn id="185" presetID="35" presetClass="path" presetSubtype="0" accel="50000" decel="50000" fill="hold" grpId="1" nodeType="withEffect">
                                  <p:stCondLst>
                                    <p:cond delay="250"/>
                                  </p:stCondLst>
                                  <p:childTnLst>
                                    <p:animMotion origin="layout" path="M 4.58333E-6 4.81481E-6 L -0.11263 4.81481E-6 " pathEditMode="relative" rAng="0" ptsTypes="AA">
                                      <p:cBhvr>
                                        <p:cTn id="186" dur="1000" spd="-100000" fill="hold"/>
                                        <p:tgtEl>
                                          <p:spTgt spid="54"/>
                                        </p:tgtEl>
                                        <p:attrNameLst>
                                          <p:attrName>ppt_x</p:attrName>
                                          <p:attrName>ppt_y</p:attrName>
                                        </p:attrNameLst>
                                      </p:cBhvr>
                                      <p:rCtr x="-5638" y="0"/>
                                    </p:animMotion>
                                  </p:childTnLst>
                                </p:cTn>
                              </p:par>
                              <p:par>
                                <p:cTn id="187" presetID="53" presetClass="entr" presetSubtype="16" fill="hold" grpId="0" nodeType="withEffect">
                                  <p:stCondLst>
                                    <p:cond delay="1000"/>
                                  </p:stCondLst>
                                  <p:iterate type="lt">
                                    <p:tmPct val="10000"/>
                                  </p:iterate>
                                  <p:childTnLst>
                                    <p:set>
                                      <p:cBhvr>
                                        <p:cTn id="188" dur="1" fill="hold">
                                          <p:stCondLst>
                                            <p:cond delay="0"/>
                                          </p:stCondLst>
                                        </p:cTn>
                                        <p:tgtEl>
                                          <p:spTgt spid="45"/>
                                        </p:tgtEl>
                                        <p:attrNameLst>
                                          <p:attrName>style.visibility</p:attrName>
                                        </p:attrNameLst>
                                      </p:cBhvr>
                                      <p:to>
                                        <p:strVal val="visible"/>
                                      </p:to>
                                    </p:set>
                                    <p:anim calcmode="lin" valueType="num">
                                      <p:cBhvr>
                                        <p:cTn id="189" dur="250" fill="hold"/>
                                        <p:tgtEl>
                                          <p:spTgt spid="45"/>
                                        </p:tgtEl>
                                        <p:attrNameLst>
                                          <p:attrName>ppt_w</p:attrName>
                                        </p:attrNameLst>
                                      </p:cBhvr>
                                      <p:tavLst>
                                        <p:tav tm="0">
                                          <p:val>
                                            <p:fltVal val="0"/>
                                          </p:val>
                                        </p:tav>
                                        <p:tav tm="100000">
                                          <p:val>
                                            <p:strVal val="#ppt_w"/>
                                          </p:val>
                                        </p:tav>
                                      </p:tavLst>
                                    </p:anim>
                                    <p:anim calcmode="lin" valueType="num">
                                      <p:cBhvr>
                                        <p:cTn id="190" dur="250" fill="hold"/>
                                        <p:tgtEl>
                                          <p:spTgt spid="45"/>
                                        </p:tgtEl>
                                        <p:attrNameLst>
                                          <p:attrName>ppt_h</p:attrName>
                                        </p:attrNameLst>
                                      </p:cBhvr>
                                      <p:tavLst>
                                        <p:tav tm="0">
                                          <p:val>
                                            <p:fltVal val="0"/>
                                          </p:val>
                                        </p:tav>
                                        <p:tav tm="100000">
                                          <p:val>
                                            <p:strVal val="#ppt_h"/>
                                          </p:val>
                                        </p:tav>
                                      </p:tavLst>
                                    </p:anim>
                                    <p:animEffect transition="in" filter="fade">
                                      <p:cBhvr>
                                        <p:cTn id="191" dur="2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6" grpId="1"/>
      <p:bldP spid="38" grpId="0"/>
      <p:bldP spid="39" grpId="0" animBg="1"/>
      <p:bldP spid="39" grpId="1" animBg="1"/>
      <p:bldP spid="39" grpId="2" animBg="1"/>
      <p:bldP spid="40" grpId="0" animBg="1"/>
      <p:bldP spid="40" grpId="1" animBg="1"/>
      <p:bldP spid="40" grpId="2" animBg="1"/>
      <p:bldP spid="41" grpId="0" animBg="1"/>
      <p:bldP spid="41" grpId="1" animBg="1"/>
      <p:bldP spid="41" grpId="2" animBg="1"/>
      <p:bldP spid="42" grpId="0" animBg="1"/>
      <p:bldP spid="42" grpId="1" animBg="1"/>
      <p:bldP spid="42" grpId="2" animBg="1"/>
      <p:bldP spid="43" grpId="0"/>
      <p:bldP spid="44" grpId="0"/>
      <p:bldP spid="45" grpId="0"/>
      <p:bldP spid="46" grpId="0" animBg="1"/>
      <p:bldP spid="47" grpId="0" animBg="1"/>
      <p:bldP spid="48" grpId="0" animBg="1"/>
      <p:bldP spid="49" grpId="0" animBg="1"/>
      <p:bldP spid="50" grpId="0"/>
      <p:bldP spid="50" grpId="1"/>
      <p:bldP spid="50" grpId="2"/>
      <p:bldP spid="51" grpId="0"/>
      <p:bldP spid="51" grpId="1"/>
      <p:bldP spid="52" grpId="0"/>
      <p:bldP spid="52" grpId="1"/>
      <p:bldP spid="53" grpId="0"/>
      <p:bldP spid="53" grpId="1"/>
      <p:bldP spid="54" grpId="0"/>
      <p:bldP spid="54" grpId="1"/>
      <p:bldP spid="55" grpId="0" animBg="1"/>
      <p:bldP spid="55" grpId="1" animBg="1"/>
      <p:bldP spid="55" grpId="2" animBg="1"/>
      <p:bldP spid="56" grpId="0" animBg="1"/>
      <p:bldP spid="56" grpId="1" animBg="1"/>
      <p:bldP spid="56" grpId="2" animBg="1"/>
      <p:bldP spid="57" grpId="0" animBg="1"/>
      <p:bldP spid="57" grpId="1" animBg="1"/>
      <p:bldP spid="57" grpId="2" animBg="1"/>
      <p:bldP spid="58" grpId="0" animBg="1"/>
      <p:bldP spid="58" grpId="1" animBg="1"/>
      <p:bldP spid="58" grpId="2"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450633" y="228814"/>
            <a:ext cx="720000" cy="720000"/>
            <a:chOff x="450633" y="228814"/>
            <a:chExt cx="720000" cy="720000"/>
          </a:xfrm>
        </p:grpSpPr>
        <p:sp>
          <p:nvSpPr>
            <p:cNvPr id="36" name="椭圆 35"/>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7"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8" name="文本框 37"/>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具体改善方法</a:t>
            </a:r>
          </a:p>
        </p:txBody>
      </p:sp>
      <p:cxnSp>
        <p:nvCxnSpPr>
          <p:cNvPr id="39" name="直接连接符 38"/>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40" name="Freeform 12"/>
          <p:cNvSpPr>
            <a:spLocks noChangeAspect="1"/>
          </p:cNvSpPr>
          <p:nvPr/>
        </p:nvSpPr>
        <p:spPr bwMode="auto">
          <a:xfrm>
            <a:off x="2551823" y="2025002"/>
            <a:ext cx="3047905" cy="2661342"/>
          </a:xfrm>
          <a:custGeom>
            <a:avLst/>
            <a:gdLst>
              <a:gd name="T0" fmla="*/ 1113 w 7158"/>
              <a:gd name="T1" fmla="*/ 1113 h 6256"/>
              <a:gd name="T2" fmla="*/ 5143 w 7158"/>
              <a:gd name="T3" fmla="*/ 1113 h 6256"/>
              <a:gd name="T4" fmla="*/ 7158 w 7158"/>
              <a:gd name="T5" fmla="*/ 3128 h 6256"/>
              <a:gd name="T6" fmla="*/ 5143 w 7158"/>
              <a:gd name="T7" fmla="*/ 5144 h 6256"/>
              <a:gd name="T8" fmla="*/ 1113 w 7158"/>
              <a:gd name="T9" fmla="*/ 5144 h 6256"/>
              <a:gd name="T10" fmla="*/ 1113 w 7158"/>
              <a:gd name="T11" fmla="*/ 1113 h 6256"/>
            </a:gdLst>
            <a:ahLst/>
            <a:cxnLst>
              <a:cxn ang="0">
                <a:pos x="T0" y="T1"/>
              </a:cxn>
              <a:cxn ang="0">
                <a:pos x="T2" y="T3"/>
              </a:cxn>
              <a:cxn ang="0">
                <a:pos x="T4" y="T5"/>
              </a:cxn>
              <a:cxn ang="0">
                <a:pos x="T6" y="T7"/>
              </a:cxn>
              <a:cxn ang="0">
                <a:pos x="T8" y="T9"/>
              </a:cxn>
              <a:cxn ang="0">
                <a:pos x="T10" y="T11"/>
              </a:cxn>
            </a:cxnLst>
            <a:rect l="0" t="0" r="r" b="b"/>
            <a:pathLst>
              <a:path w="7158" h="6256">
                <a:moveTo>
                  <a:pt x="1113" y="1113"/>
                </a:moveTo>
                <a:cubicBezTo>
                  <a:pt x="2225" y="0"/>
                  <a:pt x="4030" y="0"/>
                  <a:pt x="5143" y="1113"/>
                </a:cubicBezTo>
                <a:lnTo>
                  <a:pt x="7158" y="3128"/>
                </a:lnTo>
                <a:lnTo>
                  <a:pt x="5143" y="5144"/>
                </a:lnTo>
                <a:cubicBezTo>
                  <a:pt x="4030" y="6256"/>
                  <a:pt x="2225" y="6256"/>
                  <a:pt x="1113" y="5144"/>
                </a:cubicBezTo>
                <a:cubicBezTo>
                  <a:pt x="0" y="4031"/>
                  <a:pt x="0" y="2226"/>
                  <a:pt x="1113" y="1113"/>
                </a:cubicBezTo>
                <a:close/>
              </a:path>
            </a:pathLst>
          </a:custGeom>
          <a:gradFill flip="none" rotWithShape="1">
            <a:gsLst>
              <a:gs pos="0">
                <a:srgbClr val="17406D"/>
              </a:gs>
              <a:gs pos="100000">
                <a:srgbClr val="17406D">
                  <a:lumMod val="50000"/>
                </a:srgbClr>
              </a:gs>
            </a:gsLst>
            <a:lin ang="13500000" scaled="1"/>
            <a:tileRect/>
          </a:gradFill>
          <a:ln w="3175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1" name="Freeform 13"/>
          <p:cNvSpPr>
            <a:spLocks noChangeAspect="1"/>
          </p:cNvSpPr>
          <p:nvPr/>
        </p:nvSpPr>
        <p:spPr bwMode="auto">
          <a:xfrm>
            <a:off x="4633319" y="3441163"/>
            <a:ext cx="2103798" cy="2403012"/>
          </a:xfrm>
          <a:custGeom>
            <a:avLst/>
            <a:gdLst>
              <a:gd name="T0" fmla="*/ 4061 w 4939"/>
              <a:gd name="T1" fmla="*/ 4772 h 5651"/>
              <a:gd name="T2" fmla="*/ 4061 w 4939"/>
              <a:gd name="T3" fmla="*/ 1591 h 5651"/>
              <a:gd name="T4" fmla="*/ 2470 w 4939"/>
              <a:gd name="T5" fmla="*/ 0 h 5651"/>
              <a:gd name="T6" fmla="*/ 879 w 4939"/>
              <a:gd name="T7" fmla="*/ 1591 h 5651"/>
              <a:gd name="T8" fmla="*/ 879 w 4939"/>
              <a:gd name="T9" fmla="*/ 4772 h 5651"/>
              <a:gd name="T10" fmla="*/ 4061 w 4939"/>
              <a:gd name="T11" fmla="*/ 4772 h 5651"/>
            </a:gdLst>
            <a:ahLst/>
            <a:cxnLst>
              <a:cxn ang="0">
                <a:pos x="T0" y="T1"/>
              </a:cxn>
              <a:cxn ang="0">
                <a:pos x="T2" y="T3"/>
              </a:cxn>
              <a:cxn ang="0">
                <a:pos x="T4" y="T5"/>
              </a:cxn>
              <a:cxn ang="0">
                <a:pos x="T6" y="T7"/>
              </a:cxn>
              <a:cxn ang="0">
                <a:pos x="T8" y="T9"/>
              </a:cxn>
              <a:cxn ang="0">
                <a:pos x="T10" y="T11"/>
              </a:cxn>
            </a:cxnLst>
            <a:rect l="0" t="0" r="r" b="b"/>
            <a:pathLst>
              <a:path w="4939" h="5651">
                <a:moveTo>
                  <a:pt x="4061" y="4772"/>
                </a:moveTo>
                <a:cubicBezTo>
                  <a:pt x="4939" y="3894"/>
                  <a:pt x="4939" y="2469"/>
                  <a:pt x="4061" y="1591"/>
                </a:cubicBezTo>
                <a:lnTo>
                  <a:pt x="2470" y="0"/>
                </a:lnTo>
                <a:lnTo>
                  <a:pt x="879" y="1591"/>
                </a:lnTo>
                <a:cubicBezTo>
                  <a:pt x="0" y="2469"/>
                  <a:pt x="0" y="3894"/>
                  <a:pt x="879" y="4772"/>
                </a:cubicBezTo>
                <a:cubicBezTo>
                  <a:pt x="1757" y="5651"/>
                  <a:pt x="3182" y="5651"/>
                  <a:pt x="4061" y="4772"/>
                </a:cubicBezTo>
                <a:close/>
              </a:path>
            </a:pathLst>
          </a:custGeom>
          <a:gradFill flip="none" rotWithShape="1">
            <a:gsLst>
              <a:gs pos="0">
                <a:srgbClr val="C00000"/>
              </a:gs>
              <a:gs pos="100000">
                <a:srgbClr val="C00000">
                  <a:lumMod val="50000"/>
                </a:srgbClr>
              </a:gs>
            </a:gsLst>
            <a:lin ang="13500000" scaled="1"/>
            <a:tileRect/>
          </a:gradFill>
          <a:ln w="3175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2" name="Freeform 14"/>
          <p:cNvSpPr>
            <a:spLocks noChangeAspect="1"/>
          </p:cNvSpPr>
          <p:nvPr/>
        </p:nvSpPr>
        <p:spPr bwMode="auto">
          <a:xfrm>
            <a:off x="4984572" y="1668175"/>
            <a:ext cx="1401293" cy="1602009"/>
          </a:xfrm>
          <a:custGeom>
            <a:avLst/>
            <a:gdLst>
              <a:gd name="T0" fmla="*/ 586 w 3293"/>
              <a:gd name="T1" fmla="*/ 585 h 3767"/>
              <a:gd name="T2" fmla="*/ 586 w 3293"/>
              <a:gd name="T3" fmla="*/ 2707 h 3767"/>
              <a:gd name="T4" fmla="*/ 1647 w 3293"/>
              <a:gd name="T5" fmla="*/ 3767 h 3767"/>
              <a:gd name="T6" fmla="*/ 2707 w 3293"/>
              <a:gd name="T7" fmla="*/ 2707 h 3767"/>
              <a:gd name="T8" fmla="*/ 2707 w 3293"/>
              <a:gd name="T9" fmla="*/ 585 h 3767"/>
              <a:gd name="T10" fmla="*/ 586 w 3293"/>
              <a:gd name="T11" fmla="*/ 585 h 3767"/>
            </a:gdLst>
            <a:ahLst/>
            <a:cxnLst>
              <a:cxn ang="0">
                <a:pos x="T0" y="T1"/>
              </a:cxn>
              <a:cxn ang="0">
                <a:pos x="T2" y="T3"/>
              </a:cxn>
              <a:cxn ang="0">
                <a:pos x="T4" y="T5"/>
              </a:cxn>
              <a:cxn ang="0">
                <a:pos x="T6" y="T7"/>
              </a:cxn>
              <a:cxn ang="0">
                <a:pos x="T8" y="T9"/>
              </a:cxn>
              <a:cxn ang="0">
                <a:pos x="T10" y="T11"/>
              </a:cxn>
            </a:cxnLst>
            <a:rect l="0" t="0" r="r" b="b"/>
            <a:pathLst>
              <a:path w="3293" h="3767">
                <a:moveTo>
                  <a:pt x="586" y="585"/>
                </a:moveTo>
                <a:cubicBezTo>
                  <a:pt x="0" y="1171"/>
                  <a:pt x="0" y="2121"/>
                  <a:pt x="586" y="2707"/>
                </a:cubicBezTo>
                <a:lnTo>
                  <a:pt x="1647" y="3767"/>
                </a:lnTo>
                <a:lnTo>
                  <a:pt x="2707" y="2707"/>
                </a:lnTo>
                <a:cubicBezTo>
                  <a:pt x="3293" y="2121"/>
                  <a:pt x="3293" y="1171"/>
                  <a:pt x="2707" y="585"/>
                </a:cubicBezTo>
                <a:cubicBezTo>
                  <a:pt x="2121" y="0"/>
                  <a:pt x="1172" y="0"/>
                  <a:pt x="586" y="585"/>
                </a:cubicBezTo>
                <a:close/>
              </a:path>
            </a:pathLst>
          </a:custGeom>
          <a:gradFill flip="none" rotWithShape="1">
            <a:gsLst>
              <a:gs pos="0">
                <a:srgbClr val="C00000"/>
              </a:gs>
              <a:gs pos="100000">
                <a:srgbClr val="C00000">
                  <a:lumMod val="50000"/>
                </a:srgbClr>
              </a:gs>
            </a:gsLst>
            <a:lin ang="13500000" scaled="1"/>
            <a:tileRect/>
          </a:gradFill>
          <a:ln w="3175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3" name="Freeform 15"/>
          <p:cNvSpPr>
            <a:spLocks noChangeAspect="1"/>
          </p:cNvSpPr>
          <p:nvPr/>
        </p:nvSpPr>
        <p:spPr bwMode="auto">
          <a:xfrm>
            <a:off x="5770708" y="2515640"/>
            <a:ext cx="1925384" cy="1680065"/>
          </a:xfrm>
          <a:custGeom>
            <a:avLst/>
            <a:gdLst>
              <a:gd name="T0" fmla="*/ 3818 w 4521"/>
              <a:gd name="T1" fmla="*/ 3248 h 3951"/>
              <a:gd name="T2" fmla="*/ 1272 w 4521"/>
              <a:gd name="T3" fmla="*/ 3248 h 3951"/>
              <a:gd name="T4" fmla="*/ 0 w 4521"/>
              <a:gd name="T5" fmla="*/ 1975 h 3951"/>
              <a:gd name="T6" fmla="*/ 1272 w 4521"/>
              <a:gd name="T7" fmla="*/ 703 h 3951"/>
              <a:gd name="T8" fmla="*/ 3818 w 4521"/>
              <a:gd name="T9" fmla="*/ 703 h 3951"/>
              <a:gd name="T10" fmla="*/ 3818 w 4521"/>
              <a:gd name="T11" fmla="*/ 3248 h 3951"/>
            </a:gdLst>
            <a:ahLst/>
            <a:cxnLst>
              <a:cxn ang="0">
                <a:pos x="T0" y="T1"/>
              </a:cxn>
              <a:cxn ang="0">
                <a:pos x="T2" y="T3"/>
              </a:cxn>
              <a:cxn ang="0">
                <a:pos x="T4" y="T5"/>
              </a:cxn>
              <a:cxn ang="0">
                <a:pos x="T6" y="T7"/>
              </a:cxn>
              <a:cxn ang="0">
                <a:pos x="T8" y="T9"/>
              </a:cxn>
              <a:cxn ang="0">
                <a:pos x="T10" y="T11"/>
              </a:cxn>
            </a:cxnLst>
            <a:rect l="0" t="0" r="r" b="b"/>
            <a:pathLst>
              <a:path w="4521" h="3951">
                <a:moveTo>
                  <a:pt x="3818" y="3248"/>
                </a:moveTo>
                <a:cubicBezTo>
                  <a:pt x="3115" y="3951"/>
                  <a:pt x="1975" y="3951"/>
                  <a:pt x="1272" y="3248"/>
                </a:cubicBezTo>
                <a:lnTo>
                  <a:pt x="0" y="1975"/>
                </a:lnTo>
                <a:lnTo>
                  <a:pt x="1272" y="703"/>
                </a:lnTo>
                <a:cubicBezTo>
                  <a:pt x="1975" y="0"/>
                  <a:pt x="3115" y="0"/>
                  <a:pt x="3818" y="703"/>
                </a:cubicBezTo>
                <a:cubicBezTo>
                  <a:pt x="4521" y="1405"/>
                  <a:pt x="4521" y="2545"/>
                  <a:pt x="3818" y="3248"/>
                </a:cubicBezTo>
                <a:close/>
              </a:path>
            </a:pathLst>
          </a:custGeom>
          <a:gradFill flip="none" rotWithShape="1">
            <a:gsLst>
              <a:gs pos="0">
                <a:srgbClr val="17406D"/>
              </a:gs>
              <a:gs pos="100000">
                <a:srgbClr val="17406D">
                  <a:lumMod val="50000"/>
                </a:srgbClr>
              </a:gs>
            </a:gsLst>
            <a:lin ang="13500000" scaled="1"/>
            <a:tileRect/>
          </a:gradFill>
          <a:ln w="3175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4" name="矩形 43"/>
          <p:cNvSpPr>
            <a:spLocks/>
          </p:cNvSpPr>
          <p:nvPr/>
        </p:nvSpPr>
        <p:spPr>
          <a:xfrm>
            <a:off x="7732762" y="2986340"/>
            <a:ext cx="3231415" cy="738664"/>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在这里输入您的文字内容，或者将您的文字内容复制在这里。在这里输入您的内容，或者将您的文字复制在这里</a:t>
            </a:r>
          </a:p>
        </p:txBody>
      </p:sp>
      <p:sp>
        <p:nvSpPr>
          <p:cNvPr id="45" name="矩形 44"/>
          <p:cNvSpPr>
            <a:spLocks/>
          </p:cNvSpPr>
          <p:nvPr/>
        </p:nvSpPr>
        <p:spPr>
          <a:xfrm>
            <a:off x="6419500" y="1706148"/>
            <a:ext cx="3232800" cy="738664"/>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在这里输入您的文字内容，或者将您的文字内容复制在这里。在这里输入您的文字，或者将您的文字复制在这里</a:t>
            </a:r>
          </a:p>
        </p:txBody>
      </p:sp>
      <p:sp>
        <p:nvSpPr>
          <p:cNvPr id="46" name="矩形 45"/>
          <p:cNvSpPr>
            <a:spLocks/>
          </p:cNvSpPr>
          <p:nvPr/>
        </p:nvSpPr>
        <p:spPr>
          <a:xfrm>
            <a:off x="6762400" y="4689103"/>
            <a:ext cx="3232800" cy="738664"/>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在这里输入您的文字内容，或者将您的文字内容复制在这里。在这里输入您的内容，或者将您的文字复制在这里</a:t>
            </a:r>
          </a:p>
        </p:txBody>
      </p:sp>
      <p:sp>
        <p:nvSpPr>
          <p:cNvPr id="47" name="任意多边形 46"/>
          <p:cNvSpPr>
            <a:spLocks noChangeAspect="1"/>
          </p:cNvSpPr>
          <p:nvPr/>
        </p:nvSpPr>
        <p:spPr bwMode="auto">
          <a:xfrm>
            <a:off x="5515175" y="2703965"/>
            <a:ext cx="370426" cy="334992"/>
          </a:xfrm>
          <a:custGeom>
            <a:avLst/>
            <a:gdLst>
              <a:gd name="connsiteX0" fmla="*/ 216312 w 370426"/>
              <a:gd name="connsiteY0" fmla="*/ 73404 h 334992"/>
              <a:gd name="connsiteX1" fmla="*/ 273260 w 370426"/>
              <a:gd name="connsiteY1" fmla="*/ 103054 h 334992"/>
              <a:gd name="connsiteX2" fmla="*/ 279839 w 370426"/>
              <a:gd name="connsiteY2" fmla="*/ 223302 h 334992"/>
              <a:gd name="connsiteX3" fmla="*/ 163064 w 370426"/>
              <a:gd name="connsiteY3" fmla="*/ 252952 h 334992"/>
              <a:gd name="connsiteX4" fmla="*/ 108789 w 370426"/>
              <a:gd name="connsiteY4" fmla="*/ 159060 h 334992"/>
              <a:gd name="connsiteX5" fmla="*/ 110433 w 370426"/>
              <a:gd name="connsiteY5" fmla="*/ 160707 h 334992"/>
              <a:gd name="connsiteX6" fmla="*/ 141683 w 370426"/>
              <a:gd name="connsiteY6" fmla="*/ 180474 h 334992"/>
              <a:gd name="connsiteX7" fmla="*/ 143328 w 370426"/>
              <a:gd name="connsiteY7" fmla="*/ 183769 h 334992"/>
              <a:gd name="connsiteX8" fmla="*/ 187735 w 370426"/>
              <a:gd name="connsiteY8" fmla="*/ 226597 h 334992"/>
              <a:gd name="connsiteX9" fmla="*/ 248589 w 370426"/>
              <a:gd name="connsiteY9" fmla="*/ 210124 h 334992"/>
              <a:gd name="connsiteX10" fmla="*/ 265036 w 370426"/>
              <a:gd name="connsiteY10" fmla="*/ 160707 h 334992"/>
              <a:gd name="connsiteX11" fmla="*/ 230497 w 370426"/>
              <a:gd name="connsiteY11" fmla="*/ 112938 h 334992"/>
              <a:gd name="connsiteX12" fmla="*/ 199248 w 370426"/>
              <a:gd name="connsiteY12" fmla="*/ 106349 h 334992"/>
              <a:gd name="connsiteX13" fmla="*/ 197603 w 370426"/>
              <a:gd name="connsiteY13" fmla="*/ 106349 h 334992"/>
              <a:gd name="connsiteX14" fmla="*/ 186090 w 370426"/>
              <a:gd name="connsiteY14" fmla="*/ 103054 h 334992"/>
              <a:gd name="connsiteX15" fmla="*/ 159775 w 370426"/>
              <a:gd name="connsiteY15" fmla="*/ 84935 h 334992"/>
              <a:gd name="connsiteX16" fmla="*/ 158130 w 370426"/>
              <a:gd name="connsiteY16" fmla="*/ 83288 h 334992"/>
              <a:gd name="connsiteX17" fmla="*/ 216312 w 370426"/>
              <a:gd name="connsiteY17" fmla="*/ 73404 h 334992"/>
              <a:gd name="connsiteX18" fmla="*/ 51031 w 370426"/>
              <a:gd name="connsiteY18" fmla="*/ 10961 h 334992"/>
              <a:gd name="connsiteX19" fmla="*/ 64200 w 370426"/>
              <a:gd name="connsiteY19" fmla="*/ 10961 h 334992"/>
              <a:gd name="connsiteX20" fmla="*/ 85600 w 370426"/>
              <a:gd name="connsiteY20" fmla="*/ 27413 h 334992"/>
              <a:gd name="connsiteX21" fmla="*/ 123461 w 370426"/>
              <a:gd name="connsiteY21" fmla="*/ 52092 h 334992"/>
              <a:gd name="connsiteX22" fmla="*/ 125107 w 370426"/>
              <a:gd name="connsiteY22" fmla="*/ 55382 h 334992"/>
              <a:gd name="connsiteX23" fmla="*/ 128400 w 370426"/>
              <a:gd name="connsiteY23" fmla="*/ 83351 h 334992"/>
              <a:gd name="connsiteX24" fmla="*/ 130046 w 370426"/>
              <a:gd name="connsiteY24" fmla="*/ 84996 h 334992"/>
              <a:gd name="connsiteX25" fmla="*/ 200830 w 370426"/>
              <a:gd name="connsiteY25" fmla="*/ 132707 h 334992"/>
              <a:gd name="connsiteX26" fmla="*/ 220584 w 370426"/>
              <a:gd name="connsiteY26" fmla="*/ 145869 h 334992"/>
              <a:gd name="connsiteX27" fmla="*/ 230461 w 370426"/>
              <a:gd name="connsiteY27" fmla="*/ 175482 h 334992"/>
              <a:gd name="connsiteX28" fmla="*/ 207415 w 370426"/>
              <a:gd name="connsiteY28" fmla="*/ 196870 h 334992"/>
              <a:gd name="connsiteX29" fmla="*/ 202476 w 370426"/>
              <a:gd name="connsiteY29" fmla="*/ 196870 h 334992"/>
              <a:gd name="connsiteX30" fmla="*/ 187661 w 370426"/>
              <a:gd name="connsiteY30" fmla="*/ 191935 h 334992"/>
              <a:gd name="connsiteX31" fmla="*/ 141569 w 370426"/>
              <a:gd name="connsiteY31" fmla="*/ 160676 h 334992"/>
              <a:gd name="connsiteX32" fmla="*/ 98769 w 370426"/>
              <a:gd name="connsiteY32" fmla="*/ 132707 h 334992"/>
              <a:gd name="connsiteX33" fmla="*/ 93831 w 370426"/>
              <a:gd name="connsiteY33" fmla="*/ 131062 h 334992"/>
              <a:gd name="connsiteX34" fmla="*/ 69138 w 370426"/>
              <a:gd name="connsiteY34" fmla="*/ 137643 h 334992"/>
              <a:gd name="connsiteX35" fmla="*/ 65846 w 370426"/>
              <a:gd name="connsiteY35" fmla="*/ 137643 h 334992"/>
              <a:gd name="connsiteX36" fmla="*/ 6584 w 370426"/>
              <a:gd name="connsiteY36" fmla="*/ 96512 h 334992"/>
              <a:gd name="connsiteX37" fmla="*/ 0 w 370426"/>
              <a:gd name="connsiteY37" fmla="*/ 84996 h 334992"/>
              <a:gd name="connsiteX38" fmla="*/ 11523 w 370426"/>
              <a:gd name="connsiteY38" fmla="*/ 75125 h 334992"/>
              <a:gd name="connsiteX39" fmla="*/ 42800 w 370426"/>
              <a:gd name="connsiteY39" fmla="*/ 70189 h 334992"/>
              <a:gd name="connsiteX40" fmla="*/ 51031 w 370426"/>
              <a:gd name="connsiteY40" fmla="*/ 55382 h 334992"/>
              <a:gd name="connsiteX41" fmla="*/ 46092 w 370426"/>
              <a:gd name="connsiteY41" fmla="*/ 22478 h 334992"/>
              <a:gd name="connsiteX42" fmla="*/ 51031 w 370426"/>
              <a:gd name="connsiteY42" fmla="*/ 10961 h 334992"/>
              <a:gd name="connsiteX43" fmla="*/ 212914 w 370426"/>
              <a:gd name="connsiteY43" fmla="*/ 278 h 334992"/>
              <a:gd name="connsiteX44" fmla="*/ 315872 w 370426"/>
              <a:gd name="connsiteY44" fmla="*/ 43870 h 334992"/>
              <a:gd name="connsiteX45" fmla="*/ 337244 w 370426"/>
              <a:gd name="connsiteY45" fmla="*/ 267589 h 334992"/>
              <a:gd name="connsiteX46" fmla="*/ 118588 w 370426"/>
              <a:gd name="connsiteY46" fmla="*/ 312004 h 334992"/>
              <a:gd name="connsiteX47" fmla="*/ 42962 w 370426"/>
              <a:gd name="connsiteY47" fmla="*/ 218240 h 334992"/>
              <a:gd name="connsiteX48" fmla="*/ 38030 w 370426"/>
              <a:gd name="connsiteY48" fmla="*/ 139280 h 334992"/>
              <a:gd name="connsiteX49" fmla="*/ 57759 w 370426"/>
              <a:gd name="connsiteY49" fmla="*/ 150795 h 334992"/>
              <a:gd name="connsiteX50" fmla="*/ 62691 w 370426"/>
              <a:gd name="connsiteY50" fmla="*/ 155730 h 334992"/>
              <a:gd name="connsiteX51" fmla="*/ 69267 w 370426"/>
              <a:gd name="connsiteY51" fmla="*/ 155730 h 334992"/>
              <a:gd name="connsiteX52" fmla="*/ 123520 w 370426"/>
              <a:gd name="connsiteY52" fmla="*/ 275814 h 334992"/>
              <a:gd name="connsiteX53" fmla="*/ 223806 w 370426"/>
              <a:gd name="connsiteY53" fmla="*/ 300489 h 334992"/>
              <a:gd name="connsiteX54" fmla="*/ 333956 w 370426"/>
              <a:gd name="connsiteY54" fmla="*/ 132700 h 334992"/>
              <a:gd name="connsiteX55" fmla="*/ 306008 w 370426"/>
              <a:gd name="connsiteY55" fmla="*/ 80060 h 334992"/>
              <a:gd name="connsiteX56" fmla="*/ 256687 w 370426"/>
              <a:gd name="connsiteY56" fmla="*/ 43870 h 334992"/>
              <a:gd name="connsiteX57" fmla="*/ 199146 w 370426"/>
              <a:gd name="connsiteY57" fmla="*/ 32355 h 334992"/>
              <a:gd name="connsiteX58" fmla="*/ 141604 w 370426"/>
              <a:gd name="connsiteY58" fmla="*/ 48805 h 334992"/>
              <a:gd name="connsiteX59" fmla="*/ 139960 w 370426"/>
              <a:gd name="connsiteY59" fmla="*/ 47160 h 334992"/>
              <a:gd name="connsiteX60" fmla="*/ 135028 w 370426"/>
              <a:gd name="connsiteY60" fmla="*/ 40580 h 334992"/>
              <a:gd name="connsiteX61" fmla="*/ 115300 w 370426"/>
              <a:gd name="connsiteY61" fmla="*/ 27420 h 334992"/>
              <a:gd name="connsiteX62" fmla="*/ 113656 w 370426"/>
              <a:gd name="connsiteY62" fmla="*/ 25775 h 334992"/>
              <a:gd name="connsiteX63" fmla="*/ 212914 w 370426"/>
              <a:gd name="connsiteY63" fmla="*/ 278 h 33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70426" h="334992">
                <a:moveTo>
                  <a:pt x="216312" y="73404"/>
                </a:moveTo>
                <a:cubicBezTo>
                  <a:pt x="236665" y="76287"/>
                  <a:pt x="256813" y="85759"/>
                  <a:pt x="273260" y="103054"/>
                </a:cubicBezTo>
                <a:cubicBezTo>
                  <a:pt x="302865" y="135999"/>
                  <a:pt x="306154" y="185416"/>
                  <a:pt x="279839" y="223302"/>
                </a:cubicBezTo>
                <a:cubicBezTo>
                  <a:pt x="253523" y="259541"/>
                  <a:pt x="205827" y="272719"/>
                  <a:pt x="163064" y="252952"/>
                </a:cubicBezTo>
                <a:cubicBezTo>
                  <a:pt x="121946" y="233186"/>
                  <a:pt x="105499" y="192005"/>
                  <a:pt x="108789" y="159060"/>
                </a:cubicBezTo>
                <a:cubicBezTo>
                  <a:pt x="110433" y="159060"/>
                  <a:pt x="110433" y="159060"/>
                  <a:pt x="110433" y="160707"/>
                </a:cubicBezTo>
                <a:cubicBezTo>
                  <a:pt x="120302" y="167296"/>
                  <a:pt x="131815" y="173885"/>
                  <a:pt x="141683" y="180474"/>
                </a:cubicBezTo>
                <a:cubicBezTo>
                  <a:pt x="143328" y="182121"/>
                  <a:pt x="143328" y="182121"/>
                  <a:pt x="143328" y="183769"/>
                </a:cubicBezTo>
                <a:cubicBezTo>
                  <a:pt x="149907" y="205183"/>
                  <a:pt x="164709" y="221655"/>
                  <a:pt x="187735" y="226597"/>
                </a:cubicBezTo>
                <a:cubicBezTo>
                  <a:pt x="210761" y="233186"/>
                  <a:pt x="232142" y="226597"/>
                  <a:pt x="248589" y="210124"/>
                </a:cubicBezTo>
                <a:cubicBezTo>
                  <a:pt x="261747" y="195299"/>
                  <a:pt x="266681" y="178827"/>
                  <a:pt x="265036" y="160707"/>
                </a:cubicBezTo>
                <a:cubicBezTo>
                  <a:pt x="261747" y="139293"/>
                  <a:pt x="250234" y="122821"/>
                  <a:pt x="230497" y="112938"/>
                </a:cubicBezTo>
                <a:cubicBezTo>
                  <a:pt x="220629" y="106349"/>
                  <a:pt x="210761" y="104702"/>
                  <a:pt x="199248" y="106349"/>
                </a:cubicBezTo>
                <a:cubicBezTo>
                  <a:pt x="199248" y="106349"/>
                  <a:pt x="197603" y="106349"/>
                  <a:pt x="197603" y="106349"/>
                </a:cubicBezTo>
                <a:cubicBezTo>
                  <a:pt x="194314" y="107996"/>
                  <a:pt x="189380" y="106349"/>
                  <a:pt x="186090" y="103054"/>
                </a:cubicBezTo>
                <a:cubicBezTo>
                  <a:pt x="177867" y="96465"/>
                  <a:pt x="169643" y="91524"/>
                  <a:pt x="159775" y="84935"/>
                </a:cubicBezTo>
                <a:cubicBezTo>
                  <a:pt x="159775" y="84935"/>
                  <a:pt x="159775" y="84935"/>
                  <a:pt x="158130" y="83288"/>
                </a:cubicBezTo>
                <a:cubicBezTo>
                  <a:pt x="175400" y="74228"/>
                  <a:pt x="195959" y="70522"/>
                  <a:pt x="216312" y="73404"/>
                </a:cubicBezTo>
                <a:close/>
                <a:moveTo>
                  <a:pt x="51031" y="10961"/>
                </a:moveTo>
                <a:cubicBezTo>
                  <a:pt x="54323" y="9316"/>
                  <a:pt x="59262" y="9316"/>
                  <a:pt x="64200" y="10961"/>
                </a:cubicBezTo>
                <a:cubicBezTo>
                  <a:pt x="70785" y="15897"/>
                  <a:pt x="79015" y="20833"/>
                  <a:pt x="85600" y="27413"/>
                </a:cubicBezTo>
                <a:cubicBezTo>
                  <a:pt x="98769" y="35639"/>
                  <a:pt x="110292" y="43866"/>
                  <a:pt x="123461" y="52092"/>
                </a:cubicBezTo>
                <a:cubicBezTo>
                  <a:pt x="123461" y="52092"/>
                  <a:pt x="125107" y="53737"/>
                  <a:pt x="125107" y="55382"/>
                </a:cubicBezTo>
                <a:cubicBezTo>
                  <a:pt x="126754" y="65253"/>
                  <a:pt x="126754" y="73479"/>
                  <a:pt x="128400" y="83351"/>
                </a:cubicBezTo>
                <a:cubicBezTo>
                  <a:pt x="128400" y="83351"/>
                  <a:pt x="130046" y="84996"/>
                  <a:pt x="130046" y="84996"/>
                </a:cubicBezTo>
                <a:cubicBezTo>
                  <a:pt x="154738" y="101448"/>
                  <a:pt x="177784" y="116255"/>
                  <a:pt x="200830" y="132707"/>
                </a:cubicBezTo>
                <a:cubicBezTo>
                  <a:pt x="207415" y="137643"/>
                  <a:pt x="213999" y="140933"/>
                  <a:pt x="220584" y="145869"/>
                </a:cubicBezTo>
                <a:cubicBezTo>
                  <a:pt x="228815" y="152449"/>
                  <a:pt x="233753" y="163966"/>
                  <a:pt x="230461" y="175482"/>
                </a:cubicBezTo>
                <a:cubicBezTo>
                  <a:pt x="227169" y="185354"/>
                  <a:pt x="217292" y="195225"/>
                  <a:pt x="207415" y="196870"/>
                </a:cubicBezTo>
                <a:cubicBezTo>
                  <a:pt x="205769" y="196870"/>
                  <a:pt x="204123" y="196870"/>
                  <a:pt x="202476" y="196870"/>
                </a:cubicBezTo>
                <a:cubicBezTo>
                  <a:pt x="197538" y="196870"/>
                  <a:pt x="192600" y="195225"/>
                  <a:pt x="187661" y="191935"/>
                </a:cubicBezTo>
                <a:cubicBezTo>
                  <a:pt x="172846" y="182063"/>
                  <a:pt x="156384" y="170547"/>
                  <a:pt x="141569" y="160676"/>
                </a:cubicBezTo>
                <a:cubicBezTo>
                  <a:pt x="126754" y="150804"/>
                  <a:pt x="113584" y="142578"/>
                  <a:pt x="98769" y="132707"/>
                </a:cubicBezTo>
                <a:cubicBezTo>
                  <a:pt x="97123" y="131062"/>
                  <a:pt x="95477" y="131062"/>
                  <a:pt x="93831" y="131062"/>
                </a:cubicBezTo>
                <a:cubicBezTo>
                  <a:pt x="85600" y="134352"/>
                  <a:pt x="77369" y="135997"/>
                  <a:pt x="69138" y="137643"/>
                </a:cubicBezTo>
                <a:cubicBezTo>
                  <a:pt x="67492" y="137643"/>
                  <a:pt x="65846" y="137643"/>
                  <a:pt x="65846" y="137643"/>
                </a:cubicBezTo>
                <a:cubicBezTo>
                  <a:pt x="46092" y="124481"/>
                  <a:pt x="26338" y="111319"/>
                  <a:pt x="6584" y="96512"/>
                </a:cubicBezTo>
                <a:cubicBezTo>
                  <a:pt x="1646" y="93222"/>
                  <a:pt x="0" y="89931"/>
                  <a:pt x="0" y="84996"/>
                </a:cubicBezTo>
                <a:cubicBezTo>
                  <a:pt x="1646" y="80060"/>
                  <a:pt x="4938" y="76770"/>
                  <a:pt x="11523" y="75125"/>
                </a:cubicBezTo>
                <a:cubicBezTo>
                  <a:pt x="21400" y="73479"/>
                  <a:pt x="31277" y="71834"/>
                  <a:pt x="42800" y="70189"/>
                </a:cubicBezTo>
                <a:cubicBezTo>
                  <a:pt x="49385" y="68544"/>
                  <a:pt x="52677" y="61963"/>
                  <a:pt x="51031" y="55382"/>
                </a:cubicBezTo>
                <a:cubicBezTo>
                  <a:pt x="49385" y="43866"/>
                  <a:pt x="47739" y="33994"/>
                  <a:pt x="46092" y="22478"/>
                </a:cubicBezTo>
                <a:cubicBezTo>
                  <a:pt x="44446" y="17542"/>
                  <a:pt x="46092" y="14252"/>
                  <a:pt x="51031" y="10961"/>
                </a:cubicBezTo>
                <a:close/>
                <a:moveTo>
                  <a:pt x="212914" y="278"/>
                </a:moveTo>
                <a:cubicBezTo>
                  <a:pt x="248878" y="2334"/>
                  <a:pt x="285457" y="15905"/>
                  <a:pt x="315872" y="43870"/>
                </a:cubicBezTo>
                <a:cubicBezTo>
                  <a:pt x="379989" y="103090"/>
                  <a:pt x="388209" y="200145"/>
                  <a:pt x="337244" y="267589"/>
                </a:cubicBezTo>
                <a:cubicBezTo>
                  <a:pt x="286279" y="336679"/>
                  <a:pt x="192569" y="354774"/>
                  <a:pt x="118588" y="312004"/>
                </a:cubicBezTo>
                <a:cubicBezTo>
                  <a:pt x="80775" y="288974"/>
                  <a:pt x="56115" y="257719"/>
                  <a:pt x="42962" y="218240"/>
                </a:cubicBezTo>
                <a:cubicBezTo>
                  <a:pt x="36386" y="195210"/>
                  <a:pt x="33098" y="152440"/>
                  <a:pt x="38030" y="139280"/>
                </a:cubicBezTo>
                <a:cubicBezTo>
                  <a:pt x="44606" y="142570"/>
                  <a:pt x="51183" y="147505"/>
                  <a:pt x="57759" y="150795"/>
                </a:cubicBezTo>
                <a:cubicBezTo>
                  <a:pt x="59403" y="152440"/>
                  <a:pt x="61047" y="154085"/>
                  <a:pt x="62691" y="155730"/>
                </a:cubicBezTo>
                <a:cubicBezTo>
                  <a:pt x="64335" y="155730"/>
                  <a:pt x="67623" y="155730"/>
                  <a:pt x="69267" y="155730"/>
                </a:cubicBezTo>
                <a:cubicBezTo>
                  <a:pt x="65979" y="205080"/>
                  <a:pt x="84063" y="244559"/>
                  <a:pt x="123520" y="275814"/>
                </a:cubicBezTo>
                <a:cubicBezTo>
                  <a:pt x="153113" y="297199"/>
                  <a:pt x="187637" y="305424"/>
                  <a:pt x="223806" y="300489"/>
                </a:cubicBezTo>
                <a:cubicBezTo>
                  <a:pt x="302720" y="287329"/>
                  <a:pt x="353685" y="210015"/>
                  <a:pt x="333956" y="132700"/>
                </a:cubicBezTo>
                <a:cubicBezTo>
                  <a:pt x="327380" y="112960"/>
                  <a:pt x="319160" y="94865"/>
                  <a:pt x="306008" y="80060"/>
                </a:cubicBezTo>
                <a:cubicBezTo>
                  <a:pt x="292855" y="65255"/>
                  <a:pt x="276415" y="52095"/>
                  <a:pt x="256687" y="43870"/>
                </a:cubicBezTo>
                <a:cubicBezTo>
                  <a:pt x="238602" y="35645"/>
                  <a:pt x="218874" y="32355"/>
                  <a:pt x="199146" y="32355"/>
                </a:cubicBezTo>
                <a:cubicBezTo>
                  <a:pt x="177773" y="34000"/>
                  <a:pt x="159689" y="38935"/>
                  <a:pt x="141604" y="48805"/>
                </a:cubicBezTo>
                <a:cubicBezTo>
                  <a:pt x="139960" y="47160"/>
                  <a:pt x="139960" y="47160"/>
                  <a:pt x="139960" y="47160"/>
                </a:cubicBezTo>
                <a:cubicBezTo>
                  <a:pt x="141604" y="43870"/>
                  <a:pt x="138316" y="42225"/>
                  <a:pt x="135028" y="40580"/>
                </a:cubicBezTo>
                <a:cubicBezTo>
                  <a:pt x="128452" y="37290"/>
                  <a:pt x="121876" y="32355"/>
                  <a:pt x="115300" y="27420"/>
                </a:cubicBezTo>
                <a:cubicBezTo>
                  <a:pt x="115300" y="27420"/>
                  <a:pt x="115300" y="25775"/>
                  <a:pt x="113656" y="25775"/>
                </a:cubicBezTo>
                <a:cubicBezTo>
                  <a:pt x="141604" y="7680"/>
                  <a:pt x="176951" y="-1779"/>
                  <a:pt x="212914" y="278"/>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8" name="矩形 3"/>
          <p:cNvSpPr>
            <a:spLocks noChangeArrowheads="1"/>
          </p:cNvSpPr>
          <p:nvPr/>
        </p:nvSpPr>
        <p:spPr bwMode="auto">
          <a:xfrm>
            <a:off x="5083261" y="2142833"/>
            <a:ext cx="1234254" cy="338554"/>
          </a:xfrm>
          <a:prstGeom prst="rect">
            <a:avLst/>
          </a:prstGeom>
        </p:spPr>
        <p:txBody>
          <a:bodyPr wrap="square">
            <a:spAutoFit/>
          </a:bodyPr>
          <a:lstStyle/>
          <a:p>
            <a:pPr algn="ctr"/>
            <a:r>
              <a:rPr lang="zh-CN" altLang="en-US" sz="1600" b="1" kern="10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sym typeface="Impact" pitchFamily="34" charset="0"/>
              </a:rPr>
              <a:t>添加标题</a:t>
            </a:r>
          </a:p>
        </p:txBody>
      </p:sp>
      <p:sp>
        <p:nvSpPr>
          <p:cNvPr id="49" name="Freeform 13"/>
          <p:cNvSpPr>
            <a:spLocks noChangeAspect="1" noEditPoints="1"/>
          </p:cNvSpPr>
          <p:nvPr/>
        </p:nvSpPr>
        <p:spPr bwMode="auto">
          <a:xfrm>
            <a:off x="5532079" y="3775057"/>
            <a:ext cx="336619" cy="329317"/>
          </a:xfrm>
          <a:custGeom>
            <a:avLst/>
            <a:gdLst>
              <a:gd name="T0" fmla="*/ 123 w 192"/>
              <a:gd name="T1" fmla="*/ 175 h 188"/>
              <a:gd name="T2" fmla="*/ 123 w 192"/>
              <a:gd name="T3" fmla="*/ 148 h 188"/>
              <a:gd name="T4" fmla="*/ 68 w 192"/>
              <a:gd name="T5" fmla="*/ 149 h 188"/>
              <a:gd name="T6" fmla="*/ 68 w 192"/>
              <a:gd name="T7" fmla="*/ 176 h 188"/>
              <a:gd name="T8" fmla="*/ 56 w 192"/>
              <a:gd name="T9" fmla="*/ 182 h 188"/>
              <a:gd name="T10" fmla="*/ 60 w 192"/>
              <a:gd name="T11" fmla="*/ 188 h 188"/>
              <a:gd name="T12" fmla="*/ 130 w 192"/>
              <a:gd name="T13" fmla="*/ 188 h 188"/>
              <a:gd name="T14" fmla="*/ 135 w 192"/>
              <a:gd name="T15" fmla="*/ 183 h 188"/>
              <a:gd name="T16" fmla="*/ 123 w 192"/>
              <a:gd name="T17" fmla="*/ 175 h 188"/>
              <a:gd name="T18" fmla="*/ 173 w 192"/>
              <a:gd name="T19" fmla="*/ 0 h 188"/>
              <a:gd name="T20" fmla="*/ 18 w 192"/>
              <a:gd name="T21" fmla="*/ 0 h 188"/>
              <a:gd name="T22" fmla="*/ 0 w 192"/>
              <a:gd name="T23" fmla="*/ 19 h 188"/>
              <a:gd name="T24" fmla="*/ 0 w 192"/>
              <a:gd name="T25" fmla="*/ 126 h 188"/>
              <a:gd name="T26" fmla="*/ 18 w 192"/>
              <a:gd name="T27" fmla="*/ 144 h 188"/>
              <a:gd name="T28" fmla="*/ 173 w 192"/>
              <a:gd name="T29" fmla="*/ 144 h 188"/>
              <a:gd name="T30" fmla="*/ 192 w 192"/>
              <a:gd name="T31" fmla="*/ 126 h 188"/>
              <a:gd name="T32" fmla="*/ 192 w 192"/>
              <a:gd name="T33" fmla="*/ 19 h 188"/>
              <a:gd name="T34" fmla="*/ 173 w 192"/>
              <a:gd name="T35" fmla="*/ 0 h 188"/>
              <a:gd name="T36" fmla="*/ 180 w 192"/>
              <a:gd name="T37" fmla="*/ 100 h 188"/>
              <a:gd name="T38" fmla="*/ 167 w 192"/>
              <a:gd name="T39" fmla="*/ 112 h 188"/>
              <a:gd name="T40" fmla="*/ 24 w 192"/>
              <a:gd name="T41" fmla="*/ 112 h 188"/>
              <a:gd name="T42" fmla="*/ 11 w 192"/>
              <a:gd name="T43" fmla="*/ 100 h 188"/>
              <a:gd name="T44" fmla="*/ 11 w 192"/>
              <a:gd name="T45" fmla="*/ 25 h 188"/>
              <a:gd name="T46" fmla="*/ 24 w 192"/>
              <a:gd name="T47" fmla="*/ 12 h 188"/>
              <a:gd name="T48" fmla="*/ 167 w 192"/>
              <a:gd name="T49" fmla="*/ 12 h 188"/>
              <a:gd name="T50" fmla="*/ 180 w 192"/>
              <a:gd name="T51" fmla="*/ 25 h 188"/>
              <a:gd name="T52" fmla="*/ 180 w 192"/>
              <a:gd name="T53" fmla="*/ 10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188">
                <a:moveTo>
                  <a:pt x="123" y="175"/>
                </a:moveTo>
                <a:cubicBezTo>
                  <a:pt x="123" y="148"/>
                  <a:pt x="123" y="148"/>
                  <a:pt x="123" y="148"/>
                </a:cubicBezTo>
                <a:cubicBezTo>
                  <a:pt x="68" y="149"/>
                  <a:pt x="68" y="149"/>
                  <a:pt x="68" y="149"/>
                </a:cubicBezTo>
                <a:cubicBezTo>
                  <a:pt x="68" y="176"/>
                  <a:pt x="68" y="176"/>
                  <a:pt x="68" y="176"/>
                </a:cubicBezTo>
                <a:cubicBezTo>
                  <a:pt x="56" y="182"/>
                  <a:pt x="56" y="182"/>
                  <a:pt x="56" y="182"/>
                </a:cubicBezTo>
                <a:cubicBezTo>
                  <a:pt x="56" y="182"/>
                  <a:pt x="53" y="188"/>
                  <a:pt x="60" y="188"/>
                </a:cubicBezTo>
                <a:cubicBezTo>
                  <a:pt x="130" y="188"/>
                  <a:pt x="130" y="188"/>
                  <a:pt x="130" y="188"/>
                </a:cubicBezTo>
                <a:cubicBezTo>
                  <a:pt x="130" y="188"/>
                  <a:pt x="138" y="185"/>
                  <a:pt x="135" y="183"/>
                </a:cubicBezTo>
                <a:cubicBezTo>
                  <a:pt x="133" y="180"/>
                  <a:pt x="123" y="175"/>
                  <a:pt x="123" y="175"/>
                </a:cubicBezTo>
                <a:close/>
                <a:moveTo>
                  <a:pt x="173" y="0"/>
                </a:moveTo>
                <a:cubicBezTo>
                  <a:pt x="18" y="0"/>
                  <a:pt x="18" y="0"/>
                  <a:pt x="18" y="0"/>
                </a:cubicBezTo>
                <a:cubicBezTo>
                  <a:pt x="8" y="0"/>
                  <a:pt x="0" y="9"/>
                  <a:pt x="0" y="19"/>
                </a:cubicBezTo>
                <a:cubicBezTo>
                  <a:pt x="0" y="126"/>
                  <a:pt x="0" y="126"/>
                  <a:pt x="0" y="126"/>
                </a:cubicBezTo>
                <a:cubicBezTo>
                  <a:pt x="0" y="136"/>
                  <a:pt x="8" y="144"/>
                  <a:pt x="18" y="144"/>
                </a:cubicBezTo>
                <a:cubicBezTo>
                  <a:pt x="173" y="144"/>
                  <a:pt x="173" y="144"/>
                  <a:pt x="173" y="144"/>
                </a:cubicBezTo>
                <a:cubicBezTo>
                  <a:pt x="183" y="144"/>
                  <a:pt x="192" y="136"/>
                  <a:pt x="192" y="126"/>
                </a:cubicBezTo>
                <a:cubicBezTo>
                  <a:pt x="192" y="19"/>
                  <a:pt x="192" y="19"/>
                  <a:pt x="192" y="19"/>
                </a:cubicBezTo>
                <a:cubicBezTo>
                  <a:pt x="192" y="9"/>
                  <a:pt x="183" y="0"/>
                  <a:pt x="173" y="0"/>
                </a:cubicBezTo>
                <a:close/>
                <a:moveTo>
                  <a:pt x="180" y="100"/>
                </a:moveTo>
                <a:cubicBezTo>
                  <a:pt x="180" y="107"/>
                  <a:pt x="174" y="112"/>
                  <a:pt x="167" y="112"/>
                </a:cubicBezTo>
                <a:cubicBezTo>
                  <a:pt x="24" y="112"/>
                  <a:pt x="24" y="112"/>
                  <a:pt x="24" y="112"/>
                </a:cubicBezTo>
                <a:cubicBezTo>
                  <a:pt x="17" y="112"/>
                  <a:pt x="11" y="107"/>
                  <a:pt x="11" y="100"/>
                </a:cubicBezTo>
                <a:cubicBezTo>
                  <a:pt x="11" y="25"/>
                  <a:pt x="11" y="25"/>
                  <a:pt x="11" y="25"/>
                </a:cubicBezTo>
                <a:cubicBezTo>
                  <a:pt x="11" y="18"/>
                  <a:pt x="17" y="12"/>
                  <a:pt x="24" y="12"/>
                </a:cubicBezTo>
                <a:cubicBezTo>
                  <a:pt x="167" y="12"/>
                  <a:pt x="167" y="12"/>
                  <a:pt x="167" y="12"/>
                </a:cubicBezTo>
                <a:cubicBezTo>
                  <a:pt x="174" y="12"/>
                  <a:pt x="180" y="18"/>
                  <a:pt x="180" y="25"/>
                </a:cubicBezTo>
                <a:lnTo>
                  <a:pt x="180" y="100"/>
                </a:lnTo>
                <a:close/>
              </a:path>
            </a:pathLst>
          </a:cu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50" name="矩形 3"/>
          <p:cNvSpPr>
            <a:spLocks noChangeArrowheads="1"/>
          </p:cNvSpPr>
          <p:nvPr/>
        </p:nvSpPr>
        <p:spPr bwMode="auto">
          <a:xfrm>
            <a:off x="4865164" y="4618686"/>
            <a:ext cx="1670448" cy="461665"/>
          </a:xfrm>
          <a:prstGeom prst="rect">
            <a:avLst/>
          </a:prstGeom>
        </p:spPr>
        <p:txBody>
          <a:bodyPr wrap="square">
            <a:spAutoFit/>
          </a:bodyPr>
          <a:lstStyle/>
          <a:p>
            <a:pPr algn="ctr"/>
            <a:r>
              <a:rPr lang="zh-CN" altLang="en-US" sz="2400" b="1" kern="10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sym typeface="Impact" pitchFamily="34" charset="0"/>
              </a:rPr>
              <a:t>添加标题</a:t>
            </a:r>
          </a:p>
        </p:txBody>
      </p:sp>
      <p:sp>
        <p:nvSpPr>
          <p:cNvPr id="51" name="矩形 3"/>
          <p:cNvSpPr>
            <a:spLocks noChangeArrowheads="1"/>
          </p:cNvSpPr>
          <p:nvPr/>
        </p:nvSpPr>
        <p:spPr bwMode="auto">
          <a:xfrm>
            <a:off x="2943154" y="3128780"/>
            <a:ext cx="1991634" cy="523220"/>
          </a:xfrm>
          <a:prstGeom prst="rect">
            <a:avLst/>
          </a:prstGeom>
        </p:spPr>
        <p:txBody>
          <a:bodyPr wrap="square">
            <a:spAutoFit/>
          </a:bodyPr>
          <a:lstStyle/>
          <a:p>
            <a:pPr algn="ctr"/>
            <a:r>
              <a:rPr lang="zh-CN" altLang="en-US" sz="2800" b="1" kern="10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sym typeface="Impact" pitchFamily="34" charset="0"/>
              </a:rPr>
              <a:t>添加标题</a:t>
            </a:r>
          </a:p>
        </p:txBody>
      </p:sp>
      <p:sp>
        <p:nvSpPr>
          <p:cNvPr id="52" name="矩形 3"/>
          <p:cNvSpPr>
            <a:spLocks noChangeArrowheads="1"/>
          </p:cNvSpPr>
          <p:nvPr/>
        </p:nvSpPr>
        <p:spPr bwMode="auto">
          <a:xfrm>
            <a:off x="6409681" y="3221113"/>
            <a:ext cx="1234254" cy="338554"/>
          </a:xfrm>
          <a:prstGeom prst="rect">
            <a:avLst/>
          </a:prstGeom>
        </p:spPr>
        <p:txBody>
          <a:bodyPr wrap="square">
            <a:spAutoFit/>
          </a:bodyPr>
          <a:lstStyle/>
          <a:p>
            <a:pPr algn="ctr"/>
            <a:r>
              <a:rPr lang="zh-CN" altLang="en-US" sz="1600" b="1" kern="10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sym typeface="Impact" pitchFamily="34" charset="0"/>
              </a:rPr>
              <a:t>添加标题</a:t>
            </a:r>
          </a:p>
        </p:txBody>
      </p:sp>
      <p:sp>
        <p:nvSpPr>
          <p:cNvPr id="53" name="Freeform 124"/>
          <p:cNvSpPr>
            <a:spLocks noChangeAspect="1" noEditPoints="1"/>
          </p:cNvSpPr>
          <p:nvPr/>
        </p:nvSpPr>
        <p:spPr bwMode="auto">
          <a:xfrm>
            <a:off x="4944516" y="3230055"/>
            <a:ext cx="404044" cy="320670"/>
          </a:xfrm>
          <a:custGeom>
            <a:avLst/>
            <a:gdLst>
              <a:gd name="T0" fmla="*/ 377 w 1101"/>
              <a:gd name="T1" fmla="*/ 858 h 877"/>
              <a:gd name="T2" fmla="*/ 397 w 1101"/>
              <a:gd name="T3" fmla="*/ 866 h 877"/>
              <a:gd name="T4" fmla="*/ 566 w 1101"/>
              <a:gd name="T5" fmla="*/ 716 h 877"/>
              <a:gd name="T6" fmla="*/ 377 w 1101"/>
              <a:gd name="T7" fmla="*/ 620 h 877"/>
              <a:gd name="T8" fmla="*/ 377 w 1101"/>
              <a:gd name="T9" fmla="*/ 858 h 877"/>
              <a:gd name="T10" fmla="*/ 1066 w 1101"/>
              <a:gd name="T11" fmla="*/ 8 h 877"/>
              <a:gd name="T12" fmla="*/ 21 w 1101"/>
              <a:gd name="T13" fmla="*/ 371 h 877"/>
              <a:gd name="T14" fmla="*/ 20 w 1101"/>
              <a:gd name="T15" fmla="*/ 400 h 877"/>
              <a:gd name="T16" fmla="*/ 245 w 1101"/>
              <a:gd name="T17" fmla="*/ 489 h 877"/>
              <a:gd name="T18" fmla="*/ 245 w 1101"/>
              <a:gd name="T19" fmla="*/ 489 h 877"/>
              <a:gd name="T20" fmla="*/ 379 w 1101"/>
              <a:gd name="T21" fmla="*/ 542 h 877"/>
              <a:gd name="T22" fmla="*/ 1029 w 1101"/>
              <a:gd name="T23" fmla="*/ 70 h 877"/>
              <a:gd name="T24" fmla="*/ 1042 w 1101"/>
              <a:gd name="T25" fmla="*/ 81 h 877"/>
              <a:gd name="T26" fmla="*/ 575 w 1101"/>
              <a:gd name="T27" fmla="*/ 581 h 877"/>
              <a:gd name="T28" fmla="*/ 575 w 1101"/>
              <a:gd name="T29" fmla="*/ 581 h 877"/>
              <a:gd name="T30" fmla="*/ 549 w 1101"/>
              <a:gd name="T31" fmla="*/ 610 h 877"/>
              <a:gd name="T32" fmla="*/ 584 w 1101"/>
              <a:gd name="T33" fmla="*/ 629 h 877"/>
              <a:gd name="T34" fmla="*/ 879 w 1101"/>
              <a:gd name="T35" fmla="*/ 785 h 877"/>
              <a:gd name="T36" fmla="*/ 924 w 1101"/>
              <a:gd name="T37" fmla="*/ 766 h 877"/>
              <a:gd name="T38" fmla="*/ 1095 w 1101"/>
              <a:gd name="T39" fmla="*/ 33 h 877"/>
              <a:gd name="T40" fmla="*/ 1066 w 1101"/>
              <a:gd name="T41" fmla="*/ 8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01" h="877">
                <a:moveTo>
                  <a:pt x="377" y="858"/>
                </a:moveTo>
                <a:cubicBezTo>
                  <a:pt x="377" y="872"/>
                  <a:pt x="385" y="877"/>
                  <a:pt x="397" y="866"/>
                </a:cubicBezTo>
                <a:cubicBezTo>
                  <a:pt x="412" y="852"/>
                  <a:pt x="566" y="716"/>
                  <a:pt x="566" y="716"/>
                </a:cubicBezTo>
                <a:lnTo>
                  <a:pt x="377" y="620"/>
                </a:lnTo>
                <a:lnTo>
                  <a:pt x="377" y="858"/>
                </a:lnTo>
                <a:close/>
                <a:moveTo>
                  <a:pt x="1066" y="8"/>
                </a:moveTo>
                <a:cubicBezTo>
                  <a:pt x="1046" y="15"/>
                  <a:pt x="41" y="365"/>
                  <a:pt x="21" y="371"/>
                </a:cubicBezTo>
                <a:cubicBezTo>
                  <a:pt x="4" y="378"/>
                  <a:pt x="0" y="392"/>
                  <a:pt x="20" y="400"/>
                </a:cubicBezTo>
                <a:cubicBezTo>
                  <a:pt x="44" y="409"/>
                  <a:pt x="245" y="489"/>
                  <a:pt x="245" y="489"/>
                </a:cubicBezTo>
                <a:lnTo>
                  <a:pt x="245" y="489"/>
                </a:lnTo>
                <a:lnTo>
                  <a:pt x="379" y="542"/>
                </a:lnTo>
                <a:cubicBezTo>
                  <a:pt x="379" y="542"/>
                  <a:pt x="1020" y="76"/>
                  <a:pt x="1029" y="70"/>
                </a:cubicBezTo>
                <a:cubicBezTo>
                  <a:pt x="1038" y="63"/>
                  <a:pt x="1048" y="75"/>
                  <a:pt x="1042" y="81"/>
                </a:cubicBezTo>
                <a:cubicBezTo>
                  <a:pt x="1035" y="89"/>
                  <a:pt x="575" y="581"/>
                  <a:pt x="575" y="581"/>
                </a:cubicBezTo>
                <a:cubicBezTo>
                  <a:pt x="575" y="581"/>
                  <a:pt x="575" y="581"/>
                  <a:pt x="575" y="581"/>
                </a:cubicBezTo>
                <a:lnTo>
                  <a:pt x="549" y="610"/>
                </a:lnTo>
                <a:lnTo>
                  <a:pt x="584" y="629"/>
                </a:lnTo>
                <a:cubicBezTo>
                  <a:pt x="584" y="629"/>
                  <a:pt x="859" y="775"/>
                  <a:pt x="879" y="785"/>
                </a:cubicBezTo>
                <a:cubicBezTo>
                  <a:pt x="896" y="795"/>
                  <a:pt x="918" y="787"/>
                  <a:pt x="924" y="766"/>
                </a:cubicBezTo>
                <a:cubicBezTo>
                  <a:pt x="929" y="741"/>
                  <a:pt x="1092" y="48"/>
                  <a:pt x="1095" y="33"/>
                </a:cubicBezTo>
                <a:cubicBezTo>
                  <a:pt x="1101" y="12"/>
                  <a:pt x="1087" y="0"/>
                  <a:pt x="1066" y="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4" name="Freeform 17"/>
          <p:cNvSpPr>
            <a:spLocks noChangeAspect="1" noEditPoints="1"/>
          </p:cNvSpPr>
          <p:nvPr/>
        </p:nvSpPr>
        <p:spPr bwMode="auto">
          <a:xfrm>
            <a:off x="6134875" y="3258990"/>
            <a:ext cx="351937" cy="262800"/>
          </a:xfrm>
          <a:custGeom>
            <a:avLst/>
            <a:gdLst>
              <a:gd name="T0" fmla="*/ 938 w 999"/>
              <a:gd name="T1" fmla="*/ 375 h 749"/>
              <a:gd name="T2" fmla="*/ 813 w 999"/>
              <a:gd name="T3" fmla="*/ 375 h 749"/>
              <a:gd name="T4" fmla="*/ 813 w 999"/>
              <a:gd name="T5" fmla="*/ 470 h 749"/>
              <a:gd name="T6" fmla="*/ 781 w 999"/>
              <a:gd name="T7" fmla="*/ 500 h 749"/>
              <a:gd name="T8" fmla="*/ 720 w 999"/>
              <a:gd name="T9" fmla="*/ 500 h 749"/>
              <a:gd name="T10" fmla="*/ 688 w 999"/>
              <a:gd name="T11" fmla="*/ 470 h 749"/>
              <a:gd name="T12" fmla="*/ 688 w 999"/>
              <a:gd name="T13" fmla="*/ 375 h 749"/>
              <a:gd name="T14" fmla="*/ 314 w 999"/>
              <a:gd name="T15" fmla="*/ 375 h 749"/>
              <a:gd name="T16" fmla="*/ 314 w 999"/>
              <a:gd name="T17" fmla="*/ 470 h 749"/>
              <a:gd name="T18" fmla="*/ 282 w 999"/>
              <a:gd name="T19" fmla="*/ 500 h 749"/>
              <a:gd name="T20" fmla="*/ 221 w 999"/>
              <a:gd name="T21" fmla="*/ 500 h 749"/>
              <a:gd name="T22" fmla="*/ 189 w 999"/>
              <a:gd name="T23" fmla="*/ 470 h 749"/>
              <a:gd name="T24" fmla="*/ 189 w 999"/>
              <a:gd name="T25" fmla="*/ 375 h 749"/>
              <a:gd name="T26" fmla="*/ 64 w 999"/>
              <a:gd name="T27" fmla="*/ 375 h 749"/>
              <a:gd name="T28" fmla="*/ 64 w 999"/>
              <a:gd name="T29" fmla="*/ 313 h 749"/>
              <a:gd name="T30" fmla="*/ 938 w 999"/>
              <a:gd name="T31" fmla="*/ 313 h 749"/>
              <a:gd name="T32" fmla="*/ 938 w 999"/>
              <a:gd name="T33" fmla="*/ 375 h 749"/>
              <a:gd name="T34" fmla="*/ 375 w 999"/>
              <a:gd name="T35" fmla="*/ 64 h 749"/>
              <a:gd name="T36" fmla="*/ 375 w 999"/>
              <a:gd name="T37" fmla="*/ 64 h 749"/>
              <a:gd name="T38" fmla="*/ 625 w 999"/>
              <a:gd name="T39" fmla="*/ 64 h 749"/>
              <a:gd name="T40" fmla="*/ 625 w 999"/>
              <a:gd name="T41" fmla="*/ 64 h 749"/>
              <a:gd name="T42" fmla="*/ 625 w 999"/>
              <a:gd name="T43" fmla="*/ 125 h 749"/>
              <a:gd name="T44" fmla="*/ 375 w 999"/>
              <a:gd name="T45" fmla="*/ 125 h 749"/>
              <a:gd name="T46" fmla="*/ 375 w 999"/>
              <a:gd name="T47" fmla="*/ 64 h 749"/>
              <a:gd name="T48" fmla="*/ 938 w 999"/>
              <a:gd name="T49" fmla="*/ 125 h 749"/>
              <a:gd name="T50" fmla="*/ 688 w 999"/>
              <a:gd name="T51" fmla="*/ 125 h 749"/>
              <a:gd name="T52" fmla="*/ 688 w 999"/>
              <a:gd name="T53" fmla="*/ 64 h 749"/>
              <a:gd name="T54" fmla="*/ 625 w 999"/>
              <a:gd name="T55" fmla="*/ 0 h 749"/>
              <a:gd name="T56" fmla="*/ 375 w 999"/>
              <a:gd name="T57" fmla="*/ 0 h 749"/>
              <a:gd name="T58" fmla="*/ 314 w 999"/>
              <a:gd name="T59" fmla="*/ 64 h 749"/>
              <a:gd name="T60" fmla="*/ 314 w 999"/>
              <a:gd name="T61" fmla="*/ 125 h 749"/>
              <a:gd name="T62" fmla="*/ 64 w 999"/>
              <a:gd name="T63" fmla="*/ 125 h 749"/>
              <a:gd name="T64" fmla="*/ 0 w 999"/>
              <a:gd name="T65" fmla="*/ 188 h 749"/>
              <a:gd name="T66" fmla="*/ 0 w 999"/>
              <a:gd name="T67" fmla="*/ 688 h 749"/>
              <a:gd name="T68" fmla="*/ 64 w 999"/>
              <a:gd name="T69" fmla="*/ 749 h 749"/>
              <a:gd name="T70" fmla="*/ 938 w 999"/>
              <a:gd name="T71" fmla="*/ 749 h 749"/>
              <a:gd name="T72" fmla="*/ 999 w 999"/>
              <a:gd name="T73" fmla="*/ 688 h 749"/>
              <a:gd name="T74" fmla="*/ 999 w 999"/>
              <a:gd name="T75" fmla="*/ 188 h 749"/>
              <a:gd name="T76" fmla="*/ 938 w 999"/>
              <a:gd name="T77" fmla="*/ 125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9" h="749">
                <a:moveTo>
                  <a:pt x="938" y="375"/>
                </a:moveTo>
                <a:lnTo>
                  <a:pt x="813" y="375"/>
                </a:lnTo>
                <a:lnTo>
                  <a:pt x="813" y="470"/>
                </a:lnTo>
                <a:cubicBezTo>
                  <a:pt x="813" y="487"/>
                  <a:pt x="798" y="500"/>
                  <a:pt x="781" y="500"/>
                </a:cubicBezTo>
                <a:lnTo>
                  <a:pt x="720" y="500"/>
                </a:lnTo>
                <a:cubicBezTo>
                  <a:pt x="703" y="500"/>
                  <a:pt x="688" y="487"/>
                  <a:pt x="688" y="470"/>
                </a:cubicBezTo>
                <a:lnTo>
                  <a:pt x="688" y="375"/>
                </a:lnTo>
                <a:lnTo>
                  <a:pt x="314" y="375"/>
                </a:lnTo>
                <a:lnTo>
                  <a:pt x="314" y="470"/>
                </a:lnTo>
                <a:cubicBezTo>
                  <a:pt x="314" y="487"/>
                  <a:pt x="299" y="500"/>
                  <a:pt x="282" y="500"/>
                </a:cubicBezTo>
                <a:lnTo>
                  <a:pt x="221" y="500"/>
                </a:lnTo>
                <a:cubicBezTo>
                  <a:pt x="204" y="500"/>
                  <a:pt x="189" y="487"/>
                  <a:pt x="189" y="470"/>
                </a:cubicBezTo>
                <a:lnTo>
                  <a:pt x="189" y="375"/>
                </a:lnTo>
                <a:lnTo>
                  <a:pt x="64" y="375"/>
                </a:lnTo>
                <a:lnTo>
                  <a:pt x="64" y="313"/>
                </a:lnTo>
                <a:lnTo>
                  <a:pt x="938" y="313"/>
                </a:lnTo>
                <a:lnTo>
                  <a:pt x="938" y="375"/>
                </a:lnTo>
                <a:close/>
                <a:moveTo>
                  <a:pt x="375" y="64"/>
                </a:moveTo>
                <a:cubicBezTo>
                  <a:pt x="375" y="64"/>
                  <a:pt x="375" y="64"/>
                  <a:pt x="375" y="64"/>
                </a:cubicBezTo>
                <a:lnTo>
                  <a:pt x="625" y="64"/>
                </a:lnTo>
                <a:cubicBezTo>
                  <a:pt x="625" y="64"/>
                  <a:pt x="625" y="64"/>
                  <a:pt x="625" y="64"/>
                </a:cubicBezTo>
                <a:lnTo>
                  <a:pt x="625" y="125"/>
                </a:lnTo>
                <a:lnTo>
                  <a:pt x="375" y="125"/>
                </a:lnTo>
                <a:lnTo>
                  <a:pt x="375" y="64"/>
                </a:lnTo>
                <a:close/>
                <a:moveTo>
                  <a:pt x="938" y="125"/>
                </a:moveTo>
                <a:lnTo>
                  <a:pt x="688" y="125"/>
                </a:lnTo>
                <a:lnTo>
                  <a:pt x="688" y="64"/>
                </a:lnTo>
                <a:cubicBezTo>
                  <a:pt x="688" y="30"/>
                  <a:pt x="661" y="0"/>
                  <a:pt x="625" y="0"/>
                </a:cubicBezTo>
                <a:lnTo>
                  <a:pt x="375" y="0"/>
                </a:lnTo>
                <a:cubicBezTo>
                  <a:pt x="341" y="0"/>
                  <a:pt x="314" y="30"/>
                  <a:pt x="314" y="64"/>
                </a:cubicBezTo>
                <a:lnTo>
                  <a:pt x="314" y="125"/>
                </a:lnTo>
                <a:lnTo>
                  <a:pt x="64" y="125"/>
                </a:lnTo>
                <a:cubicBezTo>
                  <a:pt x="30" y="125"/>
                  <a:pt x="0" y="155"/>
                  <a:pt x="0" y="188"/>
                </a:cubicBezTo>
                <a:lnTo>
                  <a:pt x="0" y="688"/>
                </a:lnTo>
                <a:cubicBezTo>
                  <a:pt x="0" y="722"/>
                  <a:pt x="30" y="749"/>
                  <a:pt x="64" y="749"/>
                </a:cubicBezTo>
                <a:lnTo>
                  <a:pt x="938" y="749"/>
                </a:lnTo>
                <a:cubicBezTo>
                  <a:pt x="972" y="749"/>
                  <a:pt x="999" y="722"/>
                  <a:pt x="999" y="688"/>
                </a:cubicBezTo>
                <a:lnTo>
                  <a:pt x="999" y="188"/>
                </a:lnTo>
                <a:cubicBezTo>
                  <a:pt x="999" y="155"/>
                  <a:pt x="972" y="125"/>
                  <a:pt x="938" y="125"/>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5" name="矩形 54"/>
          <p:cNvSpPr>
            <a:spLocks/>
          </p:cNvSpPr>
          <p:nvPr/>
        </p:nvSpPr>
        <p:spPr>
          <a:xfrm>
            <a:off x="1250618" y="4689103"/>
            <a:ext cx="3232800" cy="738664"/>
          </a:xfrm>
          <a:prstGeom prst="rect">
            <a:avLst/>
          </a:prstGeom>
        </p:spPr>
        <p:txBody>
          <a:bodyPr wrap="square">
            <a:spAutoFit/>
          </a:bodyPr>
          <a:lstStyle/>
          <a:p>
            <a:pPr algn="just"/>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在这里输入您的文字内容，或者将您的文字内容复制在这里。在这里输入您的内容，或者将您的文字复制在这里</a:t>
            </a:r>
          </a:p>
        </p:txBody>
      </p:sp>
      <p:grpSp>
        <p:nvGrpSpPr>
          <p:cNvPr id="56" name="组合 55"/>
          <p:cNvGrpSpPr>
            <a:grpSpLocks noChangeAspect="1"/>
          </p:cNvGrpSpPr>
          <p:nvPr/>
        </p:nvGrpSpPr>
        <p:grpSpPr>
          <a:xfrm>
            <a:off x="627799" y="4770435"/>
            <a:ext cx="576000" cy="576000"/>
            <a:chOff x="163342" y="4839233"/>
            <a:chExt cx="576000" cy="576000"/>
          </a:xfrm>
        </p:grpSpPr>
        <p:sp>
          <p:nvSpPr>
            <p:cNvPr id="57" name="椭圆 56"/>
            <p:cNvSpPr>
              <a:spLocks noChangeAspect="1"/>
            </p:cNvSpPr>
            <p:nvPr/>
          </p:nvSpPr>
          <p:spPr>
            <a:xfrm>
              <a:off x="163342" y="4839233"/>
              <a:ext cx="576000" cy="576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8" name="Freeform 124"/>
            <p:cNvSpPr>
              <a:spLocks noChangeAspect="1" noEditPoints="1"/>
            </p:cNvSpPr>
            <p:nvPr/>
          </p:nvSpPr>
          <p:spPr bwMode="auto">
            <a:xfrm>
              <a:off x="282303" y="4993075"/>
              <a:ext cx="338079" cy="268317"/>
            </a:xfrm>
            <a:custGeom>
              <a:avLst/>
              <a:gdLst>
                <a:gd name="T0" fmla="*/ 377 w 1101"/>
                <a:gd name="T1" fmla="*/ 858 h 877"/>
                <a:gd name="T2" fmla="*/ 397 w 1101"/>
                <a:gd name="T3" fmla="*/ 866 h 877"/>
                <a:gd name="T4" fmla="*/ 566 w 1101"/>
                <a:gd name="T5" fmla="*/ 716 h 877"/>
                <a:gd name="T6" fmla="*/ 377 w 1101"/>
                <a:gd name="T7" fmla="*/ 620 h 877"/>
                <a:gd name="T8" fmla="*/ 377 w 1101"/>
                <a:gd name="T9" fmla="*/ 858 h 877"/>
                <a:gd name="T10" fmla="*/ 1066 w 1101"/>
                <a:gd name="T11" fmla="*/ 8 h 877"/>
                <a:gd name="T12" fmla="*/ 21 w 1101"/>
                <a:gd name="T13" fmla="*/ 371 h 877"/>
                <a:gd name="T14" fmla="*/ 20 w 1101"/>
                <a:gd name="T15" fmla="*/ 400 h 877"/>
                <a:gd name="T16" fmla="*/ 245 w 1101"/>
                <a:gd name="T17" fmla="*/ 489 h 877"/>
                <a:gd name="T18" fmla="*/ 245 w 1101"/>
                <a:gd name="T19" fmla="*/ 489 h 877"/>
                <a:gd name="T20" fmla="*/ 379 w 1101"/>
                <a:gd name="T21" fmla="*/ 542 h 877"/>
                <a:gd name="T22" fmla="*/ 1029 w 1101"/>
                <a:gd name="T23" fmla="*/ 70 h 877"/>
                <a:gd name="T24" fmla="*/ 1042 w 1101"/>
                <a:gd name="T25" fmla="*/ 81 h 877"/>
                <a:gd name="T26" fmla="*/ 575 w 1101"/>
                <a:gd name="T27" fmla="*/ 581 h 877"/>
                <a:gd name="T28" fmla="*/ 575 w 1101"/>
                <a:gd name="T29" fmla="*/ 581 h 877"/>
                <a:gd name="T30" fmla="*/ 549 w 1101"/>
                <a:gd name="T31" fmla="*/ 610 h 877"/>
                <a:gd name="T32" fmla="*/ 584 w 1101"/>
                <a:gd name="T33" fmla="*/ 629 h 877"/>
                <a:gd name="T34" fmla="*/ 879 w 1101"/>
                <a:gd name="T35" fmla="*/ 785 h 877"/>
                <a:gd name="T36" fmla="*/ 924 w 1101"/>
                <a:gd name="T37" fmla="*/ 766 h 877"/>
                <a:gd name="T38" fmla="*/ 1095 w 1101"/>
                <a:gd name="T39" fmla="*/ 33 h 877"/>
                <a:gd name="T40" fmla="*/ 1066 w 1101"/>
                <a:gd name="T41" fmla="*/ 8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01" h="877">
                  <a:moveTo>
                    <a:pt x="377" y="858"/>
                  </a:moveTo>
                  <a:cubicBezTo>
                    <a:pt x="377" y="872"/>
                    <a:pt x="385" y="877"/>
                    <a:pt x="397" y="866"/>
                  </a:cubicBezTo>
                  <a:cubicBezTo>
                    <a:pt x="412" y="852"/>
                    <a:pt x="566" y="716"/>
                    <a:pt x="566" y="716"/>
                  </a:cubicBezTo>
                  <a:lnTo>
                    <a:pt x="377" y="620"/>
                  </a:lnTo>
                  <a:lnTo>
                    <a:pt x="377" y="858"/>
                  </a:lnTo>
                  <a:close/>
                  <a:moveTo>
                    <a:pt x="1066" y="8"/>
                  </a:moveTo>
                  <a:cubicBezTo>
                    <a:pt x="1046" y="15"/>
                    <a:pt x="41" y="365"/>
                    <a:pt x="21" y="371"/>
                  </a:cubicBezTo>
                  <a:cubicBezTo>
                    <a:pt x="4" y="378"/>
                    <a:pt x="0" y="392"/>
                    <a:pt x="20" y="400"/>
                  </a:cubicBezTo>
                  <a:cubicBezTo>
                    <a:pt x="44" y="409"/>
                    <a:pt x="245" y="489"/>
                    <a:pt x="245" y="489"/>
                  </a:cubicBezTo>
                  <a:lnTo>
                    <a:pt x="245" y="489"/>
                  </a:lnTo>
                  <a:lnTo>
                    <a:pt x="379" y="542"/>
                  </a:lnTo>
                  <a:cubicBezTo>
                    <a:pt x="379" y="542"/>
                    <a:pt x="1020" y="76"/>
                    <a:pt x="1029" y="70"/>
                  </a:cubicBezTo>
                  <a:cubicBezTo>
                    <a:pt x="1038" y="63"/>
                    <a:pt x="1048" y="75"/>
                    <a:pt x="1042" y="81"/>
                  </a:cubicBezTo>
                  <a:cubicBezTo>
                    <a:pt x="1035" y="89"/>
                    <a:pt x="575" y="581"/>
                    <a:pt x="575" y="581"/>
                  </a:cubicBezTo>
                  <a:cubicBezTo>
                    <a:pt x="575" y="581"/>
                    <a:pt x="575" y="581"/>
                    <a:pt x="575" y="581"/>
                  </a:cubicBezTo>
                  <a:lnTo>
                    <a:pt x="549" y="610"/>
                  </a:lnTo>
                  <a:lnTo>
                    <a:pt x="584" y="629"/>
                  </a:lnTo>
                  <a:cubicBezTo>
                    <a:pt x="584" y="629"/>
                    <a:pt x="859" y="775"/>
                    <a:pt x="879" y="785"/>
                  </a:cubicBezTo>
                  <a:cubicBezTo>
                    <a:pt x="896" y="795"/>
                    <a:pt x="918" y="787"/>
                    <a:pt x="924" y="766"/>
                  </a:cubicBezTo>
                  <a:cubicBezTo>
                    <a:pt x="929" y="741"/>
                    <a:pt x="1092" y="48"/>
                    <a:pt x="1095" y="33"/>
                  </a:cubicBezTo>
                  <a:cubicBezTo>
                    <a:pt x="1101" y="12"/>
                    <a:pt x="1087" y="0"/>
                    <a:pt x="1066" y="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59" name="组合 58"/>
          <p:cNvGrpSpPr>
            <a:grpSpLocks noChangeAspect="1"/>
          </p:cNvGrpSpPr>
          <p:nvPr/>
        </p:nvGrpSpPr>
        <p:grpSpPr>
          <a:xfrm>
            <a:off x="9707200" y="1787480"/>
            <a:ext cx="576000" cy="576000"/>
            <a:chOff x="9242743" y="1856278"/>
            <a:chExt cx="576000" cy="576000"/>
          </a:xfrm>
        </p:grpSpPr>
        <p:sp>
          <p:nvSpPr>
            <p:cNvPr id="60" name="椭圆 59"/>
            <p:cNvSpPr>
              <a:spLocks noChangeAspect="1"/>
            </p:cNvSpPr>
            <p:nvPr/>
          </p:nvSpPr>
          <p:spPr>
            <a:xfrm>
              <a:off x="9242743" y="1856278"/>
              <a:ext cx="576000" cy="576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1" name="任意多边形 60"/>
            <p:cNvSpPr>
              <a:spLocks noChangeAspect="1"/>
            </p:cNvSpPr>
            <p:nvPr/>
          </p:nvSpPr>
          <p:spPr bwMode="auto">
            <a:xfrm>
              <a:off x="9361254" y="2018642"/>
              <a:ext cx="309950" cy="280301"/>
            </a:xfrm>
            <a:custGeom>
              <a:avLst/>
              <a:gdLst>
                <a:gd name="connsiteX0" fmla="*/ 216312 w 370426"/>
                <a:gd name="connsiteY0" fmla="*/ 73404 h 334992"/>
                <a:gd name="connsiteX1" fmla="*/ 273260 w 370426"/>
                <a:gd name="connsiteY1" fmla="*/ 103054 h 334992"/>
                <a:gd name="connsiteX2" fmla="*/ 279839 w 370426"/>
                <a:gd name="connsiteY2" fmla="*/ 223302 h 334992"/>
                <a:gd name="connsiteX3" fmla="*/ 163064 w 370426"/>
                <a:gd name="connsiteY3" fmla="*/ 252952 h 334992"/>
                <a:gd name="connsiteX4" fmla="*/ 108789 w 370426"/>
                <a:gd name="connsiteY4" fmla="*/ 159060 h 334992"/>
                <a:gd name="connsiteX5" fmla="*/ 110433 w 370426"/>
                <a:gd name="connsiteY5" fmla="*/ 160707 h 334992"/>
                <a:gd name="connsiteX6" fmla="*/ 141683 w 370426"/>
                <a:gd name="connsiteY6" fmla="*/ 180474 h 334992"/>
                <a:gd name="connsiteX7" fmla="*/ 143328 w 370426"/>
                <a:gd name="connsiteY7" fmla="*/ 183769 h 334992"/>
                <a:gd name="connsiteX8" fmla="*/ 187735 w 370426"/>
                <a:gd name="connsiteY8" fmla="*/ 226597 h 334992"/>
                <a:gd name="connsiteX9" fmla="*/ 248589 w 370426"/>
                <a:gd name="connsiteY9" fmla="*/ 210124 h 334992"/>
                <a:gd name="connsiteX10" fmla="*/ 265036 w 370426"/>
                <a:gd name="connsiteY10" fmla="*/ 160707 h 334992"/>
                <a:gd name="connsiteX11" fmla="*/ 230497 w 370426"/>
                <a:gd name="connsiteY11" fmla="*/ 112938 h 334992"/>
                <a:gd name="connsiteX12" fmla="*/ 199248 w 370426"/>
                <a:gd name="connsiteY12" fmla="*/ 106349 h 334992"/>
                <a:gd name="connsiteX13" fmla="*/ 197603 w 370426"/>
                <a:gd name="connsiteY13" fmla="*/ 106349 h 334992"/>
                <a:gd name="connsiteX14" fmla="*/ 186090 w 370426"/>
                <a:gd name="connsiteY14" fmla="*/ 103054 h 334992"/>
                <a:gd name="connsiteX15" fmla="*/ 159775 w 370426"/>
                <a:gd name="connsiteY15" fmla="*/ 84935 h 334992"/>
                <a:gd name="connsiteX16" fmla="*/ 158130 w 370426"/>
                <a:gd name="connsiteY16" fmla="*/ 83288 h 334992"/>
                <a:gd name="connsiteX17" fmla="*/ 216312 w 370426"/>
                <a:gd name="connsiteY17" fmla="*/ 73404 h 334992"/>
                <a:gd name="connsiteX18" fmla="*/ 51031 w 370426"/>
                <a:gd name="connsiteY18" fmla="*/ 10961 h 334992"/>
                <a:gd name="connsiteX19" fmla="*/ 64200 w 370426"/>
                <a:gd name="connsiteY19" fmla="*/ 10961 h 334992"/>
                <a:gd name="connsiteX20" fmla="*/ 85600 w 370426"/>
                <a:gd name="connsiteY20" fmla="*/ 27413 h 334992"/>
                <a:gd name="connsiteX21" fmla="*/ 123461 w 370426"/>
                <a:gd name="connsiteY21" fmla="*/ 52092 h 334992"/>
                <a:gd name="connsiteX22" fmla="*/ 125107 w 370426"/>
                <a:gd name="connsiteY22" fmla="*/ 55382 h 334992"/>
                <a:gd name="connsiteX23" fmla="*/ 128400 w 370426"/>
                <a:gd name="connsiteY23" fmla="*/ 83351 h 334992"/>
                <a:gd name="connsiteX24" fmla="*/ 130046 w 370426"/>
                <a:gd name="connsiteY24" fmla="*/ 84996 h 334992"/>
                <a:gd name="connsiteX25" fmla="*/ 200830 w 370426"/>
                <a:gd name="connsiteY25" fmla="*/ 132707 h 334992"/>
                <a:gd name="connsiteX26" fmla="*/ 220584 w 370426"/>
                <a:gd name="connsiteY26" fmla="*/ 145869 h 334992"/>
                <a:gd name="connsiteX27" fmla="*/ 230461 w 370426"/>
                <a:gd name="connsiteY27" fmla="*/ 175482 h 334992"/>
                <a:gd name="connsiteX28" fmla="*/ 207415 w 370426"/>
                <a:gd name="connsiteY28" fmla="*/ 196870 h 334992"/>
                <a:gd name="connsiteX29" fmla="*/ 202476 w 370426"/>
                <a:gd name="connsiteY29" fmla="*/ 196870 h 334992"/>
                <a:gd name="connsiteX30" fmla="*/ 187661 w 370426"/>
                <a:gd name="connsiteY30" fmla="*/ 191935 h 334992"/>
                <a:gd name="connsiteX31" fmla="*/ 141569 w 370426"/>
                <a:gd name="connsiteY31" fmla="*/ 160676 h 334992"/>
                <a:gd name="connsiteX32" fmla="*/ 98769 w 370426"/>
                <a:gd name="connsiteY32" fmla="*/ 132707 h 334992"/>
                <a:gd name="connsiteX33" fmla="*/ 93831 w 370426"/>
                <a:gd name="connsiteY33" fmla="*/ 131062 h 334992"/>
                <a:gd name="connsiteX34" fmla="*/ 69138 w 370426"/>
                <a:gd name="connsiteY34" fmla="*/ 137643 h 334992"/>
                <a:gd name="connsiteX35" fmla="*/ 65846 w 370426"/>
                <a:gd name="connsiteY35" fmla="*/ 137643 h 334992"/>
                <a:gd name="connsiteX36" fmla="*/ 6584 w 370426"/>
                <a:gd name="connsiteY36" fmla="*/ 96512 h 334992"/>
                <a:gd name="connsiteX37" fmla="*/ 0 w 370426"/>
                <a:gd name="connsiteY37" fmla="*/ 84996 h 334992"/>
                <a:gd name="connsiteX38" fmla="*/ 11523 w 370426"/>
                <a:gd name="connsiteY38" fmla="*/ 75125 h 334992"/>
                <a:gd name="connsiteX39" fmla="*/ 42800 w 370426"/>
                <a:gd name="connsiteY39" fmla="*/ 70189 h 334992"/>
                <a:gd name="connsiteX40" fmla="*/ 51031 w 370426"/>
                <a:gd name="connsiteY40" fmla="*/ 55382 h 334992"/>
                <a:gd name="connsiteX41" fmla="*/ 46092 w 370426"/>
                <a:gd name="connsiteY41" fmla="*/ 22478 h 334992"/>
                <a:gd name="connsiteX42" fmla="*/ 51031 w 370426"/>
                <a:gd name="connsiteY42" fmla="*/ 10961 h 334992"/>
                <a:gd name="connsiteX43" fmla="*/ 212914 w 370426"/>
                <a:gd name="connsiteY43" fmla="*/ 278 h 334992"/>
                <a:gd name="connsiteX44" fmla="*/ 315872 w 370426"/>
                <a:gd name="connsiteY44" fmla="*/ 43870 h 334992"/>
                <a:gd name="connsiteX45" fmla="*/ 337244 w 370426"/>
                <a:gd name="connsiteY45" fmla="*/ 267589 h 334992"/>
                <a:gd name="connsiteX46" fmla="*/ 118588 w 370426"/>
                <a:gd name="connsiteY46" fmla="*/ 312004 h 334992"/>
                <a:gd name="connsiteX47" fmla="*/ 42962 w 370426"/>
                <a:gd name="connsiteY47" fmla="*/ 218240 h 334992"/>
                <a:gd name="connsiteX48" fmla="*/ 38030 w 370426"/>
                <a:gd name="connsiteY48" fmla="*/ 139280 h 334992"/>
                <a:gd name="connsiteX49" fmla="*/ 57759 w 370426"/>
                <a:gd name="connsiteY49" fmla="*/ 150795 h 334992"/>
                <a:gd name="connsiteX50" fmla="*/ 62691 w 370426"/>
                <a:gd name="connsiteY50" fmla="*/ 155730 h 334992"/>
                <a:gd name="connsiteX51" fmla="*/ 69267 w 370426"/>
                <a:gd name="connsiteY51" fmla="*/ 155730 h 334992"/>
                <a:gd name="connsiteX52" fmla="*/ 123520 w 370426"/>
                <a:gd name="connsiteY52" fmla="*/ 275814 h 334992"/>
                <a:gd name="connsiteX53" fmla="*/ 223806 w 370426"/>
                <a:gd name="connsiteY53" fmla="*/ 300489 h 334992"/>
                <a:gd name="connsiteX54" fmla="*/ 333956 w 370426"/>
                <a:gd name="connsiteY54" fmla="*/ 132700 h 334992"/>
                <a:gd name="connsiteX55" fmla="*/ 306008 w 370426"/>
                <a:gd name="connsiteY55" fmla="*/ 80060 h 334992"/>
                <a:gd name="connsiteX56" fmla="*/ 256687 w 370426"/>
                <a:gd name="connsiteY56" fmla="*/ 43870 h 334992"/>
                <a:gd name="connsiteX57" fmla="*/ 199146 w 370426"/>
                <a:gd name="connsiteY57" fmla="*/ 32355 h 334992"/>
                <a:gd name="connsiteX58" fmla="*/ 141604 w 370426"/>
                <a:gd name="connsiteY58" fmla="*/ 48805 h 334992"/>
                <a:gd name="connsiteX59" fmla="*/ 139960 w 370426"/>
                <a:gd name="connsiteY59" fmla="*/ 47160 h 334992"/>
                <a:gd name="connsiteX60" fmla="*/ 135028 w 370426"/>
                <a:gd name="connsiteY60" fmla="*/ 40580 h 334992"/>
                <a:gd name="connsiteX61" fmla="*/ 115300 w 370426"/>
                <a:gd name="connsiteY61" fmla="*/ 27420 h 334992"/>
                <a:gd name="connsiteX62" fmla="*/ 113656 w 370426"/>
                <a:gd name="connsiteY62" fmla="*/ 25775 h 334992"/>
                <a:gd name="connsiteX63" fmla="*/ 212914 w 370426"/>
                <a:gd name="connsiteY63" fmla="*/ 278 h 33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70426" h="334992">
                  <a:moveTo>
                    <a:pt x="216312" y="73404"/>
                  </a:moveTo>
                  <a:cubicBezTo>
                    <a:pt x="236665" y="76287"/>
                    <a:pt x="256813" y="85759"/>
                    <a:pt x="273260" y="103054"/>
                  </a:cubicBezTo>
                  <a:cubicBezTo>
                    <a:pt x="302865" y="135999"/>
                    <a:pt x="306154" y="185416"/>
                    <a:pt x="279839" y="223302"/>
                  </a:cubicBezTo>
                  <a:cubicBezTo>
                    <a:pt x="253523" y="259541"/>
                    <a:pt x="205827" y="272719"/>
                    <a:pt x="163064" y="252952"/>
                  </a:cubicBezTo>
                  <a:cubicBezTo>
                    <a:pt x="121946" y="233186"/>
                    <a:pt x="105499" y="192005"/>
                    <a:pt x="108789" y="159060"/>
                  </a:cubicBezTo>
                  <a:cubicBezTo>
                    <a:pt x="110433" y="159060"/>
                    <a:pt x="110433" y="159060"/>
                    <a:pt x="110433" y="160707"/>
                  </a:cubicBezTo>
                  <a:cubicBezTo>
                    <a:pt x="120302" y="167296"/>
                    <a:pt x="131815" y="173885"/>
                    <a:pt x="141683" y="180474"/>
                  </a:cubicBezTo>
                  <a:cubicBezTo>
                    <a:pt x="143328" y="182121"/>
                    <a:pt x="143328" y="182121"/>
                    <a:pt x="143328" y="183769"/>
                  </a:cubicBezTo>
                  <a:cubicBezTo>
                    <a:pt x="149907" y="205183"/>
                    <a:pt x="164709" y="221655"/>
                    <a:pt x="187735" y="226597"/>
                  </a:cubicBezTo>
                  <a:cubicBezTo>
                    <a:pt x="210761" y="233186"/>
                    <a:pt x="232142" y="226597"/>
                    <a:pt x="248589" y="210124"/>
                  </a:cubicBezTo>
                  <a:cubicBezTo>
                    <a:pt x="261747" y="195299"/>
                    <a:pt x="266681" y="178827"/>
                    <a:pt x="265036" y="160707"/>
                  </a:cubicBezTo>
                  <a:cubicBezTo>
                    <a:pt x="261747" y="139293"/>
                    <a:pt x="250234" y="122821"/>
                    <a:pt x="230497" y="112938"/>
                  </a:cubicBezTo>
                  <a:cubicBezTo>
                    <a:pt x="220629" y="106349"/>
                    <a:pt x="210761" y="104702"/>
                    <a:pt x="199248" y="106349"/>
                  </a:cubicBezTo>
                  <a:cubicBezTo>
                    <a:pt x="199248" y="106349"/>
                    <a:pt x="197603" y="106349"/>
                    <a:pt x="197603" y="106349"/>
                  </a:cubicBezTo>
                  <a:cubicBezTo>
                    <a:pt x="194314" y="107996"/>
                    <a:pt x="189380" y="106349"/>
                    <a:pt x="186090" y="103054"/>
                  </a:cubicBezTo>
                  <a:cubicBezTo>
                    <a:pt x="177867" y="96465"/>
                    <a:pt x="169643" y="91524"/>
                    <a:pt x="159775" y="84935"/>
                  </a:cubicBezTo>
                  <a:cubicBezTo>
                    <a:pt x="159775" y="84935"/>
                    <a:pt x="159775" y="84935"/>
                    <a:pt x="158130" y="83288"/>
                  </a:cubicBezTo>
                  <a:cubicBezTo>
                    <a:pt x="175400" y="74228"/>
                    <a:pt x="195959" y="70522"/>
                    <a:pt x="216312" y="73404"/>
                  </a:cubicBezTo>
                  <a:close/>
                  <a:moveTo>
                    <a:pt x="51031" y="10961"/>
                  </a:moveTo>
                  <a:cubicBezTo>
                    <a:pt x="54323" y="9316"/>
                    <a:pt x="59262" y="9316"/>
                    <a:pt x="64200" y="10961"/>
                  </a:cubicBezTo>
                  <a:cubicBezTo>
                    <a:pt x="70785" y="15897"/>
                    <a:pt x="79015" y="20833"/>
                    <a:pt x="85600" y="27413"/>
                  </a:cubicBezTo>
                  <a:cubicBezTo>
                    <a:pt x="98769" y="35639"/>
                    <a:pt x="110292" y="43866"/>
                    <a:pt x="123461" y="52092"/>
                  </a:cubicBezTo>
                  <a:cubicBezTo>
                    <a:pt x="123461" y="52092"/>
                    <a:pt x="125107" y="53737"/>
                    <a:pt x="125107" y="55382"/>
                  </a:cubicBezTo>
                  <a:cubicBezTo>
                    <a:pt x="126754" y="65253"/>
                    <a:pt x="126754" y="73479"/>
                    <a:pt x="128400" y="83351"/>
                  </a:cubicBezTo>
                  <a:cubicBezTo>
                    <a:pt x="128400" y="83351"/>
                    <a:pt x="130046" y="84996"/>
                    <a:pt x="130046" y="84996"/>
                  </a:cubicBezTo>
                  <a:cubicBezTo>
                    <a:pt x="154738" y="101448"/>
                    <a:pt x="177784" y="116255"/>
                    <a:pt x="200830" y="132707"/>
                  </a:cubicBezTo>
                  <a:cubicBezTo>
                    <a:pt x="207415" y="137643"/>
                    <a:pt x="213999" y="140933"/>
                    <a:pt x="220584" y="145869"/>
                  </a:cubicBezTo>
                  <a:cubicBezTo>
                    <a:pt x="228815" y="152449"/>
                    <a:pt x="233753" y="163966"/>
                    <a:pt x="230461" y="175482"/>
                  </a:cubicBezTo>
                  <a:cubicBezTo>
                    <a:pt x="227169" y="185354"/>
                    <a:pt x="217292" y="195225"/>
                    <a:pt x="207415" y="196870"/>
                  </a:cubicBezTo>
                  <a:cubicBezTo>
                    <a:pt x="205769" y="196870"/>
                    <a:pt x="204123" y="196870"/>
                    <a:pt x="202476" y="196870"/>
                  </a:cubicBezTo>
                  <a:cubicBezTo>
                    <a:pt x="197538" y="196870"/>
                    <a:pt x="192600" y="195225"/>
                    <a:pt x="187661" y="191935"/>
                  </a:cubicBezTo>
                  <a:cubicBezTo>
                    <a:pt x="172846" y="182063"/>
                    <a:pt x="156384" y="170547"/>
                    <a:pt x="141569" y="160676"/>
                  </a:cubicBezTo>
                  <a:cubicBezTo>
                    <a:pt x="126754" y="150804"/>
                    <a:pt x="113584" y="142578"/>
                    <a:pt x="98769" y="132707"/>
                  </a:cubicBezTo>
                  <a:cubicBezTo>
                    <a:pt x="97123" y="131062"/>
                    <a:pt x="95477" y="131062"/>
                    <a:pt x="93831" y="131062"/>
                  </a:cubicBezTo>
                  <a:cubicBezTo>
                    <a:pt x="85600" y="134352"/>
                    <a:pt x="77369" y="135997"/>
                    <a:pt x="69138" y="137643"/>
                  </a:cubicBezTo>
                  <a:cubicBezTo>
                    <a:pt x="67492" y="137643"/>
                    <a:pt x="65846" y="137643"/>
                    <a:pt x="65846" y="137643"/>
                  </a:cubicBezTo>
                  <a:cubicBezTo>
                    <a:pt x="46092" y="124481"/>
                    <a:pt x="26338" y="111319"/>
                    <a:pt x="6584" y="96512"/>
                  </a:cubicBezTo>
                  <a:cubicBezTo>
                    <a:pt x="1646" y="93222"/>
                    <a:pt x="0" y="89931"/>
                    <a:pt x="0" y="84996"/>
                  </a:cubicBezTo>
                  <a:cubicBezTo>
                    <a:pt x="1646" y="80060"/>
                    <a:pt x="4938" y="76770"/>
                    <a:pt x="11523" y="75125"/>
                  </a:cubicBezTo>
                  <a:cubicBezTo>
                    <a:pt x="21400" y="73479"/>
                    <a:pt x="31277" y="71834"/>
                    <a:pt x="42800" y="70189"/>
                  </a:cubicBezTo>
                  <a:cubicBezTo>
                    <a:pt x="49385" y="68544"/>
                    <a:pt x="52677" y="61963"/>
                    <a:pt x="51031" y="55382"/>
                  </a:cubicBezTo>
                  <a:cubicBezTo>
                    <a:pt x="49385" y="43866"/>
                    <a:pt x="47739" y="33994"/>
                    <a:pt x="46092" y="22478"/>
                  </a:cubicBezTo>
                  <a:cubicBezTo>
                    <a:pt x="44446" y="17542"/>
                    <a:pt x="46092" y="14252"/>
                    <a:pt x="51031" y="10961"/>
                  </a:cubicBezTo>
                  <a:close/>
                  <a:moveTo>
                    <a:pt x="212914" y="278"/>
                  </a:moveTo>
                  <a:cubicBezTo>
                    <a:pt x="248878" y="2334"/>
                    <a:pt x="285457" y="15905"/>
                    <a:pt x="315872" y="43870"/>
                  </a:cubicBezTo>
                  <a:cubicBezTo>
                    <a:pt x="379989" y="103090"/>
                    <a:pt x="388209" y="200145"/>
                    <a:pt x="337244" y="267589"/>
                  </a:cubicBezTo>
                  <a:cubicBezTo>
                    <a:pt x="286279" y="336679"/>
                    <a:pt x="192569" y="354774"/>
                    <a:pt x="118588" y="312004"/>
                  </a:cubicBezTo>
                  <a:cubicBezTo>
                    <a:pt x="80775" y="288974"/>
                    <a:pt x="56115" y="257719"/>
                    <a:pt x="42962" y="218240"/>
                  </a:cubicBezTo>
                  <a:cubicBezTo>
                    <a:pt x="36386" y="195210"/>
                    <a:pt x="33098" y="152440"/>
                    <a:pt x="38030" y="139280"/>
                  </a:cubicBezTo>
                  <a:cubicBezTo>
                    <a:pt x="44606" y="142570"/>
                    <a:pt x="51183" y="147505"/>
                    <a:pt x="57759" y="150795"/>
                  </a:cubicBezTo>
                  <a:cubicBezTo>
                    <a:pt x="59403" y="152440"/>
                    <a:pt x="61047" y="154085"/>
                    <a:pt x="62691" y="155730"/>
                  </a:cubicBezTo>
                  <a:cubicBezTo>
                    <a:pt x="64335" y="155730"/>
                    <a:pt x="67623" y="155730"/>
                    <a:pt x="69267" y="155730"/>
                  </a:cubicBezTo>
                  <a:cubicBezTo>
                    <a:pt x="65979" y="205080"/>
                    <a:pt x="84063" y="244559"/>
                    <a:pt x="123520" y="275814"/>
                  </a:cubicBezTo>
                  <a:cubicBezTo>
                    <a:pt x="153113" y="297199"/>
                    <a:pt x="187637" y="305424"/>
                    <a:pt x="223806" y="300489"/>
                  </a:cubicBezTo>
                  <a:cubicBezTo>
                    <a:pt x="302720" y="287329"/>
                    <a:pt x="353685" y="210015"/>
                    <a:pt x="333956" y="132700"/>
                  </a:cubicBezTo>
                  <a:cubicBezTo>
                    <a:pt x="327380" y="112960"/>
                    <a:pt x="319160" y="94865"/>
                    <a:pt x="306008" y="80060"/>
                  </a:cubicBezTo>
                  <a:cubicBezTo>
                    <a:pt x="292855" y="65255"/>
                    <a:pt x="276415" y="52095"/>
                    <a:pt x="256687" y="43870"/>
                  </a:cubicBezTo>
                  <a:cubicBezTo>
                    <a:pt x="238602" y="35645"/>
                    <a:pt x="218874" y="32355"/>
                    <a:pt x="199146" y="32355"/>
                  </a:cubicBezTo>
                  <a:cubicBezTo>
                    <a:pt x="177773" y="34000"/>
                    <a:pt x="159689" y="38935"/>
                    <a:pt x="141604" y="48805"/>
                  </a:cubicBezTo>
                  <a:cubicBezTo>
                    <a:pt x="139960" y="47160"/>
                    <a:pt x="139960" y="47160"/>
                    <a:pt x="139960" y="47160"/>
                  </a:cubicBezTo>
                  <a:cubicBezTo>
                    <a:pt x="141604" y="43870"/>
                    <a:pt x="138316" y="42225"/>
                    <a:pt x="135028" y="40580"/>
                  </a:cubicBezTo>
                  <a:cubicBezTo>
                    <a:pt x="128452" y="37290"/>
                    <a:pt x="121876" y="32355"/>
                    <a:pt x="115300" y="27420"/>
                  </a:cubicBezTo>
                  <a:cubicBezTo>
                    <a:pt x="115300" y="27420"/>
                    <a:pt x="115300" y="25775"/>
                    <a:pt x="113656" y="25775"/>
                  </a:cubicBezTo>
                  <a:cubicBezTo>
                    <a:pt x="141604" y="7680"/>
                    <a:pt x="176951" y="-1779"/>
                    <a:pt x="212914" y="278"/>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62" name="组合 61"/>
          <p:cNvGrpSpPr>
            <a:grpSpLocks noChangeAspect="1"/>
          </p:cNvGrpSpPr>
          <p:nvPr/>
        </p:nvGrpSpPr>
        <p:grpSpPr>
          <a:xfrm>
            <a:off x="11020085" y="3067672"/>
            <a:ext cx="576000" cy="576000"/>
            <a:chOff x="10555628" y="3136470"/>
            <a:chExt cx="576000" cy="576000"/>
          </a:xfrm>
        </p:grpSpPr>
        <p:sp>
          <p:nvSpPr>
            <p:cNvPr id="63" name="椭圆 62"/>
            <p:cNvSpPr>
              <a:spLocks noChangeAspect="1"/>
            </p:cNvSpPr>
            <p:nvPr/>
          </p:nvSpPr>
          <p:spPr>
            <a:xfrm>
              <a:off x="10555628" y="3136470"/>
              <a:ext cx="576000" cy="576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4" name="Freeform 17"/>
            <p:cNvSpPr>
              <a:spLocks noChangeAspect="1" noEditPoints="1"/>
            </p:cNvSpPr>
            <p:nvPr/>
          </p:nvSpPr>
          <p:spPr bwMode="auto">
            <a:xfrm>
              <a:off x="10696389" y="3314523"/>
              <a:ext cx="294479" cy="219895"/>
            </a:xfrm>
            <a:custGeom>
              <a:avLst/>
              <a:gdLst>
                <a:gd name="T0" fmla="*/ 938 w 999"/>
                <a:gd name="T1" fmla="*/ 375 h 749"/>
                <a:gd name="T2" fmla="*/ 813 w 999"/>
                <a:gd name="T3" fmla="*/ 375 h 749"/>
                <a:gd name="T4" fmla="*/ 813 w 999"/>
                <a:gd name="T5" fmla="*/ 470 h 749"/>
                <a:gd name="T6" fmla="*/ 781 w 999"/>
                <a:gd name="T7" fmla="*/ 500 h 749"/>
                <a:gd name="T8" fmla="*/ 720 w 999"/>
                <a:gd name="T9" fmla="*/ 500 h 749"/>
                <a:gd name="T10" fmla="*/ 688 w 999"/>
                <a:gd name="T11" fmla="*/ 470 h 749"/>
                <a:gd name="T12" fmla="*/ 688 w 999"/>
                <a:gd name="T13" fmla="*/ 375 h 749"/>
                <a:gd name="T14" fmla="*/ 314 w 999"/>
                <a:gd name="T15" fmla="*/ 375 h 749"/>
                <a:gd name="T16" fmla="*/ 314 w 999"/>
                <a:gd name="T17" fmla="*/ 470 h 749"/>
                <a:gd name="T18" fmla="*/ 282 w 999"/>
                <a:gd name="T19" fmla="*/ 500 h 749"/>
                <a:gd name="T20" fmla="*/ 221 w 999"/>
                <a:gd name="T21" fmla="*/ 500 h 749"/>
                <a:gd name="T22" fmla="*/ 189 w 999"/>
                <a:gd name="T23" fmla="*/ 470 h 749"/>
                <a:gd name="T24" fmla="*/ 189 w 999"/>
                <a:gd name="T25" fmla="*/ 375 h 749"/>
                <a:gd name="T26" fmla="*/ 64 w 999"/>
                <a:gd name="T27" fmla="*/ 375 h 749"/>
                <a:gd name="T28" fmla="*/ 64 w 999"/>
                <a:gd name="T29" fmla="*/ 313 h 749"/>
                <a:gd name="T30" fmla="*/ 938 w 999"/>
                <a:gd name="T31" fmla="*/ 313 h 749"/>
                <a:gd name="T32" fmla="*/ 938 w 999"/>
                <a:gd name="T33" fmla="*/ 375 h 749"/>
                <a:gd name="T34" fmla="*/ 375 w 999"/>
                <a:gd name="T35" fmla="*/ 64 h 749"/>
                <a:gd name="T36" fmla="*/ 375 w 999"/>
                <a:gd name="T37" fmla="*/ 64 h 749"/>
                <a:gd name="T38" fmla="*/ 625 w 999"/>
                <a:gd name="T39" fmla="*/ 64 h 749"/>
                <a:gd name="T40" fmla="*/ 625 w 999"/>
                <a:gd name="T41" fmla="*/ 64 h 749"/>
                <a:gd name="T42" fmla="*/ 625 w 999"/>
                <a:gd name="T43" fmla="*/ 125 h 749"/>
                <a:gd name="T44" fmla="*/ 375 w 999"/>
                <a:gd name="T45" fmla="*/ 125 h 749"/>
                <a:gd name="T46" fmla="*/ 375 w 999"/>
                <a:gd name="T47" fmla="*/ 64 h 749"/>
                <a:gd name="T48" fmla="*/ 938 w 999"/>
                <a:gd name="T49" fmla="*/ 125 h 749"/>
                <a:gd name="T50" fmla="*/ 688 w 999"/>
                <a:gd name="T51" fmla="*/ 125 h 749"/>
                <a:gd name="T52" fmla="*/ 688 w 999"/>
                <a:gd name="T53" fmla="*/ 64 h 749"/>
                <a:gd name="T54" fmla="*/ 625 w 999"/>
                <a:gd name="T55" fmla="*/ 0 h 749"/>
                <a:gd name="T56" fmla="*/ 375 w 999"/>
                <a:gd name="T57" fmla="*/ 0 h 749"/>
                <a:gd name="T58" fmla="*/ 314 w 999"/>
                <a:gd name="T59" fmla="*/ 64 h 749"/>
                <a:gd name="T60" fmla="*/ 314 w 999"/>
                <a:gd name="T61" fmla="*/ 125 h 749"/>
                <a:gd name="T62" fmla="*/ 64 w 999"/>
                <a:gd name="T63" fmla="*/ 125 h 749"/>
                <a:gd name="T64" fmla="*/ 0 w 999"/>
                <a:gd name="T65" fmla="*/ 188 h 749"/>
                <a:gd name="T66" fmla="*/ 0 w 999"/>
                <a:gd name="T67" fmla="*/ 688 h 749"/>
                <a:gd name="T68" fmla="*/ 64 w 999"/>
                <a:gd name="T69" fmla="*/ 749 h 749"/>
                <a:gd name="T70" fmla="*/ 938 w 999"/>
                <a:gd name="T71" fmla="*/ 749 h 749"/>
                <a:gd name="T72" fmla="*/ 999 w 999"/>
                <a:gd name="T73" fmla="*/ 688 h 749"/>
                <a:gd name="T74" fmla="*/ 999 w 999"/>
                <a:gd name="T75" fmla="*/ 188 h 749"/>
                <a:gd name="T76" fmla="*/ 938 w 999"/>
                <a:gd name="T77" fmla="*/ 125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9" h="749">
                  <a:moveTo>
                    <a:pt x="938" y="375"/>
                  </a:moveTo>
                  <a:lnTo>
                    <a:pt x="813" y="375"/>
                  </a:lnTo>
                  <a:lnTo>
                    <a:pt x="813" y="470"/>
                  </a:lnTo>
                  <a:cubicBezTo>
                    <a:pt x="813" y="487"/>
                    <a:pt x="798" y="500"/>
                    <a:pt x="781" y="500"/>
                  </a:cubicBezTo>
                  <a:lnTo>
                    <a:pt x="720" y="500"/>
                  </a:lnTo>
                  <a:cubicBezTo>
                    <a:pt x="703" y="500"/>
                    <a:pt x="688" y="487"/>
                    <a:pt x="688" y="470"/>
                  </a:cubicBezTo>
                  <a:lnTo>
                    <a:pt x="688" y="375"/>
                  </a:lnTo>
                  <a:lnTo>
                    <a:pt x="314" y="375"/>
                  </a:lnTo>
                  <a:lnTo>
                    <a:pt x="314" y="470"/>
                  </a:lnTo>
                  <a:cubicBezTo>
                    <a:pt x="314" y="487"/>
                    <a:pt x="299" y="500"/>
                    <a:pt x="282" y="500"/>
                  </a:cubicBezTo>
                  <a:lnTo>
                    <a:pt x="221" y="500"/>
                  </a:lnTo>
                  <a:cubicBezTo>
                    <a:pt x="204" y="500"/>
                    <a:pt x="189" y="487"/>
                    <a:pt x="189" y="470"/>
                  </a:cubicBezTo>
                  <a:lnTo>
                    <a:pt x="189" y="375"/>
                  </a:lnTo>
                  <a:lnTo>
                    <a:pt x="64" y="375"/>
                  </a:lnTo>
                  <a:lnTo>
                    <a:pt x="64" y="313"/>
                  </a:lnTo>
                  <a:lnTo>
                    <a:pt x="938" y="313"/>
                  </a:lnTo>
                  <a:lnTo>
                    <a:pt x="938" y="375"/>
                  </a:lnTo>
                  <a:close/>
                  <a:moveTo>
                    <a:pt x="375" y="64"/>
                  </a:moveTo>
                  <a:cubicBezTo>
                    <a:pt x="375" y="64"/>
                    <a:pt x="375" y="64"/>
                    <a:pt x="375" y="64"/>
                  </a:cubicBezTo>
                  <a:lnTo>
                    <a:pt x="625" y="64"/>
                  </a:lnTo>
                  <a:cubicBezTo>
                    <a:pt x="625" y="64"/>
                    <a:pt x="625" y="64"/>
                    <a:pt x="625" y="64"/>
                  </a:cubicBezTo>
                  <a:lnTo>
                    <a:pt x="625" y="125"/>
                  </a:lnTo>
                  <a:lnTo>
                    <a:pt x="375" y="125"/>
                  </a:lnTo>
                  <a:lnTo>
                    <a:pt x="375" y="64"/>
                  </a:lnTo>
                  <a:close/>
                  <a:moveTo>
                    <a:pt x="938" y="125"/>
                  </a:moveTo>
                  <a:lnTo>
                    <a:pt x="688" y="125"/>
                  </a:lnTo>
                  <a:lnTo>
                    <a:pt x="688" y="64"/>
                  </a:lnTo>
                  <a:cubicBezTo>
                    <a:pt x="688" y="30"/>
                    <a:pt x="661" y="0"/>
                    <a:pt x="625" y="0"/>
                  </a:cubicBezTo>
                  <a:lnTo>
                    <a:pt x="375" y="0"/>
                  </a:lnTo>
                  <a:cubicBezTo>
                    <a:pt x="341" y="0"/>
                    <a:pt x="314" y="30"/>
                    <a:pt x="314" y="64"/>
                  </a:cubicBezTo>
                  <a:lnTo>
                    <a:pt x="314" y="125"/>
                  </a:lnTo>
                  <a:lnTo>
                    <a:pt x="64" y="125"/>
                  </a:lnTo>
                  <a:cubicBezTo>
                    <a:pt x="30" y="125"/>
                    <a:pt x="0" y="155"/>
                    <a:pt x="0" y="188"/>
                  </a:cubicBezTo>
                  <a:lnTo>
                    <a:pt x="0" y="688"/>
                  </a:lnTo>
                  <a:cubicBezTo>
                    <a:pt x="0" y="722"/>
                    <a:pt x="30" y="749"/>
                    <a:pt x="64" y="749"/>
                  </a:cubicBezTo>
                  <a:lnTo>
                    <a:pt x="938" y="749"/>
                  </a:lnTo>
                  <a:cubicBezTo>
                    <a:pt x="972" y="749"/>
                    <a:pt x="999" y="722"/>
                    <a:pt x="999" y="688"/>
                  </a:cubicBezTo>
                  <a:lnTo>
                    <a:pt x="999" y="188"/>
                  </a:lnTo>
                  <a:cubicBezTo>
                    <a:pt x="999" y="155"/>
                    <a:pt x="972" y="125"/>
                    <a:pt x="938" y="125"/>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65" name="组合 64"/>
          <p:cNvGrpSpPr>
            <a:grpSpLocks noChangeAspect="1"/>
          </p:cNvGrpSpPr>
          <p:nvPr/>
        </p:nvGrpSpPr>
        <p:grpSpPr>
          <a:xfrm>
            <a:off x="10029727" y="4770435"/>
            <a:ext cx="576000" cy="576000"/>
            <a:chOff x="9565270" y="4839233"/>
            <a:chExt cx="576000" cy="576000"/>
          </a:xfrm>
        </p:grpSpPr>
        <p:sp>
          <p:nvSpPr>
            <p:cNvPr id="66" name="椭圆 65"/>
            <p:cNvSpPr>
              <a:spLocks noChangeAspect="1"/>
            </p:cNvSpPr>
            <p:nvPr/>
          </p:nvSpPr>
          <p:spPr>
            <a:xfrm>
              <a:off x="9565270" y="4839233"/>
              <a:ext cx="576000" cy="576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7" name="Freeform 13"/>
            <p:cNvSpPr>
              <a:spLocks noChangeAspect="1" noEditPoints="1"/>
            </p:cNvSpPr>
            <p:nvPr/>
          </p:nvSpPr>
          <p:spPr bwMode="auto">
            <a:xfrm>
              <a:off x="9712439" y="4989457"/>
              <a:ext cx="281662" cy="275552"/>
            </a:xfrm>
            <a:custGeom>
              <a:avLst/>
              <a:gdLst>
                <a:gd name="T0" fmla="*/ 123 w 192"/>
                <a:gd name="T1" fmla="*/ 175 h 188"/>
                <a:gd name="T2" fmla="*/ 123 w 192"/>
                <a:gd name="T3" fmla="*/ 148 h 188"/>
                <a:gd name="T4" fmla="*/ 68 w 192"/>
                <a:gd name="T5" fmla="*/ 149 h 188"/>
                <a:gd name="T6" fmla="*/ 68 w 192"/>
                <a:gd name="T7" fmla="*/ 176 h 188"/>
                <a:gd name="T8" fmla="*/ 56 w 192"/>
                <a:gd name="T9" fmla="*/ 182 h 188"/>
                <a:gd name="T10" fmla="*/ 60 w 192"/>
                <a:gd name="T11" fmla="*/ 188 h 188"/>
                <a:gd name="T12" fmla="*/ 130 w 192"/>
                <a:gd name="T13" fmla="*/ 188 h 188"/>
                <a:gd name="T14" fmla="*/ 135 w 192"/>
                <a:gd name="T15" fmla="*/ 183 h 188"/>
                <a:gd name="T16" fmla="*/ 123 w 192"/>
                <a:gd name="T17" fmla="*/ 175 h 188"/>
                <a:gd name="T18" fmla="*/ 173 w 192"/>
                <a:gd name="T19" fmla="*/ 0 h 188"/>
                <a:gd name="T20" fmla="*/ 18 w 192"/>
                <a:gd name="T21" fmla="*/ 0 h 188"/>
                <a:gd name="T22" fmla="*/ 0 w 192"/>
                <a:gd name="T23" fmla="*/ 19 h 188"/>
                <a:gd name="T24" fmla="*/ 0 w 192"/>
                <a:gd name="T25" fmla="*/ 126 h 188"/>
                <a:gd name="T26" fmla="*/ 18 w 192"/>
                <a:gd name="T27" fmla="*/ 144 h 188"/>
                <a:gd name="T28" fmla="*/ 173 w 192"/>
                <a:gd name="T29" fmla="*/ 144 h 188"/>
                <a:gd name="T30" fmla="*/ 192 w 192"/>
                <a:gd name="T31" fmla="*/ 126 h 188"/>
                <a:gd name="T32" fmla="*/ 192 w 192"/>
                <a:gd name="T33" fmla="*/ 19 h 188"/>
                <a:gd name="T34" fmla="*/ 173 w 192"/>
                <a:gd name="T35" fmla="*/ 0 h 188"/>
                <a:gd name="T36" fmla="*/ 180 w 192"/>
                <a:gd name="T37" fmla="*/ 100 h 188"/>
                <a:gd name="T38" fmla="*/ 167 w 192"/>
                <a:gd name="T39" fmla="*/ 112 h 188"/>
                <a:gd name="T40" fmla="*/ 24 w 192"/>
                <a:gd name="T41" fmla="*/ 112 h 188"/>
                <a:gd name="T42" fmla="*/ 11 w 192"/>
                <a:gd name="T43" fmla="*/ 100 h 188"/>
                <a:gd name="T44" fmla="*/ 11 w 192"/>
                <a:gd name="T45" fmla="*/ 25 h 188"/>
                <a:gd name="T46" fmla="*/ 24 w 192"/>
                <a:gd name="T47" fmla="*/ 12 h 188"/>
                <a:gd name="T48" fmla="*/ 167 w 192"/>
                <a:gd name="T49" fmla="*/ 12 h 188"/>
                <a:gd name="T50" fmla="*/ 180 w 192"/>
                <a:gd name="T51" fmla="*/ 25 h 188"/>
                <a:gd name="T52" fmla="*/ 180 w 192"/>
                <a:gd name="T53" fmla="*/ 10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188">
                  <a:moveTo>
                    <a:pt x="123" y="175"/>
                  </a:moveTo>
                  <a:cubicBezTo>
                    <a:pt x="123" y="148"/>
                    <a:pt x="123" y="148"/>
                    <a:pt x="123" y="148"/>
                  </a:cubicBezTo>
                  <a:cubicBezTo>
                    <a:pt x="68" y="149"/>
                    <a:pt x="68" y="149"/>
                    <a:pt x="68" y="149"/>
                  </a:cubicBezTo>
                  <a:cubicBezTo>
                    <a:pt x="68" y="176"/>
                    <a:pt x="68" y="176"/>
                    <a:pt x="68" y="176"/>
                  </a:cubicBezTo>
                  <a:cubicBezTo>
                    <a:pt x="56" y="182"/>
                    <a:pt x="56" y="182"/>
                    <a:pt x="56" y="182"/>
                  </a:cubicBezTo>
                  <a:cubicBezTo>
                    <a:pt x="56" y="182"/>
                    <a:pt x="53" y="188"/>
                    <a:pt x="60" y="188"/>
                  </a:cubicBezTo>
                  <a:cubicBezTo>
                    <a:pt x="130" y="188"/>
                    <a:pt x="130" y="188"/>
                    <a:pt x="130" y="188"/>
                  </a:cubicBezTo>
                  <a:cubicBezTo>
                    <a:pt x="130" y="188"/>
                    <a:pt x="138" y="185"/>
                    <a:pt x="135" y="183"/>
                  </a:cubicBezTo>
                  <a:cubicBezTo>
                    <a:pt x="133" y="180"/>
                    <a:pt x="123" y="175"/>
                    <a:pt x="123" y="175"/>
                  </a:cubicBezTo>
                  <a:close/>
                  <a:moveTo>
                    <a:pt x="173" y="0"/>
                  </a:moveTo>
                  <a:cubicBezTo>
                    <a:pt x="18" y="0"/>
                    <a:pt x="18" y="0"/>
                    <a:pt x="18" y="0"/>
                  </a:cubicBezTo>
                  <a:cubicBezTo>
                    <a:pt x="8" y="0"/>
                    <a:pt x="0" y="9"/>
                    <a:pt x="0" y="19"/>
                  </a:cubicBezTo>
                  <a:cubicBezTo>
                    <a:pt x="0" y="126"/>
                    <a:pt x="0" y="126"/>
                    <a:pt x="0" y="126"/>
                  </a:cubicBezTo>
                  <a:cubicBezTo>
                    <a:pt x="0" y="136"/>
                    <a:pt x="8" y="144"/>
                    <a:pt x="18" y="144"/>
                  </a:cubicBezTo>
                  <a:cubicBezTo>
                    <a:pt x="173" y="144"/>
                    <a:pt x="173" y="144"/>
                    <a:pt x="173" y="144"/>
                  </a:cubicBezTo>
                  <a:cubicBezTo>
                    <a:pt x="183" y="144"/>
                    <a:pt x="192" y="136"/>
                    <a:pt x="192" y="126"/>
                  </a:cubicBezTo>
                  <a:cubicBezTo>
                    <a:pt x="192" y="19"/>
                    <a:pt x="192" y="19"/>
                    <a:pt x="192" y="19"/>
                  </a:cubicBezTo>
                  <a:cubicBezTo>
                    <a:pt x="192" y="9"/>
                    <a:pt x="183" y="0"/>
                    <a:pt x="173" y="0"/>
                  </a:cubicBezTo>
                  <a:close/>
                  <a:moveTo>
                    <a:pt x="180" y="100"/>
                  </a:moveTo>
                  <a:cubicBezTo>
                    <a:pt x="180" y="107"/>
                    <a:pt x="174" y="112"/>
                    <a:pt x="167" y="112"/>
                  </a:cubicBezTo>
                  <a:cubicBezTo>
                    <a:pt x="24" y="112"/>
                    <a:pt x="24" y="112"/>
                    <a:pt x="24" y="112"/>
                  </a:cubicBezTo>
                  <a:cubicBezTo>
                    <a:pt x="17" y="112"/>
                    <a:pt x="11" y="107"/>
                    <a:pt x="11" y="100"/>
                  </a:cubicBezTo>
                  <a:cubicBezTo>
                    <a:pt x="11" y="25"/>
                    <a:pt x="11" y="25"/>
                    <a:pt x="11" y="25"/>
                  </a:cubicBezTo>
                  <a:cubicBezTo>
                    <a:pt x="11" y="18"/>
                    <a:pt x="17" y="12"/>
                    <a:pt x="24" y="12"/>
                  </a:cubicBezTo>
                  <a:cubicBezTo>
                    <a:pt x="167" y="12"/>
                    <a:pt x="167" y="12"/>
                    <a:pt x="167" y="12"/>
                  </a:cubicBezTo>
                  <a:cubicBezTo>
                    <a:pt x="174" y="12"/>
                    <a:pt x="180" y="18"/>
                    <a:pt x="180" y="25"/>
                  </a:cubicBezTo>
                  <a:lnTo>
                    <a:pt x="180" y="100"/>
                  </a:lnTo>
                  <a:close/>
                </a:path>
              </a:pathLst>
            </a:cu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grpSp>
    </p:spTree>
    <p:extLst>
      <p:ext uri="{BB962C8B-B14F-4D97-AF65-F5344CB8AC3E}">
        <p14:creationId xmlns:p14="http://schemas.microsoft.com/office/powerpoint/2010/main" val="1258410370"/>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5"/>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8"/>
                                        </p:tgtEl>
                                        <p:attrNameLst>
                                          <p:attrName>style.visibility</p:attrName>
                                        </p:attrNameLst>
                                      </p:cBhvr>
                                      <p:to>
                                        <p:strVal val="visible"/>
                                      </p:to>
                                    </p:set>
                                    <p:anim calcmode="lin" valueType="num">
                                      <p:cBhvr>
                                        <p:cTn id="14" dur="500" fill="hold"/>
                                        <p:tgtEl>
                                          <p:spTgt spid="38"/>
                                        </p:tgtEl>
                                        <p:attrNameLst>
                                          <p:attrName>ppt_w</p:attrName>
                                        </p:attrNameLst>
                                      </p:cBhvr>
                                      <p:tavLst>
                                        <p:tav tm="0">
                                          <p:val>
                                            <p:fltVal val="0"/>
                                          </p:val>
                                        </p:tav>
                                        <p:tav tm="100000">
                                          <p:val>
                                            <p:strVal val="#ppt_w"/>
                                          </p:val>
                                        </p:tav>
                                      </p:tavLst>
                                    </p:anim>
                                    <p:anim calcmode="lin" valueType="num">
                                      <p:cBhvr>
                                        <p:cTn id="15" dur="500" fill="hold"/>
                                        <p:tgtEl>
                                          <p:spTgt spid="38"/>
                                        </p:tgtEl>
                                        <p:attrNameLst>
                                          <p:attrName>ppt_h</p:attrName>
                                        </p:attrNameLst>
                                      </p:cBhvr>
                                      <p:tavLst>
                                        <p:tav tm="0">
                                          <p:val>
                                            <p:fltVal val="0"/>
                                          </p:val>
                                        </p:tav>
                                        <p:tav tm="100000">
                                          <p:val>
                                            <p:strVal val="#ppt_h"/>
                                          </p:val>
                                        </p:tav>
                                      </p:tavLst>
                                    </p:anim>
                                    <p:animEffect transition="in" filter="fade">
                                      <p:cBhvr>
                                        <p:cTn id="16" dur="500"/>
                                        <p:tgtEl>
                                          <p:spTgt spid="38"/>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8"/>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9"/>
                                        </p:tgtEl>
                                        <p:attrNameLst>
                                          <p:attrName>style.visibility</p:attrName>
                                        </p:attrNameLst>
                                      </p:cBhvr>
                                      <p:to>
                                        <p:strVal val="visible"/>
                                      </p:to>
                                    </p:set>
                                    <p:anim calcmode="lin" valueType="num">
                                      <p:cBhvr>
                                        <p:cTn id="21" dur="500" fill="hold"/>
                                        <p:tgtEl>
                                          <p:spTgt spid="39"/>
                                        </p:tgtEl>
                                        <p:attrNameLst>
                                          <p:attrName>ppt_w</p:attrName>
                                        </p:attrNameLst>
                                      </p:cBhvr>
                                      <p:tavLst>
                                        <p:tav tm="0">
                                          <p:val>
                                            <p:fltVal val="0"/>
                                          </p:val>
                                        </p:tav>
                                        <p:tav tm="100000">
                                          <p:val>
                                            <p:strVal val="#ppt_w"/>
                                          </p:val>
                                        </p:tav>
                                      </p:tavLst>
                                    </p:anim>
                                    <p:anim calcmode="lin" valueType="num">
                                      <p:cBhvr>
                                        <p:cTn id="22" dur="500" fill="hold"/>
                                        <p:tgtEl>
                                          <p:spTgt spid="39"/>
                                        </p:tgtEl>
                                        <p:attrNameLst>
                                          <p:attrName>ppt_h</p:attrName>
                                        </p:attrNameLst>
                                      </p:cBhvr>
                                      <p:tavLst>
                                        <p:tav tm="0">
                                          <p:val>
                                            <p:fltVal val="0"/>
                                          </p:val>
                                        </p:tav>
                                        <p:tav tm="100000">
                                          <p:val>
                                            <p:strVal val="#ppt_h"/>
                                          </p:val>
                                        </p:tav>
                                      </p:tavLst>
                                    </p:anim>
                                    <p:animEffect transition="in" filter="fade">
                                      <p:cBhvr>
                                        <p:cTn id="23" dur="500"/>
                                        <p:tgtEl>
                                          <p:spTgt spid="39"/>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9"/>
                                        </p:tgtEl>
                                        <p:attrNameLst>
                                          <p:attrName>ppt_x</p:attrName>
                                          <p:attrName>ppt_y</p:attrName>
                                        </p:attrNameLst>
                                      </p:cBhvr>
                                      <p:rCtr x="12500" y="0"/>
                                    </p:animMotion>
                                  </p:childTnLst>
                                </p:cTn>
                              </p:par>
                            </p:childTnLst>
                          </p:cTn>
                        </p:par>
                        <p:par>
                          <p:cTn id="26" fill="hold">
                            <p:stCondLst>
                              <p:cond delay="1500"/>
                            </p:stCondLst>
                            <p:childTnLst>
                              <p:par>
                                <p:cTn id="27" presetID="17" presetClass="entr" presetSubtype="8" fill="hold" grpId="0" nodeType="afterEffect">
                                  <p:stCondLst>
                                    <p:cond delay="0"/>
                                  </p:stCondLst>
                                  <p:childTnLst>
                                    <p:set>
                                      <p:cBhvr>
                                        <p:cTn id="28" dur="1" fill="hold">
                                          <p:stCondLst>
                                            <p:cond delay="0"/>
                                          </p:stCondLst>
                                        </p:cTn>
                                        <p:tgtEl>
                                          <p:spTgt spid="40"/>
                                        </p:tgtEl>
                                        <p:attrNameLst>
                                          <p:attrName>style.visibility</p:attrName>
                                        </p:attrNameLst>
                                      </p:cBhvr>
                                      <p:to>
                                        <p:strVal val="visible"/>
                                      </p:to>
                                    </p:set>
                                    <p:anim calcmode="lin" valueType="num">
                                      <p:cBhvr>
                                        <p:cTn id="29" dur="500" fill="hold"/>
                                        <p:tgtEl>
                                          <p:spTgt spid="40"/>
                                        </p:tgtEl>
                                        <p:attrNameLst>
                                          <p:attrName>ppt_x</p:attrName>
                                        </p:attrNameLst>
                                      </p:cBhvr>
                                      <p:tavLst>
                                        <p:tav tm="0">
                                          <p:val>
                                            <p:strVal val="#ppt_x-#ppt_w/2"/>
                                          </p:val>
                                        </p:tav>
                                        <p:tav tm="100000">
                                          <p:val>
                                            <p:strVal val="#ppt_x"/>
                                          </p:val>
                                        </p:tav>
                                      </p:tavLst>
                                    </p:anim>
                                    <p:anim calcmode="lin" valueType="num">
                                      <p:cBhvr>
                                        <p:cTn id="30" dur="500" fill="hold"/>
                                        <p:tgtEl>
                                          <p:spTgt spid="40"/>
                                        </p:tgtEl>
                                        <p:attrNameLst>
                                          <p:attrName>ppt_y</p:attrName>
                                        </p:attrNameLst>
                                      </p:cBhvr>
                                      <p:tavLst>
                                        <p:tav tm="0">
                                          <p:val>
                                            <p:strVal val="#ppt_y"/>
                                          </p:val>
                                        </p:tav>
                                        <p:tav tm="100000">
                                          <p:val>
                                            <p:strVal val="#ppt_y"/>
                                          </p:val>
                                        </p:tav>
                                      </p:tavLst>
                                    </p:anim>
                                    <p:anim calcmode="lin" valueType="num">
                                      <p:cBhvr>
                                        <p:cTn id="31" dur="500" fill="hold"/>
                                        <p:tgtEl>
                                          <p:spTgt spid="40"/>
                                        </p:tgtEl>
                                        <p:attrNameLst>
                                          <p:attrName>ppt_w</p:attrName>
                                        </p:attrNameLst>
                                      </p:cBhvr>
                                      <p:tavLst>
                                        <p:tav tm="0">
                                          <p:val>
                                            <p:fltVal val="0"/>
                                          </p:val>
                                        </p:tav>
                                        <p:tav tm="100000">
                                          <p:val>
                                            <p:strVal val="#ppt_w"/>
                                          </p:val>
                                        </p:tav>
                                      </p:tavLst>
                                    </p:anim>
                                    <p:anim calcmode="lin" valueType="num">
                                      <p:cBhvr>
                                        <p:cTn id="32" dur="500" fill="hold"/>
                                        <p:tgtEl>
                                          <p:spTgt spid="40"/>
                                        </p:tgtEl>
                                        <p:attrNameLst>
                                          <p:attrName>ppt_h</p:attrName>
                                        </p:attrNameLst>
                                      </p:cBhvr>
                                      <p:tavLst>
                                        <p:tav tm="0">
                                          <p:val>
                                            <p:strVal val="#ppt_h"/>
                                          </p:val>
                                        </p:tav>
                                        <p:tav tm="100000">
                                          <p:val>
                                            <p:strVal val="#ppt_h"/>
                                          </p:val>
                                        </p:tav>
                                      </p:tavLst>
                                    </p:anim>
                                  </p:childTnLst>
                                </p:cTn>
                              </p:par>
                              <p:par>
                                <p:cTn id="33" presetID="35" presetClass="path" presetSubtype="0" accel="50000" decel="50000" fill="hold" grpId="1" nodeType="withEffect">
                                  <p:stCondLst>
                                    <p:cond delay="0"/>
                                  </p:stCondLst>
                                  <p:childTnLst>
                                    <p:animMotion origin="layout" path="M -4.79167E-6 -1.85185E-6 L -0.25 -1.85185E-6 " pathEditMode="relative" rAng="0" ptsTypes="AA">
                                      <p:cBhvr>
                                        <p:cTn id="34" dur="1000" spd="-100000" fill="hold"/>
                                        <p:tgtEl>
                                          <p:spTgt spid="40"/>
                                        </p:tgtEl>
                                        <p:attrNameLst>
                                          <p:attrName>ppt_x</p:attrName>
                                          <p:attrName>ppt_y</p:attrName>
                                        </p:attrNameLst>
                                      </p:cBhvr>
                                      <p:rCtr x="-12500" y="0"/>
                                    </p:animMotion>
                                  </p:childTnLst>
                                </p:cTn>
                              </p:par>
                              <p:par>
                                <p:cTn id="35" presetID="17" presetClass="entr" presetSubtype="1" fill="hold" grpId="0" nodeType="withEffect">
                                  <p:stCondLst>
                                    <p:cond delay="250"/>
                                  </p:stCondLst>
                                  <p:childTnLst>
                                    <p:set>
                                      <p:cBhvr>
                                        <p:cTn id="36" dur="1" fill="hold">
                                          <p:stCondLst>
                                            <p:cond delay="0"/>
                                          </p:stCondLst>
                                        </p:cTn>
                                        <p:tgtEl>
                                          <p:spTgt spid="42"/>
                                        </p:tgtEl>
                                        <p:attrNameLst>
                                          <p:attrName>style.visibility</p:attrName>
                                        </p:attrNameLst>
                                      </p:cBhvr>
                                      <p:to>
                                        <p:strVal val="visible"/>
                                      </p:to>
                                    </p:set>
                                    <p:anim calcmode="lin" valueType="num">
                                      <p:cBhvr>
                                        <p:cTn id="37" dur="500" fill="hold"/>
                                        <p:tgtEl>
                                          <p:spTgt spid="42"/>
                                        </p:tgtEl>
                                        <p:attrNameLst>
                                          <p:attrName>ppt_x</p:attrName>
                                        </p:attrNameLst>
                                      </p:cBhvr>
                                      <p:tavLst>
                                        <p:tav tm="0">
                                          <p:val>
                                            <p:strVal val="#ppt_x"/>
                                          </p:val>
                                        </p:tav>
                                        <p:tav tm="100000">
                                          <p:val>
                                            <p:strVal val="#ppt_x"/>
                                          </p:val>
                                        </p:tav>
                                      </p:tavLst>
                                    </p:anim>
                                    <p:anim calcmode="lin" valueType="num">
                                      <p:cBhvr>
                                        <p:cTn id="38" dur="500" fill="hold"/>
                                        <p:tgtEl>
                                          <p:spTgt spid="42"/>
                                        </p:tgtEl>
                                        <p:attrNameLst>
                                          <p:attrName>ppt_y</p:attrName>
                                        </p:attrNameLst>
                                      </p:cBhvr>
                                      <p:tavLst>
                                        <p:tav tm="0">
                                          <p:val>
                                            <p:strVal val="#ppt_y-#ppt_h/2"/>
                                          </p:val>
                                        </p:tav>
                                        <p:tav tm="100000">
                                          <p:val>
                                            <p:strVal val="#ppt_y"/>
                                          </p:val>
                                        </p:tav>
                                      </p:tavLst>
                                    </p:anim>
                                    <p:anim calcmode="lin" valueType="num">
                                      <p:cBhvr>
                                        <p:cTn id="39" dur="500" fill="hold"/>
                                        <p:tgtEl>
                                          <p:spTgt spid="42"/>
                                        </p:tgtEl>
                                        <p:attrNameLst>
                                          <p:attrName>ppt_w</p:attrName>
                                        </p:attrNameLst>
                                      </p:cBhvr>
                                      <p:tavLst>
                                        <p:tav tm="0">
                                          <p:val>
                                            <p:strVal val="#ppt_w"/>
                                          </p:val>
                                        </p:tav>
                                        <p:tav tm="100000">
                                          <p:val>
                                            <p:strVal val="#ppt_w"/>
                                          </p:val>
                                        </p:tav>
                                      </p:tavLst>
                                    </p:anim>
                                    <p:anim calcmode="lin" valueType="num">
                                      <p:cBhvr>
                                        <p:cTn id="40" dur="500" fill="hold"/>
                                        <p:tgtEl>
                                          <p:spTgt spid="42"/>
                                        </p:tgtEl>
                                        <p:attrNameLst>
                                          <p:attrName>ppt_h</p:attrName>
                                        </p:attrNameLst>
                                      </p:cBhvr>
                                      <p:tavLst>
                                        <p:tav tm="0">
                                          <p:val>
                                            <p:fltVal val="0"/>
                                          </p:val>
                                        </p:tav>
                                        <p:tav tm="100000">
                                          <p:val>
                                            <p:strVal val="#ppt_h"/>
                                          </p:val>
                                        </p:tav>
                                      </p:tavLst>
                                    </p:anim>
                                  </p:childTnLst>
                                </p:cTn>
                              </p:par>
                              <p:par>
                                <p:cTn id="41" presetID="64" presetClass="path" presetSubtype="0" accel="50000" decel="50000" fill="hold" grpId="1" nodeType="withEffect">
                                  <p:stCondLst>
                                    <p:cond delay="250"/>
                                  </p:stCondLst>
                                  <p:childTnLst>
                                    <p:animMotion origin="layout" path="M 3.95833E-6 -3.7037E-6 L 3.95833E-6 -0.25 " pathEditMode="relative" rAng="0" ptsTypes="AA">
                                      <p:cBhvr>
                                        <p:cTn id="42" dur="1000" spd="-100000" fill="hold"/>
                                        <p:tgtEl>
                                          <p:spTgt spid="42"/>
                                        </p:tgtEl>
                                        <p:attrNameLst>
                                          <p:attrName>ppt_x</p:attrName>
                                          <p:attrName>ppt_y</p:attrName>
                                        </p:attrNameLst>
                                      </p:cBhvr>
                                      <p:rCtr x="0" y="-12500"/>
                                    </p:animMotion>
                                  </p:childTnLst>
                                </p:cTn>
                              </p:par>
                              <p:par>
                                <p:cTn id="43" presetID="17" presetClass="entr" presetSubtype="2" fill="hold" grpId="0" nodeType="withEffect">
                                  <p:stCondLst>
                                    <p:cond delay="5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500" fill="hold"/>
                                        <p:tgtEl>
                                          <p:spTgt spid="43"/>
                                        </p:tgtEl>
                                        <p:attrNameLst>
                                          <p:attrName>ppt_x</p:attrName>
                                        </p:attrNameLst>
                                      </p:cBhvr>
                                      <p:tavLst>
                                        <p:tav tm="0">
                                          <p:val>
                                            <p:strVal val="#ppt_x+#ppt_w/2"/>
                                          </p:val>
                                        </p:tav>
                                        <p:tav tm="100000">
                                          <p:val>
                                            <p:strVal val="#ppt_x"/>
                                          </p:val>
                                        </p:tav>
                                      </p:tavLst>
                                    </p:anim>
                                    <p:anim calcmode="lin" valueType="num">
                                      <p:cBhvr>
                                        <p:cTn id="46" dur="500" fill="hold"/>
                                        <p:tgtEl>
                                          <p:spTgt spid="43"/>
                                        </p:tgtEl>
                                        <p:attrNameLst>
                                          <p:attrName>ppt_y</p:attrName>
                                        </p:attrNameLst>
                                      </p:cBhvr>
                                      <p:tavLst>
                                        <p:tav tm="0">
                                          <p:val>
                                            <p:strVal val="#ppt_y"/>
                                          </p:val>
                                        </p:tav>
                                        <p:tav tm="100000">
                                          <p:val>
                                            <p:strVal val="#ppt_y"/>
                                          </p:val>
                                        </p:tav>
                                      </p:tavLst>
                                    </p:anim>
                                    <p:anim calcmode="lin" valueType="num">
                                      <p:cBhvr>
                                        <p:cTn id="47" dur="500" fill="hold"/>
                                        <p:tgtEl>
                                          <p:spTgt spid="43"/>
                                        </p:tgtEl>
                                        <p:attrNameLst>
                                          <p:attrName>ppt_w</p:attrName>
                                        </p:attrNameLst>
                                      </p:cBhvr>
                                      <p:tavLst>
                                        <p:tav tm="0">
                                          <p:val>
                                            <p:fltVal val="0"/>
                                          </p:val>
                                        </p:tav>
                                        <p:tav tm="100000">
                                          <p:val>
                                            <p:strVal val="#ppt_w"/>
                                          </p:val>
                                        </p:tav>
                                      </p:tavLst>
                                    </p:anim>
                                    <p:anim calcmode="lin" valueType="num">
                                      <p:cBhvr>
                                        <p:cTn id="48" dur="500" fill="hold"/>
                                        <p:tgtEl>
                                          <p:spTgt spid="43"/>
                                        </p:tgtEl>
                                        <p:attrNameLst>
                                          <p:attrName>ppt_h</p:attrName>
                                        </p:attrNameLst>
                                      </p:cBhvr>
                                      <p:tavLst>
                                        <p:tav tm="0">
                                          <p:val>
                                            <p:strVal val="#ppt_h"/>
                                          </p:val>
                                        </p:tav>
                                        <p:tav tm="100000">
                                          <p:val>
                                            <p:strVal val="#ppt_h"/>
                                          </p:val>
                                        </p:tav>
                                      </p:tavLst>
                                    </p:anim>
                                  </p:childTnLst>
                                </p:cTn>
                              </p:par>
                              <p:par>
                                <p:cTn id="49" presetID="63" presetClass="path" presetSubtype="0" accel="50000" decel="50000" fill="hold" grpId="1" nodeType="withEffect">
                                  <p:stCondLst>
                                    <p:cond delay="500"/>
                                  </p:stCondLst>
                                  <p:childTnLst>
                                    <p:animMotion origin="layout" path="M -3.54167E-6 -1.85185E-6 L 0.25 -1.85185E-6 " pathEditMode="relative" rAng="0" ptsTypes="AA">
                                      <p:cBhvr>
                                        <p:cTn id="50" dur="1000" spd="-100000" fill="hold"/>
                                        <p:tgtEl>
                                          <p:spTgt spid="43"/>
                                        </p:tgtEl>
                                        <p:attrNameLst>
                                          <p:attrName>ppt_x</p:attrName>
                                          <p:attrName>ppt_y</p:attrName>
                                        </p:attrNameLst>
                                      </p:cBhvr>
                                      <p:rCtr x="12500" y="0"/>
                                    </p:animMotion>
                                  </p:childTnLst>
                                </p:cTn>
                              </p:par>
                              <p:par>
                                <p:cTn id="51" presetID="17" presetClass="entr" presetSubtype="4" fill="hold" grpId="0" nodeType="withEffect">
                                  <p:stCondLst>
                                    <p:cond delay="750"/>
                                  </p:stCondLst>
                                  <p:childTnLst>
                                    <p:set>
                                      <p:cBhvr>
                                        <p:cTn id="52" dur="1" fill="hold">
                                          <p:stCondLst>
                                            <p:cond delay="0"/>
                                          </p:stCondLst>
                                        </p:cTn>
                                        <p:tgtEl>
                                          <p:spTgt spid="41"/>
                                        </p:tgtEl>
                                        <p:attrNameLst>
                                          <p:attrName>style.visibility</p:attrName>
                                        </p:attrNameLst>
                                      </p:cBhvr>
                                      <p:to>
                                        <p:strVal val="visible"/>
                                      </p:to>
                                    </p:set>
                                    <p:anim calcmode="lin" valueType="num">
                                      <p:cBhvr>
                                        <p:cTn id="53" dur="500" fill="hold"/>
                                        <p:tgtEl>
                                          <p:spTgt spid="41"/>
                                        </p:tgtEl>
                                        <p:attrNameLst>
                                          <p:attrName>ppt_x</p:attrName>
                                        </p:attrNameLst>
                                      </p:cBhvr>
                                      <p:tavLst>
                                        <p:tav tm="0">
                                          <p:val>
                                            <p:strVal val="#ppt_x"/>
                                          </p:val>
                                        </p:tav>
                                        <p:tav tm="100000">
                                          <p:val>
                                            <p:strVal val="#ppt_x"/>
                                          </p:val>
                                        </p:tav>
                                      </p:tavLst>
                                    </p:anim>
                                    <p:anim calcmode="lin" valueType="num">
                                      <p:cBhvr>
                                        <p:cTn id="54" dur="500" fill="hold"/>
                                        <p:tgtEl>
                                          <p:spTgt spid="41"/>
                                        </p:tgtEl>
                                        <p:attrNameLst>
                                          <p:attrName>ppt_y</p:attrName>
                                        </p:attrNameLst>
                                      </p:cBhvr>
                                      <p:tavLst>
                                        <p:tav tm="0">
                                          <p:val>
                                            <p:strVal val="#ppt_y+#ppt_h/2"/>
                                          </p:val>
                                        </p:tav>
                                        <p:tav tm="100000">
                                          <p:val>
                                            <p:strVal val="#ppt_y"/>
                                          </p:val>
                                        </p:tav>
                                      </p:tavLst>
                                    </p:anim>
                                    <p:anim calcmode="lin" valueType="num">
                                      <p:cBhvr>
                                        <p:cTn id="55" dur="500" fill="hold"/>
                                        <p:tgtEl>
                                          <p:spTgt spid="41"/>
                                        </p:tgtEl>
                                        <p:attrNameLst>
                                          <p:attrName>ppt_w</p:attrName>
                                        </p:attrNameLst>
                                      </p:cBhvr>
                                      <p:tavLst>
                                        <p:tav tm="0">
                                          <p:val>
                                            <p:strVal val="#ppt_w"/>
                                          </p:val>
                                        </p:tav>
                                        <p:tav tm="100000">
                                          <p:val>
                                            <p:strVal val="#ppt_w"/>
                                          </p:val>
                                        </p:tav>
                                      </p:tavLst>
                                    </p:anim>
                                    <p:anim calcmode="lin" valueType="num">
                                      <p:cBhvr>
                                        <p:cTn id="56" dur="500" fill="hold"/>
                                        <p:tgtEl>
                                          <p:spTgt spid="41"/>
                                        </p:tgtEl>
                                        <p:attrNameLst>
                                          <p:attrName>ppt_h</p:attrName>
                                        </p:attrNameLst>
                                      </p:cBhvr>
                                      <p:tavLst>
                                        <p:tav tm="0">
                                          <p:val>
                                            <p:fltVal val="0"/>
                                          </p:val>
                                        </p:tav>
                                        <p:tav tm="100000">
                                          <p:val>
                                            <p:strVal val="#ppt_h"/>
                                          </p:val>
                                        </p:tav>
                                      </p:tavLst>
                                    </p:anim>
                                  </p:childTnLst>
                                </p:cTn>
                              </p:par>
                              <p:par>
                                <p:cTn id="57" presetID="42" presetClass="path" presetSubtype="0" accel="50000" decel="50000" fill="hold" grpId="1" nodeType="withEffect">
                                  <p:stCondLst>
                                    <p:cond delay="750"/>
                                  </p:stCondLst>
                                  <p:childTnLst>
                                    <p:animMotion origin="layout" path="M 3.95833E-6 -1.85185E-6 L 3.95833E-6 0.25 " pathEditMode="relative" rAng="0" ptsTypes="AA">
                                      <p:cBhvr>
                                        <p:cTn id="58" dur="1000" spd="-100000" fill="hold"/>
                                        <p:tgtEl>
                                          <p:spTgt spid="41"/>
                                        </p:tgtEl>
                                        <p:attrNameLst>
                                          <p:attrName>ppt_x</p:attrName>
                                          <p:attrName>ppt_y</p:attrName>
                                        </p:attrNameLst>
                                      </p:cBhvr>
                                      <p:rCtr x="0" y="12500"/>
                                    </p:animMotion>
                                  </p:childTnLst>
                                </p:cTn>
                              </p:par>
                            </p:childTnLst>
                          </p:cTn>
                        </p:par>
                        <p:par>
                          <p:cTn id="59" fill="hold">
                            <p:stCondLst>
                              <p:cond delay="3250"/>
                            </p:stCondLst>
                            <p:childTnLst>
                              <p:par>
                                <p:cTn id="60" presetID="53" presetClass="entr" presetSubtype="16" fill="hold" grpId="0" nodeType="afterEffect">
                                  <p:stCondLst>
                                    <p:cond delay="0"/>
                                  </p:stCondLst>
                                  <p:childTnLst>
                                    <p:set>
                                      <p:cBhvr>
                                        <p:cTn id="61" dur="1" fill="hold">
                                          <p:stCondLst>
                                            <p:cond delay="0"/>
                                          </p:stCondLst>
                                        </p:cTn>
                                        <p:tgtEl>
                                          <p:spTgt spid="51"/>
                                        </p:tgtEl>
                                        <p:attrNameLst>
                                          <p:attrName>style.visibility</p:attrName>
                                        </p:attrNameLst>
                                      </p:cBhvr>
                                      <p:to>
                                        <p:strVal val="visible"/>
                                      </p:to>
                                    </p:set>
                                    <p:anim calcmode="lin" valueType="num">
                                      <p:cBhvr>
                                        <p:cTn id="62" dur="500" fill="hold"/>
                                        <p:tgtEl>
                                          <p:spTgt spid="51"/>
                                        </p:tgtEl>
                                        <p:attrNameLst>
                                          <p:attrName>ppt_w</p:attrName>
                                        </p:attrNameLst>
                                      </p:cBhvr>
                                      <p:tavLst>
                                        <p:tav tm="0">
                                          <p:val>
                                            <p:fltVal val="0"/>
                                          </p:val>
                                        </p:tav>
                                        <p:tav tm="100000">
                                          <p:val>
                                            <p:strVal val="#ppt_w"/>
                                          </p:val>
                                        </p:tav>
                                      </p:tavLst>
                                    </p:anim>
                                    <p:anim calcmode="lin" valueType="num">
                                      <p:cBhvr>
                                        <p:cTn id="63" dur="500" fill="hold"/>
                                        <p:tgtEl>
                                          <p:spTgt spid="51"/>
                                        </p:tgtEl>
                                        <p:attrNameLst>
                                          <p:attrName>ppt_h</p:attrName>
                                        </p:attrNameLst>
                                      </p:cBhvr>
                                      <p:tavLst>
                                        <p:tav tm="0">
                                          <p:val>
                                            <p:fltVal val="0"/>
                                          </p:val>
                                        </p:tav>
                                        <p:tav tm="100000">
                                          <p:val>
                                            <p:strVal val="#ppt_h"/>
                                          </p:val>
                                        </p:tav>
                                      </p:tavLst>
                                    </p:anim>
                                    <p:animEffect transition="in" filter="fade">
                                      <p:cBhvr>
                                        <p:cTn id="64" dur="500"/>
                                        <p:tgtEl>
                                          <p:spTgt spid="51"/>
                                        </p:tgtEl>
                                      </p:cBhvr>
                                    </p:animEffect>
                                  </p:childTnLst>
                                </p:cTn>
                              </p:par>
                              <p:par>
                                <p:cTn id="65" presetID="35" presetClass="path" presetSubtype="0" accel="50000" decel="50000" fill="hold" grpId="1" nodeType="withEffect">
                                  <p:stCondLst>
                                    <p:cond delay="0"/>
                                  </p:stCondLst>
                                  <p:childTnLst>
                                    <p:animMotion origin="layout" path="M 3.125E-6 -2.96296E-6 L -0.10899 -2.96296E-6 " pathEditMode="relative" rAng="0" ptsTypes="AA">
                                      <p:cBhvr>
                                        <p:cTn id="66" dur="1000" spd="-100000" fill="hold"/>
                                        <p:tgtEl>
                                          <p:spTgt spid="51"/>
                                        </p:tgtEl>
                                        <p:attrNameLst>
                                          <p:attrName>ppt_x</p:attrName>
                                          <p:attrName>ppt_y</p:attrName>
                                        </p:attrNameLst>
                                      </p:cBhvr>
                                      <p:rCtr x="-5456" y="0"/>
                                    </p:animMotion>
                                  </p:childTnLst>
                                </p:cTn>
                              </p:par>
                              <p:par>
                                <p:cTn id="67" presetID="10" presetClass="entr" presetSubtype="0" fill="hold" grpId="0" nodeType="withEffect">
                                  <p:stCondLst>
                                    <p:cond delay="500"/>
                                  </p:stCondLst>
                                  <p:childTnLst>
                                    <p:set>
                                      <p:cBhvr>
                                        <p:cTn id="68" dur="1" fill="hold">
                                          <p:stCondLst>
                                            <p:cond delay="0"/>
                                          </p:stCondLst>
                                        </p:cTn>
                                        <p:tgtEl>
                                          <p:spTgt spid="53"/>
                                        </p:tgtEl>
                                        <p:attrNameLst>
                                          <p:attrName>style.visibility</p:attrName>
                                        </p:attrNameLst>
                                      </p:cBhvr>
                                      <p:to>
                                        <p:strVal val="visible"/>
                                      </p:to>
                                    </p:set>
                                    <p:animEffect transition="in" filter="fade">
                                      <p:cBhvr>
                                        <p:cTn id="69" dur="500"/>
                                        <p:tgtEl>
                                          <p:spTgt spid="53"/>
                                        </p:tgtEl>
                                      </p:cBhvr>
                                    </p:animEffect>
                                  </p:childTnLst>
                                </p:cTn>
                              </p:par>
                            </p:childTnLst>
                          </p:cTn>
                        </p:par>
                        <p:par>
                          <p:cTn id="70" fill="hold">
                            <p:stCondLst>
                              <p:cond delay="4250"/>
                            </p:stCondLst>
                            <p:childTnLst>
                              <p:par>
                                <p:cTn id="71" presetID="53" presetClass="entr" presetSubtype="16" fill="hold" nodeType="afterEffect">
                                  <p:stCondLst>
                                    <p:cond delay="0"/>
                                  </p:stCondLst>
                                  <p:childTnLst>
                                    <p:set>
                                      <p:cBhvr>
                                        <p:cTn id="72" dur="1" fill="hold">
                                          <p:stCondLst>
                                            <p:cond delay="0"/>
                                          </p:stCondLst>
                                        </p:cTn>
                                        <p:tgtEl>
                                          <p:spTgt spid="56"/>
                                        </p:tgtEl>
                                        <p:attrNameLst>
                                          <p:attrName>style.visibility</p:attrName>
                                        </p:attrNameLst>
                                      </p:cBhvr>
                                      <p:to>
                                        <p:strVal val="visible"/>
                                      </p:to>
                                    </p:set>
                                    <p:anim calcmode="lin" valueType="num">
                                      <p:cBhvr>
                                        <p:cTn id="73" dur="250" fill="hold"/>
                                        <p:tgtEl>
                                          <p:spTgt spid="56"/>
                                        </p:tgtEl>
                                        <p:attrNameLst>
                                          <p:attrName>ppt_w</p:attrName>
                                        </p:attrNameLst>
                                      </p:cBhvr>
                                      <p:tavLst>
                                        <p:tav tm="0">
                                          <p:val>
                                            <p:fltVal val="0"/>
                                          </p:val>
                                        </p:tav>
                                        <p:tav tm="100000">
                                          <p:val>
                                            <p:strVal val="#ppt_w"/>
                                          </p:val>
                                        </p:tav>
                                      </p:tavLst>
                                    </p:anim>
                                    <p:anim calcmode="lin" valueType="num">
                                      <p:cBhvr>
                                        <p:cTn id="74" dur="250" fill="hold"/>
                                        <p:tgtEl>
                                          <p:spTgt spid="56"/>
                                        </p:tgtEl>
                                        <p:attrNameLst>
                                          <p:attrName>ppt_h</p:attrName>
                                        </p:attrNameLst>
                                      </p:cBhvr>
                                      <p:tavLst>
                                        <p:tav tm="0">
                                          <p:val>
                                            <p:fltVal val="0"/>
                                          </p:val>
                                        </p:tav>
                                        <p:tav tm="100000">
                                          <p:val>
                                            <p:strVal val="#ppt_h"/>
                                          </p:val>
                                        </p:tav>
                                      </p:tavLst>
                                    </p:anim>
                                    <p:animEffect transition="in" filter="fade">
                                      <p:cBhvr>
                                        <p:cTn id="75" dur="250"/>
                                        <p:tgtEl>
                                          <p:spTgt spid="56"/>
                                        </p:tgtEl>
                                      </p:cBhvr>
                                    </p:animEffect>
                                  </p:childTnLst>
                                </p:cTn>
                              </p:par>
                              <p:par>
                                <p:cTn id="76" presetID="6" presetClass="emph" presetSubtype="0" decel="100000" fill="hold" nodeType="withEffect">
                                  <p:stCondLst>
                                    <p:cond delay="200"/>
                                  </p:stCondLst>
                                  <p:childTnLst>
                                    <p:animScale>
                                      <p:cBhvr>
                                        <p:cTn id="77" dur="250" fill="hold"/>
                                        <p:tgtEl>
                                          <p:spTgt spid="56"/>
                                        </p:tgtEl>
                                      </p:cBhvr>
                                      <p:by x="120000" y="120000"/>
                                    </p:animScale>
                                  </p:childTnLst>
                                </p:cTn>
                              </p:par>
                              <p:par>
                                <p:cTn id="78" presetID="6" presetClass="emph" presetSubtype="0" decel="100000" fill="hold" nodeType="withEffect">
                                  <p:stCondLst>
                                    <p:cond delay="400"/>
                                  </p:stCondLst>
                                  <p:childTnLst>
                                    <p:animScale>
                                      <p:cBhvr>
                                        <p:cTn id="79" dur="250" fill="hold"/>
                                        <p:tgtEl>
                                          <p:spTgt spid="56"/>
                                        </p:tgtEl>
                                      </p:cBhvr>
                                      <p:by x="83000" y="83000"/>
                                    </p:animScale>
                                  </p:childTnLst>
                                </p:cTn>
                              </p:par>
                              <p:par>
                                <p:cTn id="80" presetID="53" presetClass="entr" presetSubtype="16" fill="hold" grpId="0" nodeType="withEffect">
                                  <p:stCondLst>
                                    <p:cond delay="250"/>
                                  </p:stCondLst>
                                  <p:iterate type="lt">
                                    <p:tmPct val="10000"/>
                                  </p:iterate>
                                  <p:childTnLst>
                                    <p:set>
                                      <p:cBhvr>
                                        <p:cTn id="81" dur="1" fill="hold">
                                          <p:stCondLst>
                                            <p:cond delay="0"/>
                                          </p:stCondLst>
                                        </p:cTn>
                                        <p:tgtEl>
                                          <p:spTgt spid="55"/>
                                        </p:tgtEl>
                                        <p:attrNameLst>
                                          <p:attrName>style.visibility</p:attrName>
                                        </p:attrNameLst>
                                      </p:cBhvr>
                                      <p:to>
                                        <p:strVal val="visible"/>
                                      </p:to>
                                    </p:set>
                                    <p:anim calcmode="lin" valueType="num">
                                      <p:cBhvr>
                                        <p:cTn id="82" dur="250" fill="hold"/>
                                        <p:tgtEl>
                                          <p:spTgt spid="55"/>
                                        </p:tgtEl>
                                        <p:attrNameLst>
                                          <p:attrName>ppt_w</p:attrName>
                                        </p:attrNameLst>
                                      </p:cBhvr>
                                      <p:tavLst>
                                        <p:tav tm="0">
                                          <p:val>
                                            <p:fltVal val="0"/>
                                          </p:val>
                                        </p:tav>
                                        <p:tav tm="100000">
                                          <p:val>
                                            <p:strVal val="#ppt_w"/>
                                          </p:val>
                                        </p:tav>
                                      </p:tavLst>
                                    </p:anim>
                                    <p:anim calcmode="lin" valueType="num">
                                      <p:cBhvr>
                                        <p:cTn id="83" dur="250" fill="hold"/>
                                        <p:tgtEl>
                                          <p:spTgt spid="55"/>
                                        </p:tgtEl>
                                        <p:attrNameLst>
                                          <p:attrName>ppt_h</p:attrName>
                                        </p:attrNameLst>
                                      </p:cBhvr>
                                      <p:tavLst>
                                        <p:tav tm="0">
                                          <p:val>
                                            <p:fltVal val="0"/>
                                          </p:val>
                                        </p:tav>
                                        <p:tav tm="100000">
                                          <p:val>
                                            <p:strVal val="#ppt_h"/>
                                          </p:val>
                                        </p:tav>
                                      </p:tavLst>
                                    </p:anim>
                                    <p:animEffect transition="in" filter="fade">
                                      <p:cBhvr>
                                        <p:cTn id="84" dur="250"/>
                                        <p:tgtEl>
                                          <p:spTgt spid="55"/>
                                        </p:tgtEl>
                                      </p:cBhvr>
                                    </p:animEffect>
                                  </p:childTnLst>
                                </p:cTn>
                              </p:par>
                            </p:childTnLst>
                          </p:cTn>
                        </p:par>
                        <p:par>
                          <p:cTn id="85" fill="hold">
                            <p:stCondLst>
                              <p:cond delay="5950"/>
                            </p:stCondLst>
                            <p:childTnLst>
                              <p:par>
                                <p:cTn id="86" presetID="53" presetClass="entr" presetSubtype="16" fill="hold" grpId="0" nodeType="afterEffect">
                                  <p:stCondLst>
                                    <p:cond delay="0"/>
                                  </p:stCondLst>
                                  <p:childTnLst>
                                    <p:set>
                                      <p:cBhvr>
                                        <p:cTn id="87" dur="1" fill="hold">
                                          <p:stCondLst>
                                            <p:cond delay="0"/>
                                          </p:stCondLst>
                                        </p:cTn>
                                        <p:tgtEl>
                                          <p:spTgt spid="48"/>
                                        </p:tgtEl>
                                        <p:attrNameLst>
                                          <p:attrName>style.visibility</p:attrName>
                                        </p:attrNameLst>
                                      </p:cBhvr>
                                      <p:to>
                                        <p:strVal val="visible"/>
                                      </p:to>
                                    </p:set>
                                    <p:anim calcmode="lin" valueType="num">
                                      <p:cBhvr>
                                        <p:cTn id="88" dur="500" fill="hold"/>
                                        <p:tgtEl>
                                          <p:spTgt spid="48"/>
                                        </p:tgtEl>
                                        <p:attrNameLst>
                                          <p:attrName>ppt_w</p:attrName>
                                        </p:attrNameLst>
                                      </p:cBhvr>
                                      <p:tavLst>
                                        <p:tav tm="0">
                                          <p:val>
                                            <p:fltVal val="0"/>
                                          </p:val>
                                        </p:tav>
                                        <p:tav tm="100000">
                                          <p:val>
                                            <p:strVal val="#ppt_w"/>
                                          </p:val>
                                        </p:tav>
                                      </p:tavLst>
                                    </p:anim>
                                    <p:anim calcmode="lin" valueType="num">
                                      <p:cBhvr>
                                        <p:cTn id="89" dur="500" fill="hold"/>
                                        <p:tgtEl>
                                          <p:spTgt spid="48"/>
                                        </p:tgtEl>
                                        <p:attrNameLst>
                                          <p:attrName>ppt_h</p:attrName>
                                        </p:attrNameLst>
                                      </p:cBhvr>
                                      <p:tavLst>
                                        <p:tav tm="0">
                                          <p:val>
                                            <p:fltVal val="0"/>
                                          </p:val>
                                        </p:tav>
                                        <p:tav tm="100000">
                                          <p:val>
                                            <p:strVal val="#ppt_h"/>
                                          </p:val>
                                        </p:tav>
                                      </p:tavLst>
                                    </p:anim>
                                    <p:animEffect transition="in" filter="fade">
                                      <p:cBhvr>
                                        <p:cTn id="90" dur="500"/>
                                        <p:tgtEl>
                                          <p:spTgt spid="48"/>
                                        </p:tgtEl>
                                      </p:cBhvr>
                                    </p:animEffect>
                                  </p:childTnLst>
                                </p:cTn>
                              </p:par>
                              <p:par>
                                <p:cTn id="91" presetID="64" presetClass="path" presetSubtype="0" accel="50000" decel="50000" fill="hold" grpId="1" nodeType="withEffect">
                                  <p:stCondLst>
                                    <p:cond delay="0"/>
                                  </p:stCondLst>
                                  <p:childTnLst>
                                    <p:animMotion origin="layout" path="M 1.875E-6 2.96296E-6 L 1.875E-6 -0.07338 " pathEditMode="relative" rAng="0" ptsTypes="AA">
                                      <p:cBhvr>
                                        <p:cTn id="92" dur="1000" spd="-100000" fill="hold"/>
                                        <p:tgtEl>
                                          <p:spTgt spid="48"/>
                                        </p:tgtEl>
                                        <p:attrNameLst>
                                          <p:attrName>ppt_x</p:attrName>
                                          <p:attrName>ppt_y</p:attrName>
                                        </p:attrNameLst>
                                      </p:cBhvr>
                                      <p:rCtr x="0" y="-3681"/>
                                    </p:animMotion>
                                  </p:childTnLst>
                                </p:cTn>
                              </p:par>
                              <p:par>
                                <p:cTn id="93" presetID="10" presetClass="entr" presetSubtype="0" fill="hold" grpId="0" nodeType="withEffect">
                                  <p:stCondLst>
                                    <p:cond delay="50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500"/>
                                        <p:tgtEl>
                                          <p:spTgt spid="47"/>
                                        </p:tgtEl>
                                      </p:cBhvr>
                                    </p:animEffect>
                                  </p:childTnLst>
                                </p:cTn>
                              </p:par>
                            </p:childTnLst>
                          </p:cTn>
                        </p:par>
                        <p:par>
                          <p:cTn id="96" fill="hold">
                            <p:stCondLst>
                              <p:cond delay="6950"/>
                            </p:stCondLst>
                            <p:childTnLst>
                              <p:par>
                                <p:cTn id="97" presetID="53" presetClass="entr" presetSubtype="16" fill="hold" nodeType="afterEffect">
                                  <p:stCondLst>
                                    <p:cond delay="0"/>
                                  </p:stCondLst>
                                  <p:childTnLst>
                                    <p:set>
                                      <p:cBhvr>
                                        <p:cTn id="98" dur="1" fill="hold">
                                          <p:stCondLst>
                                            <p:cond delay="0"/>
                                          </p:stCondLst>
                                        </p:cTn>
                                        <p:tgtEl>
                                          <p:spTgt spid="59"/>
                                        </p:tgtEl>
                                        <p:attrNameLst>
                                          <p:attrName>style.visibility</p:attrName>
                                        </p:attrNameLst>
                                      </p:cBhvr>
                                      <p:to>
                                        <p:strVal val="visible"/>
                                      </p:to>
                                    </p:set>
                                    <p:anim calcmode="lin" valueType="num">
                                      <p:cBhvr>
                                        <p:cTn id="99" dur="250" fill="hold"/>
                                        <p:tgtEl>
                                          <p:spTgt spid="59"/>
                                        </p:tgtEl>
                                        <p:attrNameLst>
                                          <p:attrName>ppt_w</p:attrName>
                                        </p:attrNameLst>
                                      </p:cBhvr>
                                      <p:tavLst>
                                        <p:tav tm="0">
                                          <p:val>
                                            <p:fltVal val="0"/>
                                          </p:val>
                                        </p:tav>
                                        <p:tav tm="100000">
                                          <p:val>
                                            <p:strVal val="#ppt_w"/>
                                          </p:val>
                                        </p:tav>
                                      </p:tavLst>
                                    </p:anim>
                                    <p:anim calcmode="lin" valueType="num">
                                      <p:cBhvr>
                                        <p:cTn id="100" dur="250" fill="hold"/>
                                        <p:tgtEl>
                                          <p:spTgt spid="59"/>
                                        </p:tgtEl>
                                        <p:attrNameLst>
                                          <p:attrName>ppt_h</p:attrName>
                                        </p:attrNameLst>
                                      </p:cBhvr>
                                      <p:tavLst>
                                        <p:tav tm="0">
                                          <p:val>
                                            <p:fltVal val="0"/>
                                          </p:val>
                                        </p:tav>
                                        <p:tav tm="100000">
                                          <p:val>
                                            <p:strVal val="#ppt_h"/>
                                          </p:val>
                                        </p:tav>
                                      </p:tavLst>
                                    </p:anim>
                                    <p:animEffect transition="in" filter="fade">
                                      <p:cBhvr>
                                        <p:cTn id="101" dur="250"/>
                                        <p:tgtEl>
                                          <p:spTgt spid="59"/>
                                        </p:tgtEl>
                                      </p:cBhvr>
                                    </p:animEffect>
                                  </p:childTnLst>
                                </p:cTn>
                              </p:par>
                              <p:par>
                                <p:cTn id="102" presetID="6" presetClass="emph" presetSubtype="0" decel="100000" fill="hold" nodeType="withEffect">
                                  <p:stCondLst>
                                    <p:cond delay="200"/>
                                  </p:stCondLst>
                                  <p:childTnLst>
                                    <p:animScale>
                                      <p:cBhvr>
                                        <p:cTn id="103" dur="250" fill="hold"/>
                                        <p:tgtEl>
                                          <p:spTgt spid="59"/>
                                        </p:tgtEl>
                                      </p:cBhvr>
                                      <p:by x="120000" y="120000"/>
                                    </p:animScale>
                                  </p:childTnLst>
                                </p:cTn>
                              </p:par>
                              <p:par>
                                <p:cTn id="104" presetID="6" presetClass="emph" presetSubtype="0" decel="100000" fill="hold" nodeType="withEffect">
                                  <p:stCondLst>
                                    <p:cond delay="400"/>
                                  </p:stCondLst>
                                  <p:childTnLst>
                                    <p:animScale>
                                      <p:cBhvr>
                                        <p:cTn id="105" dur="250" fill="hold"/>
                                        <p:tgtEl>
                                          <p:spTgt spid="59"/>
                                        </p:tgtEl>
                                      </p:cBhvr>
                                      <p:by x="83000" y="83000"/>
                                    </p:animScale>
                                  </p:childTnLst>
                                </p:cTn>
                              </p:par>
                              <p:par>
                                <p:cTn id="106" presetID="53" presetClass="entr" presetSubtype="16" fill="hold" grpId="0" nodeType="withEffect">
                                  <p:stCondLst>
                                    <p:cond delay="250"/>
                                  </p:stCondLst>
                                  <p:iterate type="lt">
                                    <p:tmPct val="10000"/>
                                  </p:iterate>
                                  <p:childTnLst>
                                    <p:set>
                                      <p:cBhvr>
                                        <p:cTn id="107" dur="1" fill="hold">
                                          <p:stCondLst>
                                            <p:cond delay="0"/>
                                          </p:stCondLst>
                                        </p:cTn>
                                        <p:tgtEl>
                                          <p:spTgt spid="45"/>
                                        </p:tgtEl>
                                        <p:attrNameLst>
                                          <p:attrName>style.visibility</p:attrName>
                                        </p:attrNameLst>
                                      </p:cBhvr>
                                      <p:to>
                                        <p:strVal val="visible"/>
                                      </p:to>
                                    </p:set>
                                    <p:anim calcmode="lin" valueType="num">
                                      <p:cBhvr>
                                        <p:cTn id="108" dur="250" fill="hold"/>
                                        <p:tgtEl>
                                          <p:spTgt spid="45"/>
                                        </p:tgtEl>
                                        <p:attrNameLst>
                                          <p:attrName>ppt_w</p:attrName>
                                        </p:attrNameLst>
                                      </p:cBhvr>
                                      <p:tavLst>
                                        <p:tav tm="0">
                                          <p:val>
                                            <p:fltVal val="0"/>
                                          </p:val>
                                        </p:tav>
                                        <p:tav tm="100000">
                                          <p:val>
                                            <p:strVal val="#ppt_w"/>
                                          </p:val>
                                        </p:tav>
                                      </p:tavLst>
                                    </p:anim>
                                    <p:anim calcmode="lin" valueType="num">
                                      <p:cBhvr>
                                        <p:cTn id="109" dur="250" fill="hold"/>
                                        <p:tgtEl>
                                          <p:spTgt spid="45"/>
                                        </p:tgtEl>
                                        <p:attrNameLst>
                                          <p:attrName>ppt_h</p:attrName>
                                        </p:attrNameLst>
                                      </p:cBhvr>
                                      <p:tavLst>
                                        <p:tav tm="0">
                                          <p:val>
                                            <p:fltVal val="0"/>
                                          </p:val>
                                        </p:tav>
                                        <p:tav tm="100000">
                                          <p:val>
                                            <p:strVal val="#ppt_h"/>
                                          </p:val>
                                        </p:tav>
                                      </p:tavLst>
                                    </p:anim>
                                    <p:animEffect transition="in" filter="fade">
                                      <p:cBhvr>
                                        <p:cTn id="110" dur="250"/>
                                        <p:tgtEl>
                                          <p:spTgt spid="45"/>
                                        </p:tgtEl>
                                      </p:cBhvr>
                                    </p:animEffect>
                                  </p:childTnLst>
                                </p:cTn>
                              </p:par>
                            </p:childTnLst>
                          </p:cTn>
                        </p:par>
                        <p:par>
                          <p:cTn id="111" fill="hold">
                            <p:stCondLst>
                              <p:cond delay="8650"/>
                            </p:stCondLst>
                            <p:childTnLst>
                              <p:par>
                                <p:cTn id="112" presetID="53" presetClass="entr" presetSubtype="16" fill="hold" grpId="0" nodeType="afterEffect">
                                  <p:stCondLst>
                                    <p:cond delay="0"/>
                                  </p:stCondLst>
                                  <p:childTnLst>
                                    <p:set>
                                      <p:cBhvr>
                                        <p:cTn id="113" dur="1" fill="hold">
                                          <p:stCondLst>
                                            <p:cond delay="0"/>
                                          </p:stCondLst>
                                        </p:cTn>
                                        <p:tgtEl>
                                          <p:spTgt spid="52"/>
                                        </p:tgtEl>
                                        <p:attrNameLst>
                                          <p:attrName>style.visibility</p:attrName>
                                        </p:attrNameLst>
                                      </p:cBhvr>
                                      <p:to>
                                        <p:strVal val="visible"/>
                                      </p:to>
                                    </p:set>
                                    <p:anim calcmode="lin" valueType="num">
                                      <p:cBhvr>
                                        <p:cTn id="114" dur="500" fill="hold"/>
                                        <p:tgtEl>
                                          <p:spTgt spid="52"/>
                                        </p:tgtEl>
                                        <p:attrNameLst>
                                          <p:attrName>ppt_w</p:attrName>
                                        </p:attrNameLst>
                                      </p:cBhvr>
                                      <p:tavLst>
                                        <p:tav tm="0">
                                          <p:val>
                                            <p:fltVal val="0"/>
                                          </p:val>
                                        </p:tav>
                                        <p:tav tm="100000">
                                          <p:val>
                                            <p:strVal val="#ppt_w"/>
                                          </p:val>
                                        </p:tav>
                                      </p:tavLst>
                                    </p:anim>
                                    <p:anim calcmode="lin" valueType="num">
                                      <p:cBhvr>
                                        <p:cTn id="115" dur="500" fill="hold"/>
                                        <p:tgtEl>
                                          <p:spTgt spid="52"/>
                                        </p:tgtEl>
                                        <p:attrNameLst>
                                          <p:attrName>ppt_h</p:attrName>
                                        </p:attrNameLst>
                                      </p:cBhvr>
                                      <p:tavLst>
                                        <p:tav tm="0">
                                          <p:val>
                                            <p:fltVal val="0"/>
                                          </p:val>
                                        </p:tav>
                                        <p:tav tm="100000">
                                          <p:val>
                                            <p:strVal val="#ppt_h"/>
                                          </p:val>
                                        </p:tav>
                                      </p:tavLst>
                                    </p:anim>
                                    <p:animEffect transition="in" filter="fade">
                                      <p:cBhvr>
                                        <p:cTn id="116" dur="500"/>
                                        <p:tgtEl>
                                          <p:spTgt spid="52"/>
                                        </p:tgtEl>
                                      </p:cBhvr>
                                    </p:animEffect>
                                  </p:childTnLst>
                                </p:cTn>
                              </p:par>
                              <p:par>
                                <p:cTn id="117" presetID="63" presetClass="path" presetSubtype="0" accel="50000" decel="50000" fill="hold" grpId="1" nodeType="withEffect">
                                  <p:stCondLst>
                                    <p:cond delay="0"/>
                                  </p:stCondLst>
                                  <p:childTnLst>
                                    <p:animMotion origin="layout" path="M -2.08333E-6 -2.96296E-6 L 0.05013 -2.96296E-6 " pathEditMode="relative" rAng="0" ptsTypes="AA">
                                      <p:cBhvr>
                                        <p:cTn id="118" dur="1000" spd="-100000" fill="hold"/>
                                        <p:tgtEl>
                                          <p:spTgt spid="52"/>
                                        </p:tgtEl>
                                        <p:attrNameLst>
                                          <p:attrName>ppt_x</p:attrName>
                                          <p:attrName>ppt_y</p:attrName>
                                        </p:attrNameLst>
                                      </p:cBhvr>
                                      <p:rCtr x="2500" y="0"/>
                                    </p:animMotion>
                                  </p:childTnLst>
                                </p:cTn>
                              </p:par>
                              <p:par>
                                <p:cTn id="119" presetID="10" presetClass="entr" presetSubtype="0" fill="hold" grpId="0" nodeType="withEffect">
                                  <p:stCondLst>
                                    <p:cond delay="500"/>
                                  </p:stCondLst>
                                  <p:childTnLst>
                                    <p:set>
                                      <p:cBhvr>
                                        <p:cTn id="120" dur="1" fill="hold">
                                          <p:stCondLst>
                                            <p:cond delay="0"/>
                                          </p:stCondLst>
                                        </p:cTn>
                                        <p:tgtEl>
                                          <p:spTgt spid="54"/>
                                        </p:tgtEl>
                                        <p:attrNameLst>
                                          <p:attrName>style.visibility</p:attrName>
                                        </p:attrNameLst>
                                      </p:cBhvr>
                                      <p:to>
                                        <p:strVal val="visible"/>
                                      </p:to>
                                    </p:set>
                                    <p:animEffect transition="in" filter="fade">
                                      <p:cBhvr>
                                        <p:cTn id="121" dur="500"/>
                                        <p:tgtEl>
                                          <p:spTgt spid="54"/>
                                        </p:tgtEl>
                                      </p:cBhvr>
                                    </p:animEffect>
                                  </p:childTnLst>
                                </p:cTn>
                              </p:par>
                            </p:childTnLst>
                          </p:cTn>
                        </p:par>
                        <p:par>
                          <p:cTn id="122" fill="hold">
                            <p:stCondLst>
                              <p:cond delay="9650"/>
                            </p:stCondLst>
                            <p:childTnLst>
                              <p:par>
                                <p:cTn id="123" presetID="53" presetClass="entr" presetSubtype="16" fill="hold" nodeType="afterEffect">
                                  <p:stCondLst>
                                    <p:cond delay="0"/>
                                  </p:stCondLst>
                                  <p:childTnLst>
                                    <p:set>
                                      <p:cBhvr>
                                        <p:cTn id="124" dur="1" fill="hold">
                                          <p:stCondLst>
                                            <p:cond delay="0"/>
                                          </p:stCondLst>
                                        </p:cTn>
                                        <p:tgtEl>
                                          <p:spTgt spid="62"/>
                                        </p:tgtEl>
                                        <p:attrNameLst>
                                          <p:attrName>style.visibility</p:attrName>
                                        </p:attrNameLst>
                                      </p:cBhvr>
                                      <p:to>
                                        <p:strVal val="visible"/>
                                      </p:to>
                                    </p:set>
                                    <p:anim calcmode="lin" valueType="num">
                                      <p:cBhvr>
                                        <p:cTn id="125" dur="250" fill="hold"/>
                                        <p:tgtEl>
                                          <p:spTgt spid="62"/>
                                        </p:tgtEl>
                                        <p:attrNameLst>
                                          <p:attrName>ppt_w</p:attrName>
                                        </p:attrNameLst>
                                      </p:cBhvr>
                                      <p:tavLst>
                                        <p:tav tm="0">
                                          <p:val>
                                            <p:fltVal val="0"/>
                                          </p:val>
                                        </p:tav>
                                        <p:tav tm="100000">
                                          <p:val>
                                            <p:strVal val="#ppt_w"/>
                                          </p:val>
                                        </p:tav>
                                      </p:tavLst>
                                    </p:anim>
                                    <p:anim calcmode="lin" valueType="num">
                                      <p:cBhvr>
                                        <p:cTn id="126" dur="250" fill="hold"/>
                                        <p:tgtEl>
                                          <p:spTgt spid="62"/>
                                        </p:tgtEl>
                                        <p:attrNameLst>
                                          <p:attrName>ppt_h</p:attrName>
                                        </p:attrNameLst>
                                      </p:cBhvr>
                                      <p:tavLst>
                                        <p:tav tm="0">
                                          <p:val>
                                            <p:fltVal val="0"/>
                                          </p:val>
                                        </p:tav>
                                        <p:tav tm="100000">
                                          <p:val>
                                            <p:strVal val="#ppt_h"/>
                                          </p:val>
                                        </p:tav>
                                      </p:tavLst>
                                    </p:anim>
                                    <p:animEffect transition="in" filter="fade">
                                      <p:cBhvr>
                                        <p:cTn id="127" dur="250"/>
                                        <p:tgtEl>
                                          <p:spTgt spid="62"/>
                                        </p:tgtEl>
                                      </p:cBhvr>
                                    </p:animEffect>
                                  </p:childTnLst>
                                </p:cTn>
                              </p:par>
                              <p:par>
                                <p:cTn id="128" presetID="6" presetClass="emph" presetSubtype="0" decel="100000" fill="hold" nodeType="withEffect">
                                  <p:stCondLst>
                                    <p:cond delay="200"/>
                                  </p:stCondLst>
                                  <p:childTnLst>
                                    <p:animScale>
                                      <p:cBhvr>
                                        <p:cTn id="129" dur="250" fill="hold"/>
                                        <p:tgtEl>
                                          <p:spTgt spid="62"/>
                                        </p:tgtEl>
                                      </p:cBhvr>
                                      <p:by x="120000" y="120000"/>
                                    </p:animScale>
                                  </p:childTnLst>
                                </p:cTn>
                              </p:par>
                              <p:par>
                                <p:cTn id="130" presetID="6" presetClass="emph" presetSubtype="0" decel="100000" fill="hold" nodeType="withEffect">
                                  <p:stCondLst>
                                    <p:cond delay="400"/>
                                  </p:stCondLst>
                                  <p:childTnLst>
                                    <p:animScale>
                                      <p:cBhvr>
                                        <p:cTn id="131" dur="250" fill="hold"/>
                                        <p:tgtEl>
                                          <p:spTgt spid="62"/>
                                        </p:tgtEl>
                                      </p:cBhvr>
                                      <p:by x="83000" y="83000"/>
                                    </p:animScale>
                                  </p:childTnLst>
                                </p:cTn>
                              </p:par>
                              <p:par>
                                <p:cTn id="132" presetID="53" presetClass="entr" presetSubtype="16" fill="hold" grpId="0" nodeType="withEffect">
                                  <p:stCondLst>
                                    <p:cond delay="250"/>
                                  </p:stCondLst>
                                  <p:iterate type="lt">
                                    <p:tmPct val="10000"/>
                                  </p:iterate>
                                  <p:childTnLst>
                                    <p:set>
                                      <p:cBhvr>
                                        <p:cTn id="133" dur="1" fill="hold">
                                          <p:stCondLst>
                                            <p:cond delay="0"/>
                                          </p:stCondLst>
                                        </p:cTn>
                                        <p:tgtEl>
                                          <p:spTgt spid="44"/>
                                        </p:tgtEl>
                                        <p:attrNameLst>
                                          <p:attrName>style.visibility</p:attrName>
                                        </p:attrNameLst>
                                      </p:cBhvr>
                                      <p:to>
                                        <p:strVal val="visible"/>
                                      </p:to>
                                    </p:set>
                                    <p:anim calcmode="lin" valueType="num">
                                      <p:cBhvr>
                                        <p:cTn id="134" dur="250" fill="hold"/>
                                        <p:tgtEl>
                                          <p:spTgt spid="44"/>
                                        </p:tgtEl>
                                        <p:attrNameLst>
                                          <p:attrName>ppt_w</p:attrName>
                                        </p:attrNameLst>
                                      </p:cBhvr>
                                      <p:tavLst>
                                        <p:tav tm="0">
                                          <p:val>
                                            <p:fltVal val="0"/>
                                          </p:val>
                                        </p:tav>
                                        <p:tav tm="100000">
                                          <p:val>
                                            <p:strVal val="#ppt_w"/>
                                          </p:val>
                                        </p:tav>
                                      </p:tavLst>
                                    </p:anim>
                                    <p:anim calcmode="lin" valueType="num">
                                      <p:cBhvr>
                                        <p:cTn id="135" dur="250" fill="hold"/>
                                        <p:tgtEl>
                                          <p:spTgt spid="44"/>
                                        </p:tgtEl>
                                        <p:attrNameLst>
                                          <p:attrName>ppt_h</p:attrName>
                                        </p:attrNameLst>
                                      </p:cBhvr>
                                      <p:tavLst>
                                        <p:tav tm="0">
                                          <p:val>
                                            <p:fltVal val="0"/>
                                          </p:val>
                                        </p:tav>
                                        <p:tav tm="100000">
                                          <p:val>
                                            <p:strVal val="#ppt_h"/>
                                          </p:val>
                                        </p:tav>
                                      </p:tavLst>
                                    </p:anim>
                                    <p:animEffect transition="in" filter="fade">
                                      <p:cBhvr>
                                        <p:cTn id="136" dur="250"/>
                                        <p:tgtEl>
                                          <p:spTgt spid="44"/>
                                        </p:tgtEl>
                                      </p:cBhvr>
                                    </p:animEffect>
                                  </p:childTnLst>
                                </p:cTn>
                              </p:par>
                            </p:childTnLst>
                          </p:cTn>
                        </p:par>
                        <p:par>
                          <p:cTn id="137" fill="hold">
                            <p:stCondLst>
                              <p:cond delay="11350"/>
                            </p:stCondLst>
                            <p:childTnLst>
                              <p:par>
                                <p:cTn id="138" presetID="53" presetClass="entr" presetSubtype="16" fill="hold" grpId="0" nodeType="afterEffect">
                                  <p:stCondLst>
                                    <p:cond delay="0"/>
                                  </p:stCondLst>
                                  <p:childTnLst>
                                    <p:set>
                                      <p:cBhvr>
                                        <p:cTn id="139" dur="1" fill="hold">
                                          <p:stCondLst>
                                            <p:cond delay="0"/>
                                          </p:stCondLst>
                                        </p:cTn>
                                        <p:tgtEl>
                                          <p:spTgt spid="50"/>
                                        </p:tgtEl>
                                        <p:attrNameLst>
                                          <p:attrName>style.visibility</p:attrName>
                                        </p:attrNameLst>
                                      </p:cBhvr>
                                      <p:to>
                                        <p:strVal val="visible"/>
                                      </p:to>
                                    </p:set>
                                    <p:anim calcmode="lin" valueType="num">
                                      <p:cBhvr>
                                        <p:cTn id="140" dur="500" fill="hold"/>
                                        <p:tgtEl>
                                          <p:spTgt spid="50"/>
                                        </p:tgtEl>
                                        <p:attrNameLst>
                                          <p:attrName>ppt_w</p:attrName>
                                        </p:attrNameLst>
                                      </p:cBhvr>
                                      <p:tavLst>
                                        <p:tav tm="0">
                                          <p:val>
                                            <p:fltVal val="0"/>
                                          </p:val>
                                        </p:tav>
                                        <p:tav tm="100000">
                                          <p:val>
                                            <p:strVal val="#ppt_w"/>
                                          </p:val>
                                        </p:tav>
                                      </p:tavLst>
                                    </p:anim>
                                    <p:anim calcmode="lin" valueType="num">
                                      <p:cBhvr>
                                        <p:cTn id="141" dur="500" fill="hold"/>
                                        <p:tgtEl>
                                          <p:spTgt spid="50"/>
                                        </p:tgtEl>
                                        <p:attrNameLst>
                                          <p:attrName>ppt_h</p:attrName>
                                        </p:attrNameLst>
                                      </p:cBhvr>
                                      <p:tavLst>
                                        <p:tav tm="0">
                                          <p:val>
                                            <p:fltVal val="0"/>
                                          </p:val>
                                        </p:tav>
                                        <p:tav tm="100000">
                                          <p:val>
                                            <p:strVal val="#ppt_h"/>
                                          </p:val>
                                        </p:tav>
                                      </p:tavLst>
                                    </p:anim>
                                    <p:animEffect transition="in" filter="fade">
                                      <p:cBhvr>
                                        <p:cTn id="142" dur="500"/>
                                        <p:tgtEl>
                                          <p:spTgt spid="50"/>
                                        </p:tgtEl>
                                      </p:cBhvr>
                                    </p:animEffect>
                                  </p:childTnLst>
                                </p:cTn>
                              </p:par>
                              <p:par>
                                <p:cTn id="143" presetID="42" presetClass="path" presetSubtype="0" accel="50000" decel="50000" fill="hold" grpId="1" nodeType="withEffect">
                                  <p:stCondLst>
                                    <p:cond delay="0"/>
                                  </p:stCondLst>
                                  <p:childTnLst>
                                    <p:animMotion origin="layout" path="M 1.875E-6 -4.44444E-6 L 1.875E-6 0.11135 " pathEditMode="relative" rAng="0" ptsTypes="AA">
                                      <p:cBhvr>
                                        <p:cTn id="144" dur="1000" spd="-100000" fill="hold"/>
                                        <p:tgtEl>
                                          <p:spTgt spid="50"/>
                                        </p:tgtEl>
                                        <p:attrNameLst>
                                          <p:attrName>ppt_x</p:attrName>
                                          <p:attrName>ppt_y</p:attrName>
                                        </p:attrNameLst>
                                      </p:cBhvr>
                                      <p:rCtr x="0" y="5556"/>
                                    </p:animMotion>
                                  </p:childTnLst>
                                </p:cTn>
                              </p:par>
                              <p:par>
                                <p:cTn id="145" presetID="10" presetClass="entr" presetSubtype="0" fill="hold" grpId="0" nodeType="withEffect">
                                  <p:stCondLst>
                                    <p:cond delay="500"/>
                                  </p:stCondLst>
                                  <p:childTnLst>
                                    <p:set>
                                      <p:cBhvr>
                                        <p:cTn id="146" dur="1" fill="hold">
                                          <p:stCondLst>
                                            <p:cond delay="0"/>
                                          </p:stCondLst>
                                        </p:cTn>
                                        <p:tgtEl>
                                          <p:spTgt spid="49"/>
                                        </p:tgtEl>
                                        <p:attrNameLst>
                                          <p:attrName>style.visibility</p:attrName>
                                        </p:attrNameLst>
                                      </p:cBhvr>
                                      <p:to>
                                        <p:strVal val="visible"/>
                                      </p:to>
                                    </p:set>
                                    <p:animEffect transition="in" filter="fade">
                                      <p:cBhvr>
                                        <p:cTn id="147" dur="500"/>
                                        <p:tgtEl>
                                          <p:spTgt spid="49"/>
                                        </p:tgtEl>
                                      </p:cBhvr>
                                    </p:animEffect>
                                  </p:childTnLst>
                                </p:cTn>
                              </p:par>
                            </p:childTnLst>
                          </p:cTn>
                        </p:par>
                        <p:par>
                          <p:cTn id="148" fill="hold">
                            <p:stCondLst>
                              <p:cond delay="12350"/>
                            </p:stCondLst>
                            <p:childTnLst>
                              <p:par>
                                <p:cTn id="149" presetID="53" presetClass="entr" presetSubtype="16" fill="hold" nodeType="afterEffect">
                                  <p:stCondLst>
                                    <p:cond delay="0"/>
                                  </p:stCondLst>
                                  <p:childTnLst>
                                    <p:set>
                                      <p:cBhvr>
                                        <p:cTn id="150" dur="1" fill="hold">
                                          <p:stCondLst>
                                            <p:cond delay="0"/>
                                          </p:stCondLst>
                                        </p:cTn>
                                        <p:tgtEl>
                                          <p:spTgt spid="65"/>
                                        </p:tgtEl>
                                        <p:attrNameLst>
                                          <p:attrName>style.visibility</p:attrName>
                                        </p:attrNameLst>
                                      </p:cBhvr>
                                      <p:to>
                                        <p:strVal val="visible"/>
                                      </p:to>
                                    </p:set>
                                    <p:anim calcmode="lin" valueType="num">
                                      <p:cBhvr>
                                        <p:cTn id="151" dur="250" fill="hold"/>
                                        <p:tgtEl>
                                          <p:spTgt spid="65"/>
                                        </p:tgtEl>
                                        <p:attrNameLst>
                                          <p:attrName>ppt_w</p:attrName>
                                        </p:attrNameLst>
                                      </p:cBhvr>
                                      <p:tavLst>
                                        <p:tav tm="0">
                                          <p:val>
                                            <p:fltVal val="0"/>
                                          </p:val>
                                        </p:tav>
                                        <p:tav tm="100000">
                                          <p:val>
                                            <p:strVal val="#ppt_w"/>
                                          </p:val>
                                        </p:tav>
                                      </p:tavLst>
                                    </p:anim>
                                    <p:anim calcmode="lin" valueType="num">
                                      <p:cBhvr>
                                        <p:cTn id="152" dur="250" fill="hold"/>
                                        <p:tgtEl>
                                          <p:spTgt spid="65"/>
                                        </p:tgtEl>
                                        <p:attrNameLst>
                                          <p:attrName>ppt_h</p:attrName>
                                        </p:attrNameLst>
                                      </p:cBhvr>
                                      <p:tavLst>
                                        <p:tav tm="0">
                                          <p:val>
                                            <p:fltVal val="0"/>
                                          </p:val>
                                        </p:tav>
                                        <p:tav tm="100000">
                                          <p:val>
                                            <p:strVal val="#ppt_h"/>
                                          </p:val>
                                        </p:tav>
                                      </p:tavLst>
                                    </p:anim>
                                    <p:animEffect transition="in" filter="fade">
                                      <p:cBhvr>
                                        <p:cTn id="153" dur="250"/>
                                        <p:tgtEl>
                                          <p:spTgt spid="65"/>
                                        </p:tgtEl>
                                      </p:cBhvr>
                                    </p:animEffect>
                                  </p:childTnLst>
                                </p:cTn>
                              </p:par>
                              <p:par>
                                <p:cTn id="154" presetID="6" presetClass="emph" presetSubtype="0" decel="100000" fill="hold" nodeType="withEffect">
                                  <p:stCondLst>
                                    <p:cond delay="200"/>
                                  </p:stCondLst>
                                  <p:childTnLst>
                                    <p:animScale>
                                      <p:cBhvr>
                                        <p:cTn id="155" dur="250" fill="hold"/>
                                        <p:tgtEl>
                                          <p:spTgt spid="65"/>
                                        </p:tgtEl>
                                      </p:cBhvr>
                                      <p:by x="120000" y="120000"/>
                                    </p:animScale>
                                  </p:childTnLst>
                                </p:cTn>
                              </p:par>
                              <p:par>
                                <p:cTn id="156" presetID="6" presetClass="emph" presetSubtype="0" decel="100000" fill="hold" nodeType="withEffect">
                                  <p:stCondLst>
                                    <p:cond delay="400"/>
                                  </p:stCondLst>
                                  <p:childTnLst>
                                    <p:animScale>
                                      <p:cBhvr>
                                        <p:cTn id="157" dur="250" fill="hold"/>
                                        <p:tgtEl>
                                          <p:spTgt spid="65"/>
                                        </p:tgtEl>
                                      </p:cBhvr>
                                      <p:by x="83000" y="83000"/>
                                    </p:animScale>
                                  </p:childTnLst>
                                </p:cTn>
                              </p:par>
                              <p:par>
                                <p:cTn id="158" presetID="53" presetClass="entr" presetSubtype="16" fill="hold" grpId="0" nodeType="withEffect">
                                  <p:stCondLst>
                                    <p:cond delay="250"/>
                                  </p:stCondLst>
                                  <p:iterate type="lt">
                                    <p:tmPct val="10000"/>
                                  </p:iterate>
                                  <p:childTnLst>
                                    <p:set>
                                      <p:cBhvr>
                                        <p:cTn id="159" dur="1" fill="hold">
                                          <p:stCondLst>
                                            <p:cond delay="0"/>
                                          </p:stCondLst>
                                        </p:cTn>
                                        <p:tgtEl>
                                          <p:spTgt spid="46"/>
                                        </p:tgtEl>
                                        <p:attrNameLst>
                                          <p:attrName>style.visibility</p:attrName>
                                        </p:attrNameLst>
                                      </p:cBhvr>
                                      <p:to>
                                        <p:strVal val="visible"/>
                                      </p:to>
                                    </p:set>
                                    <p:anim calcmode="lin" valueType="num">
                                      <p:cBhvr>
                                        <p:cTn id="160" dur="250" fill="hold"/>
                                        <p:tgtEl>
                                          <p:spTgt spid="46"/>
                                        </p:tgtEl>
                                        <p:attrNameLst>
                                          <p:attrName>ppt_w</p:attrName>
                                        </p:attrNameLst>
                                      </p:cBhvr>
                                      <p:tavLst>
                                        <p:tav tm="0">
                                          <p:val>
                                            <p:fltVal val="0"/>
                                          </p:val>
                                        </p:tav>
                                        <p:tav tm="100000">
                                          <p:val>
                                            <p:strVal val="#ppt_w"/>
                                          </p:val>
                                        </p:tav>
                                      </p:tavLst>
                                    </p:anim>
                                    <p:anim calcmode="lin" valueType="num">
                                      <p:cBhvr>
                                        <p:cTn id="161" dur="250" fill="hold"/>
                                        <p:tgtEl>
                                          <p:spTgt spid="46"/>
                                        </p:tgtEl>
                                        <p:attrNameLst>
                                          <p:attrName>ppt_h</p:attrName>
                                        </p:attrNameLst>
                                      </p:cBhvr>
                                      <p:tavLst>
                                        <p:tav tm="0">
                                          <p:val>
                                            <p:fltVal val="0"/>
                                          </p:val>
                                        </p:tav>
                                        <p:tav tm="100000">
                                          <p:val>
                                            <p:strVal val="#ppt_h"/>
                                          </p:val>
                                        </p:tav>
                                      </p:tavLst>
                                    </p:anim>
                                    <p:animEffect transition="in" filter="fade">
                                      <p:cBhvr>
                                        <p:cTn id="162" dur="2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40" grpId="0" animBg="1"/>
      <p:bldP spid="40" grpId="1" animBg="1"/>
      <p:bldP spid="41" grpId="0" animBg="1"/>
      <p:bldP spid="41" grpId="1" animBg="1"/>
      <p:bldP spid="42" grpId="0" animBg="1"/>
      <p:bldP spid="42" grpId="1" animBg="1"/>
      <p:bldP spid="43" grpId="0" animBg="1"/>
      <p:bldP spid="43" grpId="1" animBg="1"/>
      <p:bldP spid="44" grpId="0"/>
      <p:bldP spid="45" grpId="0"/>
      <p:bldP spid="46" grpId="0"/>
      <p:bldP spid="47" grpId="0" animBg="1"/>
      <p:bldP spid="48" grpId="0"/>
      <p:bldP spid="48" grpId="1"/>
      <p:bldP spid="49" grpId="0" animBg="1"/>
      <p:bldP spid="50" grpId="0"/>
      <p:bldP spid="50" grpId="1"/>
      <p:bldP spid="51" grpId="0"/>
      <p:bldP spid="51" grpId="1"/>
      <p:bldP spid="52" grpId="0"/>
      <p:bldP spid="52" grpId="1"/>
      <p:bldP spid="53" grpId="0" animBg="1"/>
      <p:bldP spid="54" grpId="0" animBg="1"/>
      <p:bldP spid="5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942612" y="1754708"/>
            <a:ext cx="2306777" cy="1938992"/>
          </a:xfrm>
          <a:prstGeom prst="rect">
            <a:avLst/>
          </a:prstGeom>
          <a:effectLst/>
        </p:spPr>
        <p:txBody>
          <a:bodyPr wrap="square" anchor="ctr">
            <a:spAutoFit/>
          </a:bodyPr>
          <a:lstStyle>
            <a:defPPr>
              <a:defRPr lang="zh-CN"/>
            </a:defPPr>
            <a:lvl1pPr algn="ctr">
              <a:defRPr sz="9600" b="1" spc="300">
                <a:solidFill>
                  <a:schemeClr val="accent2"/>
                </a:solidFill>
                <a:effectLst>
                  <a:innerShdw blurRad="76200" dist="76200" dir="13500000">
                    <a:prstClr val="black">
                      <a:alpha val="50000"/>
                    </a:prstClr>
                  </a:innerShdw>
                </a:effectLst>
                <a:ea typeface="微软雅黑" panose="020B0503020204020204" pitchFamily="34" charset="-122"/>
              </a:defRPr>
            </a:lvl1pPr>
          </a:lstStyle>
          <a:p>
            <a:pPr algn="ctr"/>
            <a:r>
              <a:rPr lang="en-US" altLang="zh-CN" sz="12000" dirty="0">
                <a:solidFill>
                  <a:srgbClr val="17406D"/>
                </a:solidFill>
                <a:effectLst/>
                <a:latin typeface="AgencyFB" panose="02000806040000020003" pitchFamily="2" charset="0"/>
              </a:rPr>
              <a:t>05</a:t>
            </a:r>
            <a:endParaRPr lang="zh-CN" altLang="en-US" sz="12000" dirty="0">
              <a:solidFill>
                <a:srgbClr val="17406D"/>
              </a:solidFill>
              <a:effectLst/>
              <a:latin typeface="AgencyFB" panose="02000806040000020003" pitchFamily="2" charset="0"/>
            </a:endParaRPr>
          </a:p>
        </p:txBody>
      </p:sp>
      <p:sp>
        <p:nvSpPr>
          <p:cNvPr id="8" name="文本框 7"/>
          <p:cNvSpPr txBox="1"/>
          <p:nvPr/>
        </p:nvSpPr>
        <p:spPr>
          <a:xfrm>
            <a:off x="2475943" y="3914196"/>
            <a:ext cx="7240115" cy="1200329"/>
          </a:xfrm>
          <a:prstGeom prst="rect">
            <a:avLst/>
          </a:prstGeom>
          <a:noFill/>
        </p:spPr>
        <p:txBody>
          <a:bodyPr wrap="square" rtlCol="0">
            <a:spAutoFit/>
          </a:bodyPr>
          <a:lstStyle/>
          <a:p>
            <a:pPr algn="ctr"/>
            <a:r>
              <a:rPr lang="zh-CN" altLang="en-US" sz="7200" b="1" dirty="0">
                <a:solidFill>
                  <a:srgbClr val="17406D"/>
                </a:solidFill>
                <a:latin typeface="微软雅黑" panose="020B0503020204020204" pitchFamily="34" charset="-122"/>
                <a:ea typeface="微软雅黑" panose="020B0503020204020204" pitchFamily="34" charset="-122"/>
                <a:cs typeface="Aharoni" panose="02010803020104030203" pitchFamily="2" charset="-79"/>
              </a:rPr>
              <a:t>新年工作计划</a:t>
            </a:r>
          </a:p>
        </p:txBody>
      </p:sp>
      <p:sp>
        <p:nvSpPr>
          <p:cNvPr id="9" name="文本框 8"/>
          <p:cNvSpPr txBox="1"/>
          <p:nvPr/>
        </p:nvSpPr>
        <p:spPr>
          <a:xfrm>
            <a:off x="3838808" y="5053565"/>
            <a:ext cx="4514385" cy="461665"/>
          </a:xfrm>
          <a:prstGeom prst="rect">
            <a:avLst/>
          </a:prstGeom>
          <a:noFill/>
        </p:spPr>
        <p:txBody>
          <a:bodyPr wrap="square" rtlCol="0">
            <a:spAutoFit/>
          </a:bodyPr>
          <a:lstStyle>
            <a:defPPr>
              <a:defRPr lang="zh-CN"/>
            </a:defPPr>
            <a:lvl1pPr>
              <a:defRPr sz="12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17406D"/>
                </a:solidFill>
                <a:effectLst/>
                <a:uLnTx/>
                <a:uFillTx/>
                <a:latin typeface="微软雅黑" panose="020B0503020204020204" pitchFamily="34" charset="-122"/>
                <a:ea typeface="微软雅黑" panose="020B0503020204020204" pitchFamily="34" charset="-122"/>
              </a:rPr>
              <a:t>WORK PLAN</a:t>
            </a:r>
          </a:p>
        </p:txBody>
      </p:sp>
      <p:sp>
        <p:nvSpPr>
          <p:cNvPr id="10" name="Freeform 5"/>
          <p:cNvSpPr>
            <a:spLocks/>
          </p:cNvSpPr>
          <p:nvPr/>
        </p:nvSpPr>
        <p:spPr bwMode="auto">
          <a:xfrm>
            <a:off x="6289733" y="1127760"/>
            <a:ext cx="789927" cy="784927"/>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11" name="Freeform 6"/>
          <p:cNvSpPr>
            <a:spLocks/>
          </p:cNvSpPr>
          <p:nvPr/>
        </p:nvSpPr>
        <p:spPr bwMode="auto">
          <a:xfrm>
            <a:off x="5112343" y="1127760"/>
            <a:ext cx="1967317" cy="2494768"/>
          </a:xfrm>
          <a:custGeom>
            <a:avLst/>
            <a:gdLst>
              <a:gd name="T0" fmla="*/ 200 w 6832"/>
              <a:gd name="T1" fmla="*/ 0 h 8715"/>
              <a:gd name="T2" fmla="*/ 3879 w 6832"/>
              <a:gd name="T3" fmla="*/ 0 h 8715"/>
              <a:gd name="T4" fmla="*/ 3879 w 6832"/>
              <a:gd name="T5" fmla="*/ 400 h 8715"/>
              <a:gd name="T6" fmla="*/ 400 w 6832"/>
              <a:gd name="T7" fmla="*/ 400 h 8715"/>
              <a:gd name="T8" fmla="*/ 400 w 6832"/>
              <a:gd name="T9" fmla="*/ 8315 h 8715"/>
              <a:gd name="T10" fmla="*/ 6432 w 6832"/>
              <a:gd name="T11" fmla="*/ 8315 h 8715"/>
              <a:gd name="T12" fmla="*/ 6432 w 6832"/>
              <a:gd name="T13" fmla="*/ 2952 h 8715"/>
              <a:gd name="T14" fmla="*/ 6832 w 6832"/>
              <a:gd name="T15" fmla="*/ 2952 h 8715"/>
              <a:gd name="T16" fmla="*/ 6832 w 6832"/>
              <a:gd name="T17" fmla="*/ 8515 h 8715"/>
              <a:gd name="T18" fmla="*/ 6832 w 6832"/>
              <a:gd name="T19" fmla="*/ 8715 h 8715"/>
              <a:gd name="T20" fmla="*/ 6632 w 6832"/>
              <a:gd name="T21" fmla="*/ 8715 h 8715"/>
              <a:gd name="T22" fmla="*/ 200 w 6832"/>
              <a:gd name="T23" fmla="*/ 8715 h 8715"/>
              <a:gd name="T24" fmla="*/ 0 w 6832"/>
              <a:gd name="T25" fmla="*/ 8715 h 8715"/>
              <a:gd name="T26" fmla="*/ 0 w 6832"/>
              <a:gd name="T27" fmla="*/ 8515 h 8715"/>
              <a:gd name="T28" fmla="*/ 0 w 6832"/>
              <a:gd name="T29" fmla="*/ 200 h 8715"/>
              <a:gd name="T30" fmla="*/ 0 w 6832"/>
              <a:gd name="T31" fmla="*/ 0 h 8715"/>
              <a:gd name="T32" fmla="*/ 200 w 6832"/>
              <a:gd name="T33" fmla="*/ 0 h 8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832" h="8715">
                <a:moveTo>
                  <a:pt x="200" y="0"/>
                </a:moveTo>
                <a:lnTo>
                  <a:pt x="3879" y="0"/>
                </a:lnTo>
                <a:lnTo>
                  <a:pt x="3879" y="400"/>
                </a:lnTo>
                <a:lnTo>
                  <a:pt x="400" y="400"/>
                </a:lnTo>
                <a:lnTo>
                  <a:pt x="400" y="8315"/>
                </a:lnTo>
                <a:lnTo>
                  <a:pt x="6432" y="8315"/>
                </a:lnTo>
                <a:lnTo>
                  <a:pt x="6432" y="2952"/>
                </a:lnTo>
                <a:lnTo>
                  <a:pt x="6832" y="2952"/>
                </a:lnTo>
                <a:lnTo>
                  <a:pt x="6832" y="8515"/>
                </a:lnTo>
                <a:lnTo>
                  <a:pt x="6832" y="8715"/>
                </a:lnTo>
                <a:lnTo>
                  <a:pt x="6632" y="8715"/>
                </a:lnTo>
                <a:lnTo>
                  <a:pt x="200" y="8715"/>
                </a:lnTo>
                <a:lnTo>
                  <a:pt x="0" y="8715"/>
                </a:lnTo>
                <a:lnTo>
                  <a:pt x="0" y="8515"/>
                </a:lnTo>
                <a:lnTo>
                  <a:pt x="0" y="200"/>
                </a:lnTo>
                <a:lnTo>
                  <a:pt x="0" y="0"/>
                </a:lnTo>
                <a:lnTo>
                  <a:pt x="200" y="0"/>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cxnSp>
        <p:nvCxnSpPr>
          <p:cNvPr id="18" name="直接连接符 17"/>
          <p:cNvCxnSpPr/>
          <p:nvPr/>
        </p:nvCxnSpPr>
        <p:spPr>
          <a:xfrm flipV="1">
            <a:off x="588582" y="-226165"/>
            <a:ext cx="2743006" cy="2743005"/>
          </a:xfrm>
          <a:prstGeom prst="line">
            <a:avLst/>
          </a:prstGeom>
          <a:noFill/>
          <a:ln w="63500" cap="rnd" cmpd="sng" algn="ctr">
            <a:gradFill>
              <a:gsLst>
                <a:gs pos="0">
                  <a:srgbClr val="17406D">
                    <a:alpha val="0"/>
                  </a:srgbClr>
                </a:gs>
                <a:gs pos="75000">
                  <a:srgbClr val="17406D"/>
                </a:gs>
              </a:gsLst>
              <a:lin ang="5400000" scaled="1"/>
            </a:gradFill>
            <a:prstDash val="solid"/>
            <a:miter lim="800000"/>
          </a:ln>
          <a:effectLst/>
        </p:spPr>
      </p:cxnSp>
      <p:cxnSp>
        <p:nvCxnSpPr>
          <p:cNvPr id="19" name="直接连接符 18"/>
          <p:cNvCxnSpPr/>
          <p:nvPr/>
        </p:nvCxnSpPr>
        <p:spPr>
          <a:xfrm flipV="1">
            <a:off x="-712073" y="543360"/>
            <a:ext cx="2601310" cy="2601310"/>
          </a:xfrm>
          <a:prstGeom prst="line">
            <a:avLst/>
          </a:prstGeom>
          <a:noFill/>
          <a:ln w="50800" cap="rnd" cmpd="sng" algn="ctr">
            <a:gradFill>
              <a:gsLst>
                <a:gs pos="20000">
                  <a:srgbClr val="C00000">
                    <a:alpha val="0"/>
                  </a:srgbClr>
                </a:gs>
                <a:gs pos="100000">
                  <a:srgbClr val="C00000"/>
                </a:gs>
              </a:gsLst>
              <a:lin ang="5400000" scaled="1"/>
            </a:gradFill>
            <a:prstDash val="solid"/>
            <a:miter lim="800000"/>
          </a:ln>
          <a:effectLst/>
        </p:spPr>
      </p:cxnSp>
      <p:cxnSp>
        <p:nvCxnSpPr>
          <p:cNvPr id="20" name="直接连接符 19"/>
          <p:cNvCxnSpPr/>
          <p:nvPr/>
        </p:nvCxnSpPr>
        <p:spPr>
          <a:xfrm flipV="1">
            <a:off x="352289" y="-864305"/>
            <a:ext cx="2601310" cy="2601310"/>
          </a:xfrm>
          <a:prstGeom prst="line">
            <a:avLst/>
          </a:prstGeom>
          <a:noFill/>
          <a:ln w="38100" cap="rnd" cmpd="sng" algn="ctr">
            <a:gradFill>
              <a:gsLst>
                <a:gs pos="0">
                  <a:srgbClr val="17406D">
                    <a:alpha val="0"/>
                  </a:srgbClr>
                </a:gs>
                <a:gs pos="75000">
                  <a:srgbClr val="17406D"/>
                </a:gs>
              </a:gsLst>
              <a:lin ang="5400000" scaled="1"/>
            </a:gradFill>
            <a:prstDash val="solid"/>
            <a:miter lim="800000"/>
          </a:ln>
          <a:effectLst/>
        </p:spPr>
      </p:cxnSp>
      <p:cxnSp>
        <p:nvCxnSpPr>
          <p:cNvPr id="21" name="直接连接符 20"/>
          <p:cNvCxnSpPr/>
          <p:nvPr/>
        </p:nvCxnSpPr>
        <p:spPr>
          <a:xfrm flipV="1">
            <a:off x="9899473" y="4336237"/>
            <a:ext cx="2601310" cy="2601310"/>
          </a:xfrm>
          <a:prstGeom prst="line">
            <a:avLst/>
          </a:prstGeom>
          <a:noFill/>
          <a:ln w="63500" cap="rnd" cmpd="sng" algn="ctr">
            <a:gradFill>
              <a:gsLst>
                <a:gs pos="0">
                  <a:srgbClr val="17406D">
                    <a:alpha val="0"/>
                  </a:srgbClr>
                </a:gs>
                <a:gs pos="50000">
                  <a:srgbClr val="17406D"/>
                </a:gs>
              </a:gsLst>
              <a:lin ang="5400000" scaled="1"/>
            </a:gradFill>
            <a:prstDash val="solid"/>
            <a:miter lim="800000"/>
          </a:ln>
          <a:effectLst/>
        </p:spPr>
      </p:cxnSp>
      <p:cxnSp>
        <p:nvCxnSpPr>
          <p:cNvPr id="22" name="直接连接符 21"/>
          <p:cNvCxnSpPr/>
          <p:nvPr/>
        </p:nvCxnSpPr>
        <p:spPr>
          <a:xfrm flipV="1">
            <a:off x="8583250" y="4587764"/>
            <a:ext cx="2993181" cy="2993181"/>
          </a:xfrm>
          <a:prstGeom prst="line">
            <a:avLst/>
          </a:prstGeom>
          <a:noFill/>
          <a:ln w="50800" cap="rnd" cmpd="sng" algn="ctr">
            <a:gradFill>
              <a:gsLst>
                <a:gs pos="8000">
                  <a:srgbClr val="C00000">
                    <a:alpha val="0"/>
                  </a:srgbClr>
                </a:gs>
                <a:gs pos="100000">
                  <a:srgbClr val="C00000"/>
                </a:gs>
              </a:gsLst>
              <a:lin ang="5400000" scaled="1"/>
            </a:gradFill>
            <a:prstDash val="solid"/>
            <a:miter lim="800000"/>
          </a:ln>
          <a:effectLst/>
        </p:spPr>
      </p:cxnSp>
      <p:cxnSp>
        <p:nvCxnSpPr>
          <p:cNvPr id="23" name="直接连接符 22"/>
          <p:cNvCxnSpPr/>
          <p:nvPr/>
        </p:nvCxnSpPr>
        <p:spPr>
          <a:xfrm flipV="1">
            <a:off x="9899473" y="3524672"/>
            <a:ext cx="2365215" cy="2365215"/>
          </a:xfrm>
          <a:prstGeom prst="line">
            <a:avLst/>
          </a:prstGeom>
          <a:noFill/>
          <a:ln w="38100" cap="rnd" cmpd="sng" algn="ctr">
            <a:gradFill>
              <a:gsLst>
                <a:gs pos="0">
                  <a:srgbClr val="17406D">
                    <a:alpha val="0"/>
                  </a:srgbClr>
                </a:gs>
                <a:gs pos="50000">
                  <a:srgbClr val="17406D"/>
                </a:gs>
              </a:gsLst>
              <a:lin ang="5400000" scaled="1"/>
            </a:gradFill>
            <a:prstDash val="solid"/>
            <a:miter lim="800000"/>
          </a:ln>
          <a:effectLst/>
        </p:spPr>
      </p:cxnSp>
    </p:spTree>
    <p:extLst>
      <p:ext uri="{BB962C8B-B14F-4D97-AF65-F5344CB8AC3E}">
        <p14:creationId xmlns:p14="http://schemas.microsoft.com/office/powerpoint/2010/main" val="3465896933"/>
      </p:ext>
    </p:extLst>
  </p:cSld>
  <p:clrMapOvr>
    <a:masterClrMapping/>
  </p:clrMapOvr>
  <p:transition spd="slow"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upRight)">
                                      <p:cBhvr>
                                        <p:cTn id="7" dur="750"/>
                                        <p:tgtEl>
                                          <p:spTgt spid="11"/>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ppt_w</p:attrName>
                                        </p:attrNameLst>
                                      </p:cBhvr>
                                      <p:tavLst>
                                        <p:tav tm="0">
                                          <p:val>
                                            <p:fltVal val="0"/>
                                          </p:val>
                                        </p:tav>
                                        <p:tav tm="100000">
                                          <p:val>
                                            <p:strVal val="#ppt_w"/>
                                          </p:val>
                                        </p:tav>
                                      </p:tavLst>
                                    </p:anim>
                                    <p:anim calcmode="lin" valueType="num">
                                      <p:cBhvr>
                                        <p:cTn id="11" dur="500" fill="hold"/>
                                        <p:tgtEl>
                                          <p:spTgt spid="10"/>
                                        </p:tgtEl>
                                        <p:attrNameLst>
                                          <p:attrName>ppt_h</p:attrName>
                                        </p:attrNameLst>
                                      </p:cBhvr>
                                      <p:tavLst>
                                        <p:tav tm="0">
                                          <p:val>
                                            <p:fltVal val="0"/>
                                          </p:val>
                                        </p:tav>
                                        <p:tav tm="100000">
                                          <p:val>
                                            <p:strVal val="#ppt_h"/>
                                          </p:val>
                                        </p:tav>
                                      </p:tavLst>
                                    </p:anim>
                                    <p:animEffect transition="in" filter="fade">
                                      <p:cBhvr>
                                        <p:cTn id="12" dur="500"/>
                                        <p:tgtEl>
                                          <p:spTgt spid="10"/>
                                        </p:tgtEl>
                                      </p:cBhvr>
                                    </p:animEffect>
                                  </p:childTnLst>
                                </p:cTn>
                              </p:par>
                              <p:par>
                                <p:cTn id="13" presetID="56" presetClass="path" presetSubtype="0" accel="50000" decel="50000" fill="hold" grpId="1" nodeType="withEffect">
                                  <p:stCondLst>
                                    <p:cond delay="250"/>
                                  </p:stCondLst>
                                  <p:childTnLst>
                                    <p:animMotion origin="layout" path="M -0.0556 0.09907 L 2.70833E-6 2.22222E-6 " pathEditMode="relative" rAng="0" ptsTypes="AA">
                                      <p:cBhvr>
                                        <p:cTn id="14" dur="1000" fill="hold"/>
                                        <p:tgtEl>
                                          <p:spTgt spid="10"/>
                                        </p:tgtEl>
                                        <p:attrNameLst>
                                          <p:attrName>ppt_x</p:attrName>
                                          <p:attrName>ppt_y</p:attrName>
                                        </p:attrNameLst>
                                      </p:cBhvr>
                                      <p:rCtr x="2773" y="-4954"/>
                                    </p:animMotion>
                                  </p:childTnLst>
                                </p:cTn>
                              </p:par>
                              <p:par>
                                <p:cTn id="15" presetID="10" presetClass="entr" presetSubtype="0" fill="hold" grpId="0" nodeType="withEffect">
                                  <p:stCondLst>
                                    <p:cond delay="7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50"/>
                                        <p:tgtEl>
                                          <p:spTgt spid="7"/>
                                        </p:tgtEl>
                                      </p:cBhvr>
                                    </p:animEffect>
                                  </p:childTnLst>
                                </p:cTn>
                              </p:par>
                              <p:par>
                                <p:cTn id="18" presetID="53" presetClass="entr" presetSubtype="16" fill="hold" grpId="0" nodeType="withEffect">
                                  <p:stCondLst>
                                    <p:cond delay="100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63" presetClass="path" presetSubtype="0" accel="50000" decel="50000" fill="hold" grpId="1" nodeType="withEffect">
                                  <p:stCondLst>
                                    <p:cond delay="1000"/>
                                  </p:stCondLst>
                                  <p:childTnLst>
                                    <p:animMotion origin="layout" path="M 0 0 L 0.25 0 E" pathEditMode="relative" ptsTypes="">
                                      <p:cBhvr>
                                        <p:cTn id="24" dur="1000" spd="-100000" fill="hold"/>
                                        <p:tgtEl>
                                          <p:spTgt spid="8"/>
                                        </p:tgtEl>
                                        <p:attrNameLst>
                                          <p:attrName>ppt_x</p:attrName>
                                          <p:attrName>ppt_y</p:attrName>
                                        </p:attrNameLst>
                                      </p:cBhvr>
                                    </p:animMotion>
                                  </p:childTnLst>
                                </p:cTn>
                              </p:par>
                              <p:par>
                                <p:cTn id="25" presetID="53" presetClass="entr" presetSubtype="16" fill="hold" grpId="0" nodeType="withEffect">
                                  <p:stCondLst>
                                    <p:cond delay="125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35" presetClass="path" presetSubtype="0" accel="50000" decel="50000" fill="hold" grpId="1" nodeType="withEffect">
                                  <p:stCondLst>
                                    <p:cond delay="1250"/>
                                  </p:stCondLst>
                                  <p:childTnLst>
                                    <p:animMotion origin="layout" path="M 0 -3.7037E-7 L -0.25 -3.7037E-7 " pathEditMode="relative" rAng="0" ptsTypes="AA">
                                      <p:cBhvr>
                                        <p:cTn id="31" dur="1000" spd="-100000" fill="hold"/>
                                        <p:tgtEl>
                                          <p:spTgt spid="9"/>
                                        </p:tgtEl>
                                        <p:attrNameLst>
                                          <p:attrName>ppt_x</p:attrName>
                                          <p:attrName>ppt_y</p:attrName>
                                        </p:attrNameLst>
                                      </p:cBhvr>
                                      <p:rCtr x="-12500" y="0"/>
                                    </p:animMotion>
                                  </p:childTnLst>
                                </p:cTn>
                              </p:par>
                              <p:par>
                                <p:cTn id="32" presetID="53" presetClass="entr" presetSubtype="16" fill="hold" nodeType="withEffect">
                                  <p:stCondLst>
                                    <p:cond delay="2000"/>
                                  </p:stCondLst>
                                  <p:childTnLst>
                                    <p:set>
                                      <p:cBhvr>
                                        <p:cTn id="33" dur="1" fill="hold">
                                          <p:stCondLst>
                                            <p:cond delay="0"/>
                                          </p:stCondLst>
                                        </p:cTn>
                                        <p:tgtEl>
                                          <p:spTgt spid="21"/>
                                        </p:tgtEl>
                                        <p:attrNameLst>
                                          <p:attrName>style.visibility</p:attrName>
                                        </p:attrNameLst>
                                      </p:cBhvr>
                                      <p:to>
                                        <p:strVal val="visible"/>
                                      </p:to>
                                    </p:set>
                                    <p:anim calcmode="lin" valueType="num">
                                      <p:cBhvr>
                                        <p:cTn id="34" dur="500" fill="hold"/>
                                        <p:tgtEl>
                                          <p:spTgt spid="21"/>
                                        </p:tgtEl>
                                        <p:attrNameLst>
                                          <p:attrName>ppt_w</p:attrName>
                                        </p:attrNameLst>
                                      </p:cBhvr>
                                      <p:tavLst>
                                        <p:tav tm="0">
                                          <p:val>
                                            <p:fltVal val="0"/>
                                          </p:val>
                                        </p:tav>
                                        <p:tav tm="100000">
                                          <p:val>
                                            <p:strVal val="#ppt_w"/>
                                          </p:val>
                                        </p:tav>
                                      </p:tavLst>
                                    </p:anim>
                                    <p:anim calcmode="lin" valueType="num">
                                      <p:cBhvr>
                                        <p:cTn id="35" dur="500" fill="hold"/>
                                        <p:tgtEl>
                                          <p:spTgt spid="21"/>
                                        </p:tgtEl>
                                        <p:attrNameLst>
                                          <p:attrName>ppt_h</p:attrName>
                                        </p:attrNameLst>
                                      </p:cBhvr>
                                      <p:tavLst>
                                        <p:tav tm="0">
                                          <p:val>
                                            <p:fltVal val="0"/>
                                          </p:val>
                                        </p:tav>
                                        <p:tav tm="100000">
                                          <p:val>
                                            <p:strVal val="#ppt_h"/>
                                          </p:val>
                                        </p:tav>
                                      </p:tavLst>
                                    </p:anim>
                                    <p:animEffect transition="in" filter="fade">
                                      <p:cBhvr>
                                        <p:cTn id="36" dur="500"/>
                                        <p:tgtEl>
                                          <p:spTgt spid="21"/>
                                        </p:tgtEl>
                                      </p:cBhvr>
                                    </p:animEffect>
                                  </p:childTnLst>
                                </p:cTn>
                              </p:par>
                              <p:par>
                                <p:cTn id="37" presetID="56" presetClass="path" presetSubtype="0" accel="50000" decel="50000" fill="hold" nodeType="withEffect">
                                  <p:stCondLst>
                                    <p:cond delay="2000"/>
                                  </p:stCondLst>
                                  <p:childTnLst>
                                    <p:animMotion origin="layout" path="M -0.09792 0.1743 L 2.08333E-7 7.40741E-7 " pathEditMode="relative" rAng="0" ptsTypes="AA">
                                      <p:cBhvr>
                                        <p:cTn id="38" dur="1000" fill="hold"/>
                                        <p:tgtEl>
                                          <p:spTgt spid="21"/>
                                        </p:tgtEl>
                                        <p:attrNameLst>
                                          <p:attrName>ppt_x</p:attrName>
                                          <p:attrName>ppt_y</p:attrName>
                                        </p:attrNameLst>
                                      </p:cBhvr>
                                      <p:rCtr x="4896" y="-8727"/>
                                    </p:animMotion>
                                  </p:childTnLst>
                                </p:cTn>
                              </p:par>
                              <p:par>
                                <p:cTn id="39" presetID="53" presetClass="entr" presetSubtype="16" fill="hold" nodeType="withEffect">
                                  <p:stCondLst>
                                    <p:cond delay="2250"/>
                                  </p:stCondLst>
                                  <p:childTnLst>
                                    <p:set>
                                      <p:cBhvr>
                                        <p:cTn id="40" dur="1" fill="hold">
                                          <p:stCondLst>
                                            <p:cond delay="0"/>
                                          </p:stCondLst>
                                        </p:cTn>
                                        <p:tgtEl>
                                          <p:spTgt spid="22"/>
                                        </p:tgtEl>
                                        <p:attrNameLst>
                                          <p:attrName>style.visibility</p:attrName>
                                        </p:attrNameLst>
                                      </p:cBhvr>
                                      <p:to>
                                        <p:strVal val="visible"/>
                                      </p:to>
                                    </p:set>
                                    <p:anim calcmode="lin" valueType="num">
                                      <p:cBhvr>
                                        <p:cTn id="41" dur="500" fill="hold"/>
                                        <p:tgtEl>
                                          <p:spTgt spid="22"/>
                                        </p:tgtEl>
                                        <p:attrNameLst>
                                          <p:attrName>ppt_w</p:attrName>
                                        </p:attrNameLst>
                                      </p:cBhvr>
                                      <p:tavLst>
                                        <p:tav tm="0">
                                          <p:val>
                                            <p:fltVal val="0"/>
                                          </p:val>
                                        </p:tav>
                                        <p:tav tm="100000">
                                          <p:val>
                                            <p:strVal val="#ppt_w"/>
                                          </p:val>
                                        </p:tav>
                                      </p:tavLst>
                                    </p:anim>
                                    <p:anim calcmode="lin" valueType="num">
                                      <p:cBhvr>
                                        <p:cTn id="42" dur="500" fill="hold"/>
                                        <p:tgtEl>
                                          <p:spTgt spid="22"/>
                                        </p:tgtEl>
                                        <p:attrNameLst>
                                          <p:attrName>ppt_h</p:attrName>
                                        </p:attrNameLst>
                                      </p:cBhvr>
                                      <p:tavLst>
                                        <p:tav tm="0">
                                          <p:val>
                                            <p:fltVal val="0"/>
                                          </p:val>
                                        </p:tav>
                                        <p:tav tm="100000">
                                          <p:val>
                                            <p:strVal val="#ppt_h"/>
                                          </p:val>
                                        </p:tav>
                                      </p:tavLst>
                                    </p:anim>
                                    <p:animEffect transition="in" filter="fade">
                                      <p:cBhvr>
                                        <p:cTn id="43" dur="500"/>
                                        <p:tgtEl>
                                          <p:spTgt spid="22"/>
                                        </p:tgtEl>
                                      </p:cBhvr>
                                    </p:animEffect>
                                  </p:childTnLst>
                                </p:cTn>
                              </p:par>
                              <p:par>
                                <p:cTn id="44" presetID="56" presetClass="path" presetSubtype="0" accel="50000" decel="50000" fill="hold" nodeType="withEffect">
                                  <p:stCondLst>
                                    <p:cond delay="2250"/>
                                  </p:stCondLst>
                                  <p:childTnLst>
                                    <p:animMotion origin="layout" path="M -0.09791 0.1743 L -2.70833E-6 2.96296E-6 " pathEditMode="relative" rAng="0" ptsTypes="AA">
                                      <p:cBhvr>
                                        <p:cTn id="45" dur="1000" fill="hold"/>
                                        <p:tgtEl>
                                          <p:spTgt spid="22"/>
                                        </p:tgtEl>
                                        <p:attrNameLst>
                                          <p:attrName>ppt_x</p:attrName>
                                          <p:attrName>ppt_y</p:attrName>
                                        </p:attrNameLst>
                                      </p:cBhvr>
                                      <p:rCtr x="4896" y="-8727"/>
                                    </p:animMotion>
                                  </p:childTnLst>
                                </p:cTn>
                              </p:par>
                              <p:par>
                                <p:cTn id="46" presetID="53" presetClass="entr" presetSubtype="16" fill="hold" nodeType="withEffect">
                                  <p:stCondLst>
                                    <p:cond delay="2500"/>
                                  </p:stCondLst>
                                  <p:childTnLst>
                                    <p:set>
                                      <p:cBhvr>
                                        <p:cTn id="47" dur="1" fill="hold">
                                          <p:stCondLst>
                                            <p:cond delay="0"/>
                                          </p:stCondLst>
                                        </p:cTn>
                                        <p:tgtEl>
                                          <p:spTgt spid="23"/>
                                        </p:tgtEl>
                                        <p:attrNameLst>
                                          <p:attrName>style.visibility</p:attrName>
                                        </p:attrNameLst>
                                      </p:cBhvr>
                                      <p:to>
                                        <p:strVal val="visible"/>
                                      </p:to>
                                    </p:set>
                                    <p:anim calcmode="lin" valueType="num">
                                      <p:cBhvr>
                                        <p:cTn id="48" dur="500" fill="hold"/>
                                        <p:tgtEl>
                                          <p:spTgt spid="23"/>
                                        </p:tgtEl>
                                        <p:attrNameLst>
                                          <p:attrName>ppt_w</p:attrName>
                                        </p:attrNameLst>
                                      </p:cBhvr>
                                      <p:tavLst>
                                        <p:tav tm="0">
                                          <p:val>
                                            <p:fltVal val="0"/>
                                          </p:val>
                                        </p:tav>
                                        <p:tav tm="100000">
                                          <p:val>
                                            <p:strVal val="#ppt_w"/>
                                          </p:val>
                                        </p:tav>
                                      </p:tavLst>
                                    </p:anim>
                                    <p:anim calcmode="lin" valueType="num">
                                      <p:cBhvr>
                                        <p:cTn id="49" dur="500" fill="hold"/>
                                        <p:tgtEl>
                                          <p:spTgt spid="23"/>
                                        </p:tgtEl>
                                        <p:attrNameLst>
                                          <p:attrName>ppt_h</p:attrName>
                                        </p:attrNameLst>
                                      </p:cBhvr>
                                      <p:tavLst>
                                        <p:tav tm="0">
                                          <p:val>
                                            <p:fltVal val="0"/>
                                          </p:val>
                                        </p:tav>
                                        <p:tav tm="100000">
                                          <p:val>
                                            <p:strVal val="#ppt_h"/>
                                          </p:val>
                                        </p:tav>
                                      </p:tavLst>
                                    </p:anim>
                                    <p:animEffect transition="in" filter="fade">
                                      <p:cBhvr>
                                        <p:cTn id="50" dur="500"/>
                                        <p:tgtEl>
                                          <p:spTgt spid="23"/>
                                        </p:tgtEl>
                                      </p:cBhvr>
                                    </p:animEffect>
                                  </p:childTnLst>
                                </p:cTn>
                              </p:par>
                              <p:par>
                                <p:cTn id="51" presetID="56" presetClass="path" presetSubtype="0" accel="50000" decel="50000" fill="hold" nodeType="withEffect">
                                  <p:stCondLst>
                                    <p:cond delay="2500"/>
                                  </p:stCondLst>
                                  <p:childTnLst>
                                    <p:animMotion origin="layout" path="M -0.09791 0.17431 L -4.375E-6 -2.59259E-6 " pathEditMode="relative" rAng="0" ptsTypes="AA">
                                      <p:cBhvr>
                                        <p:cTn id="52" dur="1000" fill="hold"/>
                                        <p:tgtEl>
                                          <p:spTgt spid="23"/>
                                        </p:tgtEl>
                                        <p:attrNameLst>
                                          <p:attrName>ppt_x</p:attrName>
                                          <p:attrName>ppt_y</p:attrName>
                                        </p:attrNameLst>
                                      </p:cBhvr>
                                      <p:rCtr x="4896" y="-8727"/>
                                    </p:animMotion>
                                  </p:childTnLst>
                                </p:cTn>
                              </p:par>
                              <p:par>
                                <p:cTn id="53" presetID="53" presetClass="entr" presetSubtype="16" fill="hold" nodeType="withEffect">
                                  <p:stCondLst>
                                    <p:cond delay="2500"/>
                                  </p:st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par>
                                <p:cTn id="58" presetID="56" presetClass="path" presetSubtype="0" accel="50000" decel="50000" fill="hold" nodeType="withEffect">
                                  <p:stCondLst>
                                    <p:cond delay="2500"/>
                                  </p:stCondLst>
                                  <p:childTnLst>
                                    <p:animMotion origin="layout" path="M -0.09792 0.1743 L 2.70833E-6 1.85185E-6 " pathEditMode="relative" rAng="0" ptsTypes="AA">
                                      <p:cBhvr>
                                        <p:cTn id="59" dur="1000" fill="hold"/>
                                        <p:tgtEl>
                                          <p:spTgt spid="18"/>
                                        </p:tgtEl>
                                        <p:attrNameLst>
                                          <p:attrName>ppt_x</p:attrName>
                                          <p:attrName>ppt_y</p:attrName>
                                        </p:attrNameLst>
                                      </p:cBhvr>
                                      <p:rCtr x="4896" y="-8727"/>
                                    </p:animMotion>
                                  </p:childTnLst>
                                </p:cTn>
                              </p:par>
                              <p:par>
                                <p:cTn id="60" presetID="53" presetClass="entr" presetSubtype="16" fill="hold" nodeType="withEffect">
                                  <p:stCondLst>
                                    <p:cond delay="2750"/>
                                  </p:stCondLst>
                                  <p:childTnLst>
                                    <p:set>
                                      <p:cBhvr>
                                        <p:cTn id="61" dur="1" fill="hold">
                                          <p:stCondLst>
                                            <p:cond delay="0"/>
                                          </p:stCondLst>
                                        </p:cTn>
                                        <p:tgtEl>
                                          <p:spTgt spid="19"/>
                                        </p:tgtEl>
                                        <p:attrNameLst>
                                          <p:attrName>style.visibility</p:attrName>
                                        </p:attrNameLst>
                                      </p:cBhvr>
                                      <p:to>
                                        <p:strVal val="visible"/>
                                      </p:to>
                                    </p:set>
                                    <p:anim calcmode="lin" valueType="num">
                                      <p:cBhvr>
                                        <p:cTn id="62" dur="500" fill="hold"/>
                                        <p:tgtEl>
                                          <p:spTgt spid="19"/>
                                        </p:tgtEl>
                                        <p:attrNameLst>
                                          <p:attrName>ppt_w</p:attrName>
                                        </p:attrNameLst>
                                      </p:cBhvr>
                                      <p:tavLst>
                                        <p:tav tm="0">
                                          <p:val>
                                            <p:fltVal val="0"/>
                                          </p:val>
                                        </p:tav>
                                        <p:tav tm="100000">
                                          <p:val>
                                            <p:strVal val="#ppt_w"/>
                                          </p:val>
                                        </p:tav>
                                      </p:tavLst>
                                    </p:anim>
                                    <p:anim calcmode="lin" valueType="num">
                                      <p:cBhvr>
                                        <p:cTn id="63" dur="500" fill="hold"/>
                                        <p:tgtEl>
                                          <p:spTgt spid="19"/>
                                        </p:tgtEl>
                                        <p:attrNameLst>
                                          <p:attrName>ppt_h</p:attrName>
                                        </p:attrNameLst>
                                      </p:cBhvr>
                                      <p:tavLst>
                                        <p:tav tm="0">
                                          <p:val>
                                            <p:fltVal val="0"/>
                                          </p:val>
                                        </p:tav>
                                        <p:tav tm="100000">
                                          <p:val>
                                            <p:strVal val="#ppt_h"/>
                                          </p:val>
                                        </p:tav>
                                      </p:tavLst>
                                    </p:anim>
                                    <p:animEffect transition="in" filter="fade">
                                      <p:cBhvr>
                                        <p:cTn id="64" dur="500"/>
                                        <p:tgtEl>
                                          <p:spTgt spid="19"/>
                                        </p:tgtEl>
                                      </p:cBhvr>
                                    </p:animEffect>
                                  </p:childTnLst>
                                </p:cTn>
                              </p:par>
                              <p:par>
                                <p:cTn id="65" presetID="56" presetClass="path" presetSubtype="0" accel="50000" decel="50000" fill="hold" nodeType="withEffect">
                                  <p:stCondLst>
                                    <p:cond delay="2750"/>
                                  </p:stCondLst>
                                  <p:childTnLst>
                                    <p:animMotion origin="layout" path="M -0.09792 0.17431 L 2.08333E-7 -2.22222E-6 " pathEditMode="relative" rAng="0" ptsTypes="AA">
                                      <p:cBhvr>
                                        <p:cTn id="66" dur="1000" fill="hold"/>
                                        <p:tgtEl>
                                          <p:spTgt spid="19"/>
                                        </p:tgtEl>
                                        <p:attrNameLst>
                                          <p:attrName>ppt_x</p:attrName>
                                          <p:attrName>ppt_y</p:attrName>
                                        </p:attrNameLst>
                                      </p:cBhvr>
                                      <p:rCtr x="4896" y="-8727"/>
                                    </p:animMotion>
                                  </p:childTnLst>
                                </p:cTn>
                              </p:par>
                              <p:par>
                                <p:cTn id="67" presetID="53" presetClass="entr" presetSubtype="16" fill="hold" nodeType="withEffect">
                                  <p:stCondLst>
                                    <p:cond delay="3000"/>
                                  </p:stCondLst>
                                  <p:childTnLst>
                                    <p:set>
                                      <p:cBhvr>
                                        <p:cTn id="68" dur="1" fill="hold">
                                          <p:stCondLst>
                                            <p:cond delay="0"/>
                                          </p:stCondLst>
                                        </p:cTn>
                                        <p:tgtEl>
                                          <p:spTgt spid="20"/>
                                        </p:tgtEl>
                                        <p:attrNameLst>
                                          <p:attrName>style.visibility</p:attrName>
                                        </p:attrNameLst>
                                      </p:cBhvr>
                                      <p:to>
                                        <p:strVal val="visible"/>
                                      </p:to>
                                    </p:set>
                                    <p:anim calcmode="lin" valueType="num">
                                      <p:cBhvr>
                                        <p:cTn id="69" dur="500" fill="hold"/>
                                        <p:tgtEl>
                                          <p:spTgt spid="20"/>
                                        </p:tgtEl>
                                        <p:attrNameLst>
                                          <p:attrName>ppt_w</p:attrName>
                                        </p:attrNameLst>
                                      </p:cBhvr>
                                      <p:tavLst>
                                        <p:tav tm="0">
                                          <p:val>
                                            <p:fltVal val="0"/>
                                          </p:val>
                                        </p:tav>
                                        <p:tav tm="100000">
                                          <p:val>
                                            <p:strVal val="#ppt_w"/>
                                          </p:val>
                                        </p:tav>
                                      </p:tavLst>
                                    </p:anim>
                                    <p:anim calcmode="lin" valueType="num">
                                      <p:cBhvr>
                                        <p:cTn id="70" dur="500" fill="hold"/>
                                        <p:tgtEl>
                                          <p:spTgt spid="20"/>
                                        </p:tgtEl>
                                        <p:attrNameLst>
                                          <p:attrName>ppt_h</p:attrName>
                                        </p:attrNameLst>
                                      </p:cBhvr>
                                      <p:tavLst>
                                        <p:tav tm="0">
                                          <p:val>
                                            <p:fltVal val="0"/>
                                          </p:val>
                                        </p:tav>
                                        <p:tav tm="100000">
                                          <p:val>
                                            <p:strVal val="#ppt_h"/>
                                          </p:val>
                                        </p:tav>
                                      </p:tavLst>
                                    </p:anim>
                                    <p:animEffect transition="in" filter="fade">
                                      <p:cBhvr>
                                        <p:cTn id="71" dur="500"/>
                                        <p:tgtEl>
                                          <p:spTgt spid="20"/>
                                        </p:tgtEl>
                                      </p:cBhvr>
                                    </p:animEffect>
                                  </p:childTnLst>
                                </p:cTn>
                              </p:par>
                              <p:par>
                                <p:cTn id="72" presetID="56" presetClass="path" presetSubtype="0" accel="50000" decel="50000" fill="hold" nodeType="withEffect">
                                  <p:stCondLst>
                                    <p:cond delay="3000"/>
                                  </p:stCondLst>
                                  <p:childTnLst>
                                    <p:animMotion origin="layout" path="M -0.09792 0.17431 L 2.08333E-7 -2.22222E-6 " pathEditMode="relative" rAng="0" ptsTypes="AA">
                                      <p:cBhvr>
                                        <p:cTn id="73" dur="1000" fill="hold"/>
                                        <p:tgtEl>
                                          <p:spTgt spid="20"/>
                                        </p:tgtEl>
                                        <p:attrNameLst>
                                          <p:attrName>ppt_x</p:attrName>
                                          <p:attrName>ppt_y</p:attrName>
                                        </p:attrNameLst>
                                      </p:cBhvr>
                                      <p:rCtr x="4896" y="-87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9" grpId="1"/>
      <p:bldP spid="10" grpId="0" animBg="1"/>
      <p:bldP spid="10" grpId="1"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450633" y="228814"/>
            <a:ext cx="720000" cy="720000"/>
            <a:chOff x="450633" y="228814"/>
            <a:chExt cx="720000" cy="720000"/>
          </a:xfrm>
        </p:grpSpPr>
        <p:sp>
          <p:nvSpPr>
            <p:cNvPr id="32" name="椭圆 31"/>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3"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4" name="文本框 33"/>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新年工作整体思路</a:t>
            </a:r>
          </a:p>
        </p:txBody>
      </p:sp>
      <p:cxnSp>
        <p:nvCxnSpPr>
          <p:cNvPr id="35" name="直接连接符 34"/>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36" name="椭圆 35"/>
          <p:cNvSpPr>
            <a:spLocks noChangeAspect="1"/>
          </p:cNvSpPr>
          <p:nvPr/>
        </p:nvSpPr>
        <p:spPr>
          <a:xfrm>
            <a:off x="924969" y="2501684"/>
            <a:ext cx="593493" cy="593493"/>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7" name="文本框 36"/>
          <p:cNvSpPr txBox="1">
            <a:spLocks/>
          </p:cNvSpPr>
          <p:nvPr/>
        </p:nvSpPr>
        <p:spPr>
          <a:xfrm>
            <a:off x="1637258" y="2511073"/>
            <a:ext cx="288020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38" name="文本框 37"/>
          <p:cNvSpPr txBox="1">
            <a:spLocks/>
          </p:cNvSpPr>
          <p:nvPr/>
        </p:nvSpPr>
        <p:spPr>
          <a:xfrm>
            <a:off x="1637258" y="2131681"/>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39" name="椭圆 38"/>
          <p:cNvSpPr>
            <a:spLocks noChangeAspect="1"/>
          </p:cNvSpPr>
          <p:nvPr/>
        </p:nvSpPr>
        <p:spPr>
          <a:xfrm>
            <a:off x="924969" y="4469819"/>
            <a:ext cx="593493" cy="593493"/>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0" name="文本框 39"/>
          <p:cNvSpPr txBox="1">
            <a:spLocks/>
          </p:cNvSpPr>
          <p:nvPr/>
        </p:nvSpPr>
        <p:spPr>
          <a:xfrm>
            <a:off x="1637258" y="4479208"/>
            <a:ext cx="288020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41" name="文本框 40"/>
          <p:cNvSpPr txBox="1">
            <a:spLocks/>
          </p:cNvSpPr>
          <p:nvPr/>
        </p:nvSpPr>
        <p:spPr>
          <a:xfrm>
            <a:off x="1637258" y="4099816"/>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2" name="椭圆 41"/>
          <p:cNvSpPr>
            <a:spLocks noChangeAspect="1"/>
          </p:cNvSpPr>
          <p:nvPr/>
        </p:nvSpPr>
        <p:spPr>
          <a:xfrm>
            <a:off x="10673538" y="2501684"/>
            <a:ext cx="593493" cy="593493"/>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3" name="文本框 42"/>
          <p:cNvSpPr txBox="1">
            <a:spLocks/>
          </p:cNvSpPr>
          <p:nvPr/>
        </p:nvSpPr>
        <p:spPr>
          <a:xfrm flipH="1">
            <a:off x="7674535" y="2511073"/>
            <a:ext cx="288020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44" name="文本框 43"/>
          <p:cNvSpPr txBox="1">
            <a:spLocks/>
          </p:cNvSpPr>
          <p:nvPr/>
        </p:nvSpPr>
        <p:spPr>
          <a:xfrm flipH="1">
            <a:off x="7674894" y="2131681"/>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5" name="椭圆 44"/>
          <p:cNvSpPr>
            <a:spLocks noChangeAspect="1"/>
          </p:cNvSpPr>
          <p:nvPr/>
        </p:nvSpPr>
        <p:spPr>
          <a:xfrm>
            <a:off x="10673538" y="4469819"/>
            <a:ext cx="593493" cy="593493"/>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6" name="文本框 45"/>
          <p:cNvSpPr txBox="1">
            <a:spLocks/>
          </p:cNvSpPr>
          <p:nvPr/>
        </p:nvSpPr>
        <p:spPr>
          <a:xfrm flipH="1">
            <a:off x="7674535" y="4479208"/>
            <a:ext cx="288020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在这里输入您的文字内容，或者将您的文字内容复制在这里，在这里输入您的文字内容，或者将您的文字内容复制在这里</a:t>
            </a:r>
            <a:endParaRPr kumimoji="0" lang="zh-CN" altLang="en-US" sz="1400" b="0" i="0" u="none" strike="noStrike" kern="0" cap="none" spc="0" normalizeH="0" baseline="0" noProof="0" dirty="0">
              <a:ln>
                <a:noFill/>
              </a:ln>
              <a:solidFill>
                <a:srgbClr val="000000"/>
              </a:solidFill>
              <a:effectLst/>
              <a:uLnTx/>
              <a:uFillTx/>
            </a:endParaRPr>
          </a:p>
        </p:txBody>
      </p:sp>
      <p:sp>
        <p:nvSpPr>
          <p:cNvPr id="47" name="文本框 46"/>
          <p:cNvSpPr txBox="1">
            <a:spLocks/>
          </p:cNvSpPr>
          <p:nvPr/>
        </p:nvSpPr>
        <p:spPr>
          <a:xfrm flipH="1">
            <a:off x="7674894" y="4099816"/>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48" name="Freeform 11"/>
          <p:cNvSpPr>
            <a:spLocks noChangeAspect="1"/>
          </p:cNvSpPr>
          <p:nvPr/>
        </p:nvSpPr>
        <p:spPr bwMode="auto">
          <a:xfrm>
            <a:off x="6152208" y="1810363"/>
            <a:ext cx="1149530" cy="1599188"/>
          </a:xfrm>
          <a:custGeom>
            <a:avLst/>
            <a:gdLst>
              <a:gd name="T0" fmla="*/ 425 w 5704"/>
              <a:gd name="T1" fmla="*/ 33 h 7936"/>
              <a:gd name="T2" fmla="*/ 980 w 5704"/>
              <a:gd name="T3" fmla="*/ 118 h 7936"/>
              <a:gd name="T4" fmla="*/ 1515 w 5704"/>
              <a:gd name="T5" fmla="*/ 249 h 7936"/>
              <a:gd name="T6" fmla="*/ 2029 w 5704"/>
              <a:gd name="T7" fmla="*/ 425 h 7936"/>
              <a:gd name="T8" fmla="*/ 2520 w 5704"/>
              <a:gd name="T9" fmla="*/ 642 h 7936"/>
              <a:gd name="T10" fmla="*/ 2987 w 5704"/>
              <a:gd name="T11" fmla="*/ 898 h 7936"/>
              <a:gd name="T12" fmla="*/ 3424 w 5704"/>
              <a:gd name="T13" fmla="*/ 1190 h 7936"/>
              <a:gd name="T14" fmla="*/ 3830 w 5704"/>
              <a:gd name="T15" fmla="*/ 1517 h 7936"/>
              <a:gd name="T16" fmla="*/ 4225 w 5704"/>
              <a:gd name="T17" fmla="*/ 1899 h 7936"/>
              <a:gd name="T18" fmla="*/ 4585 w 5704"/>
              <a:gd name="T19" fmla="*/ 2321 h 7936"/>
              <a:gd name="T20" fmla="*/ 4901 w 5704"/>
              <a:gd name="T21" fmla="*/ 2774 h 7936"/>
              <a:gd name="T22" fmla="*/ 5168 w 5704"/>
              <a:gd name="T23" fmla="*/ 3258 h 7936"/>
              <a:gd name="T24" fmla="*/ 5385 w 5704"/>
              <a:gd name="T25" fmla="*/ 3766 h 7936"/>
              <a:gd name="T26" fmla="*/ 5548 w 5704"/>
              <a:gd name="T27" fmla="*/ 4298 h 7936"/>
              <a:gd name="T28" fmla="*/ 5656 w 5704"/>
              <a:gd name="T29" fmla="*/ 4849 h 7936"/>
              <a:gd name="T30" fmla="*/ 5702 w 5704"/>
              <a:gd name="T31" fmla="*/ 5419 h 7936"/>
              <a:gd name="T32" fmla="*/ 5699 w 5704"/>
              <a:gd name="T33" fmla="*/ 5738 h 7936"/>
              <a:gd name="T34" fmla="*/ 5676 w 5704"/>
              <a:gd name="T35" fmla="*/ 5988 h 7936"/>
              <a:gd name="T36" fmla="*/ 5635 w 5704"/>
              <a:gd name="T37" fmla="*/ 6258 h 7936"/>
              <a:gd name="T38" fmla="*/ 5579 w 5704"/>
              <a:gd name="T39" fmla="*/ 6543 h 7936"/>
              <a:gd name="T40" fmla="*/ 5507 w 5704"/>
              <a:gd name="T41" fmla="*/ 6843 h 7936"/>
              <a:gd name="T42" fmla="*/ 5418 w 5704"/>
              <a:gd name="T43" fmla="*/ 7155 h 7936"/>
              <a:gd name="T44" fmla="*/ 5316 w 5704"/>
              <a:gd name="T45" fmla="*/ 7476 h 7936"/>
              <a:gd name="T46" fmla="*/ 5201 w 5704"/>
              <a:gd name="T47" fmla="*/ 7807 h 7936"/>
              <a:gd name="T48" fmla="*/ 3547 w 5704"/>
              <a:gd name="T49" fmla="*/ 7864 h 7936"/>
              <a:gd name="T50" fmla="*/ 3666 w 5704"/>
              <a:gd name="T51" fmla="*/ 7574 h 7936"/>
              <a:gd name="T52" fmla="*/ 3797 w 5704"/>
              <a:gd name="T53" fmla="*/ 7227 h 7936"/>
              <a:gd name="T54" fmla="*/ 3970 w 5704"/>
              <a:gd name="T55" fmla="*/ 6709 h 7936"/>
              <a:gd name="T56" fmla="*/ 4081 w 5704"/>
              <a:gd name="T57" fmla="*/ 6293 h 7936"/>
              <a:gd name="T58" fmla="*/ 4127 w 5704"/>
              <a:gd name="T59" fmla="*/ 6076 h 7936"/>
              <a:gd name="T60" fmla="*/ 4159 w 5704"/>
              <a:gd name="T61" fmla="*/ 5874 h 7936"/>
              <a:gd name="T62" fmla="*/ 4178 w 5704"/>
              <a:gd name="T63" fmla="*/ 5690 h 7936"/>
              <a:gd name="T64" fmla="*/ 4180 w 5704"/>
              <a:gd name="T65" fmla="*/ 5460 h 7936"/>
              <a:gd name="T66" fmla="*/ 4147 w 5704"/>
              <a:gd name="T67" fmla="*/ 5054 h 7936"/>
              <a:gd name="T68" fmla="*/ 4069 w 5704"/>
              <a:gd name="T69" fmla="*/ 4658 h 7936"/>
              <a:gd name="T70" fmla="*/ 3952 w 5704"/>
              <a:gd name="T71" fmla="*/ 4277 h 7936"/>
              <a:gd name="T72" fmla="*/ 3795 w 5704"/>
              <a:gd name="T73" fmla="*/ 3912 h 7936"/>
              <a:gd name="T74" fmla="*/ 3601 w 5704"/>
              <a:gd name="T75" fmla="*/ 3566 h 7936"/>
              <a:gd name="T76" fmla="*/ 3373 w 5704"/>
              <a:gd name="T77" fmla="*/ 3240 h 7936"/>
              <a:gd name="T78" fmla="*/ 3113 w 5704"/>
              <a:gd name="T79" fmla="*/ 2935 h 7936"/>
              <a:gd name="T80" fmla="*/ 2827 w 5704"/>
              <a:gd name="T81" fmla="*/ 2659 h 7936"/>
              <a:gd name="T82" fmla="*/ 2528 w 5704"/>
              <a:gd name="T83" fmla="*/ 2419 h 7936"/>
              <a:gd name="T84" fmla="*/ 2207 w 5704"/>
              <a:gd name="T85" fmla="*/ 2203 h 7936"/>
              <a:gd name="T86" fmla="*/ 1863 w 5704"/>
              <a:gd name="T87" fmla="*/ 2013 h 7936"/>
              <a:gd name="T88" fmla="*/ 1502 w 5704"/>
              <a:gd name="T89" fmla="*/ 1852 h 7936"/>
              <a:gd name="T90" fmla="*/ 1121 w 5704"/>
              <a:gd name="T91" fmla="*/ 1720 h 7936"/>
              <a:gd name="T92" fmla="*/ 726 w 5704"/>
              <a:gd name="T93" fmla="*/ 1620 h 7936"/>
              <a:gd name="T94" fmla="*/ 316 w 5704"/>
              <a:gd name="T95" fmla="*/ 1553 h 7936"/>
              <a:gd name="T96" fmla="*/ 0 w 5704"/>
              <a:gd name="T97" fmla="*/ 0 h 7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704" h="7936">
                <a:moveTo>
                  <a:pt x="0" y="0"/>
                </a:moveTo>
                <a:lnTo>
                  <a:pt x="143" y="8"/>
                </a:lnTo>
                <a:lnTo>
                  <a:pt x="285" y="19"/>
                </a:lnTo>
                <a:lnTo>
                  <a:pt x="425" y="33"/>
                </a:lnTo>
                <a:lnTo>
                  <a:pt x="566" y="50"/>
                </a:lnTo>
                <a:lnTo>
                  <a:pt x="704" y="70"/>
                </a:lnTo>
                <a:lnTo>
                  <a:pt x="843" y="92"/>
                </a:lnTo>
                <a:lnTo>
                  <a:pt x="980" y="118"/>
                </a:lnTo>
                <a:lnTo>
                  <a:pt x="1114" y="147"/>
                </a:lnTo>
                <a:lnTo>
                  <a:pt x="1249" y="178"/>
                </a:lnTo>
                <a:lnTo>
                  <a:pt x="1382" y="213"/>
                </a:lnTo>
                <a:lnTo>
                  <a:pt x="1515" y="249"/>
                </a:lnTo>
                <a:lnTo>
                  <a:pt x="1645" y="289"/>
                </a:lnTo>
                <a:lnTo>
                  <a:pt x="1775" y="332"/>
                </a:lnTo>
                <a:lnTo>
                  <a:pt x="1902" y="377"/>
                </a:lnTo>
                <a:lnTo>
                  <a:pt x="2029" y="425"/>
                </a:lnTo>
                <a:lnTo>
                  <a:pt x="2154" y="475"/>
                </a:lnTo>
                <a:lnTo>
                  <a:pt x="2278" y="528"/>
                </a:lnTo>
                <a:lnTo>
                  <a:pt x="2400" y="584"/>
                </a:lnTo>
                <a:lnTo>
                  <a:pt x="2520" y="642"/>
                </a:lnTo>
                <a:lnTo>
                  <a:pt x="2639" y="702"/>
                </a:lnTo>
                <a:lnTo>
                  <a:pt x="2756" y="765"/>
                </a:lnTo>
                <a:lnTo>
                  <a:pt x="2872" y="831"/>
                </a:lnTo>
                <a:lnTo>
                  <a:pt x="2987" y="898"/>
                </a:lnTo>
                <a:lnTo>
                  <a:pt x="3098" y="968"/>
                </a:lnTo>
                <a:lnTo>
                  <a:pt x="3209" y="1040"/>
                </a:lnTo>
                <a:lnTo>
                  <a:pt x="3318" y="1114"/>
                </a:lnTo>
                <a:lnTo>
                  <a:pt x="3424" y="1190"/>
                </a:lnTo>
                <a:lnTo>
                  <a:pt x="3528" y="1269"/>
                </a:lnTo>
                <a:lnTo>
                  <a:pt x="3631" y="1349"/>
                </a:lnTo>
                <a:lnTo>
                  <a:pt x="3732" y="1433"/>
                </a:lnTo>
                <a:lnTo>
                  <a:pt x="3830" y="1517"/>
                </a:lnTo>
                <a:lnTo>
                  <a:pt x="3927" y="1605"/>
                </a:lnTo>
                <a:lnTo>
                  <a:pt x="4029" y="1700"/>
                </a:lnTo>
                <a:lnTo>
                  <a:pt x="4128" y="1798"/>
                </a:lnTo>
                <a:lnTo>
                  <a:pt x="4225" y="1899"/>
                </a:lnTo>
                <a:lnTo>
                  <a:pt x="4318" y="2002"/>
                </a:lnTo>
                <a:lnTo>
                  <a:pt x="4410" y="2106"/>
                </a:lnTo>
                <a:lnTo>
                  <a:pt x="4499" y="2212"/>
                </a:lnTo>
                <a:lnTo>
                  <a:pt x="4585" y="2321"/>
                </a:lnTo>
                <a:lnTo>
                  <a:pt x="4668" y="2432"/>
                </a:lnTo>
                <a:lnTo>
                  <a:pt x="4748" y="2544"/>
                </a:lnTo>
                <a:lnTo>
                  <a:pt x="4825" y="2659"/>
                </a:lnTo>
                <a:lnTo>
                  <a:pt x="4901" y="2774"/>
                </a:lnTo>
                <a:lnTo>
                  <a:pt x="4972" y="2893"/>
                </a:lnTo>
                <a:lnTo>
                  <a:pt x="5040" y="3013"/>
                </a:lnTo>
                <a:lnTo>
                  <a:pt x="5106" y="3135"/>
                </a:lnTo>
                <a:lnTo>
                  <a:pt x="5168" y="3258"/>
                </a:lnTo>
                <a:lnTo>
                  <a:pt x="5227" y="3382"/>
                </a:lnTo>
                <a:lnTo>
                  <a:pt x="5283" y="3508"/>
                </a:lnTo>
                <a:lnTo>
                  <a:pt x="5335" y="3637"/>
                </a:lnTo>
                <a:lnTo>
                  <a:pt x="5385" y="3766"/>
                </a:lnTo>
                <a:lnTo>
                  <a:pt x="5431" y="3897"/>
                </a:lnTo>
                <a:lnTo>
                  <a:pt x="5474" y="4029"/>
                </a:lnTo>
                <a:lnTo>
                  <a:pt x="5513" y="4163"/>
                </a:lnTo>
                <a:lnTo>
                  <a:pt x="5548" y="4298"/>
                </a:lnTo>
                <a:lnTo>
                  <a:pt x="5581" y="4433"/>
                </a:lnTo>
                <a:lnTo>
                  <a:pt x="5609" y="4572"/>
                </a:lnTo>
                <a:lnTo>
                  <a:pt x="5634" y="4710"/>
                </a:lnTo>
                <a:lnTo>
                  <a:pt x="5656" y="4849"/>
                </a:lnTo>
                <a:lnTo>
                  <a:pt x="5672" y="4990"/>
                </a:lnTo>
                <a:lnTo>
                  <a:pt x="5686" y="5132"/>
                </a:lnTo>
                <a:lnTo>
                  <a:pt x="5696" y="5275"/>
                </a:lnTo>
                <a:lnTo>
                  <a:pt x="5702" y="5419"/>
                </a:lnTo>
                <a:lnTo>
                  <a:pt x="5704" y="5564"/>
                </a:lnTo>
                <a:lnTo>
                  <a:pt x="5704" y="5621"/>
                </a:lnTo>
                <a:lnTo>
                  <a:pt x="5702" y="5679"/>
                </a:lnTo>
                <a:lnTo>
                  <a:pt x="5699" y="5738"/>
                </a:lnTo>
                <a:lnTo>
                  <a:pt x="5695" y="5799"/>
                </a:lnTo>
                <a:lnTo>
                  <a:pt x="5690" y="5861"/>
                </a:lnTo>
                <a:lnTo>
                  <a:pt x="5684" y="5925"/>
                </a:lnTo>
                <a:lnTo>
                  <a:pt x="5676" y="5988"/>
                </a:lnTo>
                <a:lnTo>
                  <a:pt x="5667" y="6055"/>
                </a:lnTo>
                <a:lnTo>
                  <a:pt x="5658" y="6121"/>
                </a:lnTo>
                <a:lnTo>
                  <a:pt x="5647" y="6189"/>
                </a:lnTo>
                <a:lnTo>
                  <a:pt x="5635" y="6258"/>
                </a:lnTo>
                <a:lnTo>
                  <a:pt x="5624" y="6328"/>
                </a:lnTo>
                <a:lnTo>
                  <a:pt x="5609" y="6398"/>
                </a:lnTo>
                <a:lnTo>
                  <a:pt x="5595" y="6471"/>
                </a:lnTo>
                <a:lnTo>
                  <a:pt x="5579" y="6543"/>
                </a:lnTo>
                <a:lnTo>
                  <a:pt x="5562" y="6616"/>
                </a:lnTo>
                <a:lnTo>
                  <a:pt x="5545" y="6692"/>
                </a:lnTo>
                <a:lnTo>
                  <a:pt x="5526" y="6766"/>
                </a:lnTo>
                <a:lnTo>
                  <a:pt x="5507" y="6843"/>
                </a:lnTo>
                <a:lnTo>
                  <a:pt x="5485" y="6920"/>
                </a:lnTo>
                <a:lnTo>
                  <a:pt x="5464" y="6996"/>
                </a:lnTo>
                <a:lnTo>
                  <a:pt x="5442" y="7076"/>
                </a:lnTo>
                <a:lnTo>
                  <a:pt x="5418" y="7155"/>
                </a:lnTo>
                <a:lnTo>
                  <a:pt x="5394" y="7234"/>
                </a:lnTo>
                <a:lnTo>
                  <a:pt x="5370" y="7314"/>
                </a:lnTo>
                <a:lnTo>
                  <a:pt x="5344" y="7395"/>
                </a:lnTo>
                <a:lnTo>
                  <a:pt x="5316" y="7476"/>
                </a:lnTo>
                <a:lnTo>
                  <a:pt x="5288" y="7559"/>
                </a:lnTo>
                <a:lnTo>
                  <a:pt x="5260" y="7640"/>
                </a:lnTo>
                <a:lnTo>
                  <a:pt x="5230" y="7724"/>
                </a:lnTo>
                <a:lnTo>
                  <a:pt x="5201" y="7807"/>
                </a:lnTo>
                <a:lnTo>
                  <a:pt x="5169" y="7891"/>
                </a:lnTo>
                <a:lnTo>
                  <a:pt x="5152" y="7936"/>
                </a:lnTo>
                <a:lnTo>
                  <a:pt x="3515" y="7936"/>
                </a:lnTo>
                <a:lnTo>
                  <a:pt x="3547" y="7864"/>
                </a:lnTo>
                <a:lnTo>
                  <a:pt x="3577" y="7790"/>
                </a:lnTo>
                <a:lnTo>
                  <a:pt x="3607" y="7718"/>
                </a:lnTo>
                <a:lnTo>
                  <a:pt x="3637" y="7646"/>
                </a:lnTo>
                <a:lnTo>
                  <a:pt x="3666" y="7574"/>
                </a:lnTo>
                <a:lnTo>
                  <a:pt x="3693" y="7503"/>
                </a:lnTo>
                <a:lnTo>
                  <a:pt x="3722" y="7432"/>
                </a:lnTo>
                <a:lnTo>
                  <a:pt x="3748" y="7362"/>
                </a:lnTo>
                <a:lnTo>
                  <a:pt x="3797" y="7227"/>
                </a:lnTo>
                <a:lnTo>
                  <a:pt x="3844" y="7093"/>
                </a:lnTo>
                <a:lnTo>
                  <a:pt x="3889" y="6962"/>
                </a:lnTo>
                <a:lnTo>
                  <a:pt x="3931" y="6835"/>
                </a:lnTo>
                <a:lnTo>
                  <a:pt x="3970" y="6709"/>
                </a:lnTo>
                <a:lnTo>
                  <a:pt x="4005" y="6586"/>
                </a:lnTo>
                <a:lnTo>
                  <a:pt x="4037" y="6467"/>
                </a:lnTo>
                <a:lnTo>
                  <a:pt x="4067" y="6350"/>
                </a:lnTo>
                <a:lnTo>
                  <a:pt x="4081" y="6293"/>
                </a:lnTo>
                <a:lnTo>
                  <a:pt x="4094" y="6238"/>
                </a:lnTo>
                <a:lnTo>
                  <a:pt x="4106" y="6182"/>
                </a:lnTo>
                <a:lnTo>
                  <a:pt x="4116" y="6129"/>
                </a:lnTo>
                <a:lnTo>
                  <a:pt x="4127" y="6076"/>
                </a:lnTo>
                <a:lnTo>
                  <a:pt x="4136" y="6024"/>
                </a:lnTo>
                <a:lnTo>
                  <a:pt x="4145" y="5972"/>
                </a:lnTo>
                <a:lnTo>
                  <a:pt x="4152" y="5922"/>
                </a:lnTo>
                <a:lnTo>
                  <a:pt x="4159" y="5874"/>
                </a:lnTo>
                <a:lnTo>
                  <a:pt x="4165" y="5825"/>
                </a:lnTo>
                <a:lnTo>
                  <a:pt x="4171" y="5779"/>
                </a:lnTo>
                <a:lnTo>
                  <a:pt x="4174" y="5733"/>
                </a:lnTo>
                <a:lnTo>
                  <a:pt x="4178" y="5690"/>
                </a:lnTo>
                <a:lnTo>
                  <a:pt x="4180" y="5646"/>
                </a:lnTo>
                <a:lnTo>
                  <a:pt x="4181" y="5604"/>
                </a:lnTo>
                <a:lnTo>
                  <a:pt x="4181" y="5564"/>
                </a:lnTo>
                <a:lnTo>
                  <a:pt x="4180" y="5460"/>
                </a:lnTo>
                <a:lnTo>
                  <a:pt x="4176" y="5357"/>
                </a:lnTo>
                <a:lnTo>
                  <a:pt x="4169" y="5256"/>
                </a:lnTo>
                <a:lnTo>
                  <a:pt x="4159" y="5154"/>
                </a:lnTo>
                <a:lnTo>
                  <a:pt x="4147" y="5054"/>
                </a:lnTo>
                <a:lnTo>
                  <a:pt x="4132" y="4953"/>
                </a:lnTo>
                <a:lnTo>
                  <a:pt x="4113" y="4854"/>
                </a:lnTo>
                <a:lnTo>
                  <a:pt x="4093" y="4756"/>
                </a:lnTo>
                <a:lnTo>
                  <a:pt x="4069" y="4658"/>
                </a:lnTo>
                <a:lnTo>
                  <a:pt x="4044" y="4561"/>
                </a:lnTo>
                <a:lnTo>
                  <a:pt x="4016" y="4465"/>
                </a:lnTo>
                <a:lnTo>
                  <a:pt x="3985" y="4371"/>
                </a:lnTo>
                <a:lnTo>
                  <a:pt x="3952" y="4277"/>
                </a:lnTo>
                <a:lnTo>
                  <a:pt x="3915" y="4184"/>
                </a:lnTo>
                <a:lnTo>
                  <a:pt x="3878" y="4093"/>
                </a:lnTo>
                <a:lnTo>
                  <a:pt x="3837" y="4002"/>
                </a:lnTo>
                <a:lnTo>
                  <a:pt x="3795" y="3912"/>
                </a:lnTo>
                <a:lnTo>
                  <a:pt x="3750" y="3824"/>
                </a:lnTo>
                <a:lnTo>
                  <a:pt x="3703" y="3736"/>
                </a:lnTo>
                <a:lnTo>
                  <a:pt x="3653" y="3651"/>
                </a:lnTo>
                <a:lnTo>
                  <a:pt x="3601" y="3566"/>
                </a:lnTo>
                <a:lnTo>
                  <a:pt x="3547" y="3482"/>
                </a:lnTo>
                <a:lnTo>
                  <a:pt x="3491" y="3400"/>
                </a:lnTo>
                <a:lnTo>
                  <a:pt x="3433" y="3319"/>
                </a:lnTo>
                <a:lnTo>
                  <a:pt x="3373" y="3240"/>
                </a:lnTo>
                <a:lnTo>
                  <a:pt x="3312" y="3161"/>
                </a:lnTo>
                <a:lnTo>
                  <a:pt x="3247" y="3084"/>
                </a:lnTo>
                <a:lnTo>
                  <a:pt x="3181" y="3010"/>
                </a:lnTo>
                <a:lnTo>
                  <a:pt x="3113" y="2935"/>
                </a:lnTo>
                <a:lnTo>
                  <a:pt x="3043" y="2863"/>
                </a:lnTo>
                <a:lnTo>
                  <a:pt x="2971" y="2792"/>
                </a:lnTo>
                <a:lnTo>
                  <a:pt x="2898" y="2722"/>
                </a:lnTo>
                <a:lnTo>
                  <a:pt x="2827" y="2659"/>
                </a:lnTo>
                <a:lnTo>
                  <a:pt x="2755" y="2596"/>
                </a:lnTo>
                <a:lnTo>
                  <a:pt x="2681" y="2536"/>
                </a:lnTo>
                <a:lnTo>
                  <a:pt x="2605" y="2477"/>
                </a:lnTo>
                <a:lnTo>
                  <a:pt x="2528" y="2419"/>
                </a:lnTo>
                <a:lnTo>
                  <a:pt x="2450" y="2362"/>
                </a:lnTo>
                <a:lnTo>
                  <a:pt x="2370" y="2308"/>
                </a:lnTo>
                <a:lnTo>
                  <a:pt x="2289" y="2253"/>
                </a:lnTo>
                <a:lnTo>
                  <a:pt x="2207" y="2203"/>
                </a:lnTo>
                <a:lnTo>
                  <a:pt x="2123" y="2153"/>
                </a:lnTo>
                <a:lnTo>
                  <a:pt x="2038" y="2104"/>
                </a:lnTo>
                <a:lnTo>
                  <a:pt x="1951" y="2057"/>
                </a:lnTo>
                <a:lnTo>
                  <a:pt x="1863" y="2013"/>
                </a:lnTo>
                <a:lnTo>
                  <a:pt x="1775" y="1970"/>
                </a:lnTo>
                <a:lnTo>
                  <a:pt x="1685" y="1928"/>
                </a:lnTo>
                <a:lnTo>
                  <a:pt x="1594" y="1889"/>
                </a:lnTo>
                <a:lnTo>
                  <a:pt x="1502" y="1852"/>
                </a:lnTo>
                <a:lnTo>
                  <a:pt x="1408" y="1816"/>
                </a:lnTo>
                <a:lnTo>
                  <a:pt x="1314" y="1782"/>
                </a:lnTo>
                <a:lnTo>
                  <a:pt x="1218" y="1750"/>
                </a:lnTo>
                <a:lnTo>
                  <a:pt x="1121" y="1720"/>
                </a:lnTo>
                <a:lnTo>
                  <a:pt x="1023" y="1692"/>
                </a:lnTo>
                <a:lnTo>
                  <a:pt x="925" y="1666"/>
                </a:lnTo>
                <a:lnTo>
                  <a:pt x="826" y="1641"/>
                </a:lnTo>
                <a:lnTo>
                  <a:pt x="726" y="1620"/>
                </a:lnTo>
                <a:lnTo>
                  <a:pt x="624" y="1600"/>
                </a:lnTo>
                <a:lnTo>
                  <a:pt x="522" y="1582"/>
                </a:lnTo>
                <a:lnTo>
                  <a:pt x="420" y="1566"/>
                </a:lnTo>
                <a:lnTo>
                  <a:pt x="316" y="1553"/>
                </a:lnTo>
                <a:lnTo>
                  <a:pt x="212" y="1541"/>
                </a:lnTo>
                <a:lnTo>
                  <a:pt x="107" y="1531"/>
                </a:lnTo>
                <a:lnTo>
                  <a:pt x="0" y="1524"/>
                </a:lnTo>
                <a:lnTo>
                  <a:pt x="0" y="0"/>
                </a:lnTo>
                <a:close/>
              </a:path>
            </a:pathLst>
          </a:custGeom>
          <a:gradFill>
            <a:gsLst>
              <a:gs pos="0">
                <a:srgbClr val="C00000"/>
              </a:gs>
              <a:gs pos="100000">
                <a:srgbClr val="C00000">
                  <a:lumMod val="75000"/>
                </a:srgbClr>
              </a:gs>
            </a:gsLst>
            <a:lin ang="2700000" scaled="1"/>
          </a:gradFill>
          <a:ln w="1905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152400" dist="76200" dir="2700000" algn="c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49" name="Freeform 12"/>
          <p:cNvSpPr>
            <a:spLocks noChangeAspect="1"/>
          </p:cNvSpPr>
          <p:nvPr/>
        </p:nvSpPr>
        <p:spPr bwMode="auto">
          <a:xfrm>
            <a:off x="4890263" y="1810363"/>
            <a:ext cx="1149530" cy="1599188"/>
          </a:xfrm>
          <a:custGeom>
            <a:avLst/>
            <a:gdLst>
              <a:gd name="T0" fmla="*/ 474 w 5704"/>
              <a:gd name="T1" fmla="*/ 7724 h 7936"/>
              <a:gd name="T2" fmla="*/ 360 w 5704"/>
              <a:gd name="T3" fmla="*/ 7395 h 7936"/>
              <a:gd name="T4" fmla="*/ 262 w 5704"/>
              <a:gd name="T5" fmla="*/ 7076 h 7936"/>
              <a:gd name="T6" fmla="*/ 178 w 5704"/>
              <a:gd name="T7" fmla="*/ 6766 h 7936"/>
              <a:gd name="T8" fmla="*/ 109 w 5704"/>
              <a:gd name="T9" fmla="*/ 6471 h 7936"/>
              <a:gd name="T10" fmla="*/ 57 w 5704"/>
              <a:gd name="T11" fmla="*/ 6189 h 7936"/>
              <a:gd name="T12" fmla="*/ 20 w 5704"/>
              <a:gd name="T13" fmla="*/ 5925 h 7936"/>
              <a:gd name="T14" fmla="*/ 2 w 5704"/>
              <a:gd name="T15" fmla="*/ 5679 h 7936"/>
              <a:gd name="T16" fmla="*/ 8 w 5704"/>
              <a:gd name="T17" fmla="*/ 5275 h 7936"/>
              <a:gd name="T18" fmla="*/ 70 w 5704"/>
              <a:gd name="T19" fmla="*/ 4710 h 7936"/>
              <a:gd name="T20" fmla="*/ 191 w 5704"/>
              <a:gd name="T21" fmla="*/ 4163 h 7936"/>
              <a:gd name="T22" fmla="*/ 369 w 5704"/>
              <a:gd name="T23" fmla="*/ 3637 h 7936"/>
              <a:gd name="T24" fmla="*/ 598 w 5704"/>
              <a:gd name="T25" fmla="*/ 3135 h 7936"/>
              <a:gd name="T26" fmla="*/ 879 w 5704"/>
              <a:gd name="T27" fmla="*/ 2659 h 7936"/>
              <a:gd name="T28" fmla="*/ 1205 w 5704"/>
              <a:gd name="T29" fmla="*/ 2212 h 7936"/>
              <a:gd name="T30" fmla="*/ 1576 w 5704"/>
              <a:gd name="T31" fmla="*/ 1798 h 7936"/>
              <a:gd name="T32" fmla="*/ 1972 w 5704"/>
              <a:gd name="T33" fmla="*/ 1433 h 7936"/>
              <a:gd name="T34" fmla="*/ 2386 w 5704"/>
              <a:gd name="T35" fmla="*/ 1114 h 7936"/>
              <a:gd name="T36" fmla="*/ 2832 w 5704"/>
              <a:gd name="T37" fmla="*/ 831 h 7936"/>
              <a:gd name="T38" fmla="*/ 3304 w 5704"/>
              <a:gd name="T39" fmla="*/ 584 h 7936"/>
              <a:gd name="T40" fmla="*/ 3802 w 5704"/>
              <a:gd name="T41" fmla="*/ 377 h 7936"/>
              <a:gd name="T42" fmla="*/ 4322 w 5704"/>
              <a:gd name="T43" fmla="*/ 213 h 7936"/>
              <a:gd name="T44" fmla="*/ 4861 w 5704"/>
              <a:gd name="T45" fmla="*/ 92 h 7936"/>
              <a:gd name="T46" fmla="*/ 5419 w 5704"/>
              <a:gd name="T47" fmla="*/ 19 h 7936"/>
              <a:gd name="T48" fmla="*/ 5597 w 5704"/>
              <a:gd name="T49" fmla="*/ 1531 h 7936"/>
              <a:gd name="T50" fmla="*/ 5182 w 5704"/>
              <a:gd name="T51" fmla="*/ 1582 h 7936"/>
              <a:gd name="T52" fmla="*/ 4779 w 5704"/>
              <a:gd name="T53" fmla="*/ 1666 h 7936"/>
              <a:gd name="T54" fmla="*/ 4390 w 5704"/>
              <a:gd name="T55" fmla="*/ 1782 h 7936"/>
              <a:gd name="T56" fmla="*/ 4019 w 5704"/>
              <a:gd name="T57" fmla="*/ 1928 h 7936"/>
              <a:gd name="T58" fmla="*/ 3666 w 5704"/>
              <a:gd name="T59" fmla="*/ 2104 h 7936"/>
              <a:gd name="T60" fmla="*/ 3334 w 5704"/>
              <a:gd name="T61" fmla="*/ 2308 h 7936"/>
              <a:gd name="T62" fmla="*/ 3023 w 5704"/>
              <a:gd name="T63" fmla="*/ 2536 h 7936"/>
              <a:gd name="T64" fmla="*/ 2733 w 5704"/>
              <a:gd name="T65" fmla="*/ 2792 h 7936"/>
              <a:gd name="T66" fmla="*/ 2457 w 5704"/>
              <a:gd name="T67" fmla="*/ 3084 h 7936"/>
              <a:gd name="T68" fmla="*/ 2213 w 5704"/>
              <a:gd name="T69" fmla="*/ 3400 h 7936"/>
              <a:gd name="T70" fmla="*/ 2001 w 5704"/>
              <a:gd name="T71" fmla="*/ 3736 h 7936"/>
              <a:gd name="T72" fmla="*/ 1826 w 5704"/>
              <a:gd name="T73" fmla="*/ 4093 h 7936"/>
              <a:gd name="T74" fmla="*/ 1688 w 5704"/>
              <a:gd name="T75" fmla="*/ 4465 h 7936"/>
              <a:gd name="T76" fmla="*/ 1591 w 5704"/>
              <a:gd name="T77" fmla="*/ 4854 h 7936"/>
              <a:gd name="T78" fmla="*/ 1535 w 5704"/>
              <a:gd name="T79" fmla="*/ 5256 h 7936"/>
              <a:gd name="T80" fmla="*/ 1523 w 5704"/>
              <a:gd name="T81" fmla="*/ 5604 h 7936"/>
              <a:gd name="T82" fmla="*/ 1533 w 5704"/>
              <a:gd name="T83" fmla="*/ 5779 h 7936"/>
              <a:gd name="T84" fmla="*/ 1559 w 5704"/>
              <a:gd name="T85" fmla="*/ 5972 h 7936"/>
              <a:gd name="T86" fmla="*/ 1598 w 5704"/>
              <a:gd name="T87" fmla="*/ 6182 h 7936"/>
              <a:gd name="T88" fmla="*/ 1667 w 5704"/>
              <a:gd name="T89" fmla="*/ 6467 h 7936"/>
              <a:gd name="T90" fmla="*/ 1815 w 5704"/>
              <a:gd name="T91" fmla="*/ 6962 h 7936"/>
              <a:gd name="T92" fmla="*/ 1982 w 5704"/>
              <a:gd name="T93" fmla="*/ 7432 h 7936"/>
              <a:gd name="T94" fmla="*/ 2097 w 5704"/>
              <a:gd name="T95" fmla="*/ 7718 h 7936"/>
              <a:gd name="T96" fmla="*/ 552 w 5704"/>
              <a:gd name="T97" fmla="*/ 7936 h 7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704" h="7936">
                <a:moveTo>
                  <a:pt x="552" y="7936"/>
                </a:moveTo>
                <a:lnTo>
                  <a:pt x="535" y="7891"/>
                </a:lnTo>
                <a:lnTo>
                  <a:pt x="503" y="7807"/>
                </a:lnTo>
                <a:lnTo>
                  <a:pt x="474" y="7724"/>
                </a:lnTo>
                <a:lnTo>
                  <a:pt x="444" y="7640"/>
                </a:lnTo>
                <a:lnTo>
                  <a:pt x="416" y="7559"/>
                </a:lnTo>
                <a:lnTo>
                  <a:pt x="388" y="7476"/>
                </a:lnTo>
                <a:lnTo>
                  <a:pt x="360" y="7395"/>
                </a:lnTo>
                <a:lnTo>
                  <a:pt x="334" y="7314"/>
                </a:lnTo>
                <a:lnTo>
                  <a:pt x="310" y="7234"/>
                </a:lnTo>
                <a:lnTo>
                  <a:pt x="286" y="7155"/>
                </a:lnTo>
                <a:lnTo>
                  <a:pt x="262" y="7076"/>
                </a:lnTo>
                <a:lnTo>
                  <a:pt x="240" y="6996"/>
                </a:lnTo>
                <a:lnTo>
                  <a:pt x="219" y="6920"/>
                </a:lnTo>
                <a:lnTo>
                  <a:pt x="197" y="6843"/>
                </a:lnTo>
                <a:lnTo>
                  <a:pt x="178" y="6766"/>
                </a:lnTo>
                <a:lnTo>
                  <a:pt x="159" y="6692"/>
                </a:lnTo>
                <a:lnTo>
                  <a:pt x="142" y="6616"/>
                </a:lnTo>
                <a:lnTo>
                  <a:pt x="125" y="6543"/>
                </a:lnTo>
                <a:lnTo>
                  <a:pt x="109" y="6471"/>
                </a:lnTo>
                <a:lnTo>
                  <a:pt x="95" y="6398"/>
                </a:lnTo>
                <a:lnTo>
                  <a:pt x="80" y="6328"/>
                </a:lnTo>
                <a:lnTo>
                  <a:pt x="69" y="6258"/>
                </a:lnTo>
                <a:lnTo>
                  <a:pt x="57" y="6189"/>
                </a:lnTo>
                <a:lnTo>
                  <a:pt x="46" y="6121"/>
                </a:lnTo>
                <a:lnTo>
                  <a:pt x="37" y="6055"/>
                </a:lnTo>
                <a:lnTo>
                  <a:pt x="28" y="5988"/>
                </a:lnTo>
                <a:lnTo>
                  <a:pt x="20" y="5925"/>
                </a:lnTo>
                <a:lnTo>
                  <a:pt x="14" y="5861"/>
                </a:lnTo>
                <a:lnTo>
                  <a:pt x="9" y="5799"/>
                </a:lnTo>
                <a:lnTo>
                  <a:pt x="5" y="5738"/>
                </a:lnTo>
                <a:lnTo>
                  <a:pt x="2" y="5679"/>
                </a:lnTo>
                <a:lnTo>
                  <a:pt x="0" y="5621"/>
                </a:lnTo>
                <a:lnTo>
                  <a:pt x="0" y="5564"/>
                </a:lnTo>
                <a:lnTo>
                  <a:pt x="2" y="5419"/>
                </a:lnTo>
                <a:lnTo>
                  <a:pt x="8" y="5275"/>
                </a:lnTo>
                <a:lnTo>
                  <a:pt x="18" y="5132"/>
                </a:lnTo>
                <a:lnTo>
                  <a:pt x="32" y="4990"/>
                </a:lnTo>
                <a:lnTo>
                  <a:pt x="48" y="4849"/>
                </a:lnTo>
                <a:lnTo>
                  <a:pt x="70" y="4710"/>
                </a:lnTo>
                <a:lnTo>
                  <a:pt x="95" y="4572"/>
                </a:lnTo>
                <a:lnTo>
                  <a:pt x="123" y="4433"/>
                </a:lnTo>
                <a:lnTo>
                  <a:pt x="156" y="4298"/>
                </a:lnTo>
                <a:lnTo>
                  <a:pt x="191" y="4163"/>
                </a:lnTo>
                <a:lnTo>
                  <a:pt x="230" y="4029"/>
                </a:lnTo>
                <a:lnTo>
                  <a:pt x="273" y="3897"/>
                </a:lnTo>
                <a:lnTo>
                  <a:pt x="319" y="3766"/>
                </a:lnTo>
                <a:lnTo>
                  <a:pt x="369" y="3637"/>
                </a:lnTo>
                <a:lnTo>
                  <a:pt x="421" y="3508"/>
                </a:lnTo>
                <a:lnTo>
                  <a:pt x="477" y="3382"/>
                </a:lnTo>
                <a:lnTo>
                  <a:pt x="536" y="3258"/>
                </a:lnTo>
                <a:lnTo>
                  <a:pt x="598" y="3135"/>
                </a:lnTo>
                <a:lnTo>
                  <a:pt x="664" y="3013"/>
                </a:lnTo>
                <a:lnTo>
                  <a:pt x="732" y="2893"/>
                </a:lnTo>
                <a:lnTo>
                  <a:pt x="803" y="2774"/>
                </a:lnTo>
                <a:lnTo>
                  <a:pt x="879" y="2659"/>
                </a:lnTo>
                <a:lnTo>
                  <a:pt x="956" y="2544"/>
                </a:lnTo>
                <a:lnTo>
                  <a:pt x="1036" y="2432"/>
                </a:lnTo>
                <a:lnTo>
                  <a:pt x="1119" y="2321"/>
                </a:lnTo>
                <a:lnTo>
                  <a:pt x="1205" y="2212"/>
                </a:lnTo>
                <a:lnTo>
                  <a:pt x="1294" y="2106"/>
                </a:lnTo>
                <a:lnTo>
                  <a:pt x="1386" y="2002"/>
                </a:lnTo>
                <a:lnTo>
                  <a:pt x="1479" y="1899"/>
                </a:lnTo>
                <a:lnTo>
                  <a:pt x="1576" y="1798"/>
                </a:lnTo>
                <a:lnTo>
                  <a:pt x="1675" y="1700"/>
                </a:lnTo>
                <a:lnTo>
                  <a:pt x="1777" y="1605"/>
                </a:lnTo>
                <a:lnTo>
                  <a:pt x="1874" y="1517"/>
                </a:lnTo>
                <a:lnTo>
                  <a:pt x="1972" y="1433"/>
                </a:lnTo>
                <a:lnTo>
                  <a:pt x="2073" y="1349"/>
                </a:lnTo>
                <a:lnTo>
                  <a:pt x="2176" y="1269"/>
                </a:lnTo>
                <a:lnTo>
                  <a:pt x="2280" y="1190"/>
                </a:lnTo>
                <a:lnTo>
                  <a:pt x="2386" y="1114"/>
                </a:lnTo>
                <a:lnTo>
                  <a:pt x="2495" y="1040"/>
                </a:lnTo>
                <a:lnTo>
                  <a:pt x="2606" y="968"/>
                </a:lnTo>
                <a:lnTo>
                  <a:pt x="2717" y="898"/>
                </a:lnTo>
                <a:lnTo>
                  <a:pt x="2832" y="831"/>
                </a:lnTo>
                <a:lnTo>
                  <a:pt x="2948" y="765"/>
                </a:lnTo>
                <a:lnTo>
                  <a:pt x="3065" y="702"/>
                </a:lnTo>
                <a:lnTo>
                  <a:pt x="3184" y="642"/>
                </a:lnTo>
                <a:lnTo>
                  <a:pt x="3304" y="584"/>
                </a:lnTo>
                <a:lnTo>
                  <a:pt x="3426" y="528"/>
                </a:lnTo>
                <a:lnTo>
                  <a:pt x="3550" y="475"/>
                </a:lnTo>
                <a:lnTo>
                  <a:pt x="3675" y="425"/>
                </a:lnTo>
                <a:lnTo>
                  <a:pt x="3802" y="377"/>
                </a:lnTo>
                <a:lnTo>
                  <a:pt x="3929" y="332"/>
                </a:lnTo>
                <a:lnTo>
                  <a:pt x="4059" y="289"/>
                </a:lnTo>
                <a:lnTo>
                  <a:pt x="4189" y="249"/>
                </a:lnTo>
                <a:lnTo>
                  <a:pt x="4322" y="213"/>
                </a:lnTo>
                <a:lnTo>
                  <a:pt x="4455" y="178"/>
                </a:lnTo>
                <a:lnTo>
                  <a:pt x="4590" y="147"/>
                </a:lnTo>
                <a:lnTo>
                  <a:pt x="4724" y="118"/>
                </a:lnTo>
                <a:lnTo>
                  <a:pt x="4861" y="92"/>
                </a:lnTo>
                <a:lnTo>
                  <a:pt x="5000" y="70"/>
                </a:lnTo>
                <a:lnTo>
                  <a:pt x="5138" y="50"/>
                </a:lnTo>
                <a:lnTo>
                  <a:pt x="5279" y="33"/>
                </a:lnTo>
                <a:lnTo>
                  <a:pt x="5419" y="19"/>
                </a:lnTo>
                <a:lnTo>
                  <a:pt x="5561" y="8"/>
                </a:lnTo>
                <a:lnTo>
                  <a:pt x="5704" y="0"/>
                </a:lnTo>
                <a:lnTo>
                  <a:pt x="5704" y="1524"/>
                </a:lnTo>
                <a:lnTo>
                  <a:pt x="5597" y="1531"/>
                </a:lnTo>
                <a:lnTo>
                  <a:pt x="5492" y="1541"/>
                </a:lnTo>
                <a:lnTo>
                  <a:pt x="5388" y="1553"/>
                </a:lnTo>
                <a:lnTo>
                  <a:pt x="5284" y="1566"/>
                </a:lnTo>
                <a:lnTo>
                  <a:pt x="5182" y="1582"/>
                </a:lnTo>
                <a:lnTo>
                  <a:pt x="5080" y="1600"/>
                </a:lnTo>
                <a:lnTo>
                  <a:pt x="4978" y="1620"/>
                </a:lnTo>
                <a:lnTo>
                  <a:pt x="4878" y="1641"/>
                </a:lnTo>
                <a:lnTo>
                  <a:pt x="4779" y="1666"/>
                </a:lnTo>
                <a:lnTo>
                  <a:pt x="4681" y="1692"/>
                </a:lnTo>
                <a:lnTo>
                  <a:pt x="4583" y="1720"/>
                </a:lnTo>
                <a:lnTo>
                  <a:pt x="4486" y="1750"/>
                </a:lnTo>
                <a:lnTo>
                  <a:pt x="4390" y="1782"/>
                </a:lnTo>
                <a:lnTo>
                  <a:pt x="4296" y="1816"/>
                </a:lnTo>
                <a:lnTo>
                  <a:pt x="4202" y="1852"/>
                </a:lnTo>
                <a:lnTo>
                  <a:pt x="4110" y="1889"/>
                </a:lnTo>
                <a:lnTo>
                  <a:pt x="4019" y="1928"/>
                </a:lnTo>
                <a:lnTo>
                  <a:pt x="3929" y="1970"/>
                </a:lnTo>
                <a:lnTo>
                  <a:pt x="3841" y="2013"/>
                </a:lnTo>
                <a:lnTo>
                  <a:pt x="3753" y="2057"/>
                </a:lnTo>
                <a:lnTo>
                  <a:pt x="3666" y="2104"/>
                </a:lnTo>
                <a:lnTo>
                  <a:pt x="3581" y="2153"/>
                </a:lnTo>
                <a:lnTo>
                  <a:pt x="3497" y="2203"/>
                </a:lnTo>
                <a:lnTo>
                  <a:pt x="3415" y="2253"/>
                </a:lnTo>
                <a:lnTo>
                  <a:pt x="3334" y="2308"/>
                </a:lnTo>
                <a:lnTo>
                  <a:pt x="3254" y="2362"/>
                </a:lnTo>
                <a:lnTo>
                  <a:pt x="3176" y="2419"/>
                </a:lnTo>
                <a:lnTo>
                  <a:pt x="3099" y="2477"/>
                </a:lnTo>
                <a:lnTo>
                  <a:pt x="3023" y="2536"/>
                </a:lnTo>
                <a:lnTo>
                  <a:pt x="2949" y="2596"/>
                </a:lnTo>
                <a:lnTo>
                  <a:pt x="2877" y="2659"/>
                </a:lnTo>
                <a:lnTo>
                  <a:pt x="2806" y="2722"/>
                </a:lnTo>
                <a:lnTo>
                  <a:pt x="2733" y="2792"/>
                </a:lnTo>
                <a:lnTo>
                  <a:pt x="2661" y="2863"/>
                </a:lnTo>
                <a:lnTo>
                  <a:pt x="2591" y="2935"/>
                </a:lnTo>
                <a:lnTo>
                  <a:pt x="2523" y="3010"/>
                </a:lnTo>
                <a:lnTo>
                  <a:pt x="2457" y="3084"/>
                </a:lnTo>
                <a:lnTo>
                  <a:pt x="2392" y="3161"/>
                </a:lnTo>
                <a:lnTo>
                  <a:pt x="2331" y="3240"/>
                </a:lnTo>
                <a:lnTo>
                  <a:pt x="2271" y="3319"/>
                </a:lnTo>
                <a:lnTo>
                  <a:pt x="2213" y="3400"/>
                </a:lnTo>
                <a:lnTo>
                  <a:pt x="2157" y="3482"/>
                </a:lnTo>
                <a:lnTo>
                  <a:pt x="2103" y="3566"/>
                </a:lnTo>
                <a:lnTo>
                  <a:pt x="2051" y="3651"/>
                </a:lnTo>
                <a:lnTo>
                  <a:pt x="2001" y="3736"/>
                </a:lnTo>
                <a:lnTo>
                  <a:pt x="1954" y="3824"/>
                </a:lnTo>
                <a:lnTo>
                  <a:pt x="1909" y="3912"/>
                </a:lnTo>
                <a:lnTo>
                  <a:pt x="1867" y="4002"/>
                </a:lnTo>
                <a:lnTo>
                  <a:pt x="1826" y="4093"/>
                </a:lnTo>
                <a:lnTo>
                  <a:pt x="1789" y="4184"/>
                </a:lnTo>
                <a:lnTo>
                  <a:pt x="1752" y="4277"/>
                </a:lnTo>
                <a:lnTo>
                  <a:pt x="1719" y="4371"/>
                </a:lnTo>
                <a:lnTo>
                  <a:pt x="1688" y="4465"/>
                </a:lnTo>
                <a:lnTo>
                  <a:pt x="1660" y="4561"/>
                </a:lnTo>
                <a:lnTo>
                  <a:pt x="1635" y="4658"/>
                </a:lnTo>
                <a:lnTo>
                  <a:pt x="1611" y="4756"/>
                </a:lnTo>
                <a:lnTo>
                  <a:pt x="1591" y="4854"/>
                </a:lnTo>
                <a:lnTo>
                  <a:pt x="1572" y="4953"/>
                </a:lnTo>
                <a:lnTo>
                  <a:pt x="1557" y="5054"/>
                </a:lnTo>
                <a:lnTo>
                  <a:pt x="1545" y="5154"/>
                </a:lnTo>
                <a:lnTo>
                  <a:pt x="1535" y="5256"/>
                </a:lnTo>
                <a:lnTo>
                  <a:pt x="1528" y="5357"/>
                </a:lnTo>
                <a:lnTo>
                  <a:pt x="1524" y="5460"/>
                </a:lnTo>
                <a:lnTo>
                  <a:pt x="1523" y="5564"/>
                </a:lnTo>
                <a:lnTo>
                  <a:pt x="1523" y="5604"/>
                </a:lnTo>
                <a:lnTo>
                  <a:pt x="1524" y="5646"/>
                </a:lnTo>
                <a:lnTo>
                  <a:pt x="1526" y="5690"/>
                </a:lnTo>
                <a:lnTo>
                  <a:pt x="1530" y="5733"/>
                </a:lnTo>
                <a:lnTo>
                  <a:pt x="1533" y="5779"/>
                </a:lnTo>
                <a:lnTo>
                  <a:pt x="1539" y="5825"/>
                </a:lnTo>
                <a:lnTo>
                  <a:pt x="1545" y="5874"/>
                </a:lnTo>
                <a:lnTo>
                  <a:pt x="1552" y="5922"/>
                </a:lnTo>
                <a:lnTo>
                  <a:pt x="1559" y="5972"/>
                </a:lnTo>
                <a:lnTo>
                  <a:pt x="1568" y="6024"/>
                </a:lnTo>
                <a:lnTo>
                  <a:pt x="1577" y="6076"/>
                </a:lnTo>
                <a:lnTo>
                  <a:pt x="1588" y="6129"/>
                </a:lnTo>
                <a:lnTo>
                  <a:pt x="1598" y="6182"/>
                </a:lnTo>
                <a:lnTo>
                  <a:pt x="1610" y="6238"/>
                </a:lnTo>
                <a:lnTo>
                  <a:pt x="1623" y="6293"/>
                </a:lnTo>
                <a:lnTo>
                  <a:pt x="1637" y="6350"/>
                </a:lnTo>
                <a:lnTo>
                  <a:pt x="1667" y="6467"/>
                </a:lnTo>
                <a:lnTo>
                  <a:pt x="1699" y="6586"/>
                </a:lnTo>
                <a:lnTo>
                  <a:pt x="1734" y="6709"/>
                </a:lnTo>
                <a:lnTo>
                  <a:pt x="1773" y="6835"/>
                </a:lnTo>
                <a:lnTo>
                  <a:pt x="1815" y="6962"/>
                </a:lnTo>
                <a:lnTo>
                  <a:pt x="1860" y="7093"/>
                </a:lnTo>
                <a:lnTo>
                  <a:pt x="1907" y="7227"/>
                </a:lnTo>
                <a:lnTo>
                  <a:pt x="1956" y="7362"/>
                </a:lnTo>
                <a:lnTo>
                  <a:pt x="1982" y="7432"/>
                </a:lnTo>
                <a:lnTo>
                  <a:pt x="2011" y="7503"/>
                </a:lnTo>
                <a:lnTo>
                  <a:pt x="2038" y="7574"/>
                </a:lnTo>
                <a:lnTo>
                  <a:pt x="2067" y="7646"/>
                </a:lnTo>
                <a:lnTo>
                  <a:pt x="2097" y="7718"/>
                </a:lnTo>
                <a:lnTo>
                  <a:pt x="2127" y="7790"/>
                </a:lnTo>
                <a:lnTo>
                  <a:pt x="2157" y="7864"/>
                </a:lnTo>
                <a:lnTo>
                  <a:pt x="2189" y="7936"/>
                </a:lnTo>
                <a:lnTo>
                  <a:pt x="552" y="7936"/>
                </a:lnTo>
                <a:close/>
              </a:path>
            </a:pathLst>
          </a:custGeom>
          <a:gradFill>
            <a:gsLst>
              <a:gs pos="0">
                <a:srgbClr val="17406D"/>
              </a:gs>
              <a:gs pos="100000">
                <a:srgbClr val="17406D">
                  <a:lumMod val="75000"/>
                </a:srgbClr>
              </a:gs>
            </a:gsLst>
            <a:lin ang="2700000" scaled="1"/>
          </a:gradFill>
          <a:ln w="1905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152400" dist="76200" dir="2700000" algn="ctr" rotWithShape="0">
              <a:prstClr val="black">
                <a:alpha val="60000"/>
              </a:prstClr>
            </a:outerShdw>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a:ln>
                <a:noFill/>
              </a:ln>
              <a:solidFill>
                <a:srgbClr val="FFFFFF"/>
              </a:solidFill>
              <a:effectLst/>
              <a:uLnTx/>
              <a:uFillTx/>
              <a:latin typeface="微软雅黑" panose="020B0503020204020204" pitchFamily="34" charset="-122"/>
              <a:ea typeface="宋体" panose="02010600030101010101" pitchFamily="2" charset="-122"/>
            </a:endParaRPr>
          </a:p>
        </p:txBody>
      </p:sp>
      <p:sp>
        <p:nvSpPr>
          <p:cNvPr id="50" name="Freeform 13"/>
          <p:cNvSpPr>
            <a:spLocks noChangeAspect="1"/>
          </p:cNvSpPr>
          <p:nvPr/>
        </p:nvSpPr>
        <p:spPr bwMode="auto">
          <a:xfrm>
            <a:off x="6152208" y="3521966"/>
            <a:ext cx="992392" cy="1323591"/>
          </a:xfrm>
          <a:custGeom>
            <a:avLst/>
            <a:gdLst>
              <a:gd name="T0" fmla="*/ 1333 w 4924"/>
              <a:gd name="T1" fmla="*/ 5049 h 6567"/>
              <a:gd name="T2" fmla="*/ 1356 w 4924"/>
              <a:gd name="T3" fmla="*/ 5026 h 6567"/>
              <a:gd name="T4" fmla="*/ 1380 w 4924"/>
              <a:gd name="T5" fmla="*/ 4978 h 6567"/>
              <a:gd name="T6" fmla="*/ 1404 w 4924"/>
              <a:gd name="T7" fmla="*/ 4910 h 6567"/>
              <a:gd name="T8" fmla="*/ 1432 w 4924"/>
              <a:gd name="T9" fmla="*/ 4792 h 6567"/>
              <a:gd name="T10" fmla="*/ 1472 w 4924"/>
              <a:gd name="T11" fmla="*/ 4575 h 6567"/>
              <a:gd name="T12" fmla="*/ 1509 w 4924"/>
              <a:gd name="T13" fmla="*/ 4336 h 6567"/>
              <a:gd name="T14" fmla="*/ 1542 w 4924"/>
              <a:gd name="T15" fmla="*/ 4100 h 6567"/>
              <a:gd name="T16" fmla="*/ 1553 w 4924"/>
              <a:gd name="T17" fmla="*/ 4018 h 6567"/>
              <a:gd name="T18" fmla="*/ 1557 w 4924"/>
              <a:gd name="T19" fmla="*/ 3979 h 6567"/>
              <a:gd name="T20" fmla="*/ 1574 w 4924"/>
              <a:gd name="T21" fmla="*/ 3867 h 6567"/>
              <a:gd name="T22" fmla="*/ 1618 w 4924"/>
              <a:gd name="T23" fmla="*/ 3629 h 6567"/>
              <a:gd name="T24" fmla="*/ 1673 w 4924"/>
              <a:gd name="T25" fmla="*/ 3388 h 6567"/>
              <a:gd name="T26" fmla="*/ 1739 w 4924"/>
              <a:gd name="T27" fmla="*/ 3145 h 6567"/>
              <a:gd name="T28" fmla="*/ 1815 w 4924"/>
              <a:gd name="T29" fmla="*/ 2900 h 6567"/>
              <a:gd name="T30" fmla="*/ 1899 w 4924"/>
              <a:gd name="T31" fmla="*/ 2657 h 6567"/>
              <a:gd name="T32" fmla="*/ 1997 w 4924"/>
              <a:gd name="T33" fmla="*/ 2401 h 6567"/>
              <a:gd name="T34" fmla="*/ 2103 w 4924"/>
              <a:gd name="T35" fmla="*/ 2148 h 6567"/>
              <a:gd name="T36" fmla="*/ 2215 w 4924"/>
              <a:gd name="T37" fmla="*/ 1903 h 6567"/>
              <a:gd name="T38" fmla="*/ 2333 w 4924"/>
              <a:gd name="T39" fmla="*/ 1666 h 6567"/>
              <a:gd name="T40" fmla="*/ 2455 w 4924"/>
              <a:gd name="T41" fmla="*/ 1441 h 6567"/>
              <a:gd name="T42" fmla="*/ 2533 w 4924"/>
              <a:gd name="T43" fmla="*/ 1304 h 6567"/>
              <a:gd name="T44" fmla="*/ 2570 w 4924"/>
              <a:gd name="T45" fmla="*/ 1241 h 6567"/>
              <a:gd name="T46" fmla="*/ 2598 w 4924"/>
              <a:gd name="T47" fmla="*/ 1194 h 6567"/>
              <a:gd name="T48" fmla="*/ 2730 w 4924"/>
              <a:gd name="T49" fmla="*/ 975 h 6567"/>
              <a:gd name="T50" fmla="*/ 2859 w 4924"/>
              <a:gd name="T51" fmla="*/ 754 h 6567"/>
              <a:gd name="T52" fmla="*/ 2983 w 4924"/>
              <a:gd name="T53" fmla="*/ 530 h 6567"/>
              <a:gd name="T54" fmla="*/ 3104 w 4924"/>
              <a:gd name="T55" fmla="*/ 303 h 6567"/>
              <a:gd name="T56" fmla="*/ 3218 w 4924"/>
              <a:gd name="T57" fmla="*/ 76 h 6567"/>
              <a:gd name="T58" fmla="*/ 4870 w 4924"/>
              <a:gd name="T59" fmla="*/ 127 h 6567"/>
              <a:gd name="T60" fmla="*/ 4696 w 4924"/>
              <a:gd name="T61" fmla="*/ 507 h 6567"/>
              <a:gd name="T62" fmla="*/ 4511 w 4924"/>
              <a:gd name="T63" fmla="*/ 886 h 6567"/>
              <a:gd name="T64" fmla="*/ 4313 w 4924"/>
              <a:gd name="T65" fmla="*/ 1263 h 6567"/>
              <a:gd name="T66" fmla="*/ 4106 w 4924"/>
              <a:gd name="T67" fmla="*/ 1634 h 6567"/>
              <a:gd name="T68" fmla="*/ 3888 w 4924"/>
              <a:gd name="T69" fmla="*/ 1997 h 6567"/>
              <a:gd name="T70" fmla="*/ 3854 w 4924"/>
              <a:gd name="T71" fmla="*/ 2052 h 6567"/>
              <a:gd name="T72" fmla="*/ 3820 w 4924"/>
              <a:gd name="T73" fmla="*/ 2108 h 6567"/>
              <a:gd name="T74" fmla="*/ 3777 w 4924"/>
              <a:gd name="T75" fmla="*/ 2182 h 6567"/>
              <a:gd name="T76" fmla="*/ 3680 w 4924"/>
              <a:gd name="T77" fmla="*/ 2362 h 6567"/>
              <a:gd name="T78" fmla="*/ 3586 w 4924"/>
              <a:gd name="T79" fmla="*/ 2554 h 6567"/>
              <a:gd name="T80" fmla="*/ 3494 w 4924"/>
              <a:gd name="T81" fmla="*/ 2755 h 6567"/>
              <a:gd name="T82" fmla="*/ 3407 w 4924"/>
              <a:gd name="T83" fmla="*/ 2961 h 6567"/>
              <a:gd name="T84" fmla="*/ 3326 w 4924"/>
              <a:gd name="T85" fmla="*/ 3174 h 6567"/>
              <a:gd name="T86" fmla="*/ 3261 w 4924"/>
              <a:gd name="T87" fmla="*/ 3363 h 6567"/>
              <a:gd name="T88" fmla="*/ 3202 w 4924"/>
              <a:gd name="T89" fmla="*/ 3551 h 6567"/>
              <a:gd name="T90" fmla="*/ 3151 w 4924"/>
              <a:gd name="T91" fmla="*/ 3738 h 6567"/>
              <a:gd name="T92" fmla="*/ 3108 w 4924"/>
              <a:gd name="T93" fmla="*/ 3921 h 6567"/>
              <a:gd name="T94" fmla="*/ 3075 w 4924"/>
              <a:gd name="T95" fmla="*/ 4099 h 6567"/>
              <a:gd name="T96" fmla="*/ 3054 w 4924"/>
              <a:gd name="T97" fmla="*/ 4246 h 6567"/>
              <a:gd name="T98" fmla="*/ 3047 w 4924"/>
              <a:gd name="T99" fmla="*/ 4295 h 6567"/>
              <a:gd name="T100" fmla="*/ 3046 w 4924"/>
              <a:gd name="T101" fmla="*/ 4303 h 6567"/>
              <a:gd name="T102" fmla="*/ 2978 w 4924"/>
              <a:gd name="T103" fmla="*/ 4766 h 6567"/>
              <a:gd name="T104" fmla="*/ 2922 w 4924"/>
              <a:gd name="T105" fmla="*/ 5054 h 6567"/>
              <a:gd name="T106" fmla="*/ 2849 w 4924"/>
              <a:gd name="T107" fmla="*/ 5340 h 6567"/>
              <a:gd name="T108" fmla="*/ 2750 w 4924"/>
              <a:gd name="T109" fmla="*/ 5615 h 6567"/>
              <a:gd name="T110" fmla="*/ 2622 w 4924"/>
              <a:gd name="T111" fmla="*/ 5872 h 6567"/>
              <a:gd name="T112" fmla="*/ 2457 w 4924"/>
              <a:gd name="T113" fmla="*/ 6100 h 6567"/>
              <a:gd name="T114" fmla="*/ 2252 w 4924"/>
              <a:gd name="T115" fmla="*/ 6291 h 6567"/>
              <a:gd name="T116" fmla="*/ 1998 w 4924"/>
              <a:gd name="T117" fmla="*/ 6439 h 6567"/>
              <a:gd name="T118" fmla="*/ 1691 w 4924"/>
              <a:gd name="T119" fmla="*/ 6533 h 6567"/>
              <a:gd name="T120" fmla="*/ 1323 w 4924"/>
              <a:gd name="T121" fmla="*/ 6567 h 6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24" h="6567">
                <a:moveTo>
                  <a:pt x="0" y="5051"/>
                </a:moveTo>
                <a:lnTo>
                  <a:pt x="1323" y="5051"/>
                </a:lnTo>
                <a:lnTo>
                  <a:pt x="1333" y="5049"/>
                </a:lnTo>
                <a:lnTo>
                  <a:pt x="1341" y="5045"/>
                </a:lnTo>
                <a:lnTo>
                  <a:pt x="1348" y="5036"/>
                </a:lnTo>
                <a:lnTo>
                  <a:pt x="1356" y="5026"/>
                </a:lnTo>
                <a:lnTo>
                  <a:pt x="1365" y="5013"/>
                </a:lnTo>
                <a:lnTo>
                  <a:pt x="1373" y="4996"/>
                </a:lnTo>
                <a:lnTo>
                  <a:pt x="1380" y="4978"/>
                </a:lnTo>
                <a:lnTo>
                  <a:pt x="1388" y="4957"/>
                </a:lnTo>
                <a:lnTo>
                  <a:pt x="1395" y="4935"/>
                </a:lnTo>
                <a:lnTo>
                  <a:pt x="1404" y="4910"/>
                </a:lnTo>
                <a:lnTo>
                  <a:pt x="1411" y="4883"/>
                </a:lnTo>
                <a:lnTo>
                  <a:pt x="1418" y="4854"/>
                </a:lnTo>
                <a:lnTo>
                  <a:pt x="1432" y="4792"/>
                </a:lnTo>
                <a:lnTo>
                  <a:pt x="1446" y="4724"/>
                </a:lnTo>
                <a:lnTo>
                  <a:pt x="1459" y="4651"/>
                </a:lnTo>
                <a:lnTo>
                  <a:pt x="1472" y="4575"/>
                </a:lnTo>
                <a:lnTo>
                  <a:pt x="1485" y="4496"/>
                </a:lnTo>
                <a:lnTo>
                  <a:pt x="1497" y="4416"/>
                </a:lnTo>
                <a:lnTo>
                  <a:pt x="1509" y="4336"/>
                </a:lnTo>
                <a:lnTo>
                  <a:pt x="1521" y="4255"/>
                </a:lnTo>
                <a:lnTo>
                  <a:pt x="1531" y="4176"/>
                </a:lnTo>
                <a:lnTo>
                  <a:pt x="1542" y="4100"/>
                </a:lnTo>
                <a:lnTo>
                  <a:pt x="1547" y="4065"/>
                </a:lnTo>
                <a:lnTo>
                  <a:pt x="1550" y="4038"/>
                </a:lnTo>
                <a:lnTo>
                  <a:pt x="1553" y="4018"/>
                </a:lnTo>
                <a:lnTo>
                  <a:pt x="1555" y="4004"/>
                </a:lnTo>
                <a:lnTo>
                  <a:pt x="1556" y="3991"/>
                </a:lnTo>
                <a:lnTo>
                  <a:pt x="1557" y="3979"/>
                </a:lnTo>
                <a:lnTo>
                  <a:pt x="1560" y="3963"/>
                </a:lnTo>
                <a:lnTo>
                  <a:pt x="1562" y="3943"/>
                </a:lnTo>
                <a:lnTo>
                  <a:pt x="1574" y="3867"/>
                </a:lnTo>
                <a:lnTo>
                  <a:pt x="1587" y="3787"/>
                </a:lnTo>
                <a:lnTo>
                  <a:pt x="1602" y="3708"/>
                </a:lnTo>
                <a:lnTo>
                  <a:pt x="1618" y="3629"/>
                </a:lnTo>
                <a:lnTo>
                  <a:pt x="1635" y="3549"/>
                </a:lnTo>
                <a:lnTo>
                  <a:pt x="1653" y="3468"/>
                </a:lnTo>
                <a:lnTo>
                  <a:pt x="1673" y="3388"/>
                </a:lnTo>
                <a:lnTo>
                  <a:pt x="1694" y="3306"/>
                </a:lnTo>
                <a:lnTo>
                  <a:pt x="1716" y="3225"/>
                </a:lnTo>
                <a:lnTo>
                  <a:pt x="1739" y="3145"/>
                </a:lnTo>
                <a:lnTo>
                  <a:pt x="1763" y="3063"/>
                </a:lnTo>
                <a:lnTo>
                  <a:pt x="1789" y="2981"/>
                </a:lnTo>
                <a:lnTo>
                  <a:pt x="1815" y="2900"/>
                </a:lnTo>
                <a:lnTo>
                  <a:pt x="1842" y="2818"/>
                </a:lnTo>
                <a:lnTo>
                  <a:pt x="1870" y="2738"/>
                </a:lnTo>
                <a:lnTo>
                  <a:pt x="1899" y="2657"/>
                </a:lnTo>
                <a:lnTo>
                  <a:pt x="1931" y="2571"/>
                </a:lnTo>
                <a:lnTo>
                  <a:pt x="1962" y="2486"/>
                </a:lnTo>
                <a:lnTo>
                  <a:pt x="1997" y="2401"/>
                </a:lnTo>
                <a:lnTo>
                  <a:pt x="2031" y="2316"/>
                </a:lnTo>
                <a:lnTo>
                  <a:pt x="2066" y="2232"/>
                </a:lnTo>
                <a:lnTo>
                  <a:pt x="2103" y="2148"/>
                </a:lnTo>
                <a:lnTo>
                  <a:pt x="2140" y="2066"/>
                </a:lnTo>
                <a:lnTo>
                  <a:pt x="2178" y="1984"/>
                </a:lnTo>
                <a:lnTo>
                  <a:pt x="2215" y="1903"/>
                </a:lnTo>
                <a:lnTo>
                  <a:pt x="2254" y="1823"/>
                </a:lnTo>
                <a:lnTo>
                  <a:pt x="2293" y="1744"/>
                </a:lnTo>
                <a:lnTo>
                  <a:pt x="2333" y="1666"/>
                </a:lnTo>
                <a:lnTo>
                  <a:pt x="2374" y="1590"/>
                </a:lnTo>
                <a:lnTo>
                  <a:pt x="2414" y="1515"/>
                </a:lnTo>
                <a:lnTo>
                  <a:pt x="2455" y="1441"/>
                </a:lnTo>
                <a:lnTo>
                  <a:pt x="2495" y="1369"/>
                </a:lnTo>
                <a:lnTo>
                  <a:pt x="2518" y="1330"/>
                </a:lnTo>
                <a:lnTo>
                  <a:pt x="2533" y="1304"/>
                </a:lnTo>
                <a:lnTo>
                  <a:pt x="2543" y="1287"/>
                </a:lnTo>
                <a:lnTo>
                  <a:pt x="2546" y="1281"/>
                </a:lnTo>
                <a:lnTo>
                  <a:pt x="2570" y="1241"/>
                </a:lnTo>
                <a:lnTo>
                  <a:pt x="2585" y="1216"/>
                </a:lnTo>
                <a:lnTo>
                  <a:pt x="2593" y="1202"/>
                </a:lnTo>
                <a:lnTo>
                  <a:pt x="2598" y="1194"/>
                </a:lnTo>
                <a:lnTo>
                  <a:pt x="2643" y="1122"/>
                </a:lnTo>
                <a:lnTo>
                  <a:pt x="2687" y="1048"/>
                </a:lnTo>
                <a:lnTo>
                  <a:pt x="2730" y="975"/>
                </a:lnTo>
                <a:lnTo>
                  <a:pt x="2774" y="902"/>
                </a:lnTo>
                <a:lnTo>
                  <a:pt x="2817" y="827"/>
                </a:lnTo>
                <a:lnTo>
                  <a:pt x="2859" y="754"/>
                </a:lnTo>
                <a:lnTo>
                  <a:pt x="2901" y="680"/>
                </a:lnTo>
                <a:lnTo>
                  <a:pt x="2942" y="604"/>
                </a:lnTo>
                <a:lnTo>
                  <a:pt x="2983" y="530"/>
                </a:lnTo>
                <a:lnTo>
                  <a:pt x="3023" y="454"/>
                </a:lnTo>
                <a:lnTo>
                  <a:pt x="3064" y="378"/>
                </a:lnTo>
                <a:lnTo>
                  <a:pt x="3104" y="303"/>
                </a:lnTo>
                <a:lnTo>
                  <a:pt x="3143" y="227"/>
                </a:lnTo>
                <a:lnTo>
                  <a:pt x="3181" y="151"/>
                </a:lnTo>
                <a:lnTo>
                  <a:pt x="3218" y="76"/>
                </a:lnTo>
                <a:lnTo>
                  <a:pt x="3256" y="0"/>
                </a:lnTo>
                <a:lnTo>
                  <a:pt x="4924" y="0"/>
                </a:lnTo>
                <a:lnTo>
                  <a:pt x="4870" y="127"/>
                </a:lnTo>
                <a:lnTo>
                  <a:pt x="4813" y="253"/>
                </a:lnTo>
                <a:lnTo>
                  <a:pt x="4755" y="380"/>
                </a:lnTo>
                <a:lnTo>
                  <a:pt x="4696" y="507"/>
                </a:lnTo>
                <a:lnTo>
                  <a:pt x="4636" y="634"/>
                </a:lnTo>
                <a:lnTo>
                  <a:pt x="4573" y="760"/>
                </a:lnTo>
                <a:lnTo>
                  <a:pt x="4511" y="886"/>
                </a:lnTo>
                <a:lnTo>
                  <a:pt x="4446" y="1013"/>
                </a:lnTo>
                <a:lnTo>
                  <a:pt x="4380" y="1138"/>
                </a:lnTo>
                <a:lnTo>
                  <a:pt x="4313" y="1263"/>
                </a:lnTo>
                <a:lnTo>
                  <a:pt x="4245" y="1387"/>
                </a:lnTo>
                <a:lnTo>
                  <a:pt x="4175" y="1512"/>
                </a:lnTo>
                <a:lnTo>
                  <a:pt x="4106" y="1634"/>
                </a:lnTo>
                <a:lnTo>
                  <a:pt x="4033" y="1756"/>
                </a:lnTo>
                <a:lnTo>
                  <a:pt x="3961" y="1877"/>
                </a:lnTo>
                <a:lnTo>
                  <a:pt x="3888" y="1997"/>
                </a:lnTo>
                <a:lnTo>
                  <a:pt x="3868" y="2029"/>
                </a:lnTo>
                <a:lnTo>
                  <a:pt x="3859" y="2044"/>
                </a:lnTo>
                <a:lnTo>
                  <a:pt x="3854" y="2052"/>
                </a:lnTo>
                <a:lnTo>
                  <a:pt x="3848" y="2060"/>
                </a:lnTo>
                <a:lnTo>
                  <a:pt x="3830" y="2091"/>
                </a:lnTo>
                <a:lnTo>
                  <a:pt x="3820" y="2108"/>
                </a:lnTo>
                <a:lnTo>
                  <a:pt x="3814" y="2118"/>
                </a:lnTo>
                <a:lnTo>
                  <a:pt x="3810" y="2124"/>
                </a:lnTo>
                <a:lnTo>
                  <a:pt x="3777" y="2182"/>
                </a:lnTo>
                <a:lnTo>
                  <a:pt x="3745" y="2241"/>
                </a:lnTo>
                <a:lnTo>
                  <a:pt x="3712" y="2301"/>
                </a:lnTo>
                <a:lnTo>
                  <a:pt x="3680" y="2362"/>
                </a:lnTo>
                <a:lnTo>
                  <a:pt x="3648" y="2425"/>
                </a:lnTo>
                <a:lnTo>
                  <a:pt x="3616" y="2489"/>
                </a:lnTo>
                <a:lnTo>
                  <a:pt x="3586" y="2554"/>
                </a:lnTo>
                <a:lnTo>
                  <a:pt x="3555" y="2620"/>
                </a:lnTo>
                <a:lnTo>
                  <a:pt x="3524" y="2686"/>
                </a:lnTo>
                <a:lnTo>
                  <a:pt x="3494" y="2755"/>
                </a:lnTo>
                <a:lnTo>
                  <a:pt x="3464" y="2823"/>
                </a:lnTo>
                <a:lnTo>
                  <a:pt x="3436" y="2892"/>
                </a:lnTo>
                <a:lnTo>
                  <a:pt x="3407" y="2961"/>
                </a:lnTo>
                <a:lnTo>
                  <a:pt x="3379" y="3032"/>
                </a:lnTo>
                <a:lnTo>
                  <a:pt x="3352" y="3103"/>
                </a:lnTo>
                <a:lnTo>
                  <a:pt x="3326" y="3174"/>
                </a:lnTo>
                <a:lnTo>
                  <a:pt x="3303" y="3237"/>
                </a:lnTo>
                <a:lnTo>
                  <a:pt x="3282" y="3299"/>
                </a:lnTo>
                <a:lnTo>
                  <a:pt x="3261" y="3363"/>
                </a:lnTo>
                <a:lnTo>
                  <a:pt x="3241" y="3426"/>
                </a:lnTo>
                <a:lnTo>
                  <a:pt x="3221" y="3488"/>
                </a:lnTo>
                <a:lnTo>
                  <a:pt x="3202" y="3551"/>
                </a:lnTo>
                <a:lnTo>
                  <a:pt x="3184" y="3614"/>
                </a:lnTo>
                <a:lnTo>
                  <a:pt x="3168" y="3675"/>
                </a:lnTo>
                <a:lnTo>
                  <a:pt x="3151" y="3738"/>
                </a:lnTo>
                <a:lnTo>
                  <a:pt x="3136" y="3799"/>
                </a:lnTo>
                <a:lnTo>
                  <a:pt x="3121" y="3859"/>
                </a:lnTo>
                <a:lnTo>
                  <a:pt x="3108" y="3921"/>
                </a:lnTo>
                <a:lnTo>
                  <a:pt x="3097" y="3981"/>
                </a:lnTo>
                <a:lnTo>
                  <a:pt x="3086" y="4040"/>
                </a:lnTo>
                <a:lnTo>
                  <a:pt x="3075" y="4099"/>
                </a:lnTo>
                <a:lnTo>
                  <a:pt x="3067" y="4158"/>
                </a:lnTo>
                <a:lnTo>
                  <a:pt x="3060" y="4209"/>
                </a:lnTo>
                <a:lnTo>
                  <a:pt x="3054" y="4246"/>
                </a:lnTo>
                <a:lnTo>
                  <a:pt x="3051" y="4271"/>
                </a:lnTo>
                <a:lnTo>
                  <a:pt x="3048" y="4287"/>
                </a:lnTo>
                <a:lnTo>
                  <a:pt x="3047" y="4295"/>
                </a:lnTo>
                <a:lnTo>
                  <a:pt x="3047" y="4299"/>
                </a:lnTo>
                <a:lnTo>
                  <a:pt x="3046" y="4301"/>
                </a:lnTo>
                <a:lnTo>
                  <a:pt x="3046" y="4303"/>
                </a:lnTo>
                <a:lnTo>
                  <a:pt x="3021" y="4483"/>
                </a:lnTo>
                <a:lnTo>
                  <a:pt x="2994" y="4671"/>
                </a:lnTo>
                <a:lnTo>
                  <a:pt x="2978" y="4766"/>
                </a:lnTo>
                <a:lnTo>
                  <a:pt x="2961" y="4861"/>
                </a:lnTo>
                <a:lnTo>
                  <a:pt x="2943" y="4958"/>
                </a:lnTo>
                <a:lnTo>
                  <a:pt x="2922" y="5054"/>
                </a:lnTo>
                <a:lnTo>
                  <a:pt x="2901" y="5151"/>
                </a:lnTo>
                <a:lnTo>
                  <a:pt x="2876" y="5245"/>
                </a:lnTo>
                <a:lnTo>
                  <a:pt x="2849" y="5340"/>
                </a:lnTo>
                <a:lnTo>
                  <a:pt x="2819" y="5433"/>
                </a:lnTo>
                <a:lnTo>
                  <a:pt x="2786" y="5526"/>
                </a:lnTo>
                <a:lnTo>
                  <a:pt x="2750" y="5615"/>
                </a:lnTo>
                <a:lnTo>
                  <a:pt x="2712" y="5703"/>
                </a:lnTo>
                <a:lnTo>
                  <a:pt x="2668" y="5789"/>
                </a:lnTo>
                <a:lnTo>
                  <a:pt x="2622" y="5872"/>
                </a:lnTo>
                <a:lnTo>
                  <a:pt x="2571" y="5951"/>
                </a:lnTo>
                <a:lnTo>
                  <a:pt x="2517" y="6027"/>
                </a:lnTo>
                <a:lnTo>
                  <a:pt x="2457" y="6100"/>
                </a:lnTo>
                <a:lnTo>
                  <a:pt x="2394" y="6168"/>
                </a:lnTo>
                <a:lnTo>
                  <a:pt x="2325" y="6232"/>
                </a:lnTo>
                <a:lnTo>
                  <a:pt x="2252" y="6291"/>
                </a:lnTo>
                <a:lnTo>
                  <a:pt x="2173" y="6346"/>
                </a:lnTo>
                <a:lnTo>
                  <a:pt x="2088" y="6395"/>
                </a:lnTo>
                <a:lnTo>
                  <a:pt x="1998" y="6439"/>
                </a:lnTo>
                <a:lnTo>
                  <a:pt x="1901" y="6477"/>
                </a:lnTo>
                <a:lnTo>
                  <a:pt x="1799" y="6509"/>
                </a:lnTo>
                <a:lnTo>
                  <a:pt x="1691" y="6533"/>
                </a:lnTo>
                <a:lnTo>
                  <a:pt x="1575" y="6552"/>
                </a:lnTo>
                <a:lnTo>
                  <a:pt x="1453" y="6563"/>
                </a:lnTo>
                <a:lnTo>
                  <a:pt x="1323" y="6567"/>
                </a:lnTo>
                <a:lnTo>
                  <a:pt x="0" y="6567"/>
                </a:lnTo>
                <a:lnTo>
                  <a:pt x="0" y="5051"/>
                </a:lnTo>
                <a:close/>
              </a:path>
            </a:pathLst>
          </a:custGeom>
          <a:gradFill>
            <a:gsLst>
              <a:gs pos="0">
                <a:srgbClr val="17406D"/>
              </a:gs>
              <a:gs pos="100000">
                <a:srgbClr val="17406D">
                  <a:lumMod val="75000"/>
                </a:srgbClr>
              </a:gs>
            </a:gsLst>
            <a:lin ang="2700000" scaled="1"/>
          </a:gradFill>
          <a:ln w="1905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152400" dist="76200" dir="2700000" algn="c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1" name="Freeform 14"/>
          <p:cNvSpPr>
            <a:spLocks noChangeAspect="1"/>
          </p:cNvSpPr>
          <p:nvPr/>
        </p:nvSpPr>
        <p:spPr bwMode="auto">
          <a:xfrm>
            <a:off x="5047402" y="3521966"/>
            <a:ext cx="992392" cy="1323591"/>
          </a:xfrm>
          <a:custGeom>
            <a:avLst/>
            <a:gdLst>
              <a:gd name="T0" fmla="*/ 3471 w 4924"/>
              <a:gd name="T1" fmla="*/ 6563 h 6567"/>
              <a:gd name="T2" fmla="*/ 3125 w 4924"/>
              <a:gd name="T3" fmla="*/ 6509 h 6567"/>
              <a:gd name="T4" fmla="*/ 2836 w 4924"/>
              <a:gd name="T5" fmla="*/ 6395 h 6567"/>
              <a:gd name="T6" fmla="*/ 2599 w 4924"/>
              <a:gd name="T7" fmla="*/ 6232 h 6567"/>
              <a:gd name="T8" fmla="*/ 2407 w 4924"/>
              <a:gd name="T9" fmla="*/ 6027 h 6567"/>
              <a:gd name="T10" fmla="*/ 2256 w 4924"/>
              <a:gd name="T11" fmla="*/ 5789 h 6567"/>
              <a:gd name="T12" fmla="*/ 2138 w 4924"/>
              <a:gd name="T13" fmla="*/ 5526 h 6567"/>
              <a:gd name="T14" fmla="*/ 2048 w 4924"/>
              <a:gd name="T15" fmla="*/ 5245 h 6567"/>
              <a:gd name="T16" fmla="*/ 1981 w 4924"/>
              <a:gd name="T17" fmla="*/ 4958 h 6567"/>
              <a:gd name="T18" fmla="*/ 1930 w 4924"/>
              <a:gd name="T19" fmla="*/ 4671 h 6567"/>
              <a:gd name="T20" fmla="*/ 1878 w 4924"/>
              <a:gd name="T21" fmla="*/ 4301 h 6567"/>
              <a:gd name="T22" fmla="*/ 1876 w 4924"/>
              <a:gd name="T23" fmla="*/ 4287 h 6567"/>
              <a:gd name="T24" fmla="*/ 1864 w 4924"/>
              <a:gd name="T25" fmla="*/ 4209 h 6567"/>
              <a:gd name="T26" fmla="*/ 1838 w 4924"/>
              <a:gd name="T27" fmla="*/ 4040 h 6567"/>
              <a:gd name="T28" fmla="*/ 1803 w 4924"/>
              <a:gd name="T29" fmla="*/ 3859 h 6567"/>
              <a:gd name="T30" fmla="*/ 1756 w 4924"/>
              <a:gd name="T31" fmla="*/ 3675 h 6567"/>
              <a:gd name="T32" fmla="*/ 1703 w 4924"/>
              <a:gd name="T33" fmla="*/ 3488 h 6567"/>
              <a:gd name="T34" fmla="*/ 1642 w 4924"/>
              <a:gd name="T35" fmla="*/ 3299 h 6567"/>
              <a:gd name="T36" fmla="*/ 1572 w 4924"/>
              <a:gd name="T37" fmla="*/ 3103 h 6567"/>
              <a:gd name="T38" fmla="*/ 1488 w 4924"/>
              <a:gd name="T39" fmla="*/ 2892 h 6567"/>
              <a:gd name="T40" fmla="*/ 1400 w 4924"/>
              <a:gd name="T41" fmla="*/ 2686 h 6567"/>
              <a:gd name="T42" fmla="*/ 1308 w 4924"/>
              <a:gd name="T43" fmla="*/ 2489 h 6567"/>
              <a:gd name="T44" fmla="*/ 1212 w 4924"/>
              <a:gd name="T45" fmla="*/ 2301 h 6567"/>
              <a:gd name="T46" fmla="*/ 1114 w 4924"/>
              <a:gd name="T47" fmla="*/ 2124 h 6567"/>
              <a:gd name="T48" fmla="*/ 1094 w 4924"/>
              <a:gd name="T49" fmla="*/ 2091 h 6567"/>
              <a:gd name="T50" fmla="*/ 1065 w 4924"/>
              <a:gd name="T51" fmla="*/ 2044 h 6567"/>
              <a:gd name="T52" fmla="*/ 963 w 4924"/>
              <a:gd name="T53" fmla="*/ 1877 h 6567"/>
              <a:gd name="T54" fmla="*/ 749 w 4924"/>
              <a:gd name="T55" fmla="*/ 1512 h 6567"/>
              <a:gd name="T56" fmla="*/ 544 w 4924"/>
              <a:gd name="T57" fmla="*/ 1138 h 6567"/>
              <a:gd name="T58" fmla="*/ 351 w 4924"/>
              <a:gd name="T59" fmla="*/ 760 h 6567"/>
              <a:gd name="T60" fmla="*/ 169 w 4924"/>
              <a:gd name="T61" fmla="*/ 380 h 6567"/>
              <a:gd name="T62" fmla="*/ 0 w 4924"/>
              <a:gd name="T63" fmla="*/ 0 h 6567"/>
              <a:gd name="T64" fmla="*/ 1743 w 4924"/>
              <a:gd name="T65" fmla="*/ 151 h 6567"/>
              <a:gd name="T66" fmla="*/ 1860 w 4924"/>
              <a:gd name="T67" fmla="*/ 378 h 6567"/>
              <a:gd name="T68" fmla="*/ 1982 w 4924"/>
              <a:gd name="T69" fmla="*/ 604 h 6567"/>
              <a:gd name="T70" fmla="*/ 2107 w 4924"/>
              <a:gd name="T71" fmla="*/ 827 h 6567"/>
              <a:gd name="T72" fmla="*/ 2237 w 4924"/>
              <a:gd name="T73" fmla="*/ 1048 h 6567"/>
              <a:gd name="T74" fmla="*/ 2331 w 4924"/>
              <a:gd name="T75" fmla="*/ 1202 h 6567"/>
              <a:gd name="T76" fmla="*/ 2378 w 4924"/>
              <a:gd name="T77" fmla="*/ 1281 h 6567"/>
              <a:gd name="T78" fmla="*/ 2406 w 4924"/>
              <a:gd name="T79" fmla="*/ 1330 h 6567"/>
              <a:gd name="T80" fmla="*/ 2510 w 4924"/>
              <a:gd name="T81" fmla="*/ 1515 h 6567"/>
              <a:gd name="T82" fmla="*/ 2631 w 4924"/>
              <a:gd name="T83" fmla="*/ 1744 h 6567"/>
              <a:gd name="T84" fmla="*/ 2746 w 4924"/>
              <a:gd name="T85" fmla="*/ 1984 h 6567"/>
              <a:gd name="T86" fmla="*/ 2858 w 4924"/>
              <a:gd name="T87" fmla="*/ 2232 h 6567"/>
              <a:gd name="T88" fmla="*/ 2962 w 4924"/>
              <a:gd name="T89" fmla="*/ 2486 h 6567"/>
              <a:gd name="T90" fmla="*/ 3054 w 4924"/>
              <a:gd name="T91" fmla="*/ 2738 h 6567"/>
              <a:gd name="T92" fmla="*/ 3135 w 4924"/>
              <a:gd name="T93" fmla="*/ 2981 h 6567"/>
              <a:gd name="T94" fmla="*/ 3208 w 4924"/>
              <a:gd name="T95" fmla="*/ 3225 h 6567"/>
              <a:gd name="T96" fmla="*/ 3271 w 4924"/>
              <a:gd name="T97" fmla="*/ 3468 h 6567"/>
              <a:gd name="T98" fmla="*/ 3322 w 4924"/>
              <a:gd name="T99" fmla="*/ 3708 h 6567"/>
              <a:gd name="T100" fmla="*/ 3362 w 4924"/>
              <a:gd name="T101" fmla="*/ 3943 h 6567"/>
              <a:gd name="T102" fmla="*/ 3368 w 4924"/>
              <a:gd name="T103" fmla="*/ 3991 h 6567"/>
              <a:gd name="T104" fmla="*/ 3374 w 4924"/>
              <a:gd name="T105" fmla="*/ 4038 h 6567"/>
              <a:gd name="T106" fmla="*/ 3393 w 4924"/>
              <a:gd name="T107" fmla="*/ 4176 h 6567"/>
              <a:gd name="T108" fmla="*/ 3427 w 4924"/>
              <a:gd name="T109" fmla="*/ 4416 h 6567"/>
              <a:gd name="T110" fmla="*/ 3465 w 4924"/>
              <a:gd name="T111" fmla="*/ 4651 h 6567"/>
              <a:gd name="T112" fmla="*/ 3506 w 4924"/>
              <a:gd name="T113" fmla="*/ 4854 h 6567"/>
              <a:gd name="T114" fmla="*/ 3529 w 4924"/>
              <a:gd name="T115" fmla="*/ 4935 h 6567"/>
              <a:gd name="T116" fmla="*/ 3551 w 4924"/>
              <a:gd name="T117" fmla="*/ 4996 h 6567"/>
              <a:gd name="T118" fmla="*/ 3576 w 4924"/>
              <a:gd name="T119" fmla="*/ 5036 h 6567"/>
              <a:gd name="T120" fmla="*/ 3601 w 4924"/>
              <a:gd name="T121" fmla="*/ 5051 h 6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24" h="6567">
                <a:moveTo>
                  <a:pt x="4924" y="6567"/>
                </a:moveTo>
                <a:lnTo>
                  <a:pt x="3601" y="6567"/>
                </a:lnTo>
                <a:lnTo>
                  <a:pt x="3471" y="6563"/>
                </a:lnTo>
                <a:lnTo>
                  <a:pt x="3349" y="6552"/>
                </a:lnTo>
                <a:lnTo>
                  <a:pt x="3233" y="6533"/>
                </a:lnTo>
                <a:lnTo>
                  <a:pt x="3125" y="6509"/>
                </a:lnTo>
                <a:lnTo>
                  <a:pt x="3023" y="6477"/>
                </a:lnTo>
                <a:lnTo>
                  <a:pt x="2926" y="6439"/>
                </a:lnTo>
                <a:lnTo>
                  <a:pt x="2836" y="6395"/>
                </a:lnTo>
                <a:lnTo>
                  <a:pt x="2751" y="6346"/>
                </a:lnTo>
                <a:lnTo>
                  <a:pt x="2672" y="6291"/>
                </a:lnTo>
                <a:lnTo>
                  <a:pt x="2599" y="6232"/>
                </a:lnTo>
                <a:lnTo>
                  <a:pt x="2530" y="6168"/>
                </a:lnTo>
                <a:lnTo>
                  <a:pt x="2467" y="6100"/>
                </a:lnTo>
                <a:lnTo>
                  <a:pt x="2407" y="6027"/>
                </a:lnTo>
                <a:lnTo>
                  <a:pt x="2353" y="5951"/>
                </a:lnTo>
                <a:lnTo>
                  <a:pt x="2302" y="5872"/>
                </a:lnTo>
                <a:lnTo>
                  <a:pt x="2256" y="5789"/>
                </a:lnTo>
                <a:lnTo>
                  <a:pt x="2213" y="5703"/>
                </a:lnTo>
                <a:lnTo>
                  <a:pt x="2174" y="5615"/>
                </a:lnTo>
                <a:lnTo>
                  <a:pt x="2138" y="5526"/>
                </a:lnTo>
                <a:lnTo>
                  <a:pt x="2105" y="5433"/>
                </a:lnTo>
                <a:lnTo>
                  <a:pt x="2075" y="5340"/>
                </a:lnTo>
                <a:lnTo>
                  <a:pt x="2048" y="5245"/>
                </a:lnTo>
                <a:lnTo>
                  <a:pt x="2023" y="5151"/>
                </a:lnTo>
                <a:lnTo>
                  <a:pt x="2002" y="5054"/>
                </a:lnTo>
                <a:lnTo>
                  <a:pt x="1981" y="4958"/>
                </a:lnTo>
                <a:lnTo>
                  <a:pt x="1963" y="4861"/>
                </a:lnTo>
                <a:lnTo>
                  <a:pt x="1946" y="4766"/>
                </a:lnTo>
                <a:lnTo>
                  <a:pt x="1930" y="4671"/>
                </a:lnTo>
                <a:lnTo>
                  <a:pt x="1903" y="4483"/>
                </a:lnTo>
                <a:lnTo>
                  <a:pt x="1878" y="4303"/>
                </a:lnTo>
                <a:lnTo>
                  <a:pt x="1878" y="4301"/>
                </a:lnTo>
                <a:lnTo>
                  <a:pt x="1877" y="4299"/>
                </a:lnTo>
                <a:lnTo>
                  <a:pt x="1877" y="4295"/>
                </a:lnTo>
                <a:lnTo>
                  <a:pt x="1876" y="4287"/>
                </a:lnTo>
                <a:lnTo>
                  <a:pt x="1873" y="4271"/>
                </a:lnTo>
                <a:lnTo>
                  <a:pt x="1870" y="4246"/>
                </a:lnTo>
                <a:lnTo>
                  <a:pt x="1864" y="4209"/>
                </a:lnTo>
                <a:lnTo>
                  <a:pt x="1857" y="4158"/>
                </a:lnTo>
                <a:lnTo>
                  <a:pt x="1849" y="4099"/>
                </a:lnTo>
                <a:lnTo>
                  <a:pt x="1838" y="4040"/>
                </a:lnTo>
                <a:lnTo>
                  <a:pt x="1827" y="3981"/>
                </a:lnTo>
                <a:lnTo>
                  <a:pt x="1816" y="3921"/>
                </a:lnTo>
                <a:lnTo>
                  <a:pt x="1803" y="3859"/>
                </a:lnTo>
                <a:lnTo>
                  <a:pt x="1788" y="3799"/>
                </a:lnTo>
                <a:lnTo>
                  <a:pt x="1773" y="3738"/>
                </a:lnTo>
                <a:lnTo>
                  <a:pt x="1756" y="3675"/>
                </a:lnTo>
                <a:lnTo>
                  <a:pt x="1740" y="3614"/>
                </a:lnTo>
                <a:lnTo>
                  <a:pt x="1722" y="3551"/>
                </a:lnTo>
                <a:lnTo>
                  <a:pt x="1703" y="3488"/>
                </a:lnTo>
                <a:lnTo>
                  <a:pt x="1683" y="3426"/>
                </a:lnTo>
                <a:lnTo>
                  <a:pt x="1663" y="3363"/>
                </a:lnTo>
                <a:lnTo>
                  <a:pt x="1642" y="3299"/>
                </a:lnTo>
                <a:lnTo>
                  <a:pt x="1621" y="3237"/>
                </a:lnTo>
                <a:lnTo>
                  <a:pt x="1598" y="3174"/>
                </a:lnTo>
                <a:lnTo>
                  <a:pt x="1572" y="3103"/>
                </a:lnTo>
                <a:lnTo>
                  <a:pt x="1545" y="3032"/>
                </a:lnTo>
                <a:lnTo>
                  <a:pt x="1517" y="2961"/>
                </a:lnTo>
                <a:lnTo>
                  <a:pt x="1488" y="2892"/>
                </a:lnTo>
                <a:lnTo>
                  <a:pt x="1460" y="2823"/>
                </a:lnTo>
                <a:lnTo>
                  <a:pt x="1430" y="2755"/>
                </a:lnTo>
                <a:lnTo>
                  <a:pt x="1400" y="2686"/>
                </a:lnTo>
                <a:lnTo>
                  <a:pt x="1369" y="2620"/>
                </a:lnTo>
                <a:lnTo>
                  <a:pt x="1338" y="2554"/>
                </a:lnTo>
                <a:lnTo>
                  <a:pt x="1308" y="2489"/>
                </a:lnTo>
                <a:lnTo>
                  <a:pt x="1276" y="2425"/>
                </a:lnTo>
                <a:lnTo>
                  <a:pt x="1244" y="2362"/>
                </a:lnTo>
                <a:lnTo>
                  <a:pt x="1212" y="2301"/>
                </a:lnTo>
                <a:lnTo>
                  <a:pt x="1179" y="2241"/>
                </a:lnTo>
                <a:lnTo>
                  <a:pt x="1147" y="2182"/>
                </a:lnTo>
                <a:lnTo>
                  <a:pt x="1114" y="2124"/>
                </a:lnTo>
                <a:lnTo>
                  <a:pt x="1110" y="2118"/>
                </a:lnTo>
                <a:lnTo>
                  <a:pt x="1104" y="2108"/>
                </a:lnTo>
                <a:lnTo>
                  <a:pt x="1094" y="2091"/>
                </a:lnTo>
                <a:lnTo>
                  <a:pt x="1076" y="2060"/>
                </a:lnTo>
                <a:lnTo>
                  <a:pt x="1070" y="2052"/>
                </a:lnTo>
                <a:lnTo>
                  <a:pt x="1065" y="2044"/>
                </a:lnTo>
                <a:lnTo>
                  <a:pt x="1056" y="2029"/>
                </a:lnTo>
                <a:lnTo>
                  <a:pt x="1036" y="1997"/>
                </a:lnTo>
                <a:lnTo>
                  <a:pt x="963" y="1877"/>
                </a:lnTo>
                <a:lnTo>
                  <a:pt x="891" y="1756"/>
                </a:lnTo>
                <a:lnTo>
                  <a:pt x="818" y="1634"/>
                </a:lnTo>
                <a:lnTo>
                  <a:pt x="749" y="1512"/>
                </a:lnTo>
                <a:lnTo>
                  <a:pt x="679" y="1387"/>
                </a:lnTo>
                <a:lnTo>
                  <a:pt x="611" y="1263"/>
                </a:lnTo>
                <a:lnTo>
                  <a:pt x="544" y="1138"/>
                </a:lnTo>
                <a:lnTo>
                  <a:pt x="478" y="1013"/>
                </a:lnTo>
                <a:lnTo>
                  <a:pt x="413" y="886"/>
                </a:lnTo>
                <a:lnTo>
                  <a:pt x="351" y="760"/>
                </a:lnTo>
                <a:lnTo>
                  <a:pt x="288" y="634"/>
                </a:lnTo>
                <a:lnTo>
                  <a:pt x="228" y="507"/>
                </a:lnTo>
                <a:lnTo>
                  <a:pt x="169" y="380"/>
                </a:lnTo>
                <a:lnTo>
                  <a:pt x="111" y="253"/>
                </a:lnTo>
                <a:lnTo>
                  <a:pt x="54" y="127"/>
                </a:lnTo>
                <a:lnTo>
                  <a:pt x="0" y="0"/>
                </a:lnTo>
                <a:lnTo>
                  <a:pt x="1668" y="0"/>
                </a:lnTo>
                <a:lnTo>
                  <a:pt x="1706" y="76"/>
                </a:lnTo>
                <a:lnTo>
                  <a:pt x="1743" y="151"/>
                </a:lnTo>
                <a:lnTo>
                  <a:pt x="1781" y="227"/>
                </a:lnTo>
                <a:lnTo>
                  <a:pt x="1820" y="303"/>
                </a:lnTo>
                <a:lnTo>
                  <a:pt x="1860" y="378"/>
                </a:lnTo>
                <a:lnTo>
                  <a:pt x="1901" y="454"/>
                </a:lnTo>
                <a:lnTo>
                  <a:pt x="1941" y="530"/>
                </a:lnTo>
                <a:lnTo>
                  <a:pt x="1982" y="604"/>
                </a:lnTo>
                <a:lnTo>
                  <a:pt x="2023" y="680"/>
                </a:lnTo>
                <a:lnTo>
                  <a:pt x="2065" y="754"/>
                </a:lnTo>
                <a:lnTo>
                  <a:pt x="2107" y="827"/>
                </a:lnTo>
                <a:lnTo>
                  <a:pt x="2150" y="902"/>
                </a:lnTo>
                <a:lnTo>
                  <a:pt x="2194" y="975"/>
                </a:lnTo>
                <a:lnTo>
                  <a:pt x="2237" y="1048"/>
                </a:lnTo>
                <a:lnTo>
                  <a:pt x="2281" y="1122"/>
                </a:lnTo>
                <a:lnTo>
                  <a:pt x="2326" y="1194"/>
                </a:lnTo>
                <a:lnTo>
                  <a:pt x="2331" y="1202"/>
                </a:lnTo>
                <a:lnTo>
                  <a:pt x="2339" y="1216"/>
                </a:lnTo>
                <a:lnTo>
                  <a:pt x="2354" y="1241"/>
                </a:lnTo>
                <a:lnTo>
                  <a:pt x="2378" y="1281"/>
                </a:lnTo>
                <a:lnTo>
                  <a:pt x="2381" y="1287"/>
                </a:lnTo>
                <a:lnTo>
                  <a:pt x="2391" y="1304"/>
                </a:lnTo>
                <a:lnTo>
                  <a:pt x="2406" y="1330"/>
                </a:lnTo>
                <a:lnTo>
                  <a:pt x="2429" y="1369"/>
                </a:lnTo>
                <a:lnTo>
                  <a:pt x="2469" y="1441"/>
                </a:lnTo>
                <a:lnTo>
                  <a:pt x="2510" y="1515"/>
                </a:lnTo>
                <a:lnTo>
                  <a:pt x="2550" y="1590"/>
                </a:lnTo>
                <a:lnTo>
                  <a:pt x="2591" y="1666"/>
                </a:lnTo>
                <a:lnTo>
                  <a:pt x="2631" y="1744"/>
                </a:lnTo>
                <a:lnTo>
                  <a:pt x="2670" y="1823"/>
                </a:lnTo>
                <a:lnTo>
                  <a:pt x="2709" y="1903"/>
                </a:lnTo>
                <a:lnTo>
                  <a:pt x="2746" y="1984"/>
                </a:lnTo>
                <a:lnTo>
                  <a:pt x="2784" y="2066"/>
                </a:lnTo>
                <a:lnTo>
                  <a:pt x="2821" y="2148"/>
                </a:lnTo>
                <a:lnTo>
                  <a:pt x="2858" y="2232"/>
                </a:lnTo>
                <a:lnTo>
                  <a:pt x="2893" y="2316"/>
                </a:lnTo>
                <a:lnTo>
                  <a:pt x="2927" y="2401"/>
                </a:lnTo>
                <a:lnTo>
                  <a:pt x="2962" y="2486"/>
                </a:lnTo>
                <a:lnTo>
                  <a:pt x="2993" y="2571"/>
                </a:lnTo>
                <a:lnTo>
                  <a:pt x="3025" y="2657"/>
                </a:lnTo>
                <a:lnTo>
                  <a:pt x="3054" y="2738"/>
                </a:lnTo>
                <a:lnTo>
                  <a:pt x="3082" y="2818"/>
                </a:lnTo>
                <a:lnTo>
                  <a:pt x="3109" y="2900"/>
                </a:lnTo>
                <a:lnTo>
                  <a:pt x="3135" y="2981"/>
                </a:lnTo>
                <a:lnTo>
                  <a:pt x="3161" y="3063"/>
                </a:lnTo>
                <a:lnTo>
                  <a:pt x="3185" y="3145"/>
                </a:lnTo>
                <a:lnTo>
                  <a:pt x="3208" y="3225"/>
                </a:lnTo>
                <a:lnTo>
                  <a:pt x="3230" y="3306"/>
                </a:lnTo>
                <a:lnTo>
                  <a:pt x="3251" y="3388"/>
                </a:lnTo>
                <a:lnTo>
                  <a:pt x="3271" y="3468"/>
                </a:lnTo>
                <a:lnTo>
                  <a:pt x="3289" y="3549"/>
                </a:lnTo>
                <a:lnTo>
                  <a:pt x="3306" y="3629"/>
                </a:lnTo>
                <a:lnTo>
                  <a:pt x="3322" y="3708"/>
                </a:lnTo>
                <a:lnTo>
                  <a:pt x="3337" y="3787"/>
                </a:lnTo>
                <a:lnTo>
                  <a:pt x="3350" y="3867"/>
                </a:lnTo>
                <a:lnTo>
                  <a:pt x="3362" y="3943"/>
                </a:lnTo>
                <a:lnTo>
                  <a:pt x="3364" y="3963"/>
                </a:lnTo>
                <a:lnTo>
                  <a:pt x="3367" y="3979"/>
                </a:lnTo>
                <a:lnTo>
                  <a:pt x="3368" y="3991"/>
                </a:lnTo>
                <a:lnTo>
                  <a:pt x="3369" y="4004"/>
                </a:lnTo>
                <a:lnTo>
                  <a:pt x="3371" y="4018"/>
                </a:lnTo>
                <a:lnTo>
                  <a:pt x="3374" y="4038"/>
                </a:lnTo>
                <a:lnTo>
                  <a:pt x="3377" y="4065"/>
                </a:lnTo>
                <a:lnTo>
                  <a:pt x="3382" y="4100"/>
                </a:lnTo>
                <a:lnTo>
                  <a:pt x="3393" y="4176"/>
                </a:lnTo>
                <a:lnTo>
                  <a:pt x="3403" y="4255"/>
                </a:lnTo>
                <a:lnTo>
                  <a:pt x="3415" y="4336"/>
                </a:lnTo>
                <a:lnTo>
                  <a:pt x="3427" y="4416"/>
                </a:lnTo>
                <a:lnTo>
                  <a:pt x="3439" y="4496"/>
                </a:lnTo>
                <a:lnTo>
                  <a:pt x="3452" y="4575"/>
                </a:lnTo>
                <a:lnTo>
                  <a:pt x="3465" y="4651"/>
                </a:lnTo>
                <a:lnTo>
                  <a:pt x="3478" y="4724"/>
                </a:lnTo>
                <a:lnTo>
                  <a:pt x="3492" y="4792"/>
                </a:lnTo>
                <a:lnTo>
                  <a:pt x="3506" y="4854"/>
                </a:lnTo>
                <a:lnTo>
                  <a:pt x="3513" y="4883"/>
                </a:lnTo>
                <a:lnTo>
                  <a:pt x="3520" y="4910"/>
                </a:lnTo>
                <a:lnTo>
                  <a:pt x="3529" y="4935"/>
                </a:lnTo>
                <a:lnTo>
                  <a:pt x="3536" y="4957"/>
                </a:lnTo>
                <a:lnTo>
                  <a:pt x="3544" y="4978"/>
                </a:lnTo>
                <a:lnTo>
                  <a:pt x="3551" y="4996"/>
                </a:lnTo>
                <a:lnTo>
                  <a:pt x="3559" y="5013"/>
                </a:lnTo>
                <a:lnTo>
                  <a:pt x="3568" y="5026"/>
                </a:lnTo>
                <a:lnTo>
                  <a:pt x="3576" y="5036"/>
                </a:lnTo>
                <a:lnTo>
                  <a:pt x="3583" y="5045"/>
                </a:lnTo>
                <a:lnTo>
                  <a:pt x="3591" y="5049"/>
                </a:lnTo>
                <a:lnTo>
                  <a:pt x="3601" y="5051"/>
                </a:lnTo>
                <a:lnTo>
                  <a:pt x="4924" y="5051"/>
                </a:lnTo>
                <a:lnTo>
                  <a:pt x="4924" y="6567"/>
                </a:lnTo>
                <a:close/>
              </a:path>
            </a:pathLst>
          </a:custGeom>
          <a:gradFill>
            <a:gsLst>
              <a:gs pos="0">
                <a:srgbClr val="C00000"/>
              </a:gs>
              <a:gs pos="100000">
                <a:srgbClr val="C00000">
                  <a:lumMod val="75000"/>
                </a:srgbClr>
              </a:gs>
            </a:gsLst>
            <a:lin ang="2700000" scaled="1"/>
          </a:gradFill>
          <a:ln w="1905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152400" dist="76200" dir="2700000" algn="c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2" name="Freeform 15"/>
          <p:cNvSpPr>
            <a:spLocks noChangeAspect="1"/>
          </p:cNvSpPr>
          <p:nvPr/>
        </p:nvSpPr>
        <p:spPr bwMode="auto">
          <a:xfrm>
            <a:off x="5464424" y="4937423"/>
            <a:ext cx="1263154" cy="285267"/>
          </a:xfrm>
          <a:custGeom>
            <a:avLst/>
            <a:gdLst>
              <a:gd name="T0" fmla="*/ 5600 w 6274"/>
              <a:gd name="T1" fmla="*/ 2 h 1422"/>
              <a:gd name="T2" fmla="*/ 5707 w 6274"/>
              <a:gd name="T3" fmla="*/ 16 h 1422"/>
              <a:gd name="T4" fmla="*/ 5807 w 6274"/>
              <a:gd name="T5" fmla="*/ 44 h 1422"/>
              <a:gd name="T6" fmla="*/ 5901 w 6274"/>
              <a:gd name="T7" fmla="*/ 87 h 1422"/>
              <a:gd name="T8" fmla="*/ 5988 w 6274"/>
              <a:gd name="T9" fmla="*/ 142 h 1422"/>
              <a:gd name="T10" fmla="*/ 6066 w 6274"/>
              <a:gd name="T11" fmla="*/ 210 h 1422"/>
              <a:gd name="T12" fmla="*/ 6132 w 6274"/>
              <a:gd name="T13" fmla="*/ 288 h 1422"/>
              <a:gd name="T14" fmla="*/ 6189 w 6274"/>
              <a:gd name="T15" fmla="*/ 374 h 1422"/>
              <a:gd name="T16" fmla="*/ 6231 w 6274"/>
              <a:gd name="T17" fmla="*/ 468 h 1422"/>
              <a:gd name="T18" fmla="*/ 6259 w 6274"/>
              <a:gd name="T19" fmla="*/ 569 h 1422"/>
              <a:gd name="T20" fmla="*/ 6274 w 6274"/>
              <a:gd name="T21" fmla="*/ 675 h 1422"/>
              <a:gd name="T22" fmla="*/ 6274 w 6274"/>
              <a:gd name="T23" fmla="*/ 748 h 1422"/>
              <a:gd name="T24" fmla="*/ 6259 w 6274"/>
              <a:gd name="T25" fmla="*/ 855 h 1422"/>
              <a:gd name="T26" fmla="*/ 6231 w 6274"/>
              <a:gd name="T27" fmla="*/ 955 h 1422"/>
              <a:gd name="T28" fmla="*/ 6189 w 6274"/>
              <a:gd name="T29" fmla="*/ 1050 h 1422"/>
              <a:gd name="T30" fmla="*/ 6132 w 6274"/>
              <a:gd name="T31" fmla="*/ 1136 h 1422"/>
              <a:gd name="T32" fmla="*/ 6066 w 6274"/>
              <a:gd name="T33" fmla="*/ 1214 h 1422"/>
              <a:gd name="T34" fmla="*/ 5988 w 6274"/>
              <a:gd name="T35" fmla="*/ 1280 h 1422"/>
              <a:gd name="T36" fmla="*/ 5901 w 6274"/>
              <a:gd name="T37" fmla="*/ 1336 h 1422"/>
              <a:gd name="T38" fmla="*/ 5807 w 6274"/>
              <a:gd name="T39" fmla="*/ 1379 h 1422"/>
              <a:gd name="T40" fmla="*/ 5707 w 6274"/>
              <a:gd name="T41" fmla="*/ 1408 h 1422"/>
              <a:gd name="T42" fmla="*/ 5600 w 6274"/>
              <a:gd name="T43" fmla="*/ 1422 h 1422"/>
              <a:gd name="T44" fmla="*/ 674 w 6274"/>
              <a:gd name="T45" fmla="*/ 1422 h 1422"/>
              <a:gd name="T46" fmla="*/ 567 w 6274"/>
              <a:gd name="T47" fmla="*/ 1408 h 1422"/>
              <a:gd name="T48" fmla="*/ 467 w 6274"/>
              <a:gd name="T49" fmla="*/ 1379 h 1422"/>
              <a:gd name="T50" fmla="*/ 373 w 6274"/>
              <a:gd name="T51" fmla="*/ 1336 h 1422"/>
              <a:gd name="T52" fmla="*/ 286 w 6274"/>
              <a:gd name="T53" fmla="*/ 1280 h 1422"/>
              <a:gd name="T54" fmla="*/ 208 w 6274"/>
              <a:gd name="T55" fmla="*/ 1214 h 1422"/>
              <a:gd name="T56" fmla="*/ 142 w 6274"/>
              <a:gd name="T57" fmla="*/ 1136 h 1422"/>
              <a:gd name="T58" fmla="*/ 85 w 6274"/>
              <a:gd name="T59" fmla="*/ 1050 h 1422"/>
              <a:gd name="T60" fmla="*/ 43 w 6274"/>
              <a:gd name="T61" fmla="*/ 955 h 1422"/>
              <a:gd name="T62" fmla="*/ 15 w 6274"/>
              <a:gd name="T63" fmla="*/ 855 h 1422"/>
              <a:gd name="T64" fmla="*/ 0 w 6274"/>
              <a:gd name="T65" fmla="*/ 748 h 1422"/>
              <a:gd name="T66" fmla="*/ 0 w 6274"/>
              <a:gd name="T67" fmla="*/ 675 h 1422"/>
              <a:gd name="T68" fmla="*/ 15 w 6274"/>
              <a:gd name="T69" fmla="*/ 569 h 1422"/>
              <a:gd name="T70" fmla="*/ 43 w 6274"/>
              <a:gd name="T71" fmla="*/ 468 h 1422"/>
              <a:gd name="T72" fmla="*/ 85 w 6274"/>
              <a:gd name="T73" fmla="*/ 374 h 1422"/>
              <a:gd name="T74" fmla="*/ 142 w 6274"/>
              <a:gd name="T75" fmla="*/ 288 h 1422"/>
              <a:gd name="T76" fmla="*/ 208 w 6274"/>
              <a:gd name="T77" fmla="*/ 210 h 1422"/>
              <a:gd name="T78" fmla="*/ 286 w 6274"/>
              <a:gd name="T79" fmla="*/ 142 h 1422"/>
              <a:gd name="T80" fmla="*/ 373 w 6274"/>
              <a:gd name="T81" fmla="*/ 87 h 1422"/>
              <a:gd name="T82" fmla="*/ 467 w 6274"/>
              <a:gd name="T83" fmla="*/ 44 h 1422"/>
              <a:gd name="T84" fmla="*/ 567 w 6274"/>
              <a:gd name="T85" fmla="*/ 16 h 1422"/>
              <a:gd name="T86" fmla="*/ 674 w 6274"/>
              <a:gd name="T87" fmla="*/ 2 h 1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274" h="1422">
                <a:moveTo>
                  <a:pt x="710" y="0"/>
                </a:moveTo>
                <a:lnTo>
                  <a:pt x="5564" y="0"/>
                </a:lnTo>
                <a:lnTo>
                  <a:pt x="5600" y="2"/>
                </a:lnTo>
                <a:lnTo>
                  <a:pt x="5636" y="4"/>
                </a:lnTo>
                <a:lnTo>
                  <a:pt x="5671" y="9"/>
                </a:lnTo>
                <a:lnTo>
                  <a:pt x="5707" y="16"/>
                </a:lnTo>
                <a:lnTo>
                  <a:pt x="5741" y="23"/>
                </a:lnTo>
                <a:lnTo>
                  <a:pt x="5774" y="34"/>
                </a:lnTo>
                <a:lnTo>
                  <a:pt x="5807" y="44"/>
                </a:lnTo>
                <a:lnTo>
                  <a:pt x="5839" y="57"/>
                </a:lnTo>
                <a:lnTo>
                  <a:pt x="5871" y="71"/>
                </a:lnTo>
                <a:lnTo>
                  <a:pt x="5901" y="87"/>
                </a:lnTo>
                <a:lnTo>
                  <a:pt x="5931" y="104"/>
                </a:lnTo>
                <a:lnTo>
                  <a:pt x="5961" y="122"/>
                </a:lnTo>
                <a:lnTo>
                  <a:pt x="5988" y="142"/>
                </a:lnTo>
                <a:lnTo>
                  <a:pt x="6015" y="164"/>
                </a:lnTo>
                <a:lnTo>
                  <a:pt x="6041" y="186"/>
                </a:lnTo>
                <a:lnTo>
                  <a:pt x="6066" y="210"/>
                </a:lnTo>
                <a:lnTo>
                  <a:pt x="6089" y="234"/>
                </a:lnTo>
                <a:lnTo>
                  <a:pt x="6112" y="260"/>
                </a:lnTo>
                <a:lnTo>
                  <a:pt x="6132" y="288"/>
                </a:lnTo>
                <a:lnTo>
                  <a:pt x="6152" y="315"/>
                </a:lnTo>
                <a:lnTo>
                  <a:pt x="6171" y="344"/>
                </a:lnTo>
                <a:lnTo>
                  <a:pt x="6189" y="374"/>
                </a:lnTo>
                <a:lnTo>
                  <a:pt x="6204" y="405"/>
                </a:lnTo>
                <a:lnTo>
                  <a:pt x="6218" y="435"/>
                </a:lnTo>
                <a:lnTo>
                  <a:pt x="6231" y="468"/>
                </a:lnTo>
                <a:lnTo>
                  <a:pt x="6242" y="500"/>
                </a:lnTo>
                <a:lnTo>
                  <a:pt x="6251" y="535"/>
                </a:lnTo>
                <a:lnTo>
                  <a:pt x="6259" y="569"/>
                </a:lnTo>
                <a:lnTo>
                  <a:pt x="6265" y="604"/>
                </a:lnTo>
                <a:lnTo>
                  <a:pt x="6270" y="640"/>
                </a:lnTo>
                <a:lnTo>
                  <a:pt x="6274" y="675"/>
                </a:lnTo>
                <a:lnTo>
                  <a:pt x="6274" y="712"/>
                </a:lnTo>
                <a:lnTo>
                  <a:pt x="6274" y="712"/>
                </a:lnTo>
                <a:lnTo>
                  <a:pt x="6274" y="748"/>
                </a:lnTo>
                <a:lnTo>
                  <a:pt x="6270" y="784"/>
                </a:lnTo>
                <a:lnTo>
                  <a:pt x="6265" y="819"/>
                </a:lnTo>
                <a:lnTo>
                  <a:pt x="6259" y="855"/>
                </a:lnTo>
                <a:lnTo>
                  <a:pt x="6251" y="889"/>
                </a:lnTo>
                <a:lnTo>
                  <a:pt x="6242" y="922"/>
                </a:lnTo>
                <a:lnTo>
                  <a:pt x="6231" y="955"/>
                </a:lnTo>
                <a:lnTo>
                  <a:pt x="6218" y="987"/>
                </a:lnTo>
                <a:lnTo>
                  <a:pt x="6204" y="1019"/>
                </a:lnTo>
                <a:lnTo>
                  <a:pt x="6189" y="1050"/>
                </a:lnTo>
                <a:lnTo>
                  <a:pt x="6171" y="1079"/>
                </a:lnTo>
                <a:lnTo>
                  <a:pt x="6152" y="1109"/>
                </a:lnTo>
                <a:lnTo>
                  <a:pt x="6132" y="1136"/>
                </a:lnTo>
                <a:lnTo>
                  <a:pt x="6112" y="1163"/>
                </a:lnTo>
                <a:lnTo>
                  <a:pt x="6089" y="1189"/>
                </a:lnTo>
                <a:lnTo>
                  <a:pt x="6066" y="1214"/>
                </a:lnTo>
                <a:lnTo>
                  <a:pt x="6041" y="1238"/>
                </a:lnTo>
                <a:lnTo>
                  <a:pt x="6015" y="1260"/>
                </a:lnTo>
                <a:lnTo>
                  <a:pt x="5988" y="1280"/>
                </a:lnTo>
                <a:lnTo>
                  <a:pt x="5961" y="1300"/>
                </a:lnTo>
                <a:lnTo>
                  <a:pt x="5931" y="1319"/>
                </a:lnTo>
                <a:lnTo>
                  <a:pt x="5901" y="1336"/>
                </a:lnTo>
                <a:lnTo>
                  <a:pt x="5871" y="1352"/>
                </a:lnTo>
                <a:lnTo>
                  <a:pt x="5839" y="1366"/>
                </a:lnTo>
                <a:lnTo>
                  <a:pt x="5807" y="1379"/>
                </a:lnTo>
                <a:lnTo>
                  <a:pt x="5774" y="1390"/>
                </a:lnTo>
                <a:lnTo>
                  <a:pt x="5741" y="1400"/>
                </a:lnTo>
                <a:lnTo>
                  <a:pt x="5707" y="1408"/>
                </a:lnTo>
                <a:lnTo>
                  <a:pt x="5671" y="1414"/>
                </a:lnTo>
                <a:lnTo>
                  <a:pt x="5636" y="1418"/>
                </a:lnTo>
                <a:lnTo>
                  <a:pt x="5600" y="1422"/>
                </a:lnTo>
                <a:lnTo>
                  <a:pt x="5564" y="1422"/>
                </a:lnTo>
                <a:lnTo>
                  <a:pt x="710" y="1422"/>
                </a:lnTo>
                <a:lnTo>
                  <a:pt x="674" y="1422"/>
                </a:lnTo>
                <a:lnTo>
                  <a:pt x="638" y="1418"/>
                </a:lnTo>
                <a:lnTo>
                  <a:pt x="603" y="1414"/>
                </a:lnTo>
                <a:lnTo>
                  <a:pt x="567" y="1408"/>
                </a:lnTo>
                <a:lnTo>
                  <a:pt x="533" y="1400"/>
                </a:lnTo>
                <a:lnTo>
                  <a:pt x="500" y="1390"/>
                </a:lnTo>
                <a:lnTo>
                  <a:pt x="467" y="1379"/>
                </a:lnTo>
                <a:lnTo>
                  <a:pt x="435" y="1366"/>
                </a:lnTo>
                <a:lnTo>
                  <a:pt x="403" y="1352"/>
                </a:lnTo>
                <a:lnTo>
                  <a:pt x="373" y="1336"/>
                </a:lnTo>
                <a:lnTo>
                  <a:pt x="343" y="1319"/>
                </a:lnTo>
                <a:lnTo>
                  <a:pt x="313" y="1300"/>
                </a:lnTo>
                <a:lnTo>
                  <a:pt x="286" y="1280"/>
                </a:lnTo>
                <a:lnTo>
                  <a:pt x="259" y="1260"/>
                </a:lnTo>
                <a:lnTo>
                  <a:pt x="233" y="1238"/>
                </a:lnTo>
                <a:lnTo>
                  <a:pt x="208" y="1214"/>
                </a:lnTo>
                <a:lnTo>
                  <a:pt x="185" y="1189"/>
                </a:lnTo>
                <a:lnTo>
                  <a:pt x="162" y="1163"/>
                </a:lnTo>
                <a:lnTo>
                  <a:pt x="142" y="1136"/>
                </a:lnTo>
                <a:lnTo>
                  <a:pt x="122" y="1109"/>
                </a:lnTo>
                <a:lnTo>
                  <a:pt x="103" y="1079"/>
                </a:lnTo>
                <a:lnTo>
                  <a:pt x="85" y="1050"/>
                </a:lnTo>
                <a:lnTo>
                  <a:pt x="70" y="1019"/>
                </a:lnTo>
                <a:lnTo>
                  <a:pt x="56" y="987"/>
                </a:lnTo>
                <a:lnTo>
                  <a:pt x="43" y="955"/>
                </a:lnTo>
                <a:lnTo>
                  <a:pt x="32" y="922"/>
                </a:lnTo>
                <a:lnTo>
                  <a:pt x="23" y="889"/>
                </a:lnTo>
                <a:lnTo>
                  <a:pt x="15" y="855"/>
                </a:lnTo>
                <a:lnTo>
                  <a:pt x="9" y="819"/>
                </a:lnTo>
                <a:lnTo>
                  <a:pt x="4" y="784"/>
                </a:lnTo>
                <a:lnTo>
                  <a:pt x="0" y="748"/>
                </a:lnTo>
                <a:lnTo>
                  <a:pt x="0" y="712"/>
                </a:lnTo>
                <a:lnTo>
                  <a:pt x="0" y="712"/>
                </a:lnTo>
                <a:lnTo>
                  <a:pt x="0" y="675"/>
                </a:lnTo>
                <a:lnTo>
                  <a:pt x="4" y="640"/>
                </a:lnTo>
                <a:lnTo>
                  <a:pt x="9" y="604"/>
                </a:lnTo>
                <a:lnTo>
                  <a:pt x="15" y="569"/>
                </a:lnTo>
                <a:lnTo>
                  <a:pt x="23" y="535"/>
                </a:lnTo>
                <a:lnTo>
                  <a:pt x="32" y="500"/>
                </a:lnTo>
                <a:lnTo>
                  <a:pt x="43" y="468"/>
                </a:lnTo>
                <a:lnTo>
                  <a:pt x="56" y="435"/>
                </a:lnTo>
                <a:lnTo>
                  <a:pt x="70" y="405"/>
                </a:lnTo>
                <a:lnTo>
                  <a:pt x="85" y="374"/>
                </a:lnTo>
                <a:lnTo>
                  <a:pt x="103" y="344"/>
                </a:lnTo>
                <a:lnTo>
                  <a:pt x="122" y="315"/>
                </a:lnTo>
                <a:lnTo>
                  <a:pt x="142" y="288"/>
                </a:lnTo>
                <a:lnTo>
                  <a:pt x="162" y="260"/>
                </a:lnTo>
                <a:lnTo>
                  <a:pt x="185" y="234"/>
                </a:lnTo>
                <a:lnTo>
                  <a:pt x="208" y="210"/>
                </a:lnTo>
                <a:lnTo>
                  <a:pt x="233" y="186"/>
                </a:lnTo>
                <a:lnTo>
                  <a:pt x="259" y="164"/>
                </a:lnTo>
                <a:lnTo>
                  <a:pt x="286" y="142"/>
                </a:lnTo>
                <a:lnTo>
                  <a:pt x="313" y="122"/>
                </a:lnTo>
                <a:lnTo>
                  <a:pt x="343" y="104"/>
                </a:lnTo>
                <a:lnTo>
                  <a:pt x="373" y="87"/>
                </a:lnTo>
                <a:lnTo>
                  <a:pt x="403" y="71"/>
                </a:lnTo>
                <a:lnTo>
                  <a:pt x="435" y="57"/>
                </a:lnTo>
                <a:lnTo>
                  <a:pt x="467" y="44"/>
                </a:lnTo>
                <a:lnTo>
                  <a:pt x="500" y="34"/>
                </a:lnTo>
                <a:lnTo>
                  <a:pt x="533" y="23"/>
                </a:lnTo>
                <a:lnTo>
                  <a:pt x="567" y="16"/>
                </a:lnTo>
                <a:lnTo>
                  <a:pt x="603" y="9"/>
                </a:lnTo>
                <a:lnTo>
                  <a:pt x="638" y="4"/>
                </a:lnTo>
                <a:lnTo>
                  <a:pt x="674" y="2"/>
                </a:lnTo>
                <a:lnTo>
                  <a:pt x="710" y="0"/>
                </a:lnTo>
                <a:close/>
              </a:path>
            </a:pathLst>
          </a:custGeom>
          <a:gradFill>
            <a:gsLst>
              <a:gs pos="0">
                <a:srgbClr val="17406D"/>
              </a:gs>
              <a:gs pos="100000">
                <a:srgbClr val="17406D">
                  <a:lumMod val="75000"/>
                </a:srgbClr>
              </a:gs>
            </a:gsLst>
            <a:lin ang="2700000" scaled="1"/>
          </a:gradFill>
          <a:ln w="1905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152400" dist="76200" dir="2700000" algn="c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3" name="Freeform 16"/>
          <p:cNvSpPr>
            <a:spLocks noChangeAspect="1"/>
          </p:cNvSpPr>
          <p:nvPr/>
        </p:nvSpPr>
        <p:spPr bwMode="auto">
          <a:xfrm>
            <a:off x="5464424" y="5332687"/>
            <a:ext cx="1263154" cy="286476"/>
          </a:xfrm>
          <a:custGeom>
            <a:avLst/>
            <a:gdLst>
              <a:gd name="T0" fmla="*/ 5600 w 6274"/>
              <a:gd name="T1" fmla="*/ 1 h 1421"/>
              <a:gd name="T2" fmla="*/ 5707 w 6274"/>
              <a:gd name="T3" fmla="*/ 14 h 1421"/>
              <a:gd name="T4" fmla="*/ 5807 w 6274"/>
              <a:gd name="T5" fmla="*/ 43 h 1421"/>
              <a:gd name="T6" fmla="*/ 5901 w 6274"/>
              <a:gd name="T7" fmla="*/ 86 h 1421"/>
              <a:gd name="T8" fmla="*/ 5988 w 6274"/>
              <a:gd name="T9" fmla="*/ 141 h 1421"/>
              <a:gd name="T10" fmla="*/ 6066 w 6274"/>
              <a:gd name="T11" fmla="*/ 209 h 1421"/>
              <a:gd name="T12" fmla="*/ 6132 w 6274"/>
              <a:gd name="T13" fmla="*/ 285 h 1421"/>
              <a:gd name="T14" fmla="*/ 6189 w 6274"/>
              <a:gd name="T15" fmla="*/ 372 h 1421"/>
              <a:gd name="T16" fmla="*/ 6231 w 6274"/>
              <a:gd name="T17" fmla="*/ 466 h 1421"/>
              <a:gd name="T18" fmla="*/ 6259 w 6274"/>
              <a:gd name="T19" fmla="*/ 568 h 1421"/>
              <a:gd name="T20" fmla="*/ 6274 w 6274"/>
              <a:gd name="T21" fmla="*/ 674 h 1421"/>
              <a:gd name="T22" fmla="*/ 6270 w 6274"/>
              <a:gd name="T23" fmla="*/ 783 h 1421"/>
              <a:gd name="T24" fmla="*/ 6251 w 6274"/>
              <a:gd name="T25" fmla="*/ 887 h 1421"/>
              <a:gd name="T26" fmla="*/ 6218 w 6274"/>
              <a:gd name="T27" fmla="*/ 986 h 1421"/>
              <a:gd name="T28" fmla="*/ 6171 w 6274"/>
              <a:gd name="T29" fmla="*/ 1078 h 1421"/>
              <a:gd name="T30" fmla="*/ 6112 w 6274"/>
              <a:gd name="T31" fmla="*/ 1162 h 1421"/>
              <a:gd name="T32" fmla="*/ 6041 w 6274"/>
              <a:gd name="T33" fmla="*/ 1235 h 1421"/>
              <a:gd name="T34" fmla="*/ 5961 w 6274"/>
              <a:gd name="T35" fmla="*/ 1299 h 1421"/>
              <a:gd name="T36" fmla="*/ 5871 w 6274"/>
              <a:gd name="T37" fmla="*/ 1350 h 1421"/>
              <a:gd name="T38" fmla="*/ 5774 w 6274"/>
              <a:gd name="T39" fmla="*/ 1389 h 1421"/>
              <a:gd name="T40" fmla="*/ 5671 w 6274"/>
              <a:gd name="T41" fmla="*/ 1413 h 1421"/>
              <a:gd name="T42" fmla="*/ 5564 w 6274"/>
              <a:gd name="T43" fmla="*/ 1421 h 1421"/>
              <a:gd name="T44" fmla="*/ 638 w 6274"/>
              <a:gd name="T45" fmla="*/ 1417 h 1421"/>
              <a:gd name="T46" fmla="*/ 533 w 6274"/>
              <a:gd name="T47" fmla="*/ 1399 h 1421"/>
              <a:gd name="T48" fmla="*/ 435 w 6274"/>
              <a:gd name="T49" fmla="*/ 1365 h 1421"/>
              <a:gd name="T50" fmla="*/ 343 w 6274"/>
              <a:gd name="T51" fmla="*/ 1318 h 1421"/>
              <a:gd name="T52" fmla="*/ 259 w 6274"/>
              <a:gd name="T53" fmla="*/ 1258 h 1421"/>
              <a:gd name="T54" fmla="*/ 185 w 6274"/>
              <a:gd name="T55" fmla="*/ 1187 h 1421"/>
              <a:gd name="T56" fmla="*/ 122 w 6274"/>
              <a:gd name="T57" fmla="*/ 1107 h 1421"/>
              <a:gd name="T58" fmla="*/ 70 w 6274"/>
              <a:gd name="T59" fmla="*/ 1018 h 1421"/>
              <a:gd name="T60" fmla="*/ 32 w 6274"/>
              <a:gd name="T61" fmla="*/ 921 h 1421"/>
              <a:gd name="T62" fmla="*/ 9 w 6274"/>
              <a:gd name="T63" fmla="*/ 818 h 1421"/>
              <a:gd name="T64" fmla="*/ 0 w 6274"/>
              <a:gd name="T65" fmla="*/ 711 h 1421"/>
              <a:gd name="T66" fmla="*/ 9 w 6274"/>
              <a:gd name="T67" fmla="*/ 602 h 1421"/>
              <a:gd name="T68" fmla="*/ 32 w 6274"/>
              <a:gd name="T69" fmla="*/ 499 h 1421"/>
              <a:gd name="T70" fmla="*/ 70 w 6274"/>
              <a:gd name="T71" fmla="*/ 402 h 1421"/>
              <a:gd name="T72" fmla="*/ 122 w 6274"/>
              <a:gd name="T73" fmla="*/ 314 h 1421"/>
              <a:gd name="T74" fmla="*/ 185 w 6274"/>
              <a:gd name="T75" fmla="*/ 233 h 1421"/>
              <a:gd name="T76" fmla="*/ 259 w 6274"/>
              <a:gd name="T77" fmla="*/ 163 h 1421"/>
              <a:gd name="T78" fmla="*/ 343 w 6274"/>
              <a:gd name="T79" fmla="*/ 102 h 1421"/>
              <a:gd name="T80" fmla="*/ 435 w 6274"/>
              <a:gd name="T81" fmla="*/ 55 h 1421"/>
              <a:gd name="T82" fmla="*/ 533 w 6274"/>
              <a:gd name="T83" fmla="*/ 22 h 1421"/>
              <a:gd name="T84" fmla="*/ 638 w 6274"/>
              <a:gd name="T85" fmla="*/ 3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274" h="1421">
                <a:moveTo>
                  <a:pt x="710" y="0"/>
                </a:moveTo>
                <a:lnTo>
                  <a:pt x="5564" y="0"/>
                </a:lnTo>
                <a:lnTo>
                  <a:pt x="5600" y="1"/>
                </a:lnTo>
                <a:lnTo>
                  <a:pt x="5636" y="3"/>
                </a:lnTo>
                <a:lnTo>
                  <a:pt x="5671" y="8"/>
                </a:lnTo>
                <a:lnTo>
                  <a:pt x="5707" y="14"/>
                </a:lnTo>
                <a:lnTo>
                  <a:pt x="5741" y="22"/>
                </a:lnTo>
                <a:lnTo>
                  <a:pt x="5774" y="31"/>
                </a:lnTo>
                <a:lnTo>
                  <a:pt x="5807" y="43"/>
                </a:lnTo>
                <a:lnTo>
                  <a:pt x="5839" y="55"/>
                </a:lnTo>
                <a:lnTo>
                  <a:pt x="5871" y="70"/>
                </a:lnTo>
                <a:lnTo>
                  <a:pt x="5901" y="86"/>
                </a:lnTo>
                <a:lnTo>
                  <a:pt x="5931" y="102"/>
                </a:lnTo>
                <a:lnTo>
                  <a:pt x="5961" y="121"/>
                </a:lnTo>
                <a:lnTo>
                  <a:pt x="5988" y="141"/>
                </a:lnTo>
                <a:lnTo>
                  <a:pt x="6015" y="163"/>
                </a:lnTo>
                <a:lnTo>
                  <a:pt x="6041" y="185"/>
                </a:lnTo>
                <a:lnTo>
                  <a:pt x="6066" y="209"/>
                </a:lnTo>
                <a:lnTo>
                  <a:pt x="6089" y="233"/>
                </a:lnTo>
                <a:lnTo>
                  <a:pt x="6112" y="258"/>
                </a:lnTo>
                <a:lnTo>
                  <a:pt x="6132" y="285"/>
                </a:lnTo>
                <a:lnTo>
                  <a:pt x="6152" y="314"/>
                </a:lnTo>
                <a:lnTo>
                  <a:pt x="6171" y="342"/>
                </a:lnTo>
                <a:lnTo>
                  <a:pt x="6189" y="372"/>
                </a:lnTo>
                <a:lnTo>
                  <a:pt x="6204" y="402"/>
                </a:lnTo>
                <a:lnTo>
                  <a:pt x="6218" y="434"/>
                </a:lnTo>
                <a:lnTo>
                  <a:pt x="6231" y="466"/>
                </a:lnTo>
                <a:lnTo>
                  <a:pt x="6242" y="499"/>
                </a:lnTo>
                <a:lnTo>
                  <a:pt x="6251" y="534"/>
                </a:lnTo>
                <a:lnTo>
                  <a:pt x="6259" y="568"/>
                </a:lnTo>
                <a:lnTo>
                  <a:pt x="6265" y="602"/>
                </a:lnTo>
                <a:lnTo>
                  <a:pt x="6270" y="638"/>
                </a:lnTo>
                <a:lnTo>
                  <a:pt x="6274" y="674"/>
                </a:lnTo>
                <a:lnTo>
                  <a:pt x="6274" y="711"/>
                </a:lnTo>
                <a:lnTo>
                  <a:pt x="6274" y="746"/>
                </a:lnTo>
                <a:lnTo>
                  <a:pt x="6270" y="783"/>
                </a:lnTo>
                <a:lnTo>
                  <a:pt x="6265" y="818"/>
                </a:lnTo>
                <a:lnTo>
                  <a:pt x="6259" y="853"/>
                </a:lnTo>
                <a:lnTo>
                  <a:pt x="6251" y="887"/>
                </a:lnTo>
                <a:lnTo>
                  <a:pt x="6242" y="921"/>
                </a:lnTo>
                <a:lnTo>
                  <a:pt x="6231" y="954"/>
                </a:lnTo>
                <a:lnTo>
                  <a:pt x="6218" y="986"/>
                </a:lnTo>
                <a:lnTo>
                  <a:pt x="6204" y="1018"/>
                </a:lnTo>
                <a:lnTo>
                  <a:pt x="6189" y="1049"/>
                </a:lnTo>
                <a:lnTo>
                  <a:pt x="6171" y="1078"/>
                </a:lnTo>
                <a:lnTo>
                  <a:pt x="6152" y="1107"/>
                </a:lnTo>
                <a:lnTo>
                  <a:pt x="6132" y="1135"/>
                </a:lnTo>
                <a:lnTo>
                  <a:pt x="6112" y="1162"/>
                </a:lnTo>
                <a:lnTo>
                  <a:pt x="6089" y="1187"/>
                </a:lnTo>
                <a:lnTo>
                  <a:pt x="6066" y="1212"/>
                </a:lnTo>
                <a:lnTo>
                  <a:pt x="6041" y="1235"/>
                </a:lnTo>
                <a:lnTo>
                  <a:pt x="6015" y="1258"/>
                </a:lnTo>
                <a:lnTo>
                  <a:pt x="5988" y="1279"/>
                </a:lnTo>
                <a:lnTo>
                  <a:pt x="5961" y="1299"/>
                </a:lnTo>
                <a:lnTo>
                  <a:pt x="5931" y="1318"/>
                </a:lnTo>
                <a:lnTo>
                  <a:pt x="5901" y="1335"/>
                </a:lnTo>
                <a:lnTo>
                  <a:pt x="5871" y="1350"/>
                </a:lnTo>
                <a:lnTo>
                  <a:pt x="5839" y="1365"/>
                </a:lnTo>
                <a:lnTo>
                  <a:pt x="5807" y="1377"/>
                </a:lnTo>
                <a:lnTo>
                  <a:pt x="5774" y="1389"/>
                </a:lnTo>
                <a:lnTo>
                  <a:pt x="5741" y="1399"/>
                </a:lnTo>
                <a:lnTo>
                  <a:pt x="5707" y="1407"/>
                </a:lnTo>
                <a:lnTo>
                  <a:pt x="5671" y="1413"/>
                </a:lnTo>
                <a:lnTo>
                  <a:pt x="5636" y="1417"/>
                </a:lnTo>
                <a:lnTo>
                  <a:pt x="5600" y="1420"/>
                </a:lnTo>
                <a:lnTo>
                  <a:pt x="5564" y="1421"/>
                </a:lnTo>
                <a:lnTo>
                  <a:pt x="710" y="1421"/>
                </a:lnTo>
                <a:lnTo>
                  <a:pt x="674" y="1420"/>
                </a:lnTo>
                <a:lnTo>
                  <a:pt x="638" y="1417"/>
                </a:lnTo>
                <a:lnTo>
                  <a:pt x="603" y="1413"/>
                </a:lnTo>
                <a:lnTo>
                  <a:pt x="567" y="1407"/>
                </a:lnTo>
                <a:lnTo>
                  <a:pt x="533" y="1399"/>
                </a:lnTo>
                <a:lnTo>
                  <a:pt x="500" y="1389"/>
                </a:lnTo>
                <a:lnTo>
                  <a:pt x="467" y="1377"/>
                </a:lnTo>
                <a:lnTo>
                  <a:pt x="435" y="1365"/>
                </a:lnTo>
                <a:lnTo>
                  <a:pt x="403" y="1350"/>
                </a:lnTo>
                <a:lnTo>
                  <a:pt x="373" y="1335"/>
                </a:lnTo>
                <a:lnTo>
                  <a:pt x="343" y="1318"/>
                </a:lnTo>
                <a:lnTo>
                  <a:pt x="313" y="1299"/>
                </a:lnTo>
                <a:lnTo>
                  <a:pt x="286" y="1279"/>
                </a:lnTo>
                <a:lnTo>
                  <a:pt x="259" y="1258"/>
                </a:lnTo>
                <a:lnTo>
                  <a:pt x="233" y="1235"/>
                </a:lnTo>
                <a:lnTo>
                  <a:pt x="208" y="1212"/>
                </a:lnTo>
                <a:lnTo>
                  <a:pt x="185" y="1187"/>
                </a:lnTo>
                <a:lnTo>
                  <a:pt x="162" y="1162"/>
                </a:lnTo>
                <a:lnTo>
                  <a:pt x="142" y="1135"/>
                </a:lnTo>
                <a:lnTo>
                  <a:pt x="122" y="1107"/>
                </a:lnTo>
                <a:lnTo>
                  <a:pt x="103" y="1078"/>
                </a:lnTo>
                <a:lnTo>
                  <a:pt x="85" y="1049"/>
                </a:lnTo>
                <a:lnTo>
                  <a:pt x="70" y="1018"/>
                </a:lnTo>
                <a:lnTo>
                  <a:pt x="56" y="986"/>
                </a:lnTo>
                <a:lnTo>
                  <a:pt x="43" y="954"/>
                </a:lnTo>
                <a:lnTo>
                  <a:pt x="32" y="921"/>
                </a:lnTo>
                <a:lnTo>
                  <a:pt x="23" y="887"/>
                </a:lnTo>
                <a:lnTo>
                  <a:pt x="15" y="853"/>
                </a:lnTo>
                <a:lnTo>
                  <a:pt x="9" y="818"/>
                </a:lnTo>
                <a:lnTo>
                  <a:pt x="4" y="783"/>
                </a:lnTo>
                <a:lnTo>
                  <a:pt x="0" y="746"/>
                </a:lnTo>
                <a:lnTo>
                  <a:pt x="0" y="711"/>
                </a:lnTo>
                <a:lnTo>
                  <a:pt x="0" y="674"/>
                </a:lnTo>
                <a:lnTo>
                  <a:pt x="4" y="638"/>
                </a:lnTo>
                <a:lnTo>
                  <a:pt x="9" y="602"/>
                </a:lnTo>
                <a:lnTo>
                  <a:pt x="15" y="568"/>
                </a:lnTo>
                <a:lnTo>
                  <a:pt x="23" y="534"/>
                </a:lnTo>
                <a:lnTo>
                  <a:pt x="32" y="499"/>
                </a:lnTo>
                <a:lnTo>
                  <a:pt x="43" y="466"/>
                </a:lnTo>
                <a:lnTo>
                  <a:pt x="56" y="434"/>
                </a:lnTo>
                <a:lnTo>
                  <a:pt x="70" y="402"/>
                </a:lnTo>
                <a:lnTo>
                  <a:pt x="85" y="372"/>
                </a:lnTo>
                <a:lnTo>
                  <a:pt x="103" y="342"/>
                </a:lnTo>
                <a:lnTo>
                  <a:pt x="122" y="314"/>
                </a:lnTo>
                <a:lnTo>
                  <a:pt x="142" y="285"/>
                </a:lnTo>
                <a:lnTo>
                  <a:pt x="162" y="258"/>
                </a:lnTo>
                <a:lnTo>
                  <a:pt x="185" y="233"/>
                </a:lnTo>
                <a:lnTo>
                  <a:pt x="208" y="209"/>
                </a:lnTo>
                <a:lnTo>
                  <a:pt x="233" y="185"/>
                </a:lnTo>
                <a:lnTo>
                  <a:pt x="259" y="163"/>
                </a:lnTo>
                <a:lnTo>
                  <a:pt x="286" y="141"/>
                </a:lnTo>
                <a:lnTo>
                  <a:pt x="313" y="121"/>
                </a:lnTo>
                <a:lnTo>
                  <a:pt x="343" y="102"/>
                </a:lnTo>
                <a:lnTo>
                  <a:pt x="373" y="86"/>
                </a:lnTo>
                <a:lnTo>
                  <a:pt x="403" y="70"/>
                </a:lnTo>
                <a:lnTo>
                  <a:pt x="435" y="55"/>
                </a:lnTo>
                <a:lnTo>
                  <a:pt x="467" y="43"/>
                </a:lnTo>
                <a:lnTo>
                  <a:pt x="500" y="31"/>
                </a:lnTo>
                <a:lnTo>
                  <a:pt x="533" y="22"/>
                </a:lnTo>
                <a:lnTo>
                  <a:pt x="567" y="14"/>
                </a:lnTo>
                <a:lnTo>
                  <a:pt x="603" y="8"/>
                </a:lnTo>
                <a:lnTo>
                  <a:pt x="638" y="3"/>
                </a:lnTo>
                <a:lnTo>
                  <a:pt x="674" y="1"/>
                </a:lnTo>
                <a:lnTo>
                  <a:pt x="710" y="0"/>
                </a:lnTo>
                <a:close/>
              </a:path>
            </a:pathLst>
          </a:custGeom>
          <a:gradFill>
            <a:gsLst>
              <a:gs pos="0">
                <a:srgbClr val="C00000"/>
              </a:gs>
              <a:gs pos="100000">
                <a:srgbClr val="C00000">
                  <a:lumMod val="75000"/>
                </a:srgbClr>
              </a:gs>
            </a:gsLst>
            <a:lin ang="2700000" scaled="1"/>
          </a:gradFill>
          <a:ln w="1905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152400" dist="76200" dir="2700000" algn="ctr"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4" name="Rectangle 35"/>
          <p:cNvSpPr>
            <a:spLocks noChangeArrowheads="1"/>
          </p:cNvSpPr>
          <p:nvPr/>
        </p:nvSpPr>
        <p:spPr bwMode="auto">
          <a:xfrm>
            <a:off x="5420396" y="2675059"/>
            <a:ext cx="135759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2000" b="1" dirty="0">
                <a:solidFill>
                  <a:srgbClr val="000000"/>
                </a:solidFill>
                <a:latin typeface="微软雅黑" panose="020B0503020204020204" pitchFamily="34" charset="-122"/>
                <a:ea typeface="微软雅黑" panose="020B0503020204020204" pitchFamily="34" charset="-122"/>
              </a:rPr>
              <a:t>新年工作</a:t>
            </a:r>
            <a:endParaRPr lang="en-US" altLang="zh-CN" sz="2000" b="1" dirty="0">
              <a:solidFill>
                <a:srgbClr val="000000"/>
              </a:solidFill>
              <a:latin typeface="微软雅黑" panose="020B0503020204020204" pitchFamily="34" charset="-122"/>
              <a:ea typeface="微软雅黑" panose="020B0503020204020204" pitchFamily="34" charset="-122"/>
            </a:endParaRPr>
          </a:p>
          <a:p>
            <a:pPr algn="ctr" eaLnBrk="1" hangingPunct="1"/>
            <a:r>
              <a:rPr lang="zh-CN" altLang="en-US" sz="2000" b="1" dirty="0">
                <a:solidFill>
                  <a:srgbClr val="000000"/>
                </a:solidFill>
                <a:latin typeface="微软雅黑" panose="020B0503020204020204" pitchFamily="34" charset="-122"/>
                <a:ea typeface="微软雅黑" panose="020B0503020204020204" pitchFamily="34" charset="-122"/>
              </a:rPr>
              <a:t>整体思路</a:t>
            </a:r>
            <a:endParaRPr lang="zh-CN" altLang="en-US" sz="2000" b="1" dirty="0">
              <a:solidFill>
                <a:srgbClr val="000000"/>
              </a:solidFill>
              <a:ea typeface="宋体" panose="02010600030101010101" pitchFamily="2" charset="-122"/>
            </a:endParaRPr>
          </a:p>
        </p:txBody>
      </p:sp>
      <p:sp>
        <p:nvSpPr>
          <p:cNvPr id="55" name="Freeform 86"/>
          <p:cNvSpPr>
            <a:spLocks noChangeAspect="1" noEditPoints="1"/>
          </p:cNvSpPr>
          <p:nvPr/>
        </p:nvSpPr>
        <p:spPr bwMode="auto">
          <a:xfrm>
            <a:off x="10815929" y="4577006"/>
            <a:ext cx="308711" cy="379119"/>
          </a:xfrm>
          <a:custGeom>
            <a:avLst/>
            <a:gdLst>
              <a:gd name="T0" fmla="*/ 366 w 999"/>
              <a:gd name="T1" fmla="*/ 192 h 1227"/>
              <a:gd name="T2" fmla="*/ 649 w 999"/>
              <a:gd name="T3" fmla="*/ 183 h 1227"/>
              <a:gd name="T4" fmla="*/ 720 w 999"/>
              <a:gd name="T5" fmla="*/ 52 h 1227"/>
              <a:gd name="T6" fmla="*/ 465 w 999"/>
              <a:gd name="T7" fmla="*/ 25 h 1227"/>
              <a:gd name="T8" fmla="*/ 285 w 999"/>
              <a:gd name="T9" fmla="*/ 86 h 1227"/>
              <a:gd name="T10" fmla="*/ 634 w 999"/>
              <a:gd name="T11" fmla="*/ 765 h 1227"/>
              <a:gd name="T12" fmla="*/ 481 w 999"/>
              <a:gd name="T13" fmla="*/ 689 h 1227"/>
              <a:gd name="T14" fmla="*/ 473 w 999"/>
              <a:gd name="T15" fmla="*/ 633 h 1227"/>
              <a:gd name="T16" fmla="*/ 515 w 999"/>
              <a:gd name="T17" fmla="*/ 633 h 1227"/>
              <a:gd name="T18" fmla="*/ 520 w 999"/>
              <a:gd name="T19" fmla="*/ 687 h 1227"/>
              <a:gd name="T20" fmla="*/ 666 w 999"/>
              <a:gd name="T21" fmla="*/ 668 h 1227"/>
              <a:gd name="T22" fmla="*/ 533 w 999"/>
              <a:gd name="T23" fmla="*/ 563 h 1227"/>
              <a:gd name="T24" fmla="*/ 466 w 999"/>
              <a:gd name="T25" fmla="*/ 529 h 1227"/>
              <a:gd name="T26" fmla="*/ 355 w 999"/>
              <a:gd name="T27" fmla="*/ 595 h 1227"/>
              <a:gd name="T28" fmla="*/ 336 w 999"/>
              <a:gd name="T29" fmla="*/ 727 h 1227"/>
              <a:gd name="T30" fmla="*/ 467 w 999"/>
              <a:gd name="T31" fmla="*/ 811 h 1227"/>
              <a:gd name="T32" fmla="*/ 521 w 999"/>
              <a:gd name="T33" fmla="*/ 894 h 1227"/>
              <a:gd name="T34" fmla="*/ 492 w 999"/>
              <a:gd name="T35" fmla="*/ 922 h 1227"/>
              <a:gd name="T36" fmla="*/ 466 w 999"/>
              <a:gd name="T37" fmla="*/ 860 h 1227"/>
              <a:gd name="T38" fmla="*/ 321 w 999"/>
              <a:gd name="T39" fmla="*/ 834 h 1227"/>
              <a:gd name="T40" fmla="*/ 364 w 999"/>
              <a:gd name="T41" fmla="*/ 952 h 1227"/>
              <a:gd name="T42" fmla="*/ 466 w 999"/>
              <a:gd name="T43" fmla="*/ 1025 h 1227"/>
              <a:gd name="T44" fmla="*/ 533 w 999"/>
              <a:gd name="T45" fmla="*/ 986 h 1227"/>
              <a:gd name="T46" fmla="*/ 681 w 999"/>
              <a:gd name="T47" fmla="*/ 859 h 1227"/>
              <a:gd name="T48" fmla="*/ 634 w 999"/>
              <a:gd name="T49" fmla="*/ 765 h 1227"/>
              <a:gd name="T50" fmla="*/ 290 w 999"/>
              <a:gd name="T51" fmla="*/ 292 h 1227"/>
              <a:gd name="T52" fmla="*/ 637 w 999"/>
              <a:gd name="T53" fmla="*/ 257 h 1227"/>
              <a:gd name="T54" fmla="*/ 637 w 999"/>
              <a:gd name="T55" fmla="*/ 211 h 1227"/>
              <a:gd name="T56" fmla="*/ 290 w 999"/>
              <a:gd name="T57" fmla="*/ 176 h 1227"/>
              <a:gd name="T58" fmla="*/ 278 w 999"/>
              <a:gd name="T59" fmla="*/ 205 h 1227"/>
              <a:gd name="T60" fmla="*/ 343 w 999"/>
              <a:gd name="T61" fmla="*/ 234 h 1227"/>
              <a:gd name="T62" fmla="*/ 278 w 999"/>
              <a:gd name="T63" fmla="*/ 262 h 1227"/>
              <a:gd name="T64" fmla="*/ 500 w 999"/>
              <a:gd name="T65" fmla="*/ 1086 h 1227"/>
              <a:gd name="T66" fmla="*/ 500 w 999"/>
              <a:gd name="T67" fmla="*/ 468 h 1227"/>
              <a:gd name="T68" fmla="*/ 500 w 999"/>
              <a:gd name="T69" fmla="*/ 1086 h 1227"/>
              <a:gd name="T70" fmla="*/ 637 w 999"/>
              <a:gd name="T71" fmla="*/ 282 h 1227"/>
              <a:gd name="T72" fmla="*/ 472 w 999"/>
              <a:gd name="T73" fmla="*/ 282 h 1227"/>
              <a:gd name="T74" fmla="*/ 348 w 999"/>
              <a:gd name="T75" fmla="*/ 288 h 1227"/>
              <a:gd name="T76" fmla="*/ 500 w 999"/>
              <a:gd name="T77" fmla="*/ 1227 h 1227"/>
              <a:gd name="T78" fmla="*/ 652 w 999"/>
              <a:gd name="T79" fmla="*/ 288 h 1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9" h="1227">
                <a:moveTo>
                  <a:pt x="351" y="183"/>
                </a:moveTo>
                <a:cubicBezTo>
                  <a:pt x="355" y="189"/>
                  <a:pt x="360" y="192"/>
                  <a:pt x="366" y="192"/>
                </a:cubicBezTo>
                <a:lnTo>
                  <a:pt x="634" y="192"/>
                </a:lnTo>
                <a:cubicBezTo>
                  <a:pt x="640" y="192"/>
                  <a:pt x="646" y="189"/>
                  <a:pt x="649" y="183"/>
                </a:cubicBezTo>
                <a:cubicBezTo>
                  <a:pt x="670" y="153"/>
                  <a:pt x="692" y="121"/>
                  <a:pt x="716" y="86"/>
                </a:cubicBezTo>
                <a:cubicBezTo>
                  <a:pt x="721" y="77"/>
                  <a:pt x="722" y="64"/>
                  <a:pt x="720" y="52"/>
                </a:cubicBezTo>
                <a:cubicBezTo>
                  <a:pt x="707" y="0"/>
                  <a:pt x="598" y="10"/>
                  <a:pt x="519" y="26"/>
                </a:cubicBezTo>
                <a:cubicBezTo>
                  <a:pt x="501" y="30"/>
                  <a:pt x="482" y="29"/>
                  <a:pt x="465" y="25"/>
                </a:cubicBezTo>
                <a:cubicBezTo>
                  <a:pt x="394" y="5"/>
                  <a:pt x="297" y="6"/>
                  <a:pt x="281" y="52"/>
                </a:cubicBezTo>
                <a:cubicBezTo>
                  <a:pt x="277" y="64"/>
                  <a:pt x="280" y="77"/>
                  <a:pt x="285" y="86"/>
                </a:cubicBezTo>
                <a:cubicBezTo>
                  <a:pt x="309" y="121"/>
                  <a:pt x="330" y="153"/>
                  <a:pt x="351" y="183"/>
                </a:cubicBezTo>
                <a:close/>
                <a:moveTo>
                  <a:pt x="634" y="765"/>
                </a:moveTo>
                <a:cubicBezTo>
                  <a:pt x="621" y="756"/>
                  <a:pt x="595" y="743"/>
                  <a:pt x="558" y="727"/>
                </a:cubicBezTo>
                <a:cubicBezTo>
                  <a:pt x="515" y="708"/>
                  <a:pt x="489" y="696"/>
                  <a:pt x="481" y="689"/>
                </a:cubicBezTo>
                <a:cubicBezTo>
                  <a:pt x="472" y="683"/>
                  <a:pt x="467" y="671"/>
                  <a:pt x="467" y="654"/>
                </a:cubicBezTo>
                <a:cubicBezTo>
                  <a:pt x="467" y="645"/>
                  <a:pt x="469" y="637"/>
                  <a:pt x="473" y="633"/>
                </a:cubicBezTo>
                <a:cubicBezTo>
                  <a:pt x="477" y="628"/>
                  <a:pt x="484" y="625"/>
                  <a:pt x="493" y="625"/>
                </a:cubicBezTo>
                <a:cubicBezTo>
                  <a:pt x="504" y="625"/>
                  <a:pt x="511" y="628"/>
                  <a:pt x="515" y="633"/>
                </a:cubicBezTo>
                <a:cubicBezTo>
                  <a:pt x="518" y="639"/>
                  <a:pt x="520" y="651"/>
                  <a:pt x="520" y="670"/>
                </a:cubicBezTo>
                <a:lnTo>
                  <a:pt x="520" y="687"/>
                </a:lnTo>
                <a:lnTo>
                  <a:pt x="665" y="687"/>
                </a:lnTo>
                <a:cubicBezTo>
                  <a:pt x="666" y="678"/>
                  <a:pt x="666" y="671"/>
                  <a:pt x="666" y="668"/>
                </a:cubicBezTo>
                <a:cubicBezTo>
                  <a:pt x="666" y="637"/>
                  <a:pt x="655" y="612"/>
                  <a:pt x="633" y="595"/>
                </a:cubicBezTo>
                <a:cubicBezTo>
                  <a:pt x="611" y="577"/>
                  <a:pt x="577" y="566"/>
                  <a:pt x="533" y="563"/>
                </a:cubicBezTo>
                <a:lnTo>
                  <a:pt x="533" y="529"/>
                </a:lnTo>
                <a:lnTo>
                  <a:pt x="466" y="529"/>
                </a:lnTo>
                <a:lnTo>
                  <a:pt x="466" y="563"/>
                </a:lnTo>
                <a:cubicBezTo>
                  <a:pt x="417" y="566"/>
                  <a:pt x="380" y="577"/>
                  <a:pt x="355" y="595"/>
                </a:cubicBezTo>
                <a:cubicBezTo>
                  <a:pt x="331" y="613"/>
                  <a:pt x="318" y="638"/>
                  <a:pt x="318" y="668"/>
                </a:cubicBezTo>
                <a:cubicBezTo>
                  <a:pt x="318" y="690"/>
                  <a:pt x="324" y="710"/>
                  <a:pt x="336" y="727"/>
                </a:cubicBezTo>
                <a:cubicBezTo>
                  <a:pt x="348" y="744"/>
                  <a:pt x="362" y="757"/>
                  <a:pt x="378" y="766"/>
                </a:cubicBezTo>
                <a:cubicBezTo>
                  <a:pt x="393" y="776"/>
                  <a:pt x="424" y="791"/>
                  <a:pt x="467" y="811"/>
                </a:cubicBezTo>
                <a:cubicBezTo>
                  <a:pt x="494" y="822"/>
                  <a:pt x="510" y="833"/>
                  <a:pt x="514" y="844"/>
                </a:cubicBezTo>
                <a:cubicBezTo>
                  <a:pt x="519" y="854"/>
                  <a:pt x="521" y="870"/>
                  <a:pt x="521" y="894"/>
                </a:cubicBezTo>
                <a:cubicBezTo>
                  <a:pt x="521" y="904"/>
                  <a:pt x="518" y="910"/>
                  <a:pt x="514" y="915"/>
                </a:cubicBezTo>
                <a:cubicBezTo>
                  <a:pt x="509" y="920"/>
                  <a:pt x="502" y="922"/>
                  <a:pt x="492" y="922"/>
                </a:cubicBezTo>
                <a:cubicBezTo>
                  <a:pt x="481" y="922"/>
                  <a:pt x="473" y="919"/>
                  <a:pt x="470" y="912"/>
                </a:cubicBezTo>
                <a:cubicBezTo>
                  <a:pt x="467" y="905"/>
                  <a:pt x="466" y="888"/>
                  <a:pt x="466" y="860"/>
                </a:cubicBezTo>
                <a:lnTo>
                  <a:pt x="466" y="834"/>
                </a:lnTo>
                <a:lnTo>
                  <a:pt x="321" y="834"/>
                </a:lnTo>
                <a:lnTo>
                  <a:pt x="321" y="854"/>
                </a:lnTo>
                <a:cubicBezTo>
                  <a:pt x="321" y="901"/>
                  <a:pt x="335" y="933"/>
                  <a:pt x="364" y="952"/>
                </a:cubicBezTo>
                <a:cubicBezTo>
                  <a:pt x="393" y="971"/>
                  <a:pt x="427" y="981"/>
                  <a:pt x="466" y="985"/>
                </a:cubicBezTo>
                <a:lnTo>
                  <a:pt x="466" y="1025"/>
                </a:lnTo>
                <a:lnTo>
                  <a:pt x="533" y="1025"/>
                </a:lnTo>
                <a:lnTo>
                  <a:pt x="533" y="986"/>
                </a:lnTo>
                <a:cubicBezTo>
                  <a:pt x="582" y="981"/>
                  <a:pt x="620" y="968"/>
                  <a:pt x="644" y="947"/>
                </a:cubicBezTo>
                <a:cubicBezTo>
                  <a:pt x="669" y="925"/>
                  <a:pt x="681" y="896"/>
                  <a:pt x="681" y="859"/>
                </a:cubicBezTo>
                <a:cubicBezTo>
                  <a:pt x="681" y="836"/>
                  <a:pt x="677" y="816"/>
                  <a:pt x="668" y="800"/>
                </a:cubicBezTo>
                <a:cubicBezTo>
                  <a:pt x="659" y="785"/>
                  <a:pt x="647" y="773"/>
                  <a:pt x="634" y="765"/>
                </a:cubicBezTo>
                <a:close/>
                <a:moveTo>
                  <a:pt x="270" y="284"/>
                </a:moveTo>
                <a:cubicBezTo>
                  <a:pt x="273" y="291"/>
                  <a:pt x="283" y="295"/>
                  <a:pt x="290" y="292"/>
                </a:cubicBezTo>
                <a:lnTo>
                  <a:pt x="370" y="257"/>
                </a:lnTo>
                <a:lnTo>
                  <a:pt x="637" y="257"/>
                </a:lnTo>
                <a:cubicBezTo>
                  <a:pt x="650" y="257"/>
                  <a:pt x="661" y="247"/>
                  <a:pt x="661" y="234"/>
                </a:cubicBezTo>
                <a:cubicBezTo>
                  <a:pt x="661" y="221"/>
                  <a:pt x="650" y="211"/>
                  <a:pt x="637" y="211"/>
                </a:cubicBezTo>
                <a:lnTo>
                  <a:pt x="370" y="211"/>
                </a:lnTo>
                <a:lnTo>
                  <a:pt x="290" y="176"/>
                </a:lnTo>
                <a:cubicBezTo>
                  <a:pt x="283" y="172"/>
                  <a:pt x="273" y="176"/>
                  <a:pt x="270" y="184"/>
                </a:cubicBezTo>
                <a:cubicBezTo>
                  <a:pt x="266" y="192"/>
                  <a:pt x="270" y="202"/>
                  <a:pt x="278" y="205"/>
                </a:cubicBezTo>
                <a:lnTo>
                  <a:pt x="343" y="233"/>
                </a:lnTo>
                <a:cubicBezTo>
                  <a:pt x="343" y="233"/>
                  <a:pt x="343" y="234"/>
                  <a:pt x="343" y="234"/>
                </a:cubicBezTo>
                <a:cubicBezTo>
                  <a:pt x="343" y="234"/>
                  <a:pt x="343" y="234"/>
                  <a:pt x="343" y="234"/>
                </a:cubicBezTo>
                <a:lnTo>
                  <a:pt x="278" y="262"/>
                </a:lnTo>
                <a:cubicBezTo>
                  <a:pt x="270" y="266"/>
                  <a:pt x="266" y="276"/>
                  <a:pt x="270" y="284"/>
                </a:cubicBezTo>
                <a:close/>
                <a:moveTo>
                  <a:pt x="500" y="1086"/>
                </a:moveTo>
                <a:cubicBezTo>
                  <a:pt x="328" y="1086"/>
                  <a:pt x="190" y="948"/>
                  <a:pt x="190" y="777"/>
                </a:cubicBezTo>
                <a:cubicBezTo>
                  <a:pt x="190" y="606"/>
                  <a:pt x="328" y="468"/>
                  <a:pt x="500" y="468"/>
                </a:cubicBezTo>
                <a:cubicBezTo>
                  <a:pt x="672" y="468"/>
                  <a:pt x="811" y="606"/>
                  <a:pt x="811" y="777"/>
                </a:cubicBezTo>
                <a:cubicBezTo>
                  <a:pt x="811" y="948"/>
                  <a:pt x="672" y="1086"/>
                  <a:pt x="500" y="1086"/>
                </a:cubicBezTo>
                <a:close/>
                <a:moveTo>
                  <a:pt x="652" y="288"/>
                </a:moveTo>
                <a:cubicBezTo>
                  <a:pt x="648" y="284"/>
                  <a:pt x="643" y="282"/>
                  <a:pt x="637" y="282"/>
                </a:cubicBezTo>
                <a:cubicBezTo>
                  <a:pt x="589" y="282"/>
                  <a:pt x="554" y="282"/>
                  <a:pt x="528" y="282"/>
                </a:cubicBezTo>
                <a:cubicBezTo>
                  <a:pt x="486" y="282"/>
                  <a:pt x="472" y="282"/>
                  <a:pt x="472" y="282"/>
                </a:cubicBezTo>
                <a:cubicBezTo>
                  <a:pt x="447" y="282"/>
                  <a:pt x="411" y="282"/>
                  <a:pt x="363" y="282"/>
                </a:cubicBezTo>
                <a:cubicBezTo>
                  <a:pt x="357" y="282"/>
                  <a:pt x="352" y="284"/>
                  <a:pt x="348" y="288"/>
                </a:cubicBezTo>
                <a:cubicBezTo>
                  <a:pt x="205" y="440"/>
                  <a:pt x="0" y="598"/>
                  <a:pt x="0" y="802"/>
                </a:cubicBezTo>
                <a:cubicBezTo>
                  <a:pt x="0" y="1086"/>
                  <a:pt x="250" y="1227"/>
                  <a:pt x="500" y="1227"/>
                </a:cubicBezTo>
                <a:cubicBezTo>
                  <a:pt x="749" y="1227"/>
                  <a:pt x="999" y="1086"/>
                  <a:pt x="999" y="802"/>
                </a:cubicBezTo>
                <a:cubicBezTo>
                  <a:pt x="999" y="598"/>
                  <a:pt x="795" y="440"/>
                  <a:pt x="652" y="28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6" name="Freeform 105"/>
          <p:cNvSpPr>
            <a:spLocks noChangeAspect="1" noEditPoints="1"/>
          </p:cNvSpPr>
          <p:nvPr/>
        </p:nvSpPr>
        <p:spPr bwMode="auto">
          <a:xfrm>
            <a:off x="1076144" y="4617561"/>
            <a:ext cx="291142" cy="317958"/>
          </a:xfrm>
          <a:custGeom>
            <a:avLst/>
            <a:gdLst>
              <a:gd name="T0" fmla="*/ 500 w 999"/>
              <a:gd name="T1" fmla="*/ 952 h 1092"/>
              <a:gd name="T2" fmla="*/ 500 w 999"/>
              <a:gd name="T3" fmla="*/ 556 h 1092"/>
              <a:gd name="T4" fmla="*/ 169 w 999"/>
              <a:gd name="T5" fmla="*/ 556 h 1092"/>
              <a:gd name="T6" fmla="*/ 243 w 999"/>
              <a:gd name="T7" fmla="*/ 753 h 1092"/>
              <a:gd name="T8" fmla="*/ 500 w 999"/>
              <a:gd name="T9" fmla="*/ 952 h 1092"/>
              <a:gd name="T10" fmla="*/ 500 w 999"/>
              <a:gd name="T11" fmla="*/ 556 h 1092"/>
              <a:gd name="T12" fmla="*/ 833 w 999"/>
              <a:gd name="T13" fmla="*/ 556 h 1092"/>
              <a:gd name="T14" fmla="*/ 876 w 999"/>
              <a:gd name="T15" fmla="*/ 209 h 1092"/>
              <a:gd name="T16" fmla="*/ 719 w 999"/>
              <a:gd name="T17" fmla="*/ 202 h 1092"/>
              <a:gd name="T18" fmla="*/ 500 w 999"/>
              <a:gd name="T19" fmla="*/ 145 h 1092"/>
              <a:gd name="T20" fmla="*/ 500 w 999"/>
              <a:gd name="T21" fmla="*/ 556 h 1092"/>
              <a:gd name="T22" fmla="*/ 69 w 999"/>
              <a:gd name="T23" fmla="*/ 69 h 1092"/>
              <a:gd name="T24" fmla="*/ 267 w 999"/>
              <a:gd name="T25" fmla="*/ 65 h 1092"/>
              <a:gd name="T26" fmla="*/ 481 w 999"/>
              <a:gd name="T27" fmla="*/ 8 h 1092"/>
              <a:gd name="T28" fmla="*/ 500 w 999"/>
              <a:gd name="T29" fmla="*/ 0 h 1092"/>
              <a:gd name="T30" fmla="*/ 521 w 999"/>
              <a:gd name="T31" fmla="*/ 8 h 1092"/>
              <a:gd name="T32" fmla="*/ 735 w 999"/>
              <a:gd name="T33" fmla="*/ 65 h 1092"/>
              <a:gd name="T34" fmla="*/ 932 w 999"/>
              <a:gd name="T35" fmla="*/ 69 h 1092"/>
              <a:gd name="T36" fmla="*/ 999 w 999"/>
              <a:gd name="T37" fmla="*/ 59 h 1092"/>
              <a:gd name="T38" fmla="*/ 999 w 999"/>
              <a:gd name="T39" fmla="*/ 136 h 1092"/>
              <a:gd name="T40" fmla="*/ 859 w 999"/>
              <a:gd name="T41" fmla="*/ 826 h 1092"/>
              <a:gd name="T42" fmla="*/ 514 w 999"/>
              <a:gd name="T43" fmla="*/ 1088 h 1092"/>
              <a:gd name="T44" fmla="*/ 500 w 999"/>
              <a:gd name="T45" fmla="*/ 1092 h 1092"/>
              <a:gd name="T46" fmla="*/ 487 w 999"/>
              <a:gd name="T47" fmla="*/ 1088 h 1092"/>
              <a:gd name="T48" fmla="*/ 142 w 999"/>
              <a:gd name="T49" fmla="*/ 826 h 1092"/>
              <a:gd name="T50" fmla="*/ 1 w 999"/>
              <a:gd name="T51" fmla="*/ 136 h 1092"/>
              <a:gd name="T52" fmla="*/ 0 w 999"/>
              <a:gd name="T53" fmla="*/ 59 h 1092"/>
              <a:gd name="T54" fmla="*/ 69 w 999"/>
              <a:gd name="T55" fmla="*/ 69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99" h="1092">
                <a:moveTo>
                  <a:pt x="500" y="952"/>
                </a:moveTo>
                <a:lnTo>
                  <a:pt x="500" y="556"/>
                </a:lnTo>
                <a:lnTo>
                  <a:pt x="169" y="556"/>
                </a:lnTo>
                <a:cubicBezTo>
                  <a:pt x="188" y="635"/>
                  <a:pt x="213" y="699"/>
                  <a:pt x="243" y="753"/>
                </a:cubicBezTo>
                <a:cubicBezTo>
                  <a:pt x="309" y="865"/>
                  <a:pt x="398" y="922"/>
                  <a:pt x="500" y="952"/>
                </a:cubicBezTo>
                <a:close/>
                <a:moveTo>
                  <a:pt x="500" y="556"/>
                </a:moveTo>
                <a:lnTo>
                  <a:pt x="833" y="556"/>
                </a:lnTo>
                <a:cubicBezTo>
                  <a:pt x="856" y="462"/>
                  <a:pt x="871" y="348"/>
                  <a:pt x="876" y="209"/>
                </a:cubicBezTo>
                <a:cubicBezTo>
                  <a:pt x="824" y="211"/>
                  <a:pt x="773" y="208"/>
                  <a:pt x="719" y="202"/>
                </a:cubicBezTo>
                <a:cubicBezTo>
                  <a:pt x="648" y="192"/>
                  <a:pt x="576" y="173"/>
                  <a:pt x="500" y="145"/>
                </a:cubicBezTo>
                <a:lnTo>
                  <a:pt x="500" y="556"/>
                </a:lnTo>
                <a:close/>
                <a:moveTo>
                  <a:pt x="69" y="69"/>
                </a:moveTo>
                <a:cubicBezTo>
                  <a:pt x="134" y="76"/>
                  <a:pt x="199" y="76"/>
                  <a:pt x="267" y="65"/>
                </a:cubicBezTo>
                <a:cubicBezTo>
                  <a:pt x="336" y="57"/>
                  <a:pt x="407" y="38"/>
                  <a:pt x="481" y="8"/>
                </a:cubicBezTo>
                <a:lnTo>
                  <a:pt x="500" y="0"/>
                </a:lnTo>
                <a:lnTo>
                  <a:pt x="521" y="8"/>
                </a:lnTo>
                <a:cubicBezTo>
                  <a:pt x="594" y="38"/>
                  <a:pt x="665" y="57"/>
                  <a:pt x="735" y="65"/>
                </a:cubicBezTo>
                <a:cubicBezTo>
                  <a:pt x="802" y="76"/>
                  <a:pt x="868" y="76"/>
                  <a:pt x="932" y="69"/>
                </a:cubicBezTo>
                <a:lnTo>
                  <a:pt x="999" y="59"/>
                </a:lnTo>
                <a:lnTo>
                  <a:pt x="999" y="136"/>
                </a:lnTo>
                <a:cubicBezTo>
                  <a:pt x="996" y="463"/>
                  <a:pt x="943" y="681"/>
                  <a:pt x="859" y="826"/>
                </a:cubicBezTo>
                <a:cubicBezTo>
                  <a:pt x="771" y="979"/>
                  <a:pt x="650" y="1053"/>
                  <a:pt x="514" y="1088"/>
                </a:cubicBezTo>
                <a:lnTo>
                  <a:pt x="500" y="1092"/>
                </a:lnTo>
                <a:lnTo>
                  <a:pt x="487" y="1088"/>
                </a:lnTo>
                <a:cubicBezTo>
                  <a:pt x="352" y="1053"/>
                  <a:pt x="231" y="979"/>
                  <a:pt x="142" y="826"/>
                </a:cubicBezTo>
                <a:cubicBezTo>
                  <a:pt x="58" y="681"/>
                  <a:pt x="6" y="463"/>
                  <a:pt x="1" y="136"/>
                </a:cubicBezTo>
                <a:lnTo>
                  <a:pt x="0" y="59"/>
                </a:lnTo>
                <a:lnTo>
                  <a:pt x="69" y="69"/>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7" name="Freeform 124"/>
          <p:cNvSpPr>
            <a:spLocks noChangeAspect="1" noEditPoints="1"/>
          </p:cNvSpPr>
          <p:nvPr/>
        </p:nvSpPr>
        <p:spPr bwMode="auto">
          <a:xfrm>
            <a:off x="1030449" y="2646632"/>
            <a:ext cx="382532" cy="303597"/>
          </a:xfrm>
          <a:custGeom>
            <a:avLst/>
            <a:gdLst>
              <a:gd name="T0" fmla="*/ 377 w 1101"/>
              <a:gd name="T1" fmla="*/ 858 h 877"/>
              <a:gd name="T2" fmla="*/ 397 w 1101"/>
              <a:gd name="T3" fmla="*/ 866 h 877"/>
              <a:gd name="T4" fmla="*/ 566 w 1101"/>
              <a:gd name="T5" fmla="*/ 716 h 877"/>
              <a:gd name="T6" fmla="*/ 377 w 1101"/>
              <a:gd name="T7" fmla="*/ 620 h 877"/>
              <a:gd name="T8" fmla="*/ 377 w 1101"/>
              <a:gd name="T9" fmla="*/ 858 h 877"/>
              <a:gd name="T10" fmla="*/ 1066 w 1101"/>
              <a:gd name="T11" fmla="*/ 8 h 877"/>
              <a:gd name="T12" fmla="*/ 21 w 1101"/>
              <a:gd name="T13" fmla="*/ 371 h 877"/>
              <a:gd name="T14" fmla="*/ 20 w 1101"/>
              <a:gd name="T15" fmla="*/ 400 h 877"/>
              <a:gd name="T16" fmla="*/ 245 w 1101"/>
              <a:gd name="T17" fmla="*/ 489 h 877"/>
              <a:gd name="T18" fmla="*/ 245 w 1101"/>
              <a:gd name="T19" fmla="*/ 489 h 877"/>
              <a:gd name="T20" fmla="*/ 379 w 1101"/>
              <a:gd name="T21" fmla="*/ 542 h 877"/>
              <a:gd name="T22" fmla="*/ 1029 w 1101"/>
              <a:gd name="T23" fmla="*/ 70 h 877"/>
              <a:gd name="T24" fmla="*/ 1042 w 1101"/>
              <a:gd name="T25" fmla="*/ 81 h 877"/>
              <a:gd name="T26" fmla="*/ 575 w 1101"/>
              <a:gd name="T27" fmla="*/ 581 h 877"/>
              <a:gd name="T28" fmla="*/ 575 w 1101"/>
              <a:gd name="T29" fmla="*/ 581 h 877"/>
              <a:gd name="T30" fmla="*/ 549 w 1101"/>
              <a:gd name="T31" fmla="*/ 610 h 877"/>
              <a:gd name="T32" fmla="*/ 584 w 1101"/>
              <a:gd name="T33" fmla="*/ 629 h 877"/>
              <a:gd name="T34" fmla="*/ 879 w 1101"/>
              <a:gd name="T35" fmla="*/ 785 h 877"/>
              <a:gd name="T36" fmla="*/ 924 w 1101"/>
              <a:gd name="T37" fmla="*/ 766 h 877"/>
              <a:gd name="T38" fmla="*/ 1095 w 1101"/>
              <a:gd name="T39" fmla="*/ 33 h 877"/>
              <a:gd name="T40" fmla="*/ 1066 w 1101"/>
              <a:gd name="T41" fmla="*/ 8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01" h="877">
                <a:moveTo>
                  <a:pt x="377" y="858"/>
                </a:moveTo>
                <a:cubicBezTo>
                  <a:pt x="377" y="872"/>
                  <a:pt x="385" y="877"/>
                  <a:pt x="397" y="866"/>
                </a:cubicBezTo>
                <a:cubicBezTo>
                  <a:pt x="412" y="852"/>
                  <a:pt x="566" y="716"/>
                  <a:pt x="566" y="716"/>
                </a:cubicBezTo>
                <a:lnTo>
                  <a:pt x="377" y="620"/>
                </a:lnTo>
                <a:lnTo>
                  <a:pt x="377" y="858"/>
                </a:lnTo>
                <a:close/>
                <a:moveTo>
                  <a:pt x="1066" y="8"/>
                </a:moveTo>
                <a:cubicBezTo>
                  <a:pt x="1046" y="15"/>
                  <a:pt x="41" y="365"/>
                  <a:pt x="21" y="371"/>
                </a:cubicBezTo>
                <a:cubicBezTo>
                  <a:pt x="4" y="378"/>
                  <a:pt x="0" y="392"/>
                  <a:pt x="20" y="400"/>
                </a:cubicBezTo>
                <a:cubicBezTo>
                  <a:pt x="44" y="409"/>
                  <a:pt x="245" y="489"/>
                  <a:pt x="245" y="489"/>
                </a:cubicBezTo>
                <a:lnTo>
                  <a:pt x="245" y="489"/>
                </a:lnTo>
                <a:lnTo>
                  <a:pt x="379" y="542"/>
                </a:lnTo>
                <a:cubicBezTo>
                  <a:pt x="379" y="542"/>
                  <a:pt x="1020" y="76"/>
                  <a:pt x="1029" y="70"/>
                </a:cubicBezTo>
                <a:cubicBezTo>
                  <a:pt x="1038" y="63"/>
                  <a:pt x="1048" y="75"/>
                  <a:pt x="1042" y="81"/>
                </a:cubicBezTo>
                <a:cubicBezTo>
                  <a:pt x="1035" y="89"/>
                  <a:pt x="575" y="581"/>
                  <a:pt x="575" y="581"/>
                </a:cubicBezTo>
                <a:cubicBezTo>
                  <a:pt x="575" y="581"/>
                  <a:pt x="575" y="581"/>
                  <a:pt x="575" y="581"/>
                </a:cubicBezTo>
                <a:lnTo>
                  <a:pt x="549" y="610"/>
                </a:lnTo>
                <a:lnTo>
                  <a:pt x="584" y="629"/>
                </a:lnTo>
                <a:cubicBezTo>
                  <a:pt x="584" y="629"/>
                  <a:pt x="859" y="775"/>
                  <a:pt x="879" y="785"/>
                </a:cubicBezTo>
                <a:cubicBezTo>
                  <a:pt x="896" y="795"/>
                  <a:pt x="918" y="787"/>
                  <a:pt x="924" y="766"/>
                </a:cubicBezTo>
                <a:cubicBezTo>
                  <a:pt x="929" y="741"/>
                  <a:pt x="1092" y="48"/>
                  <a:pt x="1095" y="33"/>
                </a:cubicBezTo>
                <a:cubicBezTo>
                  <a:pt x="1101" y="12"/>
                  <a:pt x="1087" y="0"/>
                  <a:pt x="1066" y="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8" name="Freeform 172"/>
          <p:cNvSpPr>
            <a:spLocks noChangeAspect="1" noEditPoints="1"/>
          </p:cNvSpPr>
          <p:nvPr/>
        </p:nvSpPr>
        <p:spPr bwMode="auto">
          <a:xfrm>
            <a:off x="10789309" y="2618249"/>
            <a:ext cx="361950" cy="360363"/>
          </a:xfrm>
          <a:custGeom>
            <a:avLst/>
            <a:gdLst>
              <a:gd name="T0" fmla="*/ 500 w 1000"/>
              <a:gd name="T1" fmla="*/ 996 h 996"/>
              <a:gd name="T2" fmla="*/ 94 w 1000"/>
              <a:gd name="T3" fmla="*/ 411 h 996"/>
              <a:gd name="T4" fmla="*/ 191 w 1000"/>
              <a:gd name="T5" fmla="*/ 461 h 996"/>
              <a:gd name="T6" fmla="*/ 265 w 1000"/>
              <a:gd name="T7" fmla="*/ 756 h 996"/>
              <a:gd name="T8" fmla="*/ 282 w 1000"/>
              <a:gd name="T9" fmla="*/ 866 h 996"/>
              <a:gd name="T10" fmla="*/ 336 w 1000"/>
              <a:gd name="T11" fmla="*/ 812 h 996"/>
              <a:gd name="T12" fmla="*/ 398 w 1000"/>
              <a:gd name="T13" fmla="*/ 718 h 996"/>
              <a:gd name="T14" fmla="*/ 386 w 1000"/>
              <a:gd name="T15" fmla="*/ 533 h 996"/>
              <a:gd name="T16" fmla="*/ 252 w 1000"/>
              <a:gd name="T17" fmla="*/ 437 h 996"/>
              <a:gd name="T18" fmla="*/ 184 w 1000"/>
              <a:gd name="T19" fmla="*/ 460 h 996"/>
              <a:gd name="T20" fmla="*/ 100 w 1000"/>
              <a:gd name="T21" fmla="*/ 390 h 996"/>
              <a:gd name="T22" fmla="*/ 184 w 1000"/>
              <a:gd name="T23" fmla="*/ 310 h 996"/>
              <a:gd name="T24" fmla="*/ 267 w 1000"/>
              <a:gd name="T25" fmla="*/ 237 h 996"/>
              <a:gd name="T26" fmla="*/ 363 w 1000"/>
              <a:gd name="T27" fmla="*/ 196 h 996"/>
              <a:gd name="T28" fmla="*/ 349 w 1000"/>
              <a:gd name="T29" fmla="*/ 167 h 996"/>
              <a:gd name="T30" fmla="*/ 398 w 1000"/>
              <a:gd name="T31" fmla="*/ 191 h 996"/>
              <a:gd name="T32" fmla="*/ 359 w 1000"/>
              <a:gd name="T33" fmla="*/ 95 h 996"/>
              <a:gd name="T34" fmla="*/ 266 w 1000"/>
              <a:gd name="T35" fmla="*/ 160 h 996"/>
              <a:gd name="T36" fmla="*/ 269 w 1000"/>
              <a:gd name="T37" fmla="*/ 133 h 996"/>
              <a:gd name="T38" fmla="*/ 283 w 1000"/>
              <a:gd name="T39" fmla="*/ 76 h 996"/>
              <a:gd name="T40" fmla="*/ 364 w 1000"/>
              <a:gd name="T41" fmla="*/ 44 h 996"/>
              <a:gd name="T42" fmla="*/ 331 w 1000"/>
              <a:gd name="T43" fmla="*/ 70 h 996"/>
              <a:gd name="T44" fmla="*/ 389 w 1000"/>
              <a:gd name="T45" fmla="*/ 61 h 996"/>
              <a:gd name="T46" fmla="*/ 391 w 1000"/>
              <a:gd name="T47" fmla="*/ 28 h 996"/>
              <a:gd name="T48" fmla="*/ 463 w 1000"/>
              <a:gd name="T49" fmla="*/ 39 h 996"/>
              <a:gd name="T50" fmla="*/ 547 w 1000"/>
              <a:gd name="T51" fmla="*/ 60 h 996"/>
              <a:gd name="T52" fmla="*/ 732 w 1000"/>
              <a:gd name="T53" fmla="*/ 86 h 996"/>
              <a:gd name="T54" fmla="*/ 739 w 1000"/>
              <a:gd name="T55" fmla="*/ 143 h 996"/>
              <a:gd name="T56" fmla="*/ 671 w 1000"/>
              <a:gd name="T57" fmla="*/ 214 h 996"/>
              <a:gd name="T58" fmla="*/ 623 w 1000"/>
              <a:gd name="T59" fmla="*/ 323 h 996"/>
              <a:gd name="T60" fmla="*/ 588 w 1000"/>
              <a:gd name="T61" fmla="*/ 429 h 996"/>
              <a:gd name="T62" fmla="*/ 751 w 1000"/>
              <a:gd name="T63" fmla="*/ 497 h 996"/>
              <a:gd name="T64" fmla="*/ 767 w 1000"/>
              <a:gd name="T65" fmla="*/ 654 h 996"/>
              <a:gd name="T66" fmla="*/ 877 w 1000"/>
              <a:gd name="T67" fmla="*/ 746 h 996"/>
              <a:gd name="T68" fmla="*/ 948 w 1000"/>
              <a:gd name="T69" fmla="*/ 610 h 996"/>
              <a:gd name="T70" fmla="*/ 309 w 1000"/>
              <a:gd name="T71" fmla="*/ 33 h 996"/>
              <a:gd name="T72" fmla="*/ 333 w 1000"/>
              <a:gd name="T73" fmla="*/ 24 h 996"/>
              <a:gd name="T74" fmla="*/ 814 w 1000"/>
              <a:gd name="T75" fmla="*/ 129 h 996"/>
              <a:gd name="T76" fmla="*/ 797 w 1000"/>
              <a:gd name="T77" fmla="*/ 108 h 996"/>
              <a:gd name="T78" fmla="*/ 899 w 1000"/>
              <a:gd name="T79" fmla="*/ 195 h 996"/>
              <a:gd name="T80" fmla="*/ 865 w 1000"/>
              <a:gd name="T81" fmla="*/ 204 h 996"/>
              <a:gd name="T82" fmla="*/ 995 w 1000"/>
              <a:gd name="T83" fmla="*/ 426 h 996"/>
              <a:gd name="T84" fmla="*/ 923 w 1000"/>
              <a:gd name="T85" fmla="*/ 372 h 996"/>
              <a:gd name="T86" fmla="*/ 968 w 1000"/>
              <a:gd name="T87" fmla="*/ 434 h 996"/>
              <a:gd name="T88" fmla="*/ 211 w 1000"/>
              <a:gd name="T89" fmla="*/ 383 h 996"/>
              <a:gd name="T90" fmla="*/ 600 w 1000"/>
              <a:gd name="T91" fmla="*/ 67 h 996"/>
              <a:gd name="T92" fmla="*/ 240 w 1000"/>
              <a:gd name="T93" fmla="*/ 382 h 996"/>
              <a:gd name="T94" fmla="*/ 679 w 1000"/>
              <a:gd name="T95" fmla="*/ 149 h 996"/>
              <a:gd name="T96" fmla="*/ 707 w 1000"/>
              <a:gd name="T97" fmla="*/ 157 h 996"/>
              <a:gd name="T98" fmla="*/ 691 w 1000"/>
              <a:gd name="T99" fmla="*/ 105 h 996"/>
              <a:gd name="T100" fmla="*/ 669 w 1000"/>
              <a:gd name="T101" fmla="*/ 132 h 996"/>
              <a:gd name="T102" fmla="*/ 690 w 1000"/>
              <a:gd name="T103" fmla="*/ 172 h 996"/>
              <a:gd name="T104" fmla="*/ 893 w 1000"/>
              <a:gd name="T105" fmla="*/ 301 h 996"/>
              <a:gd name="T106" fmla="*/ 760 w 1000"/>
              <a:gd name="T107" fmla="*/ 259 h 996"/>
              <a:gd name="T108" fmla="*/ 751 w 1000"/>
              <a:gd name="T109" fmla="*/ 207 h 996"/>
              <a:gd name="T110" fmla="*/ 797 w 1000"/>
              <a:gd name="T111" fmla="*/ 235 h 996"/>
              <a:gd name="T112" fmla="*/ 830 w 1000"/>
              <a:gd name="T113" fmla="*/ 261 h 996"/>
              <a:gd name="T114" fmla="*/ 911 w 1000"/>
              <a:gd name="T115" fmla="*/ 273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00" h="996">
                <a:moveTo>
                  <a:pt x="676" y="149"/>
                </a:moveTo>
                <a:cubicBezTo>
                  <a:pt x="678" y="149"/>
                  <a:pt x="679" y="149"/>
                  <a:pt x="679" y="149"/>
                </a:cubicBezTo>
                <a:cubicBezTo>
                  <a:pt x="679" y="148"/>
                  <a:pt x="679" y="150"/>
                  <a:pt x="676" y="149"/>
                </a:cubicBezTo>
                <a:close/>
                <a:moveTo>
                  <a:pt x="1000" y="496"/>
                </a:moveTo>
                <a:cubicBezTo>
                  <a:pt x="1000" y="772"/>
                  <a:pt x="776" y="996"/>
                  <a:pt x="500" y="996"/>
                </a:cubicBezTo>
                <a:cubicBezTo>
                  <a:pt x="223" y="996"/>
                  <a:pt x="0" y="772"/>
                  <a:pt x="0" y="496"/>
                </a:cubicBezTo>
                <a:cubicBezTo>
                  <a:pt x="0" y="442"/>
                  <a:pt x="8" y="391"/>
                  <a:pt x="24" y="342"/>
                </a:cubicBezTo>
                <a:cubicBezTo>
                  <a:pt x="30" y="350"/>
                  <a:pt x="42" y="359"/>
                  <a:pt x="42" y="369"/>
                </a:cubicBezTo>
                <a:cubicBezTo>
                  <a:pt x="41" y="379"/>
                  <a:pt x="36" y="381"/>
                  <a:pt x="46" y="389"/>
                </a:cubicBezTo>
                <a:cubicBezTo>
                  <a:pt x="57" y="397"/>
                  <a:pt x="80" y="415"/>
                  <a:pt x="94" y="411"/>
                </a:cubicBezTo>
                <a:cubicBezTo>
                  <a:pt x="106" y="407"/>
                  <a:pt x="109" y="413"/>
                  <a:pt x="117" y="422"/>
                </a:cubicBezTo>
                <a:cubicBezTo>
                  <a:pt x="122" y="428"/>
                  <a:pt x="133" y="427"/>
                  <a:pt x="140" y="430"/>
                </a:cubicBezTo>
                <a:cubicBezTo>
                  <a:pt x="151" y="437"/>
                  <a:pt x="153" y="453"/>
                  <a:pt x="166" y="463"/>
                </a:cubicBezTo>
                <a:cubicBezTo>
                  <a:pt x="171" y="467"/>
                  <a:pt x="175" y="465"/>
                  <a:pt x="180" y="470"/>
                </a:cubicBezTo>
                <a:cubicBezTo>
                  <a:pt x="192" y="481"/>
                  <a:pt x="184" y="459"/>
                  <a:pt x="191" y="461"/>
                </a:cubicBezTo>
                <a:cubicBezTo>
                  <a:pt x="235" y="471"/>
                  <a:pt x="167" y="531"/>
                  <a:pt x="187" y="545"/>
                </a:cubicBezTo>
                <a:cubicBezTo>
                  <a:pt x="169" y="558"/>
                  <a:pt x="194" y="587"/>
                  <a:pt x="203" y="599"/>
                </a:cubicBezTo>
                <a:cubicBezTo>
                  <a:pt x="210" y="610"/>
                  <a:pt x="214" y="628"/>
                  <a:pt x="224" y="635"/>
                </a:cubicBezTo>
                <a:cubicBezTo>
                  <a:pt x="240" y="646"/>
                  <a:pt x="254" y="651"/>
                  <a:pt x="257" y="670"/>
                </a:cubicBezTo>
                <a:cubicBezTo>
                  <a:pt x="262" y="696"/>
                  <a:pt x="267" y="731"/>
                  <a:pt x="265" y="756"/>
                </a:cubicBezTo>
                <a:cubicBezTo>
                  <a:pt x="265" y="770"/>
                  <a:pt x="260" y="832"/>
                  <a:pt x="278" y="832"/>
                </a:cubicBezTo>
                <a:cubicBezTo>
                  <a:pt x="277" y="829"/>
                  <a:pt x="276" y="827"/>
                  <a:pt x="275" y="824"/>
                </a:cubicBezTo>
                <a:cubicBezTo>
                  <a:pt x="276" y="824"/>
                  <a:pt x="277" y="824"/>
                  <a:pt x="278" y="824"/>
                </a:cubicBezTo>
                <a:cubicBezTo>
                  <a:pt x="280" y="830"/>
                  <a:pt x="281" y="836"/>
                  <a:pt x="281" y="842"/>
                </a:cubicBezTo>
                <a:cubicBezTo>
                  <a:pt x="266" y="838"/>
                  <a:pt x="283" y="864"/>
                  <a:pt x="282" y="866"/>
                </a:cubicBezTo>
                <a:cubicBezTo>
                  <a:pt x="272" y="883"/>
                  <a:pt x="338" y="939"/>
                  <a:pt x="356" y="911"/>
                </a:cubicBezTo>
                <a:cubicBezTo>
                  <a:pt x="333" y="906"/>
                  <a:pt x="314" y="884"/>
                  <a:pt x="333" y="865"/>
                </a:cubicBezTo>
                <a:cubicBezTo>
                  <a:pt x="317" y="859"/>
                  <a:pt x="322" y="837"/>
                  <a:pt x="332" y="827"/>
                </a:cubicBezTo>
                <a:cubicBezTo>
                  <a:pt x="325" y="828"/>
                  <a:pt x="321" y="824"/>
                  <a:pt x="321" y="816"/>
                </a:cubicBezTo>
                <a:cubicBezTo>
                  <a:pt x="329" y="820"/>
                  <a:pt x="330" y="816"/>
                  <a:pt x="336" y="812"/>
                </a:cubicBezTo>
                <a:cubicBezTo>
                  <a:pt x="340" y="809"/>
                  <a:pt x="334" y="805"/>
                  <a:pt x="347" y="802"/>
                </a:cubicBezTo>
                <a:cubicBezTo>
                  <a:pt x="368" y="796"/>
                  <a:pt x="359" y="776"/>
                  <a:pt x="347" y="770"/>
                </a:cubicBezTo>
                <a:cubicBezTo>
                  <a:pt x="352" y="769"/>
                  <a:pt x="365" y="778"/>
                  <a:pt x="370" y="772"/>
                </a:cubicBezTo>
                <a:cubicBezTo>
                  <a:pt x="380" y="763"/>
                  <a:pt x="379" y="752"/>
                  <a:pt x="385" y="741"/>
                </a:cubicBezTo>
                <a:cubicBezTo>
                  <a:pt x="388" y="735"/>
                  <a:pt x="400" y="732"/>
                  <a:pt x="398" y="718"/>
                </a:cubicBezTo>
                <a:cubicBezTo>
                  <a:pt x="395" y="704"/>
                  <a:pt x="405" y="699"/>
                  <a:pt x="418" y="692"/>
                </a:cubicBezTo>
                <a:cubicBezTo>
                  <a:pt x="445" y="677"/>
                  <a:pt x="449" y="661"/>
                  <a:pt x="449" y="629"/>
                </a:cubicBezTo>
                <a:cubicBezTo>
                  <a:pt x="450" y="606"/>
                  <a:pt x="484" y="588"/>
                  <a:pt x="469" y="564"/>
                </a:cubicBezTo>
                <a:cubicBezTo>
                  <a:pt x="459" y="562"/>
                  <a:pt x="422" y="527"/>
                  <a:pt x="410" y="544"/>
                </a:cubicBezTo>
                <a:cubicBezTo>
                  <a:pt x="418" y="534"/>
                  <a:pt x="393" y="526"/>
                  <a:pt x="386" y="533"/>
                </a:cubicBezTo>
                <a:cubicBezTo>
                  <a:pt x="383" y="524"/>
                  <a:pt x="376" y="517"/>
                  <a:pt x="372" y="510"/>
                </a:cubicBezTo>
                <a:cubicBezTo>
                  <a:pt x="364" y="493"/>
                  <a:pt x="365" y="484"/>
                  <a:pt x="342" y="483"/>
                </a:cubicBezTo>
                <a:cubicBezTo>
                  <a:pt x="322" y="482"/>
                  <a:pt x="312" y="457"/>
                  <a:pt x="298" y="449"/>
                </a:cubicBezTo>
                <a:cubicBezTo>
                  <a:pt x="300" y="448"/>
                  <a:pt x="302" y="447"/>
                  <a:pt x="305" y="446"/>
                </a:cubicBezTo>
                <a:cubicBezTo>
                  <a:pt x="291" y="451"/>
                  <a:pt x="260" y="455"/>
                  <a:pt x="252" y="437"/>
                </a:cubicBezTo>
                <a:cubicBezTo>
                  <a:pt x="247" y="443"/>
                  <a:pt x="240" y="449"/>
                  <a:pt x="243" y="458"/>
                </a:cubicBezTo>
                <a:cubicBezTo>
                  <a:pt x="238" y="452"/>
                  <a:pt x="240" y="444"/>
                  <a:pt x="245" y="439"/>
                </a:cubicBezTo>
                <a:cubicBezTo>
                  <a:pt x="245" y="438"/>
                  <a:pt x="244" y="437"/>
                  <a:pt x="244" y="436"/>
                </a:cubicBezTo>
                <a:cubicBezTo>
                  <a:pt x="237" y="440"/>
                  <a:pt x="216" y="444"/>
                  <a:pt x="216" y="454"/>
                </a:cubicBezTo>
                <a:cubicBezTo>
                  <a:pt x="216" y="473"/>
                  <a:pt x="195" y="454"/>
                  <a:pt x="184" y="460"/>
                </a:cubicBezTo>
                <a:cubicBezTo>
                  <a:pt x="166" y="468"/>
                  <a:pt x="168" y="435"/>
                  <a:pt x="170" y="427"/>
                </a:cubicBezTo>
                <a:cubicBezTo>
                  <a:pt x="175" y="407"/>
                  <a:pt x="140" y="406"/>
                  <a:pt x="139" y="410"/>
                </a:cubicBezTo>
                <a:cubicBezTo>
                  <a:pt x="143" y="398"/>
                  <a:pt x="149" y="383"/>
                  <a:pt x="155" y="372"/>
                </a:cubicBezTo>
                <a:cubicBezTo>
                  <a:pt x="133" y="367"/>
                  <a:pt x="140" y="379"/>
                  <a:pt x="129" y="387"/>
                </a:cubicBezTo>
                <a:cubicBezTo>
                  <a:pt x="125" y="390"/>
                  <a:pt x="99" y="395"/>
                  <a:pt x="100" y="390"/>
                </a:cubicBezTo>
                <a:cubicBezTo>
                  <a:pt x="101" y="386"/>
                  <a:pt x="90" y="373"/>
                  <a:pt x="90" y="366"/>
                </a:cubicBezTo>
                <a:cubicBezTo>
                  <a:pt x="89" y="357"/>
                  <a:pt x="98" y="347"/>
                  <a:pt x="98" y="337"/>
                </a:cubicBezTo>
                <a:cubicBezTo>
                  <a:pt x="99" y="326"/>
                  <a:pt x="128" y="302"/>
                  <a:pt x="140" y="314"/>
                </a:cubicBezTo>
                <a:cubicBezTo>
                  <a:pt x="146" y="320"/>
                  <a:pt x="153" y="307"/>
                  <a:pt x="159" y="308"/>
                </a:cubicBezTo>
                <a:cubicBezTo>
                  <a:pt x="164" y="309"/>
                  <a:pt x="183" y="308"/>
                  <a:pt x="184" y="310"/>
                </a:cubicBezTo>
                <a:cubicBezTo>
                  <a:pt x="196" y="320"/>
                  <a:pt x="184" y="336"/>
                  <a:pt x="200" y="344"/>
                </a:cubicBezTo>
                <a:cubicBezTo>
                  <a:pt x="211" y="324"/>
                  <a:pt x="195" y="310"/>
                  <a:pt x="213" y="292"/>
                </a:cubicBezTo>
                <a:cubicBezTo>
                  <a:pt x="220" y="285"/>
                  <a:pt x="232" y="283"/>
                  <a:pt x="238" y="276"/>
                </a:cubicBezTo>
                <a:cubicBezTo>
                  <a:pt x="241" y="273"/>
                  <a:pt x="251" y="254"/>
                  <a:pt x="250" y="254"/>
                </a:cubicBezTo>
                <a:cubicBezTo>
                  <a:pt x="252" y="254"/>
                  <a:pt x="264" y="241"/>
                  <a:pt x="267" y="237"/>
                </a:cubicBezTo>
                <a:cubicBezTo>
                  <a:pt x="273" y="229"/>
                  <a:pt x="287" y="233"/>
                  <a:pt x="293" y="227"/>
                </a:cubicBezTo>
                <a:cubicBezTo>
                  <a:pt x="295" y="225"/>
                  <a:pt x="291" y="215"/>
                  <a:pt x="300" y="212"/>
                </a:cubicBezTo>
                <a:cubicBezTo>
                  <a:pt x="311" y="207"/>
                  <a:pt x="321" y="203"/>
                  <a:pt x="332" y="200"/>
                </a:cubicBezTo>
                <a:cubicBezTo>
                  <a:pt x="319" y="207"/>
                  <a:pt x="322" y="216"/>
                  <a:pt x="334" y="208"/>
                </a:cubicBezTo>
                <a:cubicBezTo>
                  <a:pt x="343" y="203"/>
                  <a:pt x="354" y="200"/>
                  <a:pt x="363" y="196"/>
                </a:cubicBezTo>
                <a:cubicBezTo>
                  <a:pt x="362" y="194"/>
                  <a:pt x="362" y="192"/>
                  <a:pt x="361" y="189"/>
                </a:cubicBezTo>
                <a:cubicBezTo>
                  <a:pt x="357" y="193"/>
                  <a:pt x="347" y="202"/>
                  <a:pt x="340" y="197"/>
                </a:cubicBezTo>
                <a:cubicBezTo>
                  <a:pt x="331" y="191"/>
                  <a:pt x="341" y="182"/>
                  <a:pt x="344" y="175"/>
                </a:cubicBezTo>
                <a:cubicBezTo>
                  <a:pt x="346" y="172"/>
                  <a:pt x="314" y="183"/>
                  <a:pt x="310" y="185"/>
                </a:cubicBezTo>
                <a:cubicBezTo>
                  <a:pt x="321" y="174"/>
                  <a:pt x="334" y="167"/>
                  <a:pt x="349" y="167"/>
                </a:cubicBezTo>
                <a:cubicBezTo>
                  <a:pt x="366" y="167"/>
                  <a:pt x="379" y="161"/>
                  <a:pt x="393" y="158"/>
                </a:cubicBezTo>
                <a:cubicBezTo>
                  <a:pt x="385" y="166"/>
                  <a:pt x="376" y="175"/>
                  <a:pt x="369" y="184"/>
                </a:cubicBezTo>
                <a:cubicBezTo>
                  <a:pt x="378" y="184"/>
                  <a:pt x="386" y="183"/>
                  <a:pt x="391" y="188"/>
                </a:cubicBezTo>
                <a:cubicBezTo>
                  <a:pt x="393" y="187"/>
                  <a:pt x="394" y="186"/>
                  <a:pt x="396" y="185"/>
                </a:cubicBezTo>
                <a:cubicBezTo>
                  <a:pt x="397" y="187"/>
                  <a:pt x="397" y="189"/>
                  <a:pt x="398" y="191"/>
                </a:cubicBezTo>
                <a:cubicBezTo>
                  <a:pt x="406" y="187"/>
                  <a:pt x="407" y="179"/>
                  <a:pt x="406" y="171"/>
                </a:cubicBezTo>
                <a:cubicBezTo>
                  <a:pt x="404" y="172"/>
                  <a:pt x="390" y="170"/>
                  <a:pt x="393" y="165"/>
                </a:cubicBezTo>
                <a:cubicBezTo>
                  <a:pt x="396" y="158"/>
                  <a:pt x="409" y="141"/>
                  <a:pt x="393" y="134"/>
                </a:cubicBezTo>
                <a:cubicBezTo>
                  <a:pt x="385" y="130"/>
                  <a:pt x="377" y="106"/>
                  <a:pt x="381" y="97"/>
                </a:cubicBezTo>
                <a:cubicBezTo>
                  <a:pt x="372" y="114"/>
                  <a:pt x="339" y="110"/>
                  <a:pt x="359" y="95"/>
                </a:cubicBezTo>
                <a:cubicBezTo>
                  <a:pt x="345" y="91"/>
                  <a:pt x="344" y="86"/>
                  <a:pt x="330" y="85"/>
                </a:cubicBezTo>
                <a:cubicBezTo>
                  <a:pt x="314" y="83"/>
                  <a:pt x="316" y="102"/>
                  <a:pt x="303" y="111"/>
                </a:cubicBezTo>
                <a:cubicBezTo>
                  <a:pt x="320" y="106"/>
                  <a:pt x="287" y="135"/>
                  <a:pt x="289" y="134"/>
                </a:cubicBezTo>
                <a:cubicBezTo>
                  <a:pt x="281" y="140"/>
                  <a:pt x="281" y="135"/>
                  <a:pt x="277" y="149"/>
                </a:cubicBezTo>
                <a:cubicBezTo>
                  <a:pt x="276" y="154"/>
                  <a:pt x="271" y="158"/>
                  <a:pt x="266" y="160"/>
                </a:cubicBezTo>
                <a:cubicBezTo>
                  <a:pt x="264" y="156"/>
                  <a:pt x="264" y="152"/>
                  <a:pt x="261" y="148"/>
                </a:cubicBezTo>
                <a:cubicBezTo>
                  <a:pt x="263" y="149"/>
                  <a:pt x="265" y="149"/>
                  <a:pt x="267" y="149"/>
                </a:cubicBezTo>
                <a:cubicBezTo>
                  <a:pt x="267" y="148"/>
                  <a:pt x="267" y="147"/>
                  <a:pt x="268" y="146"/>
                </a:cubicBezTo>
                <a:cubicBezTo>
                  <a:pt x="266" y="146"/>
                  <a:pt x="265" y="146"/>
                  <a:pt x="263" y="146"/>
                </a:cubicBezTo>
                <a:cubicBezTo>
                  <a:pt x="266" y="142"/>
                  <a:pt x="266" y="137"/>
                  <a:pt x="269" y="133"/>
                </a:cubicBezTo>
                <a:cubicBezTo>
                  <a:pt x="251" y="136"/>
                  <a:pt x="244" y="116"/>
                  <a:pt x="227" y="119"/>
                </a:cubicBezTo>
                <a:cubicBezTo>
                  <a:pt x="228" y="115"/>
                  <a:pt x="227" y="112"/>
                  <a:pt x="228" y="108"/>
                </a:cubicBezTo>
                <a:cubicBezTo>
                  <a:pt x="226" y="108"/>
                  <a:pt x="224" y="107"/>
                  <a:pt x="222" y="107"/>
                </a:cubicBezTo>
                <a:cubicBezTo>
                  <a:pt x="239" y="84"/>
                  <a:pt x="277" y="75"/>
                  <a:pt x="300" y="63"/>
                </a:cubicBezTo>
                <a:cubicBezTo>
                  <a:pt x="295" y="68"/>
                  <a:pt x="290" y="73"/>
                  <a:pt x="283" y="76"/>
                </a:cubicBezTo>
                <a:cubicBezTo>
                  <a:pt x="285" y="77"/>
                  <a:pt x="289" y="80"/>
                  <a:pt x="288" y="80"/>
                </a:cubicBezTo>
                <a:cubicBezTo>
                  <a:pt x="298" y="74"/>
                  <a:pt x="305" y="74"/>
                  <a:pt x="315" y="77"/>
                </a:cubicBezTo>
                <a:cubicBezTo>
                  <a:pt x="313" y="68"/>
                  <a:pt x="305" y="67"/>
                  <a:pt x="300" y="59"/>
                </a:cubicBezTo>
                <a:cubicBezTo>
                  <a:pt x="313" y="66"/>
                  <a:pt x="337" y="52"/>
                  <a:pt x="330" y="39"/>
                </a:cubicBezTo>
                <a:cubicBezTo>
                  <a:pt x="342" y="38"/>
                  <a:pt x="356" y="35"/>
                  <a:pt x="364" y="44"/>
                </a:cubicBezTo>
                <a:cubicBezTo>
                  <a:pt x="358" y="45"/>
                  <a:pt x="351" y="48"/>
                  <a:pt x="347" y="53"/>
                </a:cubicBezTo>
                <a:cubicBezTo>
                  <a:pt x="357" y="55"/>
                  <a:pt x="357" y="49"/>
                  <a:pt x="365" y="48"/>
                </a:cubicBezTo>
                <a:cubicBezTo>
                  <a:pt x="378" y="47"/>
                  <a:pt x="361" y="58"/>
                  <a:pt x="358" y="60"/>
                </a:cubicBezTo>
                <a:cubicBezTo>
                  <a:pt x="353" y="62"/>
                  <a:pt x="354" y="64"/>
                  <a:pt x="348" y="67"/>
                </a:cubicBezTo>
                <a:cubicBezTo>
                  <a:pt x="340" y="70"/>
                  <a:pt x="338" y="62"/>
                  <a:pt x="331" y="70"/>
                </a:cubicBezTo>
                <a:cubicBezTo>
                  <a:pt x="337" y="75"/>
                  <a:pt x="346" y="72"/>
                  <a:pt x="354" y="75"/>
                </a:cubicBezTo>
                <a:cubicBezTo>
                  <a:pt x="353" y="74"/>
                  <a:pt x="380" y="95"/>
                  <a:pt x="380" y="89"/>
                </a:cubicBezTo>
                <a:cubicBezTo>
                  <a:pt x="380" y="85"/>
                  <a:pt x="373" y="79"/>
                  <a:pt x="373" y="77"/>
                </a:cubicBezTo>
                <a:cubicBezTo>
                  <a:pt x="374" y="75"/>
                  <a:pt x="386" y="83"/>
                  <a:pt x="388" y="85"/>
                </a:cubicBezTo>
                <a:cubicBezTo>
                  <a:pt x="397" y="76"/>
                  <a:pt x="384" y="64"/>
                  <a:pt x="389" y="61"/>
                </a:cubicBezTo>
                <a:cubicBezTo>
                  <a:pt x="395" y="56"/>
                  <a:pt x="400" y="75"/>
                  <a:pt x="405" y="66"/>
                </a:cubicBezTo>
                <a:cubicBezTo>
                  <a:pt x="407" y="63"/>
                  <a:pt x="416" y="61"/>
                  <a:pt x="420" y="59"/>
                </a:cubicBezTo>
                <a:cubicBezTo>
                  <a:pt x="413" y="50"/>
                  <a:pt x="404" y="52"/>
                  <a:pt x="399" y="46"/>
                </a:cubicBezTo>
                <a:cubicBezTo>
                  <a:pt x="398" y="45"/>
                  <a:pt x="406" y="40"/>
                  <a:pt x="402" y="35"/>
                </a:cubicBezTo>
                <a:cubicBezTo>
                  <a:pt x="399" y="32"/>
                  <a:pt x="395" y="31"/>
                  <a:pt x="391" y="28"/>
                </a:cubicBezTo>
                <a:cubicBezTo>
                  <a:pt x="384" y="22"/>
                  <a:pt x="371" y="17"/>
                  <a:pt x="359" y="16"/>
                </a:cubicBezTo>
                <a:cubicBezTo>
                  <a:pt x="383" y="9"/>
                  <a:pt x="408" y="3"/>
                  <a:pt x="434" y="0"/>
                </a:cubicBezTo>
                <a:cubicBezTo>
                  <a:pt x="445" y="2"/>
                  <a:pt x="455" y="2"/>
                  <a:pt x="465" y="7"/>
                </a:cubicBezTo>
                <a:cubicBezTo>
                  <a:pt x="480" y="15"/>
                  <a:pt x="454" y="27"/>
                  <a:pt x="476" y="31"/>
                </a:cubicBezTo>
                <a:cubicBezTo>
                  <a:pt x="469" y="29"/>
                  <a:pt x="463" y="31"/>
                  <a:pt x="463" y="39"/>
                </a:cubicBezTo>
                <a:cubicBezTo>
                  <a:pt x="466" y="38"/>
                  <a:pt x="470" y="38"/>
                  <a:pt x="474" y="36"/>
                </a:cubicBezTo>
                <a:cubicBezTo>
                  <a:pt x="461" y="47"/>
                  <a:pt x="450" y="62"/>
                  <a:pt x="459" y="83"/>
                </a:cubicBezTo>
                <a:cubicBezTo>
                  <a:pt x="462" y="91"/>
                  <a:pt x="467" y="100"/>
                  <a:pt x="478" y="101"/>
                </a:cubicBezTo>
                <a:cubicBezTo>
                  <a:pt x="492" y="101"/>
                  <a:pt x="492" y="93"/>
                  <a:pt x="501" y="84"/>
                </a:cubicBezTo>
                <a:cubicBezTo>
                  <a:pt x="518" y="68"/>
                  <a:pt x="525" y="69"/>
                  <a:pt x="547" y="60"/>
                </a:cubicBezTo>
                <a:cubicBezTo>
                  <a:pt x="567" y="51"/>
                  <a:pt x="588" y="33"/>
                  <a:pt x="611" y="37"/>
                </a:cubicBezTo>
                <a:cubicBezTo>
                  <a:pt x="609" y="17"/>
                  <a:pt x="624" y="23"/>
                  <a:pt x="630" y="13"/>
                </a:cubicBezTo>
                <a:cubicBezTo>
                  <a:pt x="677" y="26"/>
                  <a:pt x="722" y="45"/>
                  <a:pt x="763" y="71"/>
                </a:cubicBezTo>
                <a:cubicBezTo>
                  <a:pt x="763" y="72"/>
                  <a:pt x="762" y="73"/>
                  <a:pt x="761" y="73"/>
                </a:cubicBezTo>
                <a:cubicBezTo>
                  <a:pt x="753" y="79"/>
                  <a:pt x="739" y="74"/>
                  <a:pt x="732" y="86"/>
                </a:cubicBezTo>
                <a:cubicBezTo>
                  <a:pt x="729" y="92"/>
                  <a:pt x="731" y="108"/>
                  <a:pt x="735" y="111"/>
                </a:cubicBezTo>
                <a:cubicBezTo>
                  <a:pt x="739" y="113"/>
                  <a:pt x="762" y="111"/>
                  <a:pt x="761" y="106"/>
                </a:cubicBezTo>
                <a:cubicBezTo>
                  <a:pt x="761" y="106"/>
                  <a:pt x="774" y="140"/>
                  <a:pt x="758" y="129"/>
                </a:cubicBezTo>
                <a:cubicBezTo>
                  <a:pt x="760" y="130"/>
                  <a:pt x="758" y="117"/>
                  <a:pt x="758" y="116"/>
                </a:cubicBezTo>
                <a:cubicBezTo>
                  <a:pt x="733" y="117"/>
                  <a:pt x="760" y="140"/>
                  <a:pt x="739" y="143"/>
                </a:cubicBezTo>
                <a:cubicBezTo>
                  <a:pt x="723" y="145"/>
                  <a:pt x="727" y="158"/>
                  <a:pt x="712" y="162"/>
                </a:cubicBezTo>
                <a:cubicBezTo>
                  <a:pt x="714" y="161"/>
                  <a:pt x="695" y="174"/>
                  <a:pt x="690" y="172"/>
                </a:cubicBezTo>
                <a:cubicBezTo>
                  <a:pt x="690" y="175"/>
                  <a:pt x="691" y="178"/>
                  <a:pt x="691" y="178"/>
                </a:cubicBezTo>
                <a:cubicBezTo>
                  <a:pt x="684" y="171"/>
                  <a:pt x="664" y="174"/>
                  <a:pt x="684" y="187"/>
                </a:cubicBezTo>
                <a:cubicBezTo>
                  <a:pt x="701" y="197"/>
                  <a:pt x="691" y="218"/>
                  <a:pt x="671" y="214"/>
                </a:cubicBezTo>
                <a:cubicBezTo>
                  <a:pt x="660" y="211"/>
                  <a:pt x="650" y="210"/>
                  <a:pt x="645" y="218"/>
                </a:cubicBezTo>
                <a:cubicBezTo>
                  <a:pt x="643" y="222"/>
                  <a:pt x="646" y="257"/>
                  <a:pt x="643" y="259"/>
                </a:cubicBezTo>
                <a:cubicBezTo>
                  <a:pt x="653" y="254"/>
                  <a:pt x="664" y="262"/>
                  <a:pt x="660" y="271"/>
                </a:cubicBezTo>
                <a:cubicBezTo>
                  <a:pt x="655" y="283"/>
                  <a:pt x="642" y="292"/>
                  <a:pt x="636" y="302"/>
                </a:cubicBezTo>
                <a:cubicBezTo>
                  <a:pt x="631" y="310"/>
                  <a:pt x="631" y="315"/>
                  <a:pt x="623" y="323"/>
                </a:cubicBezTo>
                <a:cubicBezTo>
                  <a:pt x="618" y="327"/>
                  <a:pt x="609" y="329"/>
                  <a:pt x="606" y="337"/>
                </a:cubicBezTo>
                <a:cubicBezTo>
                  <a:pt x="601" y="348"/>
                  <a:pt x="588" y="361"/>
                  <a:pt x="588" y="374"/>
                </a:cubicBezTo>
                <a:cubicBezTo>
                  <a:pt x="588" y="382"/>
                  <a:pt x="592" y="388"/>
                  <a:pt x="592" y="398"/>
                </a:cubicBezTo>
                <a:cubicBezTo>
                  <a:pt x="592" y="402"/>
                  <a:pt x="589" y="414"/>
                  <a:pt x="586" y="416"/>
                </a:cubicBezTo>
                <a:cubicBezTo>
                  <a:pt x="581" y="421"/>
                  <a:pt x="589" y="423"/>
                  <a:pt x="588" y="429"/>
                </a:cubicBezTo>
                <a:cubicBezTo>
                  <a:pt x="583" y="445"/>
                  <a:pt x="607" y="443"/>
                  <a:pt x="607" y="456"/>
                </a:cubicBezTo>
                <a:cubicBezTo>
                  <a:pt x="607" y="474"/>
                  <a:pt x="631" y="484"/>
                  <a:pt x="642" y="492"/>
                </a:cubicBezTo>
                <a:cubicBezTo>
                  <a:pt x="640" y="491"/>
                  <a:pt x="682" y="490"/>
                  <a:pt x="683" y="489"/>
                </a:cubicBezTo>
                <a:cubicBezTo>
                  <a:pt x="702" y="481"/>
                  <a:pt x="717" y="471"/>
                  <a:pt x="729" y="493"/>
                </a:cubicBezTo>
                <a:cubicBezTo>
                  <a:pt x="732" y="498"/>
                  <a:pt x="745" y="491"/>
                  <a:pt x="751" y="497"/>
                </a:cubicBezTo>
                <a:cubicBezTo>
                  <a:pt x="757" y="503"/>
                  <a:pt x="753" y="510"/>
                  <a:pt x="753" y="518"/>
                </a:cubicBezTo>
                <a:cubicBezTo>
                  <a:pt x="753" y="522"/>
                  <a:pt x="747" y="526"/>
                  <a:pt x="748" y="531"/>
                </a:cubicBezTo>
                <a:cubicBezTo>
                  <a:pt x="750" y="540"/>
                  <a:pt x="762" y="549"/>
                  <a:pt x="766" y="558"/>
                </a:cubicBezTo>
                <a:cubicBezTo>
                  <a:pt x="771" y="571"/>
                  <a:pt x="779" y="587"/>
                  <a:pt x="778" y="601"/>
                </a:cubicBezTo>
                <a:cubicBezTo>
                  <a:pt x="777" y="620"/>
                  <a:pt x="763" y="634"/>
                  <a:pt x="767" y="654"/>
                </a:cubicBezTo>
                <a:cubicBezTo>
                  <a:pt x="772" y="673"/>
                  <a:pt x="784" y="685"/>
                  <a:pt x="785" y="706"/>
                </a:cubicBezTo>
                <a:cubicBezTo>
                  <a:pt x="786" y="723"/>
                  <a:pt x="800" y="736"/>
                  <a:pt x="805" y="752"/>
                </a:cubicBezTo>
                <a:cubicBezTo>
                  <a:pt x="806" y="755"/>
                  <a:pt x="807" y="765"/>
                  <a:pt x="807" y="769"/>
                </a:cubicBezTo>
                <a:cubicBezTo>
                  <a:pt x="808" y="778"/>
                  <a:pt x="820" y="770"/>
                  <a:pt x="824" y="771"/>
                </a:cubicBezTo>
                <a:cubicBezTo>
                  <a:pt x="842" y="777"/>
                  <a:pt x="866" y="760"/>
                  <a:pt x="877" y="746"/>
                </a:cubicBezTo>
                <a:cubicBezTo>
                  <a:pt x="883" y="738"/>
                  <a:pt x="891" y="731"/>
                  <a:pt x="895" y="721"/>
                </a:cubicBezTo>
                <a:cubicBezTo>
                  <a:pt x="899" y="708"/>
                  <a:pt x="894" y="708"/>
                  <a:pt x="908" y="700"/>
                </a:cubicBezTo>
                <a:cubicBezTo>
                  <a:pt x="918" y="694"/>
                  <a:pt x="910" y="683"/>
                  <a:pt x="911" y="675"/>
                </a:cubicBezTo>
                <a:cubicBezTo>
                  <a:pt x="913" y="664"/>
                  <a:pt x="912" y="664"/>
                  <a:pt x="923" y="655"/>
                </a:cubicBezTo>
                <a:cubicBezTo>
                  <a:pt x="941" y="640"/>
                  <a:pt x="951" y="638"/>
                  <a:pt x="948" y="610"/>
                </a:cubicBezTo>
                <a:cubicBezTo>
                  <a:pt x="945" y="584"/>
                  <a:pt x="933" y="572"/>
                  <a:pt x="946" y="546"/>
                </a:cubicBezTo>
                <a:cubicBezTo>
                  <a:pt x="959" y="521"/>
                  <a:pt x="983" y="505"/>
                  <a:pt x="999" y="483"/>
                </a:cubicBezTo>
                <a:cubicBezTo>
                  <a:pt x="1000" y="487"/>
                  <a:pt x="1000" y="491"/>
                  <a:pt x="1000" y="496"/>
                </a:cubicBezTo>
                <a:close/>
                <a:moveTo>
                  <a:pt x="295" y="39"/>
                </a:moveTo>
                <a:cubicBezTo>
                  <a:pt x="300" y="37"/>
                  <a:pt x="305" y="35"/>
                  <a:pt x="309" y="33"/>
                </a:cubicBezTo>
                <a:cubicBezTo>
                  <a:pt x="311" y="36"/>
                  <a:pt x="318" y="38"/>
                  <a:pt x="322" y="38"/>
                </a:cubicBezTo>
                <a:cubicBezTo>
                  <a:pt x="317" y="46"/>
                  <a:pt x="308" y="51"/>
                  <a:pt x="299" y="55"/>
                </a:cubicBezTo>
                <a:cubicBezTo>
                  <a:pt x="302" y="49"/>
                  <a:pt x="297" y="37"/>
                  <a:pt x="295" y="42"/>
                </a:cubicBezTo>
                <a:cubicBezTo>
                  <a:pt x="295" y="41"/>
                  <a:pt x="295" y="40"/>
                  <a:pt x="295" y="39"/>
                </a:cubicBezTo>
                <a:close/>
                <a:moveTo>
                  <a:pt x="333" y="24"/>
                </a:moveTo>
                <a:lnTo>
                  <a:pt x="333" y="24"/>
                </a:lnTo>
                <a:lnTo>
                  <a:pt x="333" y="24"/>
                </a:lnTo>
                <a:close/>
                <a:moveTo>
                  <a:pt x="794" y="92"/>
                </a:moveTo>
                <a:cubicBezTo>
                  <a:pt x="805" y="99"/>
                  <a:pt x="815" y="108"/>
                  <a:pt x="825" y="116"/>
                </a:cubicBezTo>
                <a:cubicBezTo>
                  <a:pt x="819" y="117"/>
                  <a:pt x="809" y="119"/>
                  <a:pt x="814" y="129"/>
                </a:cubicBezTo>
                <a:cubicBezTo>
                  <a:pt x="817" y="136"/>
                  <a:pt x="766" y="137"/>
                  <a:pt x="762" y="140"/>
                </a:cubicBezTo>
                <a:cubicBezTo>
                  <a:pt x="764" y="136"/>
                  <a:pt x="779" y="129"/>
                  <a:pt x="782" y="132"/>
                </a:cubicBezTo>
                <a:cubicBezTo>
                  <a:pt x="781" y="130"/>
                  <a:pt x="778" y="129"/>
                  <a:pt x="783" y="127"/>
                </a:cubicBezTo>
                <a:cubicBezTo>
                  <a:pt x="788" y="125"/>
                  <a:pt x="788" y="127"/>
                  <a:pt x="791" y="121"/>
                </a:cubicBezTo>
                <a:cubicBezTo>
                  <a:pt x="793" y="115"/>
                  <a:pt x="788" y="113"/>
                  <a:pt x="797" y="108"/>
                </a:cubicBezTo>
                <a:cubicBezTo>
                  <a:pt x="809" y="100"/>
                  <a:pt x="793" y="103"/>
                  <a:pt x="793" y="96"/>
                </a:cubicBezTo>
                <a:cubicBezTo>
                  <a:pt x="793" y="95"/>
                  <a:pt x="793" y="93"/>
                  <a:pt x="794" y="92"/>
                </a:cubicBezTo>
                <a:close/>
                <a:moveTo>
                  <a:pt x="899" y="195"/>
                </a:moveTo>
                <a:lnTo>
                  <a:pt x="903" y="200"/>
                </a:lnTo>
                <a:cubicBezTo>
                  <a:pt x="899" y="199"/>
                  <a:pt x="898" y="197"/>
                  <a:pt x="899" y="195"/>
                </a:cubicBezTo>
                <a:close/>
                <a:moveTo>
                  <a:pt x="904" y="202"/>
                </a:moveTo>
                <a:cubicBezTo>
                  <a:pt x="911" y="211"/>
                  <a:pt x="918" y="221"/>
                  <a:pt x="924" y="231"/>
                </a:cubicBezTo>
                <a:cubicBezTo>
                  <a:pt x="916" y="230"/>
                  <a:pt x="907" y="224"/>
                  <a:pt x="898" y="223"/>
                </a:cubicBezTo>
                <a:cubicBezTo>
                  <a:pt x="881" y="223"/>
                  <a:pt x="871" y="238"/>
                  <a:pt x="857" y="222"/>
                </a:cubicBezTo>
                <a:cubicBezTo>
                  <a:pt x="857" y="221"/>
                  <a:pt x="862" y="206"/>
                  <a:pt x="865" y="204"/>
                </a:cubicBezTo>
                <a:cubicBezTo>
                  <a:pt x="868" y="204"/>
                  <a:pt x="869" y="199"/>
                  <a:pt x="871" y="196"/>
                </a:cubicBezTo>
                <a:cubicBezTo>
                  <a:pt x="879" y="189"/>
                  <a:pt x="878" y="198"/>
                  <a:pt x="887" y="196"/>
                </a:cubicBezTo>
                <a:cubicBezTo>
                  <a:pt x="885" y="197"/>
                  <a:pt x="884" y="198"/>
                  <a:pt x="883" y="200"/>
                </a:cubicBezTo>
                <a:cubicBezTo>
                  <a:pt x="889" y="208"/>
                  <a:pt x="896" y="207"/>
                  <a:pt x="904" y="202"/>
                </a:cubicBezTo>
                <a:close/>
                <a:moveTo>
                  <a:pt x="995" y="426"/>
                </a:moveTo>
                <a:cubicBezTo>
                  <a:pt x="995" y="431"/>
                  <a:pt x="996" y="437"/>
                  <a:pt x="997" y="443"/>
                </a:cubicBezTo>
                <a:cubicBezTo>
                  <a:pt x="990" y="444"/>
                  <a:pt x="982" y="446"/>
                  <a:pt x="976" y="448"/>
                </a:cubicBezTo>
                <a:cubicBezTo>
                  <a:pt x="969" y="451"/>
                  <a:pt x="952" y="421"/>
                  <a:pt x="945" y="414"/>
                </a:cubicBezTo>
                <a:cubicBezTo>
                  <a:pt x="939" y="408"/>
                  <a:pt x="932" y="403"/>
                  <a:pt x="932" y="393"/>
                </a:cubicBezTo>
                <a:cubicBezTo>
                  <a:pt x="932" y="393"/>
                  <a:pt x="924" y="373"/>
                  <a:pt x="923" y="372"/>
                </a:cubicBezTo>
                <a:cubicBezTo>
                  <a:pt x="920" y="366"/>
                  <a:pt x="903" y="326"/>
                  <a:pt x="900" y="325"/>
                </a:cubicBezTo>
                <a:cubicBezTo>
                  <a:pt x="912" y="327"/>
                  <a:pt x="930" y="347"/>
                  <a:pt x="932" y="362"/>
                </a:cubicBezTo>
                <a:cubicBezTo>
                  <a:pt x="935" y="381"/>
                  <a:pt x="955" y="390"/>
                  <a:pt x="959" y="408"/>
                </a:cubicBezTo>
                <a:cubicBezTo>
                  <a:pt x="957" y="406"/>
                  <a:pt x="955" y="404"/>
                  <a:pt x="953" y="402"/>
                </a:cubicBezTo>
                <a:cubicBezTo>
                  <a:pt x="953" y="406"/>
                  <a:pt x="962" y="431"/>
                  <a:pt x="968" y="434"/>
                </a:cubicBezTo>
                <a:cubicBezTo>
                  <a:pt x="971" y="435"/>
                  <a:pt x="986" y="429"/>
                  <a:pt x="995" y="426"/>
                </a:cubicBezTo>
                <a:close/>
                <a:moveTo>
                  <a:pt x="234" y="378"/>
                </a:moveTo>
                <a:cubicBezTo>
                  <a:pt x="234" y="379"/>
                  <a:pt x="233" y="378"/>
                  <a:pt x="234" y="378"/>
                </a:cubicBezTo>
                <a:close/>
                <a:moveTo>
                  <a:pt x="202" y="369"/>
                </a:moveTo>
                <a:cubicBezTo>
                  <a:pt x="208" y="373"/>
                  <a:pt x="205" y="383"/>
                  <a:pt x="211" y="383"/>
                </a:cubicBezTo>
                <a:cubicBezTo>
                  <a:pt x="214" y="383"/>
                  <a:pt x="235" y="383"/>
                  <a:pt x="234" y="378"/>
                </a:cubicBezTo>
                <a:cubicBezTo>
                  <a:pt x="229" y="364"/>
                  <a:pt x="163" y="350"/>
                  <a:pt x="171" y="372"/>
                </a:cubicBezTo>
                <a:cubicBezTo>
                  <a:pt x="167" y="359"/>
                  <a:pt x="199" y="367"/>
                  <a:pt x="202" y="369"/>
                </a:cubicBezTo>
                <a:close/>
                <a:moveTo>
                  <a:pt x="589" y="65"/>
                </a:moveTo>
                <a:cubicBezTo>
                  <a:pt x="594" y="65"/>
                  <a:pt x="596" y="67"/>
                  <a:pt x="600" y="67"/>
                </a:cubicBezTo>
                <a:cubicBezTo>
                  <a:pt x="602" y="77"/>
                  <a:pt x="612" y="81"/>
                  <a:pt x="622" y="76"/>
                </a:cubicBezTo>
                <a:cubicBezTo>
                  <a:pt x="632" y="75"/>
                  <a:pt x="648" y="59"/>
                  <a:pt x="632" y="61"/>
                </a:cubicBezTo>
                <a:cubicBezTo>
                  <a:pt x="621" y="62"/>
                  <a:pt x="597" y="57"/>
                  <a:pt x="589" y="65"/>
                </a:cubicBezTo>
                <a:close/>
                <a:moveTo>
                  <a:pt x="267" y="389"/>
                </a:moveTo>
                <a:cubicBezTo>
                  <a:pt x="262" y="380"/>
                  <a:pt x="241" y="385"/>
                  <a:pt x="240" y="382"/>
                </a:cubicBezTo>
                <a:cubicBezTo>
                  <a:pt x="246" y="397"/>
                  <a:pt x="228" y="387"/>
                  <a:pt x="228" y="395"/>
                </a:cubicBezTo>
                <a:cubicBezTo>
                  <a:pt x="230" y="396"/>
                  <a:pt x="231" y="397"/>
                  <a:pt x="233" y="396"/>
                </a:cubicBezTo>
                <a:cubicBezTo>
                  <a:pt x="239" y="399"/>
                  <a:pt x="269" y="393"/>
                  <a:pt x="267" y="389"/>
                </a:cubicBezTo>
                <a:close/>
                <a:moveTo>
                  <a:pt x="677" y="131"/>
                </a:moveTo>
                <a:cubicBezTo>
                  <a:pt x="676" y="129"/>
                  <a:pt x="692" y="150"/>
                  <a:pt x="679" y="149"/>
                </a:cubicBezTo>
                <a:cubicBezTo>
                  <a:pt x="680" y="150"/>
                  <a:pt x="680" y="150"/>
                  <a:pt x="680" y="151"/>
                </a:cubicBezTo>
                <a:cubicBezTo>
                  <a:pt x="680" y="149"/>
                  <a:pt x="673" y="157"/>
                  <a:pt x="673" y="157"/>
                </a:cubicBezTo>
                <a:cubicBezTo>
                  <a:pt x="677" y="157"/>
                  <a:pt x="680" y="159"/>
                  <a:pt x="682" y="159"/>
                </a:cubicBezTo>
                <a:cubicBezTo>
                  <a:pt x="677" y="161"/>
                  <a:pt x="675" y="164"/>
                  <a:pt x="670" y="167"/>
                </a:cubicBezTo>
                <a:cubicBezTo>
                  <a:pt x="676" y="167"/>
                  <a:pt x="711" y="162"/>
                  <a:pt x="707" y="157"/>
                </a:cubicBezTo>
                <a:cubicBezTo>
                  <a:pt x="706" y="156"/>
                  <a:pt x="717" y="150"/>
                  <a:pt x="707" y="148"/>
                </a:cubicBezTo>
                <a:cubicBezTo>
                  <a:pt x="702" y="147"/>
                  <a:pt x="702" y="142"/>
                  <a:pt x="697" y="136"/>
                </a:cubicBezTo>
                <a:cubicBezTo>
                  <a:pt x="694" y="131"/>
                  <a:pt x="692" y="125"/>
                  <a:pt x="691" y="123"/>
                </a:cubicBezTo>
                <a:cubicBezTo>
                  <a:pt x="692" y="126"/>
                  <a:pt x="689" y="112"/>
                  <a:pt x="686" y="112"/>
                </a:cubicBezTo>
                <a:cubicBezTo>
                  <a:pt x="688" y="110"/>
                  <a:pt x="691" y="105"/>
                  <a:pt x="691" y="105"/>
                </a:cubicBezTo>
                <a:cubicBezTo>
                  <a:pt x="684" y="109"/>
                  <a:pt x="664" y="115"/>
                  <a:pt x="673" y="125"/>
                </a:cubicBezTo>
                <a:cubicBezTo>
                  <a:pt x="673" y="125"/>
                  <a:pt x="668" y="128"/>
                  <a:pt x="670" y="129"/>
                </a:cubicBezTo>
                <a:cubicBezTo>
                  <a:pt x="673" y="130"/>
                  <a:pt x="673" y="133"/>
                  <a:pt x="677" y="131"/>
                </a:cubicBezTo>
                <a:close/>
                <a:moveTo>
                  <a:pt x="661" y="154"/>
                </a:moveTo>
                <a:cubicBezTo>
                  <a:pt x="665" y="151"/>
                  <a:pt x="680" y="135"/>
                  <a:pt x="669" y="132"/>
                </a:cubicBezTo>
                <a:cubicBezTo>
                  <a:pt x="653" y="129"/>
                  <a:pt x="648" y="143"/>
                  <a:pt x="649" y="150"/>
                </a:cubicBezTo>
                <a:cubicBezTo>
                  <a:pt x="640" y="160"/>
                  <a:pt x="654" y="157"/>
                  <a:pt x="661" y="154"/>
                </a:cubicBezTo>
                <a:close/>
                <a:moveTo>
                  <a:pt x="690" y="172"/>
                </a:moveTo>
                <a:cubicBezTo>
                  <a:pt x="690" y="170"/>
                  <a:pt x="689" y="169"/>
                  <a:pt x="689" y="169"/>
                </a:cubicBezTo>
                <a:cubicBezTo>
                  <a:pt x="689" y="170"/>
                  <a:pt x="689" y="172"/>
                  <a:pt x="690" y="172"/>
                </a:cubicBezTo>
                <a:close/>
                <a:moveTo>
                  <a:pt x="964" y="672"/>
                </a:moveTo>
                <a:cubicBezTo>
                  <a:pt x="968" y="661"/>
                  <a:pt x="972" y="650"/>
                  <a:pt x="976" y="639"/>
                </a:cubicBezTo>
                <a:cubicBezTo>
                  <a:pt x="972" y="644"/>
                  <a:pt x="969" y="649"/>
                  <a:pt x="967" y="655"/>
                </a:cubicBezTo>
                <a:cubicBezTo>
                  <a:pt x="966" y="660"/>
                  <a:pt x="965" y="666"/>
                  <a:pt x="964" y="672"/>
                </a:cubicBezTo>
                <a:close/>
                <a:moveTo>
                  <a:pt x="893" y="301"/>
                </a:moveTo>
                <a:cubicBezTo>
                  <a:pt x="884" y="294"/>
                  <a:pt x="868" y="304"/>
                  <a:pt x="858" y="300"/>
                </a:cubicBezTo>
                <a:cubicBezTo>
                  <a:pt x="852" y="297"/>
                  <a:pt x="811" y="277"/>
                  <a:pt x="813" y="299"/>
                </a:cubicBezTo>
                <a:cubicBezTo>
                  <a:pt x="815" y="320"/>
                  <a:pt x="786" y="293"/>
                  <a:pt x="777" y="290"/>
                </a:cubicBezTo>
                <a:cubicBezTo>
                  <a:pt x="769" y="287"/>
                  <a:pt x="753" y="287"/>
                  <a:pt x="759" y="275"/>
                </a:cubicBezTo>
                <a:cubicBezTo>
                  <a:pt x="761" y="272"/>
                  <a:pt x="756" y="259"/>
                  <a:pt x="760" y="259"/>
                </a:cubicBezTo>
                <a:cubicBezTo>
                  <a:pt x="734" y="259"/>
                  <a:pt x="709" y="259"/>
                  <a:pt x="685" y="274"/>
                </a:cubicBezTo>
                <a:cubicBezTo>
                  <a:pt x="681" y="277"/>
                  <a:pt x="656" y="273"/>
                  <a:pt x="669" y="264"/>
                </a:cubicBezTo>
                <a:cubicBezTo>
                  <a:pt x="672" y="262"/>
                  <a:pt x="700" y="255"/>
                  <a:pt x="698" y="248"/>
                </a:cubicBezTo>
                <a:cubicBezTo>
                  <a:pt x="692" y="231"/>
                  <a:pt x="718" y="231"/>
                  <a:pt x="717" y="219"/>
                </a:cubicBezTo>
                <a:cubicBezTo>
                  <a:pt x="717" y="220"/>
                  <a:pt x="746" y="207"/>
                  <a:pt x="751" y="207"/>
                </a:cubicBezTo>
                <a:cubicBezTo>
                  <a:pt x="756" y="207"/>
                  <a:pt x="774" y="232"/>
                  <a:pt x="783" y="235"/>
                </a:cubicBezTo>
                <a:cubicBezTo>
                  <a:pt x="802" y="241"/>
                  <a:pt x="780" y="254"/>
                  <a:pt x="769" y="252"/>
                </a:cubicBezTo>
                <a:cubicBezTo>
                  <a:pt x="770" y="253"/>
                  <a:pt x="786" y="261"/>
                  <a:pt x="786" y="262"/>
                </a:cubicBezTo>
                <a:cubicBezTo>
                  <a:pt x="786" y="254"/>
                  <a:pt x="792" y="251"/>
                  <a:pt x="796" y="246"/>
                </a:cubicBezTo>
                <a:cubicBezTo>
                  <a:pt x="798" y="242"/>
                  <a:pt x="792" y="238"/>
                  <a:pt x="797" y="235"/>
                </a:cubicBezTo>
                <a:cubicBezTo>
                  <a:pt x="799" y="234"/>
                  <a:pt x="806" y="238"/>
                  <a:pt x="805" y="240"/>
                </a:cubicBezTo>
                <a:cubicBezTo>
                  <a:pt x="809" y="231"/>
                  <a:pt x="767" y="218"/>
                  <a:pt x="774" y="196"/>
                </a:cubicBezTo>
                <a:cubicBezTo>
                  <a:pt x="771" y="204"/>
                  <a:pt x="793" y="217"/>
                  <a:pt x="798" y="220"/>
                </a:cubicBezTo>
                <a:cubicBezTo>
                  <a:pt x="809" y="227"/>
                  <a:pt x="806" y="229"/>
                  <a:pt x="810" y="237"/>
                </a:cubicBezTo>
                <a:cubicBezTo>
                  <a:pt x="813" y="242"/>
                  <a:pt x="826" y="261"/>
                  <a:pt x="830" y="261"/>
                </a:cubicBezTo>
                <a:cubicBezTo>
                  <a:pt x="847" y="263"/>
                  <a:pt x="832" y="242"/>
                  <a:pt x="832" y="237"/>
                </a:cubicBezTo>
                <a:cubicBezTo>
                  <a:pt x="832" y="239"/>
                  <a:pt x="848" y="229"/>
                  <a:pt x="851" y="242"/>
                </a:cubicBezTo>
                <a:cubicBezTo>
                  <a:pt x="852" y="246"/>
                  <a:pt x="854" y="253"/>
                  <a:pt x="857" y="256"/>
                </a:cubicBezTo>
                <a:cubicBezTo>
                  <a:pt x="857" y="256"/>
                  <a:pt x="868" y="265"/>
                  <a:pt x="868" y="263"/>
                </a:cubicBezTo>
                <a:cubicBezTo>
                  <a:pt x="868" y="272"/>
                  <a:pt x="919" y="253"/>
                  <a:pt x="911" y="273"/>
                </a:cubicBezTo>
                <a:cubicBezTo>
                  <a:pt x="910" y="275"/>
                  <a:pt x="911" y="274"/>
                  <a:pt x="911" y="273"/>
                </a:cubicBezTo>
                <a:cubicBezTo>
                  <a:pt x="910" y="276"/>
                  <a:pt x="902" y="307"/>
                  <a:pt x="893" y="30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9" name="Freeform 15"/>
          <p:cNvSpPr>
            <a:spLocks noChangeAspect="1" noEditPoints="1"/>
          </p:cNvSpPr>
          <p:nvPr/>
        </p:nvSpPr>
        <p:spPr bwMode="auto">
          <a:xfrm>
            <a:off x="5790271" y="3593219"/>
            <a:ext cx="621068" cy="580268"/>
          </a:xfrm>
          <a:custGeom>
            <a:avLst/>
            <a:gdLst>
              <a:gd name="T0" fmla="*/ 694 w 1198"/>
              <a:gd name="T1" fmla="*/ 876 h 1121"/>
              <a:gd name="T2" fmla="*/ 474 w 1198"/>
              <a:gd name="T3" fmla="*/ 825 h 1121"/>
              <a:gd name="T4" fmla="*/ 796 w 1198"/>
              <a:gd name="T5" fmla="*/ 423 h 1121"/>
              <a:gd name="T6" fmla="*/ 387 w 1198"/>
              <a:gd name="T7" fmla="*/ 588 h 1121"/>
              <a:gd name="T8" fmla="*/ 779 w 1198"/>
              <a:gd name="T9" fmla="*/ 478 h 1121"/>
              <a:gd name="T10" fmla="*/ 711 w 1198"/>
              <a:gd name="T11" fmla="*/ 819 h 1121"/>
              <a:gd name="T12" fmla="*/ 1198 w 1198"/>
              <a:gd name="T13" fmla="*/ 216 h 1121"/>
              <a:gd name="T14" fmla="*/ 1003 w 1198"/>
              <a:gd name="T15" fmla="*/ 220 h 1121"/>
              <a:gd name="T16" fmla="*/ 588 w 1198"/>
              <a:gd name="T17" fmla="*/ 258 h 1121"/>
              <a:gd name="T18" fmla="*/ 427 w 1198"/>
              <a:gd name="T19" fmla="*/ 872 h 1121"/>
              <a:gd name="T20" fmla="*/ 592 w 1198"/>
              <a:gd name="T21" fmla="*/ 1121 h 1121"/>
              <a:gd name="T22" fmla="*/ 760 w 1198"/>
              <a:gd name="T23" fmla="*/ 867 h 1121"/>
              <a:gd name="T24" fmla="*/ 1016 w 1198"/>
              <a:gd name="T25" fmla="*/ 300 h 1121"/>
              <a:gd name="T26" fmla="*/ 599 w 1198"/>
              <a:gd name="T27" fmla="*/ 455 h 1121"/>
              <a:gd name="T28" fmla="*/ 730 w 1198"/>
              <a:gd name="T29" fmla="*/ 588 h 1121"/>
              <a:gd name="T30" fmla="*/ 768 w 1198"/>
              <a:gd name="T31" fmla="*/ 588 h 1121"/>
              <a:gd name="T32" fmla="*/ 599 w 1198"/>
              <a:gd name="T33" fmla="*/ 419 h 1121"/>
              <a:gd name="T34" fmla="*/ 633 w 1198"/>
              <a:gd name="T35" fmla="*/ 539 h 1121"/>
              <a:gd name="T36" fmla="*/ 599 w 1198"/>
              <a:gd name="T37" fmla="*/ 645 h 1121"/>
              <a:gd name="T38" fmla="*/ 685 w 1198"/>
              <a:gd name="T39" fmla="*/ 550 h 1121"/>
              <a:gd name="T40" fmla="*/ 504 w 1198"/>
              <a:gd name="T41" fmla="*/ 588 h 1121"/>
              <a:gd name="T42" fmla="*/ 601 w 1198"/>
              <a:gd name="T43" fmla="*/ 565 h 1121"/>
              <a:gd name="T44" fmla="*/ 599 w 1198"/>
              <a:gd name="T45" fmla="*/ 609 h 1121"/>
              <a:gd name="T46" fmla="*/ 601 w 1198"/>
              <a:gd name="T47" fmla="*/ 565 h 1121"/>
              <a:gd name="T48" fmla="*/ 563 w 1198"/>
              <a:gd name="T49" fmla="*/ 31 h 1121"/>
              <a:gd name="T50" fmla="*/ 622 w 1198"/>
              <a:gd name="T51" fmla="*/ 173 h 1121"/>
              <a:gd name="T52" fmla="*/ 857 w 1198"/>
              <a:gd name="T53" fmla="*/ 288 h 1121"/>
              <a:gd name="T54" fmla="*/ 912 w 1198"/>
              <a:gd name="T55" fmla="*/ 122 h 1121"/>
              <a:gd name="T56" fmla="*/ 880 w 1198"/>
              <a:gd name="T57" fmla="*/ 275 h 1121"/>
              <a:gd name="T58" fmla="*/ 292 w 1198"/>
              <a:gd name="T59" fmla="*/ 273 h 1121"/>
              <a:gd name="T60" fmla="*/ 262 w 1198"/>
              <a:gd name="T61" fmla="*/ 122 h 1121"/>
              <a:gd name="T62" fmla="*/ 317 w 1198"/>
              <a:gd name="T63" fmla="*/ 285 h 1121"/>
              <a:gd name="T64" fmla="*/ 27 w 1198"/>
              <a:gd name="T65" fmla="*/ 508 h 1121"/>
              <a:gd name="T66" fmla="*/ 180 w 1198"/>
              <a:gd name="T67" fmla="*/ 478 h 1121"/>
              <a:gd name="T68" fmla="*/ 112 w 1198"/>
              <a:gd name="T69" fmla="*/ 880 h 1121"/>
              <a:gd name="T70" fmla="*/ 218 w 1198"/>
              <a:gd name="T71" fmla="*/ 749 h 1121"/>
              <a:gd name="T72" fmla="*/ 129 w 1198"/>
              <a:gd name="T73" fmla="*/ 876 h 1121"/>
              <a:gd name="T74" fmla="*/ 1043 w 1198"/>
              <a:gd name="T75" fmla="*/ 876 h 1121"/>
              <a:gd name="T76" fmla="*/ 954 w 1198"/>
              <a:gd name="T77" fmla="*/ 751 h 1121"/>
              <a:gd name="T78" fmla="*/ 1060 w 1198"/>
              <a:gd name="T79" fmla="*/ 880 h 1121"/>
              <a:gd name="T80" fmla="*/ 992 w 1198"/>
              <a:gd name="T81" fmla="*/ 480 h 1121"/>
              <a:gd name="T82" fmla="*/ 1168 w 1198"/>
              <a:gd name="T83" fmla="*/ 480 h 1121"/>
              <a:gd name="T84" fmla="*/ 1005 w 1198"/>
              <a:gd name="T85" fmla="*/ 537 h 1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98" h="1121">
                <a:moveTo>
                  <a:pt x="711" y="819"/>
                </a:moveTo>
                <a:cubicBezTo>
                  <a:pt x="700" y="825"/>
                  <a:pt x="694" y="838"/>
                  <a:pt x="694" y="848"/>
                </a:cubicBezTo>
                <a:lnTo>
                  <a:pt x="694" y="876"/>
                </a:lnTo>
                <a:lnTo>
                  <a:pt x="493" y="876"/>
                </a:lnTo>
                <a:lnTo>
                  <a:pt x="493" y="853"/>
                </a:lnTo>
                <a:cubicBezTo>
                  <a:pt x="493" y="842"/>
                  <a:pt x="487" y="829"/>
                  <a:pt x="474" y="825"/>
                </a:cubicBezTo>
                <a:cubicBezTo>
                  <a:pt x="385" y="781"/>
                  <a:pt x="326" y="687"/>
                  <a:pt x="326" y="586"/>
                </a:cubicBezTo>
                <a:cubicBezTo>
                  <a:pt x="326" y="440"/>
                  <a:pt x="444" y="321"/>
                  <a:pt x="588" y="321"/>
                </a:cubicBezTo>
                <a:cubicBezTo>
                  <a:pt x="673" y="321"/>
                  <a:pt x="747" y="362"/>
                  <a:pt x="796" y="423"/>
                </a:cubicBezTo>
                <a:lnTo>
                  <a:pt x="757" y="450"/>
                </a:lnTo>
                <a:cubicBezTo>
                  <a:pt x="719" y="406"/>
                  <a:pt x="662" y="376"/>
                  <a:pt x="599" y="376"/>
                </a:cubicBezTo>
                <a:cubicBezTo>
                  <a:pt x="482" y="376"/>
                  <a:pt x="387" y="472"/>
                  <a:pt x="387" y="588"/>
                </a:cubicBezTo>
                <a:cubicBezTo>
                  <a:pt x="387" y="704"/>
                  <a:pt x="482" y="797"/>
                  <a:pt x="599" y="797"/>
                </a:cubicBezTo>
                <a:cubicBezTo>
                  <a:pt x="715" y="797"/>
                  <a:pt x="810" y="704"/>
                  <a:pt x="810" y="588"/>
                </a:cubicBezTo>
                <a:cubicBezTo>
                  <a:pt x="810" y="548"/>
                  <a:pt x="798" y="510"/>
                  <a:pt x="779" y="478"/>
                </a:cubicBezTo>
                <a:lnTo>
                  <a:pt x="817" y="450"/>
                </a:lnTo>
                <a:cubicBezTo>
                  <a:pt x="840" y="491"/>
                  <a:pt x="853" y="537"/>
                  <a:pt x="853" y="586"/>
                </a:cubicBezTo>
                <a:cubicBezTo>
                  <a:pt x="853" y="685"/>
                  <a:pt x="800" y="774"/>
                  <a:pt x="711" y="819"/>
                </a:cubicBezTo>
                <a:close/>
                <a:moveTo>
                  <a:pt x="1016" y="300"/>
                </a:moveTo>
                <a:lnTo>
                  <a:pt x="1071" y="309"/>
                </a:lnTo>
                <a:lnTo>
                  <a:pt x="1198" y="216"/>
                </a:lnTo>
                <a:lnTo>
                  <a:pt x="1121" y="205"/>
                </a:lnTo>
                <a:lnTo>
                  <a:pt x="1132" y="127"/>
                </a:lnTo>
                <a:lnTo>
                  <a:pt x="1003" y="220"/>
                </a:lnTo>
                <a:lnTo>
                  <a:pt x="997" y="279"/>
                </a:lnTo>
                <a:lnTo>
                  <a:pt x="848" y="385"/>
                </a:lnTo>
                <a:cubicBezTo>
                  <a:pt x="789" y="307"/>
                  <a:pt x="694" y="258"/>
                  <a:pt x="588" y="258"/>
                </a:cubicBezTo>
                <a:cubicBezTo>
                  <a:pt x="408" y="258"/>
                  <a:pt x="260" y="404"/>
                  <a:pt x="260" y="586"/>
                </a:cubicBezTo>
                <a:cubicBezTo>
                  <a:pt x="260" y="649"/>
                  <a:pt x="279" y="711"/>
                  <a:pt x="311" y="764"/>
                </a:cubicBezTo>
                <a:cubicBezTo>
                  <a:pt x="341" y="808"/>
                  <a:pt x="381" y="846"/>
                  <a:pt x="427" y="872"/>
                </a:cubicBezTo>
                <a:lnTo>
                  <a:pt x="427" y="982"/>
                </a:lnTo>
                <a:cubicBezTo>
                  <a:pt x="427" y="1011"/>
                  <a:pt x="444" y="1037"/>
                  <a:pt x="468" y="1049"/>
                </a:cubicBezTo>
                <a:cubicBezTo>
                  <a:pt x="476" y="1092"/>
                  <a:pt x="529" y="1121"/>
                  <a:pt x="592" y="1121"/>
                </a:cubicBezTo>
                <a:cubicBezTo>
                  <a:pt x="658" y="1121"/>
                  <a:pt x="709" y="1092"/>
                  <a:pt x="719" y="1051"/>
                </a:cubicBezTo>
                <a:cubicBezTo>
                  <a:pt x="743" y="1037"/>
                  <a:pt x="760" y="1011"/>
                  <a:pt x="760" y="982"/>
                </a:cubicBezTo>
                <a:lnTo>
                  <a:pt x="760" y="867"/>
                </a:lnTo>
                <a:cubicBezTo>
                  <a:pt x="859" y="808"/>
                  <a:pt x="918" y="702"/>
                  <a:pt x="918" y="586"/>
                </a:cubicBezTo>
                <a:cubicBezTo>
                  <a:pt x="918" y="522"/>
                  <a:pt x="899" y="463"/>
                  <a:pt x="867" y="412"/>
                </a:cubicBezTo>
                <a:lnTo>
                  <a:pt x="1016" y="300"/>
                </a:lnTo>
                <a:close/>
                <a:moveTo>
                  <a:pt x="724" y="474"/>
                </a:moveTo>
                <a:lnTo>
                  <a:pt x="694" y="495"/>
                </a:lnTo>
                <a:cubicBezTo>
                  <a:pt x="671" y="469"/>
                  <a:pt x="637" y="455"/>
                  <a:pt x="599" y="455"/>
                </a:cubicBezTo>
                <a:cubicBezTo>
                  <a:pt x="525" y="455"/>
                  <a:pt x="465" y="514"/>
                  <a:pt x="465" y="588"/>
                </a:cubicBezTo>
                <a:cubicBezTo>
                  <a:pt x="465" y="660"/>
                  <a:pt x="525" y="719"/>
                  <a:pt x="599" y="719"/>
                </a:cubicBezTo>
                <a:cubicBezTo>
                  <a:pt x="673" y="719"/>
                  <a:pt x="730" y="660"/>
                  <a:pt x="730" y="588"/>
                </a:cubicBezTo>
                <a:cubicBezTo>
                  <a:pt x="730" y="565"/>
                  <a:pt x="726" y="544"/>
                  <a:pt x="717" y="527"/>
                </a:cubicBezTo>
                <a:lnTo>
                  <a:pt x="745" y="503"/>
                </a:lnTo>
                <a:cubicBezTo>
                  <a:pt x="760" y="529"/>
                  <a:pt x="768" y="556"/>
                  <a:pt x="768" y="588"/>
                </a:cubicBezTo>
                <a:cubicBezTo>
                  <a:pt x="768" y="681"/>
                  <a:pt x="692" y="755"/>
                  <a:pt x="599" y="755"/>
                </a:cubicBezTo>
                <a:cubicBezTo>
                  <a:pt x="506" y="755"/>
                  <a:pt x="429" y="681"/>
                  <a:pt x="429" y="588"/>
                </a:cubicBezTo>
                <a:cubicBezTo>
                  <a:pt x="429" y="495"/>
                  <a:pt x="506" y="419"/>
                  <a:pt x="599" y="419"/>
                </a:cubicBezTo>
                <a:cubicBezTo>
                  <a:pt x="647" y="419"/>
                  <a:pt x="692" y="440"/>
                  <a:pt x="724" y="474"/>
                </a:cubicBezTo>
                <a:close/>
                <a:moveTo>
                  <a:pt x="662" y="518"/>
                </a:moveTo>
                <a:lnTo>
                  <a:pt x="633" y="539"/>
                </a:lnTo>
                <a:cubicBezTo>
                  <a:pt x="622" y="533"/>
                  <a:pt x="611" y="529"/>
                  <a:pt x="599" y="529"/>
                </a:cubicBezTo>
                <a:cubicBezTo>
                  <a:pt x="567" y="529"/>
                  <a:pt x="539" y="556"/>
                  <a:pt x="539" y="588"/>
                </a:cubicBezTo>
                <a:cubicBezTo>
                  <a:pt x="539" y="620"/>
                  <a:pt x="567" y="645"/>
                  <a:pt x="599" y="645"/>
                </a:cubicBezTo>
                <a:cubicBezTo>
                  <a:pt x="630" y="645"/>
                  <a:pt x="658" y="620"/>
                  <a:pt x="658" y="588"/>
                </a:cubicBezTo>
                <a:cubicBezTo>
                  <a:pt x="658" y="582"/>
                  <a:pt x="656" y="577"/>
                  <a:pt x="654" y="573"/>
                </a:cubicBezTo>
                <a:lnTo>
                  <a:pt x="685" y="550"/>
                </a:lnTo>
                <a:cubicBezTo>
                  <a:pt x="690" y="560"/>
                  <a:pt x="692" y="575"/>
                  <a:pt x="692" y="588"/>
                </a:cubicBezTo>
                <a:cubicBezTo>
                  <a:pt x="692" y="639"/>
                  <a:pt x="650" y="681"/>
                  <a:pt x="599" y="681"/>
                </a:cubicBezTo>
                <a:cubicBezTo>
                  <a:pt x="546" y="681"/>
                  <a:pt x="504" y="639"/>
                  <a:pt x="504" y="588"/>
                </a:cubicBezTo>
                <a:cubicBezTo>
                  <a:pt x="504" y="535"/>
                  <a:pt x="546" y="495"/>
                  <a:pt x="599" y="495"/>
                </a:cubicBezTo>
                <a:cubicBezTo>
                  <a:pt x="624" y="495"/>
                  <a:pt x="645" y="503"/>
                  <a:pt x="662" y="518"/>
                </a:cubicBezTo>
                <a:close/>
                <a:moveTo>
                  <a:pt x="601" y="565"/>
                </a:moveTo>
                <a:lnTo>
                  <a:pt x="597" y="590"/>
                </a:lnTo>
                <a:lnTo>
                  <a:pt x="620" y="592"/>
                </a:lnTo>
                <a:cubicBezTo>
                  <a:pt x="618" y="603"/>
                  <a:pt x="609" y="609"/>
                  <a:pt x="599" y="609"/>
                </a:cubicBezTo>
                <a:cubicBezTo>
                  <a:pt x="586" y="609"/>
                  <a:pt x="575" y="601"/>
                  <a:pt x="575" y="588"/>
                </a:cubicBezTo>
                <a:cubicBezTo>
                  <a:pt x="575" y="575"/>
                  <a:pt x="586" y="565"/>
                  <a:pt x="599" y="565"/>
                </a:cubicBezTo>
                <a:cubicBezTo>
                  <a:pt x="599" y="565"/>
                  <a:pt x="601" y="565"/>
                  <a:pt x="601" y="565"/>
                </a:cubicBezTo>
                <a:close/>
                <a:moveTo>
                  <a:pt x="592" y="203"/>
                </a:moveTo>
                <a:cubicBezTo>
                  <a:pt x="578" y="203"/>
                  <a:pt x="565" y="190"/>
                  <a:pt x="565" y="173"/>
                </a:cubicBezTo>
                <a:lnTo>
                  <a:pt x="563" y="31"/>
                </a:lnTo>
                <a:cubicBezTo>
                  <a:pt x="563" y="15"/>
                  <a:pt x="575" y="2"/>
                  <a:pt x="592" y="2"/>
                </a:cubicBezTo>
                <a:cubicBezTo>
                  <a:pt x="607" y="0"/>
                  <a:pt x="620" y="15"/>
                  <a:pt x="620" y="29"/>
                </a:cubicBezTo>
                <a:lnTo>
                  <a:pt x="622" y="173"/>
                </a:lnTo>
                <a:cubicBezTo>
                  <a:pt x="622" y="188"/>
                  <a:pt x="609" y="203"/>
                  <a:pt x="592" y="203"/>
                </a:cubicBezTo>
                <a:cubicBezTo>
                  <a:pt x="592" y="203"/>
                  <a:pt x="592" y="203"/>
                  <a:pt x="592" y="203"/>
                </a:cubicBezTo>
                <a:close/>
                <a:moveTo>
                  <a:pt x="857" y="288"/>
                </a:moveTo>
                <a:cubicBezTo>
                  <a:pt x="851" y="288"/>
                  <a:pt x="844" y="285"/>
                  <a:pt x="840" y="281"/>
                </a:cubicBezTo>
                <a:cubicBezTo>
                  <a:pt x="827" y="273"/>
                  <a:pt x="823" y="256"/>
                  <a:pt x="831" y="241"/>
                </a:cubicBezTo>
                <a:lnTo>
                  <a:pt x="912" y="122"/>
                </a:lnTo>
                <a:cubicBezTo>
                  <a:pt x="920" y="110"/>
                  <a:pt x="937" y="106"/>
                  <a:pt x="950" y="114"/>
                </a:cubicBezTo>
                <a:cubicBezTo>
                  <a:pt x="965" y="122"/>
                  <a:pt x="969" y="142"/>
                  <a:pt x="961" y="154"/>
                </a:cubicBezTo>
                <a:lnTo>
                  <a:pt x="880" y="275"/>
                </a:lnTo>
                <a:cubicBezTo>
                  <a:pt x="874" y="281"/>
                  <a:pt x="865" y="288"/>
                  <a:pt x="857" y="288"/>
                </a:cubicBezTo>
                <a:close/>
                <a:moveTo>
                  <a:pt x="317" y="285"/>
                </a:moveTo>
                <a:cubicBezTo>
                  <a:pt x="307" y="285"/>
                  <a:pt x="298" y="281"/>
                  <a:pt x="292" y="273"/>
                </a:cubicBezTo>
                <a:lnTo>
                  <a:pt x="214" y="154"/>
                </a:lnTo>
                <a:cubicBezTo>
                  <a:pt x="203" y="142"/>
                  <a:pt x="207" y="122"/>
                  <a:pt x="222" y="114"/>
                </a:cubicBezTo>
                <a:cubicBezTo>
                  <a:pt x="235" y="106"/>
                  <a:pt x="252" y="108"/>
                  <a:pt x="262" y="122"/>
                </a:cubicBezTo>
                <a:lnTo>
                  <a:pt x="341" y="241"/>
                </a:lnTo>
                <a:cubicBezTo>
                  <a:pt x="349" y="254"/>
                  <a:pt x="345" y="273"/>
                  <a:pt x="332" y="281"/>
                </a:cubicBezTo>
                <a:cubicBezTo>
                  <a:pt x="328" y="285"/>
                  <a:pt x="322" y="285"/>
                  <a:pt x="317" y="285"/>
                </a:cubicBezTo>
                <a:close/>
                <a:moveTo>
                  <a:pt x="173" y="537"/>
                </a:moveTo>
                <a:cubicBezTo>
                  <a:pt x="171" y="537"/>
                  <a:pt x="169" y="535"/>
                  <a:pt x="167" y="535"/>
                </a:cubicBezTo>
                <a:lnTo>
                  <a:pt x="27" y="508"/>
                </a:lnTo>
                <a:cubicBezTo>
                  <a:pt x="10" y="503"/>
                  <a:pt x="0" y="489"/>
                  <a:pt x="4" y="474"/>
                </a:cubicBezTo>
                <a:cubicBezTo>
                  <a:pt x="8" y="457"/>
                  <a:pt x="23" y="448"/>
                  <a:pt x="38" y="450"/>
                </a:cubicBezTo>
                <a:lnTo>
                  <a:pt x="180" y="478"/>
                </a:lnTo>
                <a:cubicBezTo>
                  <a:pt x="195" y="482"/>
                  <a:pt x="205" y="497"/>
                  <a:pt x="201" y="514"/>
                </a:cubicBezTo>
                <a:cubicBezTo>
                  <a:pt x="199" y="527"/>
                  <a:pt x="186" y="537"/>
                  <a:pt x="173" y="537"/>
                </a:cubicBezTo>
                <a:close/>
                <a:moveTo>
                  <a:pt x="112" y="880"/>
                </a:moveTo>
                <a:cubicBezTo>
                  <a:pt x="104" y="880"/>
                  <a:pt x="93" y="876"/>
                  <a:pt x="89" y="865"/>
                </a:cubicBezTo>
                <a:cubicBezTo>
                  <a:pt x="80" y="853"/>
                  <a:pt x="85" y="833"/>
                  <a:pt x="97" y="825"/>
                </a:cubicBezTo>
                <a:lnTo>
                  <a:pt x="218" y="749"/>
                </a:lnTo>
                <a:cubicBezTo>
                  <a:pt x="233" y="740"/>
                  <a:pt x="250" y="745"/>
                  <a:pt x="258" y="759"/>
                </a:cubicBezTo>
                <a:cubicBezTo>
                  <a:pt x="266" y="772"/>
                  <a:pt x="262" y="789"/>
                  <a:pt x="250" y="797"/>
                </a:cubicBezTo>
                <a:lnTo>
                  <a:pt x="129" y="876"/>
                </a:lnTo>
                <a:cubicBezTo>
                  <a:pt x="123" y="878"/>
                  <a:pt x="118" y="880"/>
                  <a:pt x="112" y="880"/>
                </a:cubicBezTo>
                <a:close/>
                <a:moveTo>
                  <a:pt x="1060" y="880"/>
                </a:moveTo>
                <a:cubicBezTo>
                  <a:pt x="1054" y="880"/>
                  <a:pt x="1049" y="880"/>
                  <a:pt x="1043" y="876"/>
                </a:cubicBezTo>
                <a:lnTo>
                  <a:pt x="922" y="800"/>
                </a:lnTo>
                <a:cubicBezTo>
                  <a:pt x="910" y="791"/>
                  <a:pt x="906" y="772"/>
                  <a:pt x="914" y="759"/>
                </a:cubicBezTo>
                <a:cubicBezTo>
                  <a:pt x="922" y="747"/>
                  <a:pt x="939" y="742"/>
                  <a:pt x="954" y="751"/>
                </a:cubicBezTo>
                <a:lnTo>
                  <a:pt x="1075" y="827"/>
                </a:lnTo>
                <a:cubicBezTo>
                  <a:pt x="1088" y="836"/>
                  <a:pt x="1092" y="853"/>
                  <a:pt x="1083" y="867"/>
                </a:cubicBezTo>
                <a:cubicBezTo>
                  <a:pt x="1079" y="876"/>
                  <a:pt x="1071" y="880"/>
                  <a:pt x="1060" y="880"/>
                </a:cubicBezTo>
                <a:close/>
                <a:moveTo>
                  <a:pt x="999" y="537"/>
                </a:moveTo>
                <a:cubicBezTo>
                  <a:pt x="986" y="537"/>
                  <a:pt x="973" y="527"/>
                  <a:pt x="971" y="514"/>
                </a:cubicBezTo>
                <a:cubicBezTo>
                  <a:pt x="967" y="499"/>
                  <a:pt x="978" y="482"/>
                  <a:pt x="992" y="480"/>
                </a:cubicBezTo>
                <a:lnTo>
                  <a:pt x="1134" y="453"/>
                </a:lnTo>
                <a:cubicBezTo>
                  <a:pt x="1149" y="448"/>
                  <a:pt x="1166" y="459"/>
                  <a:pt x="1168" y="474"/>
                </a:cubicBezTo>
                <a:cubicBezTo>
                  <a:pt x="1168" y="476"/>
                  <a:pt x="1168" y="478"/>
                  <a:pt x="1168" y="480"/>
                </a:cubicBezTo>
                <a:lnTo>
                  <a:pt x="1168" y="480"/>
                </a:lnTo>
                <a:cubicBezTo>
                  <a:pt x="1168" y="493"/>
                  <a:pt x="1159" y="505"/>
                  <a:pt x="1145" y="508"/>
                </a:cubicBezTo>
                <a:lnTo>
                  <a:pt x="1005" y="537"/>
                </a:lnTo>
                <a:cubicBezTo>
                  <a:pt x="1003" y="537"/>
                  <a:pt x="1001" y="537"/>
                  <a:pt x="999" y="537"/>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423114574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1"/>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4"/>
                                        </p:tgtEl>
                                        <p:attrNameLst>
                                          <p:attrName>style.visibility</p:attrName>
                                        </p:attrNameLst>
                                      </p:cBhvr>
                                      <p:to>
                                        <p:strVal val="visible"/>
                                      </p:to>
                                    </p:set>
                                    <p:anim calcmode="lin" valueType="num">
                                      <p:cBhvr>
                                        <p:cTn id="14" dur="500" fill="hold"/>
                                        <p:tgtEl>
                                          <p:spTgt spid="34"/>
                                        </p:tgtEl>
                                        <p:attrNameLst>
                                          <p:attrName>ppt_w</p:attrName>
                                        </p:attrNameLst>
                                      </p:cBhvr>
                                      <p:tavLst>
                                        <p:tav tm="0">
                                          <p:val>
                                            <p:fltVal val="0"/>
                                          </p:val>
                                        </p:tav>
                                        <p:tav tm="100000">
                                          <p:val>
                                            <p:strVal val="#ppt_w"/>
                                          </p:val>
                                        </p:tav>
                                      </p:tavLst>
                                    </p:anim>
                                    <p:anim calcmode="lin" valueType="num">
                                      <p:cBhvr>
                                        <p:cTn id="15" dur="500" fill="hold"/>
                                        <p:tgtEl>
                                          <p:spTgt spid="34"/>
                                        </p:tgtEl>
                                        <p:attrNameLst>
                                          <p:attrName>ppt_h</p:attrName>
                                        </p:attrNameLst>
                                      </p:cBhvr>
                                      <p:tavLst>
                                        <p:tav tm="0">
                                          <p:val>
                                            <p:fltVal val="0"/>
                                          </p:val>
                                        </p:tav>
                                        <p:tav tm="100000">
                                          <p:val>
                                            <p:strVal val="#ppt_h"/>
                                          </p:val>
                                        </p:tav>
                                      </p:tavLst>
                                    </p:anim>
                                    <p:animEffect transition="in" filter="fade">
                                      <p:cBhvr>
                                        <p:cTn id="16" dur="500"/>
                                        <p:tgtEl>
                                          <p:spTgt spid="34"/>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4"/>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5"/>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p:cTn id="29" dur="500" fill="hold"/>
                                        <p:tgtEl>
                                          <p:spTgt spid="49"/>
                                        </p:tgtEl>
                                        <p:attrNameLst>
                                          <p:attrName>ppt_w</p:attrName>
                                        </p:attrNameLst>
                                      </p:cBhvr>
                                      <p:tavLst>
                                        <p:tav tm="0">
                                          <p:val>
                                            <p:fltVal val="0"/>
                                          </p:val>
                                        </p:tav>
                                        <p:tav tm="100000">
                                          <p:val>
                                            <p:strVal val="#ppt_w"/>
                                          </p:val>
                                        </p:tav>
                                      </p:tavLst>
                                    </p:anim>
                                    <p:anim calcmode="lin" valueType="num">
                                      <p:cBhvr>
                                        <p:cTn id="30" dur="500" fill="hold"/>
                                        <p:tgtEl>
                                          <p:spTgt spid="49"/>
                                        </p:tgtEl>
                                        <p:attrNameLst>
                                          <p:attrName>ppt_h</p:attrName>
                                        </p:attrNameLst>
                                      </p:cBhvr>
                                      <p:tavLst>
                                        <p:tav tm="0">
                                          <p:val>
                                            <p:fltVal val="0"/>
                                          </p:val>
                                        </p:tav>
                                        <p:tav tm="100000">
                                          <p:val>
                                            <p:strVal val="#ppt_h"/>
                                          </p:val>
                                        </p:tav>
                                      </p:tavLst>
                                    </p:anim>
                                    <p:animEffect transition="in" filter="fade">
                                      <p:cBhvr>
                                        <p:cTn id="31" dur="500"/>
                                        <p:tgtEl>
                                          <p:spTgt spid="49"/>
                                        </p:tgtEl>
                                      </p:cBhvr>
                                    </p:animEffect>
                                  </p:childTnLst>
                                </p:cTn>
                              </p:par>
                              <p:par>
                                <p:cTn id="32" presetID="49" presetClass="path" presetSubtype="0" accel="50000" decel="50000" fill="hold" grpId="1" nodeType="withEffect">
                                  <p:stCondLst>
                                    <p:cond delay="0"/>
                                  </p:stCondLst>
                                  <p:childTnLst>
                                    <p:animMotion origin="layout" path="M -0.17435 -0.17431 L 2.91667E-6 4.44444E-6 " pathEditMode="relative" rAng="0" ptsTypes="AA">
                                      <p:cBhvr>
                                        <p:cTn id="33" dur="1000" fill="hold"/>
                                        <p:tgtEl>
                                          <p:spTgt spid="49"/>
                                        </p:tgtEl>
                                        <p:attrNameLst>
                                          <p:attrName>ppt_x</p:attrName>
                                          <p:attrName>ppt_y</p:attrName>
                                        </p:attrNameLst>
                                      </p:cBhvr>
                                      <p:rCtr x="8711" y="8704"/>
                                    </p:animMotion>
                                  </p:childTnLst>
                                </p:cTn>
                              </p:par>
                              <p:par>
                                <p:cTn id="34" presetID="53" presetClass="entr" presetSubtype="16" fill="hold" grpId="0" nodeType="with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p:cTn id="36" dur="500" fill="hold"/>
                                        <p:tgtEl>
                                          <p:spTgt spid="48"/>
                                        </p:tgtEl>
                                        <p:attrNameLst>
                                          <p:attrName>ppt_w</p:attrName>
                                        </p:attrNameLst>
                                      </p:cBhvr>
                                      <p:tavLst>
                                        <p:tav tm="0">
                                          <p:val>
                                            <p:fltVal val="0"/>
                                          </p:val>
                                        </p:tav>
                                        <p:tav tm="100000">
                                          <p:val>
                                            <p:strVal val="#ppt_w"/>
                                          </p:val>
                                        </p:tav>
                                      </p:tavLst>
                                    </p:anim>
                                    <p:anim calcmode="lin" valueType="num">
                                      <p:cBhvr>
                                        <p:cTn id="37" dur="500" fill="hold"/>
                                        <p:tgtEl>
                                          <p:spTgt spid="48"/>
                                        </p:tgtEl>
                                        <p:attrNameLst>
                                          <p:attrName>ppt_h</p:attrName>
                                        </p:attrNameLst>
                                      </p:cBhvr>
                                      <p:tavLst>
                                        <p:tav tm="0">
                                          <p:val>
                                            <p:fltVal val="0"/>
                                          </p:val>
                                        </p:tav>
                                        <p:tav tm="100000">
                                          <p:val>
                                            <p:strVal val="#ppt_h"/>
                                          </p:val>
                                        </p:tav>
                                      </p:tavLst>
                                    </p:anim>
                                    <p:animEffect transition="in" filter="fade">
                                      <p:cBhvr>
                                        <p:cTn id="38" dur="500"/>
                                        <p:tgtEl>
                                          <p:spTgt spid="48"/>
                                        </p:tgtEl>
                                      </p:cBhvr>
                                    </p:animEffect>
                                  </p:childTnLst>
                                </p:cTn>
                              </p:par>
                              <p:par>
                                <p:cTn id="39" presetID="56" presetClass="path" presetSubtype="0" accel="50000" decel="50000" fill="hold" grpId="1" nodeType="withEffect">
                                  <p:stCondLst>
                                    <p:cond delay="0"/>
                                  </p:stCondLst>
                                  <p:childTnLst>
                                    <p:animMotion origin="layout" path="M -2.70833E-6 4.44444E-6 L 0.17539 -0.17547 " pathEditMode="relative" rAng="0" ptsTypes="AA">
                                      <p:cBhvr>
                                        <p:cTn id="40" dur="1000" spd="-100000" fill="hold"/>
                                        <p:tgtEl>
                                          <p:spTgt spid="48"/>
                                        </p:tgtEl>
                                        <p:attrNameLst>
                                          <p:attrName>ppt_x</p:attrName>
                                          <p:attrName>ppt_y</p:attrName>
                                        </p:attrNameLst>
                                      </p:cBhvr>
                                      <p:rCtr x="8763" y="-8773"/>
                                    </p:animMotion>
                                  </p:childTnLst>
                                </p:cTn>
                              </p:par>
                              <p:par>
                                <p:cTn id="41" presetID="53" presetClass="entr" presetSubtype="16" fill="hold" grpId="0" nodeType="withEffect">
                                  <p:stCondLst>
                                    <p:cond delay="0"/>
                                  </p:stCondLst>
                                  <p:childTnLst>
                                    <p:set>
                                      <p:cBhvr>
                                        <p:cTn id="42" dur="1" fill="hold">
                                          <p:stCondLst>
                                            <p:cond delay="0"/>
                                          </p:stCondLst>
                                        </p:cTn>
                                        <p:tgtEl>
                                          <p:spTgt spid="50"/>
                                        </p:tgtEl>
                                        <p:attrNameLst>
                                          <p:attrName>style.visibility</p:attrName>
                                        </p:attrNameLst>
                                      </p:cBhvr>
                                      <p:to>
                                        <p:strVal val="visible"/>
                                      </p:to>
                                    </p:set>
                                    <p:anim calcmode="lin" valueType="num">
                                      <p:cBhvr>
                                        <p:cTn id="43" dur="500" fill="hold"/>
                                        <p:tgtEl>
                                          <p:spTgt spid="50"/>
                                        </p:tgtEl>
                                        <p:attrNameLst>
                                          <p:attrName>ppt_w</p:attrName>
                                        </p:attrNameLst>
                                      </p:cBhvr>
                                      <p:tavLst>
                                        <p:tav tm="0">
                                          <p:val>
                                            <p:fltVal val="0"/>
                                          </p:val>
                                        </p:tav>
                                        <p:tav tm="100000">
                                          <p:val>
                                            <p:strVal val="#ppt_w"/>
                                          </p:val>
                                        </p:tav>
                                      </p:tavLst>
                                    </p:anim>
                                    <p:anim calcmode="lin" valueType="num">
                                      <p:cBhvr>
                                        <p:cTn id="44" dur="500" fill="hold"/>
                                        <p:tgtEl>
                                          <p:spTgt spid="50"/>
                                        </p:tgtEl>
                                        <p:attrNameLst>
                                          <p:attrName>ppt_h</p:attrName>
                                        </p:attrNameLst>
                                      </p:cBhvr>
                                      <p:tavLst>
                                        <p:tav tm="0">
                                          <p:val>
                                            <p:fltVal val="0"/>
                                          </p:val>
                                        </p:tav>
                                        <p:tav tm="100000">
                                          <p:val>
                                            <p:strVal val="#ppt_h"/>
                                          </p:val>
                                        </p:tav>
                                      </p:tavLst>
                                    </p:anim>
                                    <p:animEffect transition="in" filter="fade">
                                      <p:cBhvr>
                                        <p:cTn id="45" dur="500"/>
                                        <p:tgtEl>
                                          <p:spTgt spid="50"/>
                                        </p:tgtEl>
                                      </p:cBhvr>
                                    </p:animEffect>
                                  </p:childTnLst>
                                </p:cTn>
                              </p:par>
                              <p:par>
                                <p:cTn id="46" presetID="49" presetClass="path" presetSubtype="0" accel="50000" decel="50000" fill="hold" grpId="1" nodeType="withEffect">
                                  <p:stCondLst>
                                    <p:cond delay="0"/>
                                  </p:stCondLst>
                                  <p:childTnLst>
                                    <p:animMotion origin="layout" path="M -2.5E-6 -3.7037E-6 L 0.17461 0.17454 " pathEditMode="relative" rAng="0" ptsTypes="AA">
                                      <p:cBhvr>
                                        <p:cTn id="47" dur="1000" spd="-100000" fill="hold"/>
                                        <p:tgtEl>
                                          <p:spTgt spid="50"/>
                                        </p:tgtEl>
                                        <p:attrNameLst>
                                          <p:attrName>ppt_x</p:attrName>
                                          <p:attrName>ppt_y</p:attrName>
                                        </p:attrNameLst>
                                      </p:cBhvr>
                                      <p:rCtr x="8724" y="8727"/>
                                    </p:animMotion>
                                  </p:childTnLst>
                                </p:cTn>
                              </p:par>
                              <p:par>
                                <p:cTn id="48" presetID="53" presetClass="entr" presetSubtype="16"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anim calcmode="lin" valueType="num">
                                      <p:cBhvr>
                                        <p:cTn id="50" dur="500" fill="hold"/>
                                        <p:tgtEl>
                                          <p:spTgt spid="51"/>
                                        </p:tgtEl>
                                        <p:attrNameLst>
                                          <p:attrName>ppt_w</p:attrName>
                                        </p:attrNameLst>
                                      </p:cBhvr>
                                      <p:tavLst>
                                        <p:tav tm="0">
                                          <p:val>
                                            <p:fltVal val="0"/>
                                          </p:val>
                                        </p:tav>
                                        <p:tav tm="100000">
                                          <p:val>
                                            <p:strVal val="#ppt_w"/>
                                          </p:val>
                                        </p:tav>
                                      </p:tavLst>
                                    </p:anim>
                                    <p:anim calcmode="lin" valueType="num">
                                      <p:cBhvr>
                                        <p:cTn id="51" dur="500" fill="hold"/>
                                        <p:tgtEl>
                                          <p:spTgt spid="51"/>
                                        </p:tgtEl>
                                        <p:attrNameLst>
                                          <p:attrName>ppt_h</p:attrName>
                                        </p:attrNameLst>
                                      </p:cBhvr>
                                      <p:tavLst>
                                        <p:tav tm="0">
                                          <p:val>
                                            <p:fltVal val="0"/>
                                          </p:val>
                                        </p:tav>
                                        <p:tav tm="100000">
                                          <p:val>
                                            <p:strVal val="#ppt_h"/>
                                          </p:val>
                                        </p:tav>
                                      </p:tavLst>
                                    </p:anim>
                                    <p:animEffect transition="in" filter="fade">
                                      <p:cBhvr>
                                        <p:cTn id="52" dur="500"/>
                                        <p:tgtEl>
                                          <p:spTgt spid="51"/>
                                        </p:tgtEl>
                                      </p:cBhvr>
                                    </p:animEffect>
                                  </p:childTnLst>
                                </p:cTn>
                              </p:par>
                              <p:par>
                                <p:cTn id="53" presetID="56" presetClass="path" presetSubtype="0" accel="50000" decel="50000" fill="hold" grpId="1" nodeType="withEffect">
                                  <p:stCondLst>
                                    <p:cond delay="0"/>
                                  </p:stCondLst>
                                  <p:childTnLst>
                                    <p:animMotion origin="layout" path="M -0.17461 0.17454 L 2.5E-6 -3.7037E-6 " pathEditMode="relative" rAng="0" ptsTypes="AA">
                                      <p:cBhvr>
                                        <p:cTn id="54" dur="1000" fill="hold"/>
                                        <p:tgtEl>
                                          <p:spTgt spid="51"/>
                                        </p:tgtEl>
                                        <p:attrNameLst>
                                          <p:attrName>ppt_x</p:attrName>
                                          <p:attrName>ppt_y</p:attrName>
                                        </p:attrNameLst>
                                      </p:cBhvr>
                                      <p:rCtr x="8724" y="-8727"/>
                                    </p:animMotion>
                                  </p:childTnLst>
                                </p:cTn>
                              </p:par>
                              <p:par>
                                <p:cTn id="55" presetID="53" presetClass="entr" presetSubtype="16" fill="hold" grpId="0" nodeType="withEffect">
                                  <p:stCondLst>
                                    <p:cond delay="500"/>
                                  </p:stCondLst>
                                  <p:childTnLst>
                                    <p:set>
                                      <p:cBhvr>
                                        <p:cTn id="56" dur="1" fill="hold">
                                          <p:stCondLst>
                                            <p:cond delay="0"/>
                                          </p:stCondLst>
                                        </p:cTn>
                                        <p:tgtEl>
                                          <p:spTgt spid="52"/>
                                        </p:tgtEl>
                                        <p:attrNameLst>
                                          <p:attrName>style.visibility</p:attrName>
                                        </p:attrNameLst>
                                      </p:cBhvr>
                                      <p:to>
                                        <p:strVal val="visible"/>
                                      </p:to>
                                    </p:set>
                                    <p:anim calcmode="lin" valueType="num">
                                      <p:cBhvr>
                                        <p:cTn id="57" dur="500" fill="hold"/>
                                        <p:tgtEl>
                                          <p:spTgt spid="52"/>
                                        </p:tgtEl>
                                        <p:attrNameLst>
                                          <p:attrName>ppt_w</p:attrName>
                                        </p:attrNameLst>
                                      </p:cBhvr>
                                      <p:tavLst>
                                        <p:tav tm="0">
                                          <p:val>
                                            <p:fltVal val="0"/>
                                          </p:val>
                                        </p:tav>
                                        <p:tav tm="100000">
                                          <p:val>
                                            <p:strVal val="#ppt_w"/>
                                          </p:val>
                                        </p:tav>
                                      </p:tavLst>
                                    </p:anim>
                                    <p:anim calcmode="lin" valueType="num">
                                      <p:cBhvr>
                                        <p:cTn id="58" dur="500" fill="hold"/>
                                        <p:tgtEl>
                                          <p:spTgt spid="52"/>
                                        </p:tgtEl>
                                        <p:attrNameLst>
                                          <p:attrName>ppt_h</p:attrName>
                                        </p:attrNameLst>
                                      </p:cBhvr>
                                      <p:tavLst>
                                        <p:tav tm="0">
                                          <p:val>
                                            <p:fltVal val="0"/>
                                          </p:val>
                                        </p:tav>
                                        <p:tav tm="100000">
                                          <p:val>
                                            <p:strVal val="#ppt_h"/>
                                          </p:val>
                                        </p:tav>
                                      </p:tavLst>
                                    </p:anim>
                                    <p:animEffect transition="in" filter="fade">
                                      <p:cBhvr>
                                        <p:cTn id="59" dur="500"/>
                                        <p:tgtEl>
                                          <p:spTgt spid="52"/>
                                        </p:tgtEl>
                                      </p:cBhvr>
                                    </p:animEffect>
                                  </p:childTnLst>
                                </p:cTn>
                              </p:par>
                              <p:par>
                                <p:cTn id="60" presetID="35" presetClass="path" presetSubtype="0" accel="50000" decel="50000" fill="hold" grpId="1" nodeType="withEffect">
                                  <p:stCondLst>
                                    <p:cond delay="500"/>
                                  </p:stCondLst>
                                  <p:childTnLst>
                                    <p:animMotion origin="layout" path="M 0 -7.40741E-7 L -0.25 -7.40741E-7 " pathEditMode="relative" rAng="0" ptsTypes="AA">
                                      <p:cBhvr>
                                        <p:cTn id="61" dur="1000" spd="-100000" fill="hold"/>
                                        <p:tgtEl>
                                          <p:spTgt spid="52"/>
                                        </p:tgtEl>
                                        <p:attrNameLst>
                                          <p:attrName>ppt_x</p:attrName>
                                          <p:attrName>ppt_y</p:attrName>
                                        </p:attrNameLst>
                                      </p:cBhvr>
                                      <p:rCtr x="-12500" y="0"/>
                                    </p:animMotion>
                                  </p:childTnLst>
                                </p:cTn>
                              </p:par>
                              <p:par>
                                <p:cTn id="62" presetID="53" presetClass="entr" presetSubtype="16" fill="hold" grpId="0" nodeType="withEffect">
                                  <p:stCondLst>
                                    <p:cond delay="500"/>
                                  </p:stCondLst>
                                  <p:childTnLst>
                                    <p:set>
                                      <p:cBhvr>
                                        <p:cTn id="63" dur="1" fill="hold">
                                          <p:stCondLst>
                                            <p:cond delay="0"/>
                                          </p:stCondLst>
                                        </p:cTn>
                                        <p:tgtEl>
                                          <p:spTgt spid="53"/>
                                        </p:tgtEl>
                                        <p:attrNameLst>
                                          <p:attrName>style.visibility</p:attrName>
                                        </p:attrNameLst>
                                      </p:cBhvr>
                                      <p:to>
                                        <p:strVal val="visible"/>
                                      </p:to>
                                    </p:set>
                                    <p:anim calcmode="lin" valueType="num">
                                      <p:cBhvr>
                                        <p:cTn id="64" dur="500" fill="hold"/>
                                        <p:tgtEl>
                                          <p:spTgt spid="53"/>
                                        </p:tgtEl>
                                        <p:attrNameLst>
                                          <p:attrName>ppt_w</p:attrName>
                                        </p:attrNameLst>
                                      </p:cBhvr>
                                      <p:tavLst>
                                        <p:tav tm="0">
                                          <p:val>
                                            <p:fltVal val="0"/>
                                          </p:val>
                                        </p:tav>
                                        <p:tav tm="100000">
                                          <p:val>
                                            <p:strVal val="#ppt_w"/>
                                          </p:val>
                                        </p:tav>
                                      </p:tavLst>
                                    </p:anim>
                                    <p:anim calcmode="lin" valueType="num">
                                      <p:cBhvr>
                                        <p:cTn id="65" dur="500" fill="hold"/>
                                        <p:tgtEl>
                                          <p:spTgt spid="53"/>
                                        </p:tgtEl>
                                        <p:attrNameLst>
                                          <p:attrName>ppt_h</p:attrName>
                                        </p:attrNameLst>
                                      </p:cBhvr>
                                      <p:tavLst>
                                        <p:tav tm="0">
                                          <p:val>
                                            <p:fltVal val="0"/>
                                          </p:val>
                                        </p:tav>
                                        <p:tav tm="100000">
                                          <p:val>
                                            <p:strVal val="#ppt_h"/>
                                          </p:val>
                                        </p:tav>
                                      </p:tavLst>
                                    </p:anim>
                                    <p:animEffect transition="in" filter="fade">
                                      <p:cBhvr>
                                        <p:cTn id="66" dur="500"/>
                                        <p:tgtEl>
                                          <p:spTgt spid="53"/>
                                        </p:tgtEl>
                                      </p:cBhvr>
                                    </p:animEffect>
                                  </p:childTnLst>
                                </p:cTn>
                              </p:par>
                              <p:par>
                                <p:cTn id="67" presetID="63" presetClass="path" presetSubtype="0" accel="50000" decel="50000" fill="hold" grpId="1" nodeType="withEffect">
                                  <p:stCondLst>
                                    <p:cond delay="500"/>
                                  </p:stCondLst>
                                  <p:childTnLst>
                                    <p:animMotion origin="layout" path="M 0 3.7037E-7 L 0.25 3.7037E-7 " pathEditMode="relative" rAng="0" ptsTypes="AA">
                                      <p:cBhvr>
                                        <p:cTn id="68" dur="1000" spd="-100000" fill="hold"/>
                                        <p:tgtEl>
                                          <p:spTgt spid="53"/>
                                        </p:tgtEl>
                                        <p:attrNameLst>
                                          <p:attrName>ppt_x</p:attrName>
                                          <p:attrName>ppt_y</p:attrName>
                                        </p:attrNameLst>
                                      </p:cBhvr>
                                      <p:rCtr x="12500" y="0"/>
                                    </p:animMotion>
                                  </p:childTnLst>
                                </p:cTn>
                              </p:par>
                              <p:par>
                                <p:cTn id="69" presetID="53" presetClass="entr" presetSubtype="16" fill="hold" grpId="0" nodeType="withEffect">
                                  <p:stCondLst>
                                    <p:cond delay="750"/>
                                  </p:stCondLst>
                                  <p:childTnLst>
                                    <p:set>
                                      <p:cBhvr>
                                        <p:cTn id="70" dur="1" fill="hold">
                                          <p:stCondLst>
                                            <p:cond delay="0"/>
                                          </p:stCondLst>
                                        </p:cTn>
                                        <p:tgtEl>
                                          <p:spTgt spid="54"/>
                                        </p:tgtEl>
                                        <p:attrNameLst>
                                          <p:attrName>style.visibility</p:attrName>
                                        </p:attrNameLst>
                                      </p:cBhvr>
                                      <p:to>
                                        <p:strVal val="visible"/>
                                      </p:to>
                                    </p:set>
                                    <p:anim calcmode="lin" valueType="num">
                                      <p:cBhvr>
                                        <p:cTn id="71" dur="500" fill="hold"/>
                                        <p:tgtEl>
                                          <p:spTgt spid="54"/>
                                        </p:tgtEl>
                                        <p:attrNameLst>
                                          <p:attrName>ppt_w</p:attrName>
                                        </p:attrNameLst>
                                      </p:cBhvr>
                                      <p:tavLst>
                                        <p:tav tm="0">
                                          <p:val>
                                            <p:fltVal val="0"/>
                                          </p:val>
                                        </p:tav>
                                        <p:tav tm="100000">
                                          <p:val>
                                            <p:strVal val="#ppt_w"/>
                                          </p:val>
                                        </p:tav>
                                      </p:tavLst>
                                    </p:anim>
                                    <p:anim calcmode="lin" valueType="num">
                                      <p:cBhvr>
                                        <p:cTn id="72" dur="500" fill="hold"/>
                                        <p:tgtEl>
                                          <p:spTgt spid="54"/>
                                        </p:tgtEl>
                                        <p:attrNameLst>
                                          <p:attrName>ppt_h</p:attrName>
                                        </p:attrNameLst>
                                      </p:cBhvr>
                                      <p:tavLst>
                                        <p:tav tm="0">
                                          <p:val>
                                            <p:fltVal val="0"/>
                                          </p:val>
                                        </p:tav>
                                        <p:tav tm="100000">
                                          <p:val>
                                            <p:strVal val="#ppt_h"/>
                                          </p:val>
                                        </p:tav>
                                      </p:tavLst>
                                    </p:anim>
                                    <p:animEffect transition="in" filter="fade">
                                      <p:cBhvr>
                                        <p:cTn id="73" dur="500"/>
                                        <p:tgtEl>
                                          <p:spTgt spid="54"/>
                                        </p:tgtEl>
                                      </p:cBhvr>
                                    </p:animEffect>
                                  </p:childTnLst>
                                </p:cTn>
                              </p:par>
                              <p:par>
                                <p:cTn id="74" presetID="42" presetClass="path" presetSubtype="0" accel="50000" decel="50000" fill="hold" grpId="1" nodeType="withEffect">
                                  <p:stCondLst>
                                    <p:cond delay="750"/>
                                  </p:stCondLst>
                                  <p:childTnLst>
                                    <p:animMotion origin="layout" path="M -4.16667E-7 -3.7037E-6 L -4.16667E-7 0.08102 " pathEditMode="relative" rAng="0" ptsTypes="AA">
                                      <p:cBhvr>
                                        <p:cTn id="75" dur="1000" spd="-100000" fill="hold"/>
                                        <p:tgtEl>
                                          <p:spTgt spid="54"/>
                                        </p:tgtEl>
                                        <p:attrNameLst>
                                          <p:attrName>ppt_x</p:attrName>
                                          <p:attrName>ppt_y</p:attrName>
                                        </p:attrNameLst>
                                      </p:cBhvr>
                                      <p:rCtr x="0" y="4051"/>
                                    </p:animMotion>
                                  </p:childTnLst>
                                </p:cTn>
                              </p:par>
                              <p:par>
                                <p:cTn id="76" presetID="53" presetClass="entr" presetSubtype="16" fill="hold" grpId="0" nodeType="withEffect">
                                  <p:stCondLst>
                                    <p:cond delay="1000"/>
                                  </p:stCondLst>
                                  <p:childTnLst>
                                    <p:set>
                                      <p:cBhvr>
                                        <p:cTn id="77" dur="1" fill="hold">
                                          <p:stCondLst>
                                            <p:cond delay="0"/>
                                          </p:stCondLst>
                                        </p:cTn>
                                        <p:tgtEl>
                                          <p:spTgt spid="59"/>
                                        </p:tgtEl>
                                        <p:attrNameLst>
                                          <p:attrName>style.visibility</p:attrName>
                                        </p:attrNameLst>
                                      </p:cBhvr>
                                      <p:to>
                                        <p:strVal val="visible"/>
                                      </p:to>
                                    </p:set>
                                    <p:anim calcmode="lin" valueType="num">
                                      <p:cBhvr>
                                        <p:cTn id="78" dur="500" fill="hold"/>
                                        <p:tgtEl>
                                          <p:spTgt spid="59"/>
                                        </p:tgtEl>
                                        <p:attrNameLst>
                                          <p:attrName>ppt_w</p:attrName>
                                        </p:attrNameLst>
                                      </p:cBhvr>
                                      <p:tavLst>
                                        <p:tav tm="0">
                                          <p:val>
                                            <p:fltVal val="0"/>
                                          </p:val>
                                        </p:tav>
                                        <p:tav tm="100000">
                                          <p:val>
                                            <p:strVal val="#ppt_w"/>
                                          </p:val>
                                        </p:tav>
                                      </p:tavLst>
                                    </p:anim>
                                    <p:anim calcmode="lin" valueType="num">
                                      <p:cBhvr>
                                        <p:cTn id="79" dur="500" fill="hold"/>
                                        <p:tgtEl>
                                          <p:spTgt spid="59"/>
                                        </p:tgtEl>
                                        <p:attrNameLst>
                                          <p:attrName>ppt_h</p:attrName>
                                        </p:attrNameLst>
                                      </p:cBhvr>
                                      <p:tavLst>
                                        <p:tav tm="0">
                                          <p:val>
                                            <p:fltVal val="0"/>
                                          </p:val>
                                        </p:tav>
                                        <p:tav tm="100000">
                                          <p:val>
                                            <p:strVal val="#ppt_h"/>
                                          </p:val>
                                        </p:tav>
                                      </p:tavLst>
                                    </p:anim>
                                    <p:animEffect transition="in" filter="fade">
                                      <p:cBhvr>
                                        <p:cTn id="80" dur="500"/>
                                        <p:tgtEl>
                                          <p:spTgt spid="59"/>
                                        </p:tgtEl>
                                      </p:cBhvr>
                                    </p:animEffect>
                                  </p:childTnLst>
                                </p:cTn>
                              </p:par>
                              <p:par>
                                <p:cTn id="81" presetID="42" presetClass="path" presetSubtype="0" accel="50000" decel="50000" fill="hold" grpId="1" nodeType="withEffect">
                                  <p:stCondLst>
                                    <p:cond delay="1000"/>
                                  </p:stCondLst>
                                  <p:childTnLst>
                                    <p:animMotion origin="layout" path="M -6.25E-7 -3.7037E-6 L -6.25E-7 0.08102 " pathEditMode="relative" rAng="0" ptsTypes="AA">
                                      <p:cBhvr>
                                        <p:cTn id="82" dur="1000" spd="-100000" fill="hold"/>
                                        <p:tgtEl>
                                          <p:spTgt spid="59"/>
                                        </p:tgtEl>
                                        <p:attrNameLst>
                                          <p:attrName>ppt_x</p:attrName>
                                          <p:attrName>ppt_y</p:attrName>
                                        </p:attrNameLst>
                                      </p:cBhvr>
                                      <p:rCtr x="0" y="4051"/>
                                    </p:animMotion>
                                  </p:childTnLst>
                                </p:cTn>
                              </p:par>
                            </p:childTnLst>
                          </p:cTn>
                        </p:par>
                        <p:par>
                          <p:cTn id="83" fill="hold">
                            <p:stCondLst>
                              <p:cond delay="3500"/>
                            </p:stCondLst>
                            <p:childTnLst>
                              <p:par>
                                <p:cTn id="84" presetID="53" presetClass="entr" presetSubtype="16" fill="hold" grpId="0" nodeType="afterEffect">
                                  <p:stCondLst>
                                    <p:cond delay="0"/>
                                  </p:stCondLst>
                                  <p:childTnLst>
                                    <p:set>
                                      <p:cBhvr>
                                        <p:cTn id="85" dur="1" fill="hold">
                                          <p:stCondLst>
                                            <p:cond delay="0"/>
                                          </p:stCondLst>
                                        </p:cTn>
                                        <p:tgtEl>
                                          <p:spTgt spid="36"/>
                                        </p:tgtEl>
                                        <p:attrNameLst>
                                          <p:attrName>style.visibility</p:attrName>
                                        </p:attrNameLst>
                                      </p:cBhvr>
                                      <p:to>
                                        <p:strVal val="visible"/>
                                      </p:to>
                                    </p:set>
                                    <p:anim calcmode="lin" valueType="num">
                                      <p:cBhvr>
                                        <p:cTn id="86" dur="250" fill="hold"/>
                                        <p:tgtEl>
                                          <p:spTgt spid="36"/>
                                        </p:tgtEl>
                                        <p:attrNameLst>
                                          <p:attrName>ppt_w</p:attrName>
                                        </p:attrNameLst>
                                      </p:cBhvr>
                                      <p:tavLst>
                                        <p:tav tm="0">
                                          <p:val>
                                            <p:fltVal val="0"/>
                                          </p:val>
                                        </p:tav>
                                        <p:tav tm="100000">
                                          <p:val>
                                            <p:strVal val="#ppt_w"/>
                                          </p:val>
                                        </p:tav>
                                      </p:tavLst>
                                    </p:anim>
                                    <p:anim calcmode="lin" valueType="num">
                                      <p:cBhvr>
                                        <p:cTn id="87" dur="250" fill="hold"/>
                                        <p:tgtEl>
                                          <p:spTgt spid="36"/>
                                        </p:tgtEl>
                                        <p:attrNameLst>
                                          <p:attrName>ppt_h</p:attrName>
                                        </p:attrNameLst>
                                      </p:cBhvr>
                                      <p:tavLst>
                                        <p:tav tm="0">
                                          <p:val>
                                            <p:fltVal val="0"/>
                                          </p:val>
                                        </p:tav>
                                        <p:tav tm="100000">
                                          <p:val>
                                            <p:strVal val="#ppt_h"/>
                                          </p:val>
                                        </p:tav>
                                      </p:tavLst>
                                    </p:anim>
                                    <p:animEffect transition="in" filter="fade">
                                      <p:cBhvr>
                                        <p:cTn id="88" dur="250"/>
                                        <p:tgtEl>
                                          <p:spTgt spid="36"/>
                                        </p:tgtEl>
                                      </p:cBhvr>
                                    </p:animEffect>
                                  </p:childTnLst>
                                </p:cTn>
                              </p:par>
                              <p:par>
                                <p:cTn id="89" presetID="6" presetClass="emph" presetSubtype="0" decel="100000" fill="hold" grpId="1" nodeType="withEffect">
                                  <p:stCondLst>
                                    <p:cond delay="200"/>
                                  </p:stCondLst>
                                  <p:childTnLst>
                                    <p:animScale>
                                      <p:cBhvr>
                                        <p:cTn id="90" dur="250" fill="hold"/>
                                        <p:tgtEl>
                                          <p:spTgt spid="36"/>
                                        </p:tgtEl>
                                      </p:cBhvr>
                                      <p:by x="120000" y="120000"/>
                                    </p:animScale>
                                  </p:childTnLst>
                                </p:cTn>
                              </p:par>
                              <p:par>
                                <p:cTn id="91" presetID="6" presetClass="emph" presetSubtype="0" decel="100000" fill="hold" grpId="2" nodeType="withEffect">
                                  <p:stCondLst>
                                    <p:cond delay="400"/>
                                  </p:stCondLst>
                                  <p:childTnLst>
                                    <p:animScale>
                                      <p:cBhvr>
                                        <p:cTn id="92" dur="250" fill="hold"/>
                                        <p:tgtEl>
                                          <p:spTgt spid="36"/>
                                        </p:tgtEl>
                                      </p:cBhvr>
                                      <p:by x="83000" y="83000"/>
                                    </p:animScale>
                                  </p:childTnLst>
                                </p:cTn>
                              </p:par>
                              <p:par>
                                <p:cTn id="93" presetID="53" presetClass="entr" presetSubtype="16" fill="hold" grpId="0" nodeType="withEffect">
                                  <p:stCondLst>
                                    <p:cond delay="400"/>
                                  </p:stCondLst>
                                  <p:childTnLst>
                                    <p:set>
                                      <p:cBhvr>
                                        <p:cTn id="94" dur="1" fill="hold">
                                          <p:stCondLst>
                                            <p:cond delay="0"/>
                                          </p:stCondLst>
                                        </p:cTn>
                                        <p:tgtEl>
                                          <p:spTgt spid="57"/>
                                        </p:tgtEl>
                                        <p:attrNameLst>
                                          <p:attrName>style.visibility</p:attrName>
                                        </p:attrNameLst>
                                      </p:cBhvr>
                                      <p:to>
                                        <p:strVal val="visible"/>
                                      </p:to>
                                    </p:set>
                                    <p:anim calcmode="lin" valueType="num">
                                      <p:cBhvr>
                                        <p:cTn id="95" dur="250" fill="hold"/>
                                        <p:tgtEl>
                                          <p:spTgt spid="57"/>
                                        </p:tgtEl>
                                        <p:attrNameLst>
                                          <p:attrName>ppt_w</p:attrName>
                                        </p:attrNameLst>
                                      </p:cBhvr>
                                      <p:tavLst>
                                        <p:tav tm="0">
                                          <p:val>
                                            <p:fltVal val="0"/>
                                          </p:val>
                                        </p:tav>
                                        <p:tav tm="100000">
                                          <p:val>
                                            <p:strVal val="#ppt_w"/>
                                          </p:val>
                                        </p:tav>
                                      </p:tavLst>
                                    </p:anim>
                                    <p:anim calcmode="lin" valueType="num">
                                      <p:cBhvr>
                                        <p:cTn id="96" dur="250" fill="hold"/>
                                        <p:tgtEl>
                                          <p:spTgt spid="57"/>
                                        </p:tgtEl>
                                        <p:attrNameLst>
                                          <p:attrName>ppt_h</p:attrName>
                                        </p:attrNameLst>
                                      </p:cBhvr>
                                      <p:tavLst>
                                        <p:tav tm="0">
                                          <p:val>
                                            <p:fltVal val="0"/>
                                          </p:val>
                                        </p:tav>
                                        <p:tav tm="100000">
                                          <p:val>
                                            <p:strVal val="#ppt_h"/>
                                          </p:val>
                                        </p:tav>
                                      </p:tavLst>
                                    </p:anim>
                                    <p:animEffect transition="in" filter="fade">
                                      <p:cBhvr>
                                        <p:cTn id="97" dur="250"/>
                                        <p:tgtEl>
                                          <p:spTgt spid="57"/>
                                        </p:tgtEl>
                                      </p:cBhvr>
                                    </p:animEffect>
                                  </p:childTnLst>
                                </p:cTn>
                              </p:par>
                              <p:par>
                                <p:cTn id="98" presetID="6" presetClass="emph" presetSubtype="0" decel="100000" fill="hold" grpId="1" nodeType="withEffect">
                                  <p:stCondLst>
                                    <p:cond delay="600"/>
                                  </p:stCondLst>
                                  <p:childTnLst>
                                    <p:animScale>
                                      <p:cBhvr>
                                        <p:cTn id="99" dur="250" fill="hold"/>
                                        <p:tgtEl>
                                          <p:spTgt spid="57"/>
                                        </p:tgtEl>
                                      </p:cBhvr>
                                      <p:by x="120000" y="120000"/>
                                    </p:animScale>
                                  </p:childTnLst>
                                </p:cTn>
                              </p:par>
                              <p:par>
                                <p:cTn id="100" presetID="6" presetClass="emph" presetSubtype="0" decel="100000" fill="hold" grpId="2" nodeType="withEffect">
                                  <p:stCondLst>
                                    <p:cond delay="800"/>
                                  </p:stCondLst>
                                  <p:childTnLst>
                                    <p:animScale>
                                      <p:cBhvr>
                                        <p:cTn id="101" dur="250" fill="hold"/>
                                        <p:tgtEl>
                                          <p:spTgt spid="57"/>
                                        </p:tgtEl>
                                      </p:cBhvr>
                                      <p:by x="83000" y="83000"/>
                                    </p:animScale>
                                  </p:childTnLst>
                                </p:cTn>
                              </p:par>
                              <p:par>
                                <p:cTn id="102" presetID="53" presetClass="entr" presetSubtype="16" fill="hold" grpId="0" nodeType="withEffect">
                                  <p:stCondLst>
                                    <p:cond delay="500"/>
                                  </p:stCondLst>
                                  <p:childTnLst>
                                    <p:set>
                                      <p:cBhvr>
                                        <p:cTn id="103" dur="1" fill="hold">
                                          <p:stCondLst>
                                            <p:cond delay="0"/>
                                          </p:stCondLst>
                                        </p:cTn>
                                        <p:tgtEl>
                                          <p:spTgt spid="38"/>
                                        </p:tgtEl>
                                        <p:attrNameLst>
                                          <p:attrName>style.visibility</p:attrName>
                                        </p:attrNameLst>
                                      </p:cBhvr>
                                      <p:to>
                                        <p:strVal val="visible"/>
                                      </p:to>
                                    </p:set>
                                    <p:anim calcmode="lin" valueType="num">
                                      <p:cBhvr>
                                        <p:cTn id="104" dur="500" fill="hold"/>
                                        <p:tgtEl>
                                          <p:spTgt spid="38"/>
                                        </p:tgtEl>
                                        <p:attrNameLst>
                                          <p:attrName>ppt_w</p:attrName>
                                        </p:attrNameLst>
                                      </p:cBhvr>
                                      <p:tavLst>
                                        <p:tav tm="0">
                                          <p:val>
                                            <p:fltVal val="0"/>
                                          </p:val>
                                        </p:tav>
                                        <p:tav tm="100000">
                                          <p:val>
                                            <p:strVal val="#ppt_w"/>
                                          </p:val>
                                        </p:tav>
                                      </p:tavLst>
                                    </p:anim>
                                    <p:anim calcmode="lin" valueType="num">
                                      <p:cBhvr>
                                        <p:cTn id="105" dur="500" fill="hold"/>
                                        <p:tgtEl>
                                          <p:spTgt spid="38"/>
                                        </p:tgtEl>
                                        <p:attrNameLst>
                                          <p:attrName>ppt_h</p:attrName>
                                        </p:attrNameLst>
                                      </p:cBhvr>
                                      <p:tavLst>
                                        <p:tav tm="0">
                                          <p:val>
                                            <p:fltVal val="0"/>
                                          </p:val>
                                        </p:tav>
                                        <p:tav tm="100000">
                                          <p:val>
                                            <p:strVal val="#ppt_h"/>
                                          </p:val>
                                        </p:tav>
                                      </p:tavLst>
                                    </p:anim>
                                    <p:animEffect transition="in" filter="fade">
                                      <p:cBhvr>
                                        <p:cTn id="106" dur="500"/>
                                        <p:tgtEl>
                                          <p:spTgt spid="38"/>
                                        </p:tgtEl>
                                      </p:cBhvr>
                                    </p:animEffect>
                                  </p:childTnLst>
                                </p:cTn>
                              </p:par>
                              <p:par>
                                <p:cTn id="107" presetID="63" presetClass="path" presetSubtype="0" accel="50000" decel="50000" fill="hold" grpId="1" nodeType="withEffect">
                                  <p:stCondLst>
                                    <p:cond delay="500"/>
                                  </p:stCondLst>
                                  <p:childTnLst>
                                    <p:animMotion origin="layout" path="M -3.75E-6 2.22222E-6 L 0.13907 2.22222E-6 " pathEditMode="relative" rAng="0" ptsTypes="AA">
                                      <p:cBhvr>
                                        <p:cTn id="108" dur="1000" spd="-100000" fill="hold"/>
                                        <p:tgtEl>
                                          <p:spTgt spid="38"/>
                                        </p:tgtEl>
                                        <p:attrNameLst>
                                          <p:attrName>ppt_x</p:attrName>
                                          <p:attrName>ppt_y</p:attrName>
                                        </p:attrNameLst>
                                      </p:cBhvr>
                                      <p:rCtr x="6953" y="0"/>
                                    </p:animMotion>
                                  </p:childTnLst>
                                </p:cTn>
                              </p:par>
                              <p:par>
                                <p:cTn id="109" presetID="53" presetClass="entr" presetSubtype="16" fill="hold" grpId="0" nodeType="withEffect">
                                  <p:stCondLst>
                                    <p:cond delay="1000"/>
                                  </p:stCondLst>
                                  <p:iterate type="lt">
                                    <p:tmPct val="10000"/>
                                  </p:iterate>
                                  <p:childTnLst>
                                    <p:set>
                                      <p:cBhvr>
                                        <p:cTn id="110" dur="1" fill="hold">
                                          <p:stCondLst>
                                            <p:cond delay="0"/>
                                          </p:stCondLst>
                                        </p:cTn>
                                        <p:tgtEl>
                                          <p:spTgt spid="37"/>
                                        </p:tgtEl>
                                        <p:attrNameLst>
                                          <p:attrName>style.visibility</p:attrName>
                                        </p:attrNameLst>
                                      </p:cBhvr>
                                      <p:to>
                                        <p:strVal val="visible"/>
                                      </p:to>
                                    </p:set>
                                    <p:anim calcmode="lin" valueType="num">
                                      <p:cBhvr>
                                        <p:cTn id="111" dur="250" fill="hold"/>
                                        <p:tgtEl>
                                          <p:spTgt spid="37"/>
                                        </p:tgtEl>
                                        <p:attrNameLst>
                                          <p:attrName>ppt_w</p:attrName>
                                        </p:attrNameLst>
                                      </p:cBhvr>
                                      <p:tavLst>
                                        <p:tav tm="0">
                                          <p:val>
                                            <p:fltVal val="0"/>
                                          </p:val>
                                        </p:tav>
                                        <p:tav tm="100000">
                                          <p:val>
                                            <p:strVal val="#ppt_w"/>
                                          </p:val>
                                        </p:tav>
                                      </p:tavLst>
                                    </p:anim>
                                    <p:anim calcmode="lin" valueType="num">
                                      <p:cBhvr>
                                        <p:cTn id="112" dur="250" fill="hold"/>
                                        <p:tgtEl>
                                          <p:spTgt spid="37"/>
                                        </p:tgtEl>
                                        <p:attrNameLst>
                                          <p:attrName>ppt_h</p:attrName>
                                        </p:attrNameLst>
                                      </p:cBhvr>
                                      <p:tavLst>
                                        <p:tav tm="0">
                                          <p:val>
                                            <p:fltVal val="0"/>
                                          </p:val>
                                        </p:tav>
                                        <p:tav tm="100000">
                                          <p:val>
                                            <p:strVal val="#ppt_h"/>
                                          </p:val>
                                        </p:tav>
                                      </p:tavLst>
                                    </p:anim>
                                    <p:animEffect transition="in" filter="fade">
                                      <p:cBhvr>
                                        <p:cTn id="113" dur="250"/>
                                        <p:tgtEl>
                                          <p:spTgt spid="37"/>
                                        </p:tgtEl>
                                      </p:cBhvr>
                                    </p:animEffect>
                                  </p:childTnLst>
                                </p:cTn>
                              </p:par>
                            </p:childTnLst>
                          </p:cTn>
                        </p:par>
                        <p:par>
                          <p:cTn id="114" fill="hold">
                            <p:stCondLst>
                              <p:cond delay="6050"/>
                            </p:stCondLst>
                            <p:childTnLst>
                              <p:par>
                                <p:cTn id="115" presetID="53" presetClass="entr" presetSubtype="16" fill="hold" grpId="0" nodeType="afterEffect">
                                  <p:stCondLst>
                                    <p:cond delay="0"/>
                                  </p:stCondLst>
                                  <p:childTnLst>
                                    <p:set>
                                      <p:cBhvr>
                                        <p:cTn id="116" dur="1" fill="hold">
                                          <p:stCondLst>
                                            <p:cond delay="0"/>
                                          </p:stCondLst>
                                        </p:cTn>
                                        <p:tgtEl>
                                          <p:spTgt spid="42"/>
                                        </p:tgtEl>
                                        <p:attrNameLst>
                                          <p:attrName>style.visibility</p:attrName>
                                        </p:attrNameLst>
                                      </p:cBhvr>
                                      <p:to>
                                        <p:strVal val="visible"/>
                                      </p:to>
                                    </p:set>
                                    <p:anim calcmode="lin" valueType="num">
                                      <p:cBhvr>
                                        <p:cTn id="117" dur="250" fill="hold"/>
                                        <p:tgtEl>
                                          <p:spTgt spid="42"/>
                                        </p:tgtEl>
                                        <p:attrNameLst>
                                          <p:attrName>ppt_w</p:attrName>
                                        </p:attrNameLst>
                                      </p:cBhvr>
                                      <p:tavLst>
                                        <p:tav tm="0">
                                          <p:val>
                                            <p:fltVal val="0"/>
                                          </p:val>
                                        </p:tav>
                                        <p:tav tm="100000">
                                          <p:val>
                                            <p:strVal val="#ppt_w"/>
                                          </p:val>
                                        </p:tav>
                                      </p:tavLst>
                                    </p:anim>
                                    <p:anim calcmode="lin" valueType="num">
                                      <p:cBhvr>
                                        <p:cTn id="118" dur="250" fill="hold"/>
                                        <p:tgtEl>
                                          <p:spTgt spid="42"/>
                                        </p:tgtEl>
                                        <p:attrNameLst>
                                          <p:attrName>ppt_h</p:attrName>
                                        </p:attrNameLst>
                                      </p:cBhvr>
                                      <p:tavLst>
                                        <p:tav tm="0">
                                          <p:val>
                                            <p:fltVal val="0"/>
                                          </p:val>
                                        </p:tav>
                                        <p:tav tm="100000">
                                          <p:val>
                                            <p:strVal val="#ppt_h"/>
                                          </p:val>
                                        </p:tav>
                                      </p:tavLst>
                                    </p:anim>
                                    <p:animEffect transition="in" filter="fade">
                                      <p:cBhvr>
                                        <p:cTn id="119" dur="250"/>
                                        <p:tgtEl>
                                          <p:spTgt spid="42"/>
                                        </p:tgtEl>
                                      </p:cBhvr>
                                    </p:animEffect>
                                  </p:childTnLst>
                                </p:cTn>
                              </p:par>
                              <p:par>
                                <p:cTn id="120" presetID="6" presetClass="emph" presetSubtype="0" decel="100000" fill="hold" grpId="1" nodeType="withEffect">
                                  <p:stCondLst>
                                    <p:cond delay="200"/>
                                  </p:stCondLst>
                                  <p:childTnLst>
                                    <p:animScale>
                                      <p:cBhvr>
                                        <p:cTn id="121" dur="250" fill="hold"/>
                                        <p:tgtEl>
                                          <p:spTgt spid="42"/>
                                        </p:tgtEl>
                                      </p:cBhvr>
                                      <p:by x="120000" y="120000"/>
                                    </p:animScale>
                                  </p:childTnLst>
                                </p:cTn>
                              </p:par>
                              <p:par>
                                <p:cTn id="122" presetID="6" presetClass="emph" presetSubtype="0" decel="100000" fill="hold" grpId="2" nodeType="withEffect">
                                  <p:stCondLst>
                                    <p:cond delay="400"/>
                                  </p:stCondLst>
                                  <p:childTnLst>
                                    <p:animScale>
                                      <p:cBhvr>
                                        <p:cTn id="123" dur="250" fill="hold"/>
                                        <p:tgtEl>
                                          <p:spTgt spid="42"/>
                                        </p:tgtEl>
                                      </p:cBhvr>
                                      <p:by x="83000" y="83000"/>
                                    </p:animScale>
                                  </p:childTnLst>
                                </p:cTn>
                              </p:par>
                              <p:par>
                                <p:cTn id="124" presetID="53" presetClass="entr" presetSubtype="16" fill="hold" grpId="0" nodeType="withEffect">
                                  <p:stCondLst>
                                    <p:cond delay="400"/>
                                  </p:stCondLst>
                                  <p:childTnLst>
                                    <p:set>
                                      <p:cBhvr>
                                        <p:cTn id="125" dur="1" fill="hold">
                                          <p:stCondLst>
                                            <p:cond delay="0"/>
                                          </p:stCondLst>
                                        </p:cTn>
                                        <p:tgtEl>
                                          <p:spTgt spid="58"/>
                                        </p:tgtEl>
                                        <p:attrNameLst>
                                          <p:attrName>style.visibility</p:attrName>
                                        </p:attrNameLst>
                                      </p:cBhvr>
                                      <p:to>
                                        <p:strVal val="visible"/>
                                      </p:to>
                                    </p:set>
                                    <p:anim calcmode="lin" valueType="num">
                                      <p:cBhvr>
                                        <p:cTn id="126" dur="250" fill="hold"/>
                                        <p:tgtEl>
                                          <p:spTgt spid="58"/>
                                        </p:tgtEl>
                                        <p:attrNameLst>
                                          <p:attrName>ppt_w</p:attrName>
                                        </p:attrNameLst>
                                      </p:cBhvr>
                                      <p:tavLst>
                                        <p:tav tm="0">
                                          <p:val>
                                            <p:fltVal val="0"/>
                                          </p:val>
                                        </p:tav>
                                        <p:tav tm="100000">
                                          <p:val>
                                            <p:strVal val="#ppt_w"/>
                                          </p:val>
                                        </p:tav>
                                      </p:tavLst>
                                    </p:anim>
                                    <p:anim calcmode="lin" valueType="num">
                                      <p:cBhvr>
                                        <p:cTn id="127" dur="250" fill="hold"/>
                                        <p:tgtEl>
                                          <p:spTgt spid="58"/>
                                        </p:tgtEl>
                                        <p:attrNameLst>
                                          <p:attrName>ppt_h</p:attrName>
                                        </p:attrNameLst>
                                      </p:cBhvr>
                                      <p:tavLst>
                                        <p:tav tm="0">
                                          <p:val>
                                            <p:fltVal val="0"/>
                                          </p:val>
                                        </p:tav>
                                        <p:tav tm="100000">
                                          <p:val>
                                            <p:strVal val="#ppt_h"/>
                                          </p:val>
                                        </p:tav>
                                      </p:tavLst>
                                    </p:anim>
                                    <p:animEffect transition="in" filter="fade">
                                      <p:cBhvr>
                                        <p:cTn id="128" dur="250"/>
                                        <p:tgtEl>
                                          <p:spTgt spid="58"/>
                                        </p:tgtEl>
                                      </p:cBhvr>
                                    </p:animEffect>
                                  </p:childTnLst>
                                </p:cTn>
                              </p:par>
                              <p:par>
                                <p:cTn id="129" presetID="6" presetClass="emph" presetSubtype="0" decel="100000" fill="hold" grpId="1" nodeType="withEffect">
                                  <p:stCondLst>
                                    <p:cond delay="600"/>
                                  </p:stCondLst>
                                  <p:childTnLst>
                                    <p:animScale>
                                      <p:cBhvr>
                                        <p:cTn id="130" dur="250" fill="hold"/>
                                        <p:tgtEl>
                                          <p:spTgt spid="58"/>
                                        </p:tgtEl>
                                      </p:cBhvr>
                                      <p:by x="120000" y="120000"/>
                                    </p:animScale>
                                  </p:childTnLst>
                                </p:cTn>
                              </p:par>
                              <p:par>
                                <p:cTn id="131" presetID="6" presetClass="emph" presetSubtype="0" decel="100000" fill="hold" grpId="2" nodeType="withEffect">
                                  <p:stCondLst>
                                    <p:cond delay="800"/>
                                  </p:stCondLst>
                                  <p:childTnLst>
                                    <p:animScale>
                                      <p:cBhvr>
                                        <p:cTn id="132" dur="250" fill="hold"/>
                                        <p:tgtEl>
                                          <p:spTgt spid="58"/>
                                        </p:tgtEl>
                                      </p:cBhvr>
                                      <p:by x="83000" y="83000"/>
                                    </p:animScale>
                                  </p:childTnLst>
                                </p:cTn>
                              </p:par>
                              <p:par>
                                <p:cTn id="133" presetID="53" presetClass="entr" presetSubtype="16" fill="hold" grpId="0" nodeType="withEffect">
                                  <p:stCondLst>
                                    <p:cond delay="500"/>
                                  </p:stCondLst>
                                  <p:childTnLst>
                                    <p:set>
                                      <p:cBhvr>
                                        <p:cTn id="134" dur="1" fill="hold">
                                          <p:stCondLst>
                                            <p:cond delay="0"/>
                                          </p:stCondLst>
                                        </p:cTn>
                                        <p:tgtEl>
                                          <p:spTgt spid="44"/>
                                        </p:tgtEl>
                                        <p:attrNameLst>
                                          <p:attrName>style.visibility</p:attrName>
                                        </p:attrNameLst>
                                      </p:cBhvr>
                                      <p:to>
                                        <p:strVal val="visible"/>
                                      </p:to>
                                    </p:set>
                                    <p:anim calcmode="lin" valueType="num">
                                      <p:cBhvr>
                                        <p:cTn id="135" dur="500" fill="hold"/>
                                        <p:tgtEl>
                                          <p:spTgt spid="44"/>
                                        </p:tgtEl>
                                        <p:attrNameLst>
                                          <p:attrName>ppt_w</p:attrName>
                                        </p:attrNameLst>
                                      </p:cBhvr>
                                      <p:tavLst>
                                        <p:tav tm="0">
                                          <p:val>
                                            <p:fltVal val="0"/>
                                          </p:val>
                                        </p:tav>
                                        <p:tav tm="100000">
                                          <p:val>
                                            <p:strVal val="#ppt_w"/>
                                          </p:val>
                                        </p:tav>
                                      </p:tavLst>
                                    </p:anim>
                                    <p:anim calcmode="lin" valueType="num">
                                      <p:cBhvr>
                                        <p:cTn id="136" dur="500" fill="hold"/>
                                        <p:tgtEl>
                                          <p:spTgt spid="44"/>
                                        </p:tgtEl>
                                        <p:attrNameLst>
                                          <p:attrName>ppt_h</p:attrName>
                                        </p:attrNameLst>
                                      </p:cBhvr>
                                      <p:tavLst>
                                        <p:tav tm="0">
                                          <p:val>
                                            <p:fltVal val="0"/>
                                          </p:val>
                                        </p:tav>
                                        <p:tav tm="100000">
                                          <p:val>
                                            <p:strVal val="#ppt_h"/>
                                          </p:val>
                                        </p:tav>
                                      </p:tavLst>
                                    </p:anim>
                                    <p:animEffect transition="in" filter="fade">
                                      <p:cBhvr>
                                        <p:cTn id="137" dur="500"/>
                                        <p:tgtEl>
                                          <p:spTgt spid="44"/>
                                        </p:tgtEl>
                                      </p:cBhvr>
                                    </p:animEffect>
                                  </p:childTnLst>
                                </p:cTn>
                              </p:par>
                              <p:par>
                                <p:cTn id="138" presetID="63" presetClass="path" presetSubtype="0" accel="50000" decel="50000" fill="hold" grpId="1" nodeType="withEffect">
                                  <p:stCondLst>
                                    <p:cond delay="500"/>
                                  </p:stCondLst>
                                  <p:childTnLst>
                                    <p:animMotion origin="layout" path="M 3.75E-6 2.22222E-6 L 0.13906 2.22222E-6 " pathEditMode="relative" rAng="0" ptsTypes="AA">
                                      <p:cBhvr>
                                        <p:cTn id="139" dur="1000" spd="-100000" fill="hold"/>
                                        <p:tgtEl>
                                          <p:spTgt spid="44"/>
                                        </p:tgtEl>
                                        <p:attrNameLst>
                                          <p:attrName>ppt_x</p:attrName>
                                          <p:attrName>ppt_y</p:attrName>
                                        </p:attrNameLst>
                                      </p:cBhvr>
                                      <p:rCtr x="6953" y="0"/>
                                    </p:animMotion>
                                  </p:childTnLst>
                                </p:cTn>
                              </p:par>
                              <p:par>
                                <p:cTn id="140" presetID="53" presetClass="entr" presetSubtype="16" fill="hold" grpId="0" nodeType="withEffect">
                                  <p:stCondLst>
                                    <p:cond delay="1000"/>
                                  </p:stCondLst>
                                  <p:iterate type="lt">
                                    <p:tmPct val="10000"/>
                                  </p:iterate>
                                  <p:childTnLst>
                                    <p:set>
                                      <p:cBhvr>
                                        <p:cTn id="141" dur="1" fill="hold">
                                          <p:stCondLst>
                                            <p:cond delay="0"/>
                                          </p:stCondLst>
                                        </p:cTn>
                                        <p:tgtEl>
                                          <p:spTgt spid="43"/>
                                        </p:tgtEl>
                                        <p:attrNameLst>
                                          <p:attrName>style.visibility</p:attrName>
                                        </p:attrNameLst>
                                      </p:cBhvr>
                                      <p:to>
                                        <p:strVal val="visible"/>
                                      </p:to>
                                    </p:set>
                                    <p:anim calcmode="lin" valueType="num">
                                      <p:cBhvr>
                                        <p:cTn id="142" dur="250" fill="hold"/>
                                        <p:tgtEl>
                                          <p:spTgt spid="43"/>
                                        </p:tgtEl>
                                        <p:attrNameLst>
                                          <p:attrName>ppt_w</p:attrName>
                                        </p:attrNameLst>
                                      </p:cBhvr>
                                      <p:tavLst>
                                        <p:tav tm="0">
                                          <p:val>
                                            <p:fltVal val="0"/>
                                          </p:val>
                                        </p:tav>
                                        <p:tav tm="100000">
                                          <p:val>
                                            <p:strVal val="#ppt_w"/>
                                          </p:val>
                                        </p:tav>
                                      </p:tavLst>
                                    </p:anim>
                                    <p:anim calcmode="lin" valueType="num">
                                      <p:cBhvr>
                                        <p:cTn id="143" dur="250" fill="hold"/>
                                        <p:tgtEl>
                                          <p:spTgt spid="43"/>
                                        </p:tgtEl>
                                        <p:attrNameLst>
                                          <p:attrName>ppt_h</p:attrName>
                                        </p:attrNameLst>
                                      </p:cBhvr>
                                      <p:tavLst>
                                        <p:tav tm="0">
                                          <p:val>
                                            <p:fltVal val="0"/>
                                          </p:val>
                                        </p:tav>
                                        <p:tav tm="100000">
                                          <p:val>
                                            <p:strVal val="#ppt_h"/>
                                          </p:val>
                                        </p:tav>
                                      </p:tavLst>
                                    </p:anim>
                                    <p:animEffect transition="in" filter="fade">
                                      <p:cBhvr>
                                        <p:cTn id="144" dur="250"/>
                                        <p:tgtEl>
                                          <p:spTgt spid="43"/>
                                        </p:tgtEl>
                                      </p:cBhvr>
                                    </p:animEffect>
                                  </p:childTnLst>
                                </p:cTn>
                              </p:par>
                            </p:childTnLst>
                          </p:cTn>
                        </p:par>
                        <p:par>
                          <p:cTn id="145" fill="hold">
                            <p:stCondLst>
                              <p:cond delay="8600"/>
                            </p:stCondLst>
                            <p:childTnLst>
                              <p:par>
                                <p:cTn id="146" presetID="53" presetClass="entr" presetSubtype="16" fill="hold" grpId="0" nodeType="afterEffect">
                                  <p:stCondLst>
                                    <p:cond delay="0"/>
                                  </p:stCondLst>
                                  <p:childTnLst>
                                    <p:set>
                                      <p:cBhvr>
                                        <p:cTn id="147" dur="1" fill="hold">
                                          <p:stCondLst>
                                            <p:cond delay="0"/>
                                          </p:stCondLst>
                                        </p:cTn>
                                        <p:tgtEl>
                                          <p:spTgt spid="39"/>
                                        </p:tgtEl>
                                        <p:attrNameLst>
                                          <p:attrName>style.visibility</p:attrName>
                                        </p:attrNameLst>
                                      </p:cBhvr>
                                      <p:to>
                                        <p:strVal val="visible"/>
                                      </p:to>
                                    </p:set>
                                    <p:anim calcmode="lin" valueType="num">
                                      <p:cBhvr>
                                        <p:cTn id="148" dur="250" fill="hold"/>
                                        <p:tgtEl>
                                          <p:spTgt spid="39"/>
                                        </p:tgtEl>
                                        <p:attrNameLst>
                                          <p:attrName>ppt_w</p:attrName>
                                        </p:attrNameLst>
                                      </p:cBhvr>
                                      <p:tavLst>
                                        <p:tav tm="0">
                                          <p:val>
                                            <p:fltVal val="0"/>
                                          </p:val>
                                        </p:tav>
                                        <p:tav tm="100000">
                                          <p:val>
                                            <p:strVal val="#ppt_w"/>
                                          </p:val>
                                        </p:tav>
                                      </p:tavLst>
                                    </p:anim>
                                    <p:anim calcmode="lin" valueType="num">
                                      <p:cBhvr>
                                        <p:cTn id="149" dur="250" fill="hold"/>
                                        <p:tgtEl>
                                          <p:spTgt spid="39"/>
                                        </p:tgtEl>
                                        <p:attrNameLst>
                                          <p:attrName>ppt_h</p:attrName>
                                        </p:attrNameLst>
                                      </p:cBhvr>
                                      <p:tavLst>
                                        <p:tav tm="0">
                                          <p:val>
                                            <p:fltVal val="0"/>
                                          </p:val>
                                        </p:tav>
                                        <p:tav tm="100000">
                                          <p:val>
                                            <p:strVal val="#ppt_h"/>
                                          </p:val>
                                        </p:tav>
                                      </p:tavLst>
                                    </p:anim>
                                    <p:animEffect transition="in" filter="fade">
                                      <p:cBhvr>
                                        <p:cTn id="150" dur="250"/>
                                        <p:tgtEl>
                                          <p:spTgt spid="39"/>
                                        </p:tgtEl>
                                      </p:cBhvr>
                                    </p:animEffect>
                                  </p:childTnLst>
                                </p:cTn>
                              </p:par>
                              <p:par>
                                <p:cTn id="151" presetID="6" presetClass="emph" presetSubtype="0" decel="100000" fill="hold" grpId="1" nodeType="withEffect">
                                  <p:stCondLst>
                                    <p:cond delay="200"/>
                                  </p:stCondLst>
                                  <p:childTnLst>
                                    <p:animScale>
                                      <p:cBhvr>
                                        <p:cTn id="152" dur="250" fill="hold"/>
                                        <p:tgtEl>
                                          <p:spTgt spid="39"/>
                                        </p:tgtEl>
                                      </p:cBhvr>
                                      <p:by x="120000" y="120000"/>
                                    </p:animScale>
                                  </p:childTnLst>
                                </p:cTn>
                              </p:par>
                              <p:par>
                                <p:cTn id="153" presetID="6" presetClass="emph" presetSubtype="0" decel="100000" fill="hold" grpId="2" nodeType="withEffect">
                                  <p:stCondLst>
                                    <p:cond delay="400"/>
                                  </p:stCondLst>
                                  <p:childTnLst>
                                    <p:animScale>
                                      <p:cBhvr>
                                        <p:cTn id="154" dur="250" fill="hold"/>
                                        <p:tgtEl>
                                          <p:spTgt spid="39"/>
                                        </p:tgtEl>
                                      </p:cBhvr>
                                      <p:by x="83000" y="83000"/>
                                    </p:animScale>
                                  </p:childTnLst>
                                </p:cTn>
                              </p:par>
                              <p:par>
                                <p:cTn id="155" presetID="53" presetClass="entr" presetSubtype="16" fill="hold" grpId="0" nodeType="withEffect">
                                  <p:stCondLst>
                                    <p:cond delay="400"/>
                                  </p:stCondLst>
                                  <p:childTnLst>
                                    <p:set>
                                      <p:cBhvr>
                                        <p:cTn id="156" dur="1" fill="hold">
                                          <p:stCondLst>
                                            <p:cond delay="0"/>
                                          </p:stCondLst>
                                        </p:cTn>
                                        <p:tgtEl>
                                          <p:spTgt spid="56"/>
                                        </p:tgtEl>
                                        <p:attrNameLst>
                                          <p:attrName>style.visibility</p:attrName>
                                        </p:attrNameLst>
                                      </p:cBhvr>
                                      <p:to>
                                        <p:strVal val="visible"/>
                                      </p:to>
                                    </p:set>
                                    <p:anim calcmode="lin" valueType="num">
                                      <p:cBhvr>
                                        <p:cTn id="157" dur="250" fill="hold"/>
                                        <p:tgtEl>
                                          <p:spTgt spid="56"/>
                                        </p:tgtEl>
                                        <p:attrNameLst>
                                          <p:attrName>ppt_w</p:attrName>
                                        </p:attrNameLst>
                                      </p:cBhvr>
                                      <p:tavLst>
                                        <p:tav tm="0">
                                          <p:val>
                                            <p:fltVal val="0"/>
                                          </p:val>
                                        </p:tav>
                                        <p:tav tm="100000">
                                          <p:val>
                                            <p:strVal val="#ppt_w"/>
                                          </p:val>
                                        </p:tav>
                                      </p:tavLst>
                                    </p:anim>
                                    <p:anim calcmode="lin" valueType="num">
                                      <p:cBhvr>
                                        <p:cTn id="158" dur="250" fill="hold"/>
                                        <p:tgtEl>
                                          <p:spTgt spid="56"/>
                                        </p:tgtEl>
                                        <p:attrNameLst>
                                          <p:attrName>ppt_h</p:attrName>
                                        </p:attrNameLst>
                                      </p:cBhvr>
                                      <p:tavLst>
                                        <p:tav tm="0">
                                          <p:val>
                                            <p:fltVal val="0"/>
                                          </p:val>
                                        </p:tav>
                                        <p:tav tm="100000">
                                          <p:val>
                                            <p:strVal val="#ppt_h"/>
                                          </p:val>
                                        </p:tav>
                                      </p:tavLst>
                                    </p:anim>
                                    <p:animEffect transition="in" filter="fade">
                                      <p:cBhvr>
                                        <p:cTn id="159" dur="250"/>
                                        <p:tgtEl>
                                          <p:spTgt spid="56"/>
                                        </p:tgtEl>
                                      </p:cBhvr>
                                    </p:animEffect>
                                  </p:childTnLst>
                                </p:cTn>
                              </p:par>
                              <p:par>
                                <p:cTn id="160" presetID="6" presetClass="emph" presetSubtype="0" decel="100000" fill="hold" grpId="1" nodeType="withEffect">
                                  <p:stCondLst>
                                    <p:cond delay="600"/>
                                  </p:stCondLst>
                                  <p:childTnLst>
                                    <p:animScale>
                                      <p:cBhvr>
                                        <p:cTn id="161" dur="250" fill="hold"/>
                                        <p:tgtEl>
                                          <p:spTgt spid="56"/>
                                        </p:tgtEl>
                                      </p:cBhvr>
                                      <p:by x="120000" y="120000"/>
                                    </p:animScale>
                                  </p:childTnLst>
                                </p:cTn>
                              </p:par>
                              <p:par>
                                <p:cTn id="162" presetID="6" presetClass="emph" presetSubtype="0" decel="100000" fill="hold" grpId="2" nodeType="withEffect">
                                  <p:stCondLst>
                                    <p:cond delay="800"/>
                                  </p:stCondLst>
                                  <p:childTnLst>
                                    <p:animScale>
                                      <p:cBhvr>
                                        <p:cTn id="163" dur="250" fill="hold"/>
                                        <p:tgtEl>
                                          <p:spTgt spid="56"/>
                                        </p:tgtEl>
                                      </p:cBhvr>
                                      <p:by x="83000" y="83000"/>
                                    </p:animScale>
                                  </p:childTnLst>
                                </p:cTn>
                              </p:par>
                              <p:par>
                                <p:cTn id="164" presetID="53" presetClass="entr" presetSubtype="16" fill="hold" grpId="0" nodeType="withEffect">
                                  <p:stCondLst>
                                    <p:cond delay="500"/>
                                  </p:stCondLst>
                                  <p:childTnLst>
                                    <p:set>
                                      <p:cBhvr>
                                        <p:cTn id="165" dur="1" fill="hold">
                                          <p:stCondLst>
                                            <p:cond delay="0"/>
                                          </p:stCondLst>
                                        </p:cTn>
                                        <p:tgtEl>
                                          <p:spTgt spid="41"/>
                                        </p:tgtEl>
                                        <p:attrNameLst>
                                          <p:attrName>style.visibility</p:attrName>
                                        </p:attrNameLst>
                                      </p:cBhvr>
                                      <p:to>
                                        <p:strVal val="visible"/>
                                      </p:to>
                                    </p:set>
                                    <p:anim calcmode="lin" valueType="num">
                                      <p:cBhvr>
                                        <p:cTn id="166" dur="500" fill="hold"/>
                                        <p:tgtEl>
                                          <p:spTgt spid="41"/>
                                        </p:tgtEl>
                                        <p:attrNameLst>
                                          <p:attrName>ppt_w</p:attrName>
                                        </p:attrNameLst>
                                      </p:cBhvr>
                                      <p:tavLst>
                                        <p:tav tm="0">
                                          <p:val>
                                            <p:fltVal val="0"/>
                                          </p:val>
                                        </p:tav>
                                        <p:tav tm="100000">
                                          <p:val>
                                            <p:strVal val="#ppt_w"/>
                                          </p:val>
                                        </p:tav>
                                      </p:tavLst>
                                    </p:anim>
                                    <p:anim calcmode="lin" valueType="num">
                                      <p:cBhvr>
                                        <p:cTn id="167" dur="500" fill="hold"/>
                                        <p:tgtEl>
                                          <p:spTgt spid="41"/>
                                        </p:tgtEl>
                                        <p:attrNameLst>
                                          <p:attrName>ppt_h</p:attrName>
                                        </p:attrNameLst>
                                      </p:cBhvr>
                                      <p:tavLst>
                                        <p:tav tm="0">
                                          <p:val>
                                            <p:fltVal val="0"/>
                                          </p:val>
                                        </p:tav>
                                        <p:tav tm="100000">
                                          <p:val>
                                            <p:strVal val="#ppt_h"/>
                                          </p:val>
                                        </p:tav>
                                      </p:tavLst>
                                    </p:anim>
                                    <p:animEffect transition="in" filter="fade">
                                      <p:cBhvr>
                                        <p:cTn id="168" dur="500"/>
                                        <p:tgtEl>
                                          <p:spTgt spid="41"/>
                                        </p:tgtEl>
                                      </p:cBhvr>
                                    </p:animEffect>
                                  </p:childTnLst>
                                </p:cTn>
                              </p:par>
                              <p:par>
                                <p:cTn id="169" presetID="63" presetClass="path" presetSubtype="0" accel="50000" decel="50000" fill="hold" grpId="1" nodeType="withEffect">
                                  <p:stCondLst>
                                    <p:cond delay="500"/>
                                  </p:stCondLst>
                                  <p:childTnLst>
                                    <p:animMotion origin="layout" path="M -3.75E-6 -4.81481E-6 L 0.13907 -4.81481E-6 " pathEditMode="relative" rAng="0" ptsTypes="AA">
                                      <p:cBhvr>
                                        <p:cTn id="170" dur="1000" spd="-100000" fill="hold"/>
                                        <p:tgtEl>
                                          <p:spTgt spid="41"/>
                                        </p:tgtEl>
                                        <p:attrNameLst>
                                          <p:attrName>ppt_x</p:attrName>
                                          <p:attrName>ppt_y</p:attrName>
                                        </p:attrNameLst>
                                      </p:cBhvr>
                                      <p:rCtr x="6953" y="0"/>
                                    </p:animMotion>
                                  </p:childTnLst>
                                </p:cTn>
                              </p:par>
                              <p:par>
                                <p:cTn id="171" presetID="53" presetClass="entr" presetSubtype="16" fill="hold" grpId="0" nodeType="withEffect">
                                  <p:stCondLst>
                                    <p:cond delay="1000"/>
                                  </p:stCondLst>
                                  <p:iterate type="lt">
                                    <p:tmPct val="10000"/>
                                  </p:iterate>
                                  <p:childTnLst>
                                    <p:set>
                                      <p:cBhvr>
                                        <p:cTn id="172" dur="1" fill="hold">
                                          <p:stCondLst>
                                            <p:cond delay="0"/>
                                          </p:stCondLst>
                                        </p:cTn>
                                        <p:tgtEl>
                                          <p:spTgt spid="40"/>
                                        </p:tgtEl>
                                        <p:attrNameLst>
                                          <p:attrName>style.visibility</p:attrName>
                                        </p:attrNameLst>
                                      </p:cBhvr>
                                      <p:to>
                                        <p:strVal val="visible"/>
                                      </p:to>
                                    </p:set>
                                    <p:anim calcmode="lin" valueType="num">
                                      <p:cBhvr>
                                        <p:cTn id="173" dur="250" fill="hold"/>
                                        <p:tgtEl>
                                          <p:spTgt spid="40"/>
                                        </p:tgtEl>
                                        <p:attrNameLst>
                                          <p:attrName>ppt_w</p:attrName>
                                        </p:attrNameLst>
                                      </p:cBhvr>
                                      <p:tavLst>
                                        <p:tav tm="0">
                                          <p:val>
                                            <p:fltVal val="0"/>
                                          </p:val>
                                        </p:tav>
                                        <p:tav tm="100000">
                                          <p:val>
                                            <p:strVal val="#ppt_w"/>
                                          </p:val>
                                        </p:tav>
                                      </p:tavLst>
                                    </p:anim>
                                    <p:anim calcmode="lin" valueType="num">
                                      <p:cBhvr>
                                        <p:cTn id="174" dur="250" fill="hold"/>
                                        <p:tgtEl>
                                          <p:spTgt spid="40"/>
                                        </p:tgtEl>
                                        <p:attrNameLst>
                                          <p:attrName>ppt_h</p:attrName>
                                        </p:attrNameLst>
                                      </p:cBhvr>
                                      <p:tavLst>
                                        <p:tav tm="0">
                                          <p:val>
                                            <p:fltVal val="0"/>
                                          </p:val>
                                        </p:tav>
                                        <p:tav tm="100000">
                                          <p:val>
                                            <p:strVal val="#ppt_h"/>
                                          </p:val>
                                        </p:tav>
                                      </p:tavLst>
                                    </p:anim>
                                    <p:animEffect transition="in" filter="fade">
                                      <p:cBhvr>
                                        <p:cTn id="175" dur="250"/>
                                        <p:tgtEl>
                                          <p:spTgt spid="40"/>
                                        </p:tgtEl>
                                      </p:cBhvr>
                                    </p:animEffect>
                                  </p:childTnLst>
                                </p:cTn>
                              </p:par>
                            </p:childTnLst>
                          </p:cTn>
                        </p:par>
                        <p:par>
                          <p:cTn id="176" fill="hold">
                            <p:stCondLst>
                              <p:cond delay="11150"/>
                            </p:stCondLst>
                            <p:childTnLst>
                              <p:par>
                                <p:cTn id="177" presetID="53" presetClass="entr" presetSubtype="16" fill="hold" grpId="0" nodeType="afterEffect">
                                  <p:stCondLst>
                                    <p:cond delay="0"/>
                                  </p:stCondLst>
                                  <p:childTnLst>
                                    <p:set>
                                      <p:cBhvr>
                                        <p:cTn id="178" dur="1" fill="hold">
                                          <p:stCondLst>
                                            <p:cond delay="0"/>
                                          </p:stCondLst>
                                        </p:cTn>
                                        <p:tgtEl>
                                          <p:spTgt spid="45"/>
                                        </p:tgtEl>
                                        <p:attrNameLst>
                                          <p:attrName>style.visibility</p:attrName>
                                        </p:attrNameLst>
                                      </p:cBhvr>
                                      <p:to>
                                        <p:strVal val="visible"/>
                                      </p:to>
                                    </p:set>
                                    <p:anim calcmode="lin" valueType="num">
                                      <p:cBhvr>
                                        <p:cTn id="179" dur="250" fill="hold"/>
                                        <p:tgtEl>
                                          <p:spTgt spid="45"/>
                                        </p:tgtEl>
                                        <p:attrNameLst>
                                          <p:attrName>ppt_w</p:attrName>
                                        </p:attrNameLst>
                                      </p:cBhvr>
                                      <p:tavLst>
                                        <p:tav tm="0">
                                          <p:val>
                                            <p:fltVal val="0"/>
                                          </p:val>
                                        </p:tav>
                                        <p:tav tm="100000">
                                          <p:val>
                                            <p:strVal val="#ppt_w"/>
                                          </p:val>
                                        </p:tav>
                                      </p:tavLst>
                                    </p:anim>
                                    <p:anim calcmode="lin" valueType="num">
                                      <p:cBhvr>
                                        <p:cTn id="180" dur="250" fill="hold"/>
                                        <p:tgtEl>
                                          <p:spTgt spid="45"/>
                                        </p:tgtEl>
                                        <p:attrNameLst>
                                          <p:attrName>ppt_h</p:attrName>
                                        </p:attrNameLst>
                                      </p:cBhvr>
                                      <p:tavLst>
                                        <p:tav tm="0">
                                          <p:val>
                                            <p:fltVal val="0"/>
                                          </p:val>
                                        </p:tav>
                                        <p:tav tm="100000">
                                          <p:val>
                                            <p:strVal val="#ppt_h"/>
                                          </p:val>
                                        </p:tav>
                                      </p:tavLst>
                                    </p:anim>
                                    <p:animEffect transition="in" filter="fade">
                                      <p:cBhvr>
                                        <p:cTn id="181" dur="250"/>
                                        <p:tgtEl>
                                          <p:spTgt spid="45"/>
                                        </p:tgtEl>
                                      </p:cBhvr>
                                    </p:animEffect>
                                  </p:childTnLst>
                                </p:cTn>
                              </p:par>
                              <p:par>
                                <p:cTn id="182" presetID="6" presetClass="emph" presetSubtype="0" decel="100000" fill="hold" grpId="1" nodeType="withEffect">
                                  <p:stCondLst>
                                    <p:cond delay="200"/>
                                  </p:stCondLst>
                                  <p:childTnLst>
                                    <p:animScale>
                                      <p:cBhvr>
                                        <p:cTn id="183" dur="250" fill="hold"/>
                                        <p:tgtEl>
                                          <p:spTgt spid="45"/>
                                        </p:tgtEl>
                                      </p:cBhvr>
                                      <p:by x="120000" y="120000"/>
                                    </p:animScale>
                                  </p:childTnLst>
                                </p:cTn>
                              </p:par>
                              <p:par>
                                <p:cTn id="184" presetID="6" presetClass="emph" presetSubtype="0" decel="100000" fill="hold" grpId="2" nodeType="withEffect">
                                  <p:stCondLst>
                                    <p:cond delay="400"/>
                                  </p:stCondLst>
                                  <p:childTnLst>
                                    <p:animScale>
                                      <p:cBhvr>
                                        <p:cTn id="185" dur="250" fill="hold"/>
                                        <p:tgtEl>
                                          <p:spTgt spid="45"/>
                                        </p:tgtEl>
                                      </p:cBhvr>
                                      <p:by x="83000" y="83000"/>
                                    </p:animScale>
                                  </p:childTnLst>
                                </p:cTn>
                              </p:par>
                              <p:par>
                                <p:cTn id="186" presetID="53" presetClass="entr" presetSubtype="16" fill="hold" grpId="0" nodeType="withEffect">
                                  <p:stCondLst>
                                    <p:cond delay="400"/>
                                  </p:stCondLst>
                                  <p:childTnLst>
                                    <p:set>
                                      <p:cBhvr>
                                        <p:cTn id="187" dur="1" fill="hold">
                                          <p:stCondLst>
                                            <p:cond delay="0"/>
                                          </p:stCondLst>
                                        </p:cTn>
                                        <p:tgtEl>
                                          <p:spTgt spid="55"/>
                                        </p:tgtEl>
                                        <p:attrNameLst>
                                          <p:attrName>style.visibility</p:attrName>
                                        </p:attrNameLst>
                                      </p:cBhvr>
                                      <p:to>
                                        <p:strVal val="visible"/>
                                      </p:to>
                                    </p:set>
                                    <p:anim calcmode="lin" valueType="num">
                                      <p:cBhvr>
                                        <p:cTn id="188" dur="250" fill="hold"/>
                                        <p:tgtEl>
                                          <p:spTgt spid="55"/>
                                        </p:tgtEl>
                                        <p:attrNameLst>
                                          <p:attrName>ppt_w</p:attrName>
                                        </p:attrNameLst>
                                      </p:cBhvr>
                                      <p:tavLst>
                                        <p:tav tm="0">
                                          <p:val>
                                            <p:fltVal val="0"/>
                                          </p:val>
                                        </p:tav>
                                        <p:tav tm="100000">
                                          <p:val>
                                            <p:strVal val="#ppt_w"/>
                                          </p:val>
                                        </p:tav>
                                      </p:tavLst>
                                    </p:anim>
                                    <p:anim calcmode="lin" valueType="num">
                                      <p:cBhvr>
                                        <p:cTn id="189" dur="250" fill="hold"/>
                                        <p:tgtEl>
                                          <p:spTgt spid="55"/>
                                        </p:tgtEl>
                                        <p:attrNameLst>
                                          <p:attrName>ppt_h</p:attrName>
                                        </p:attrNameLst>
                                      </p:cBhvr>
                                      <p:tavLst>
                                        <p:tav tm="0">
                                          <p:val>
                                            <p:fltVal val="0"/>
                                          </p:val>
                                        </p:tav>
                                        <p:tav tm="100000">
                                          <p:val>
                                            <p:strVal val="#ppt_h"/>
                                          </p:val>
                                        </p:tav>
                                      </p:tavLst>
                                    </p:anim>
                                    <p:animEffect transition="in" filter="fade">
                                      <p:cBhvr>
                                        <p:cTn id="190" dur="250"/>
                                        <p:tgtEl>
                                          <p:spTgt spid="55"/>
                                        </p:tgtEl>
                                      </p:cBhvr>
                                    </p:animEffect>
                                  </p:childTnLst>
                                </p:cTn>
                              </p:par>
                              <p:par>
                                <p:cTn id="191" presetID="6" presetClass="emph" presetSubtype="0" decel="100000" fill="hold" grpId="1" nodeType="withEffect">
                                  <p:stCondLst>
                                    <p:cond delay="600"/>
                                  </p:stCondLst>
                                  <p:childTnLst>
                                    <p:animScale>
                                      <p:cBhvr>
                                        <p:cTn id="192" dur="250" fill="hold"/>
                                        <p:tgtEl>
                                          <p:spTgt spid="55"/>
                                        </p:tgtEl>
                                      </p:cBhvr>
                                      <p:by x="120000" y="120000"/>
                                    </p:animScale>
                                  </p:childTnLst>
                                </p:cTn>
                              </p:par>
                              <p:par>
                                <p:cTn id="193" presetID="6" presetClass="emph" presetSubtype="0" decel="100000" fill="hold" grpId="2" nodeType="withEffect">
                                  <p:stCondLst>
                                    <p:cond delay="800"/>
                                  </p:stCondLst>
                                  <p:childTnLst>
                                    <p:animScale>
                                      <p:cBhvr>
                                        <p:cTn id="194" dur="250" fill="hold"/>
                                        <p:tgtEl>
                                          <p:spTgt spid="55"/>
                                        </p:tgtEl>
                                      </p:cBhvr>
                                      <p:by x="83000" y="83000"/>
                                    </p:animScale>
                                  </p:childTnLst>
                                </p:cTn>
                              </p:par>
                              <p:par>
                                <p:cTn id="195" presetID="53" presetClass="entr" presetSubtype="16" fill="hold" grpId="0" nodeType="withEffect">
                                  <p:stCondLst>
                                    <p:cond delay="500"/>
                                  </p:stCondLst>
                                  <p:childTnLst>
                                    <p:set>
                                      <p:cBhvr>
                                        <p:cTn id="196" dur="1" fill="hold">
                                          <p:stCondLst>
                                            <p:cond delay="0"/>
                                          </p:stCondLst>
                                        </p:cTn>
                                        <p:tgtEl>
                                          <p:spTgt spid="47"/>
                                        </p:tgtEl>
                                        <p:attrNameLst>
                                          <p:attrName>style.visibility</p:attrName>
                                        </p:attrNameLst>
                                      </p:cBhvr>
                                      <p:to>
                                        <p:strVal val="visible"/>
                                      </p:to>
                                    </p:set>
                                    <p:anim calcmode="lin" valueType="num">
                                      <p:cBhvr>
                                        <p:cTn id="197" dur="500" fill="hold"/>
                                        <p:tgtEl>
                                          <p:spTgt spid="47"/>
                                        </p:tgtEl>
                                        <p:attrNameLst>
                                          <p:attrName>ppt_w</p:attrName>
                                        </p:attrNameLst>
                                      </p:cBhvr>
                                      <p:tavLst>
                                        <p:tav tm="0">
                                          <p:val>
                                            <p:fltVal val="0"/>
                                          </p:val>
                                        </p:tav>
                                        <p:tav tm="100000">
                                          <p:val>
                                            <p:strVal val="#ppt_w"/>
                                          </p:val>
                                        </p:tav>
                                      </p:tavLst>
                                    </p:anim>
                                    <p:anim calcmode="lin" valueType="num">
                                      <p:cBhvr>
                                        <p:cTn id="198" dur="500" fill="hold"/>
                                        <p:tgtEl>
                                          <p:spTgt spid="47"/>
                                        </p:tgtEl>
                                        <p:attrNameLst>
                                          <p:attrName>ppt_h</p:attrName>
                                        </p:attrNameLst>
                                      </p:cBhvr>
                                      <p:tavLst>
                                        <p:tav tm="0">
                                          <p:val>
                                            <p:fltVal val="0"/>
                                          </p:val>
                                        </p:tav>
                                        <p:tav tm="100000">
                                          <p:val>
                                            <p:strVal val="#ppt_h"/>
                                          </p:val>
                                        </p:tav>
                                      </p:tavLst>
                                    </p:anim>
                                    <p:animEffect transition="in" filter="fade">
                                      <p:cBhvr>
                                        <p:cTn id="199" dur="500"/>
                                        <p:tgtEl>
                                          <p:spTgt spid="47"/>
                                        </p:tgtEl>
                                      </p:cBhvr>
                                    </p:animEffect>
                                  </p:childTnLst>
                                </p:cTn>
                              </p:par>
                              <p:par>
                                <p:cTn id="200" presetID="63" presetClass="path" presetSubtype="0" accel="50000" decel="50000" fill="hold" grpId="1" nodeType="withEffect">
                                  <p:stCondLst>
                                    <p:cond delay="500"/>
                                  </p:stCondLst>
                                  <p:childTnLst>
                                    <p:animMotion origin="layout" path="M 3.75E-6 -4.81481E-6 L 0.13906 -4.81481E-6 " pathEditMode="relative" rAng="0" ptsTypes="AA">
                                      <p:cBhvr>
                                        <p:cTn id="201" dur="1000" spd="-100000" fill="hold"/>
                                        <p:tgtEl>
                                          <p:spTgt spid="47"/>
                                        </p:tgtEl>
                                        <p:attrNameLst>
                                          <p:attrName>ppt_x</p:attrName>
                                          <p:attrName>ppt_y</p:attrName>
                                        </p:attrNameLst>
                                      </p:cBhvr>
                                      <p:rCtr x="6953" y="0"/>
                                    </p:animMotion>
                                  </p:childTnLst>
                                </p:cTn>
                              </p:par>
                              <p:par>
                                <p:cTn id="202" presetID="53" presetClass="entr" presetSubtype="16" fill="hold" grpId="0" nodeType="withEffect">
                                  <p:stCondLst>
                                    <p:cond delay="1000"/>
                                  </p:stCondLst>
                                  <p:iterate type="lt">
                                    <p:tmPct val="10000"/>
                                  </p:iterate>
                                  <p:childTnLst>
                                    <p:set>
                                      <p:cBhvr>
                                        <p:cTn id="203" dur="1" fill="hold">
                                          <p:stCondLst>
                                            <p:cond delay="0"/>
                                          </p:stCondLst>
                                        </p:cTn>
                                        <p:tgtEl>
                                          <p:spTgt spid="46"/>
                                        </p:tgtEl>
                                        <p:attrNameLst>
                                          <p:attrName>style.visibility</p:attrName>
                                        </p:attrNameLst>
                                      </p:cBhvr>
                                      <p:to>
                                        <p:strVal val="visible"/>
                                      </p:to>
                                    </p:set>
                                    <p:anim calcmode="lin" valueType="num">
                                      <p:cBhvr>
                                        <p:cTn id="204" dur="250" fill="hold"/>
                                        <p:tgtEl>
                                          <p:spTgt spid="46"/>
                                        </p:tgtEl>
                                        <p:attrNameLst>
                                          <p:attrName>ppt_w</p:attrName>
                                        </p:attrNameLst>
                                      </p:cBhvr>
                                      <p:tavLst>
                                        <p:tav tm="0">
                                          <p:val>
                                            <p:fltVal val="0"/>
                                          </p:val>
                                        </p:tav>
                                        <p:tav tm="100000">
                                          <p:val>
                                            <p:strVal val="#ppt_w"/>
                                          </p:val>
                                        </p:tav>
                                      </p:tavLst>
                                    </p:anim>
                                    <p:anim calcmode="lin" valueType="num">
                                      <p:cBhvr>
                                        <p:cTn id="205" dur="250" fill="hold"/>
                                        <p:tgtEl>
                                          <p:spTgt spid="46"/>
                                        </p:tgtEl>
                                        <p:attrNameLst>
                                          <p:attrName>ppt_h</p:attrName>
                                        </p:attrNameLst>
                                      </p:cBhvr>
                                      <p:tavLst>
                                        <p:tav tm="0">
                                          <p:val>
                                            <p:fltVal val="0"/>
                                          </p:val>
                                        </p:tav>
                                        <p:tav tm="100000">
                                          <p:val>
                                            <p:strVal val="#ppt_h"/>
                                          </p:val>
                                        </p:tav>
                                      </p:tavLst>
                                    </p:anim>
                                    <p:animEffect transition="in" filter="fade">
                                      <p:cBhvr>
                                        <p:cTn id="206" dur="2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4" grpId="1"/>
      <p:bldP spid="36" grpId="0" animBg="1"/>
      <p:bldP spid="36" grpId="1" animBg="1"/>
      <p:bldP spid="36" grpId="2" animBg="1"/>
      <p:bldP spid="37" grpId="0"/>
      <p:bldP spid="38" grpId="0"/>
      <p:bldP spid="38" grpId="1"/>
      <p:bldP spid="39" grpId="0" animBg="1"/>
      <p:bldP spid="39" grpId="1" animBg="1"/>
      <p:bldP spid="39" grpId="2" animBg="1"/>
      <p:bldP spid="40" grpId="0"/>
      <p:bldP spid="41" grpId="0"/>
      <p:bldP spid="41" grpId="1"/>
      <p:bldP spid="42" grpId="0" animBg="1"/>
      <p:bldP spid="42" grpId="1" animBg="1"/>
      <p:bldP spid="42" grpId="2" animBg="1"/>
      <p:bldP spid="43" grpId="0"/>
      <p:bldP spid="44" grpId="0"/>
      <p:bldP spid="44" grpId="1"/>
      <p:bldP spid="45" grpId="0" animBg="1"/>
      <p:bldP spid="45" grpId="1" animBg="1"/>
      <p:bldP spid="45" grpId="2" animBg="1"/>
      <p:bldP spid="46" grpId="0"/>
      <p:bldP spid="47" grpId="0"/>
      <p:bldP spid="47" grpId="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animBg="1"/>
      <p:bldP spid="55" grpId="1" animBg="1"/>
      <p:bldP spid="55" grpId="2" animBg="1"/>
      <p:bldP spid="56" grpId="0" animBg="1"/>
      <p:bldP spid="56" grpId="1" animBg="1"/>
      <p:bldP spid="56" grpId="2" animBg="1"/>
      <p:bldP spid="57" grpId="0" animBg="1"/>
      <p:bldP spid="57" grpId="1" animBg="1"/>
      <p:bldP spid="57" grpId="2" animBg="1"/>
      <p:bldP spid="58" grpId="0" animBg="1"/>
      <p:bldP spid="58" grpId="1" animBg="1"/>
      <p:bldP spid="58" grpId="2" animBg="1"/>
      <p:bldP spid="59" grpId="0" animBg="1"/>
      <p:bldP spid="59"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组合 66"/>
          <p:cNvGrpSpPr/>
          <p:nvPr/>
        </p:nvGrpSpPr>
        <p:grpSpPr>
          <a:xfrm>
            <a:off x="450633" y="228814"/>
            <a:ext cx="720000" cy="720000"/>
            <a:chOff x="450633" y="228814"/>
            <a:chExt cx="720000" cy="720000"/>
          </a:xfrm>
        </p:grpSpPr>
        <p:sp>
          <p:nvSpPr>
            <p:cNvPr id="68" name="椭圆 67"/>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9"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70" name="文本框 69"/>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新年工作重点</a:t>
            </a:r>
          </a:p>
        </p:txBody>
      </p:sp>
      <p:cxnSp>
        <p:nvCxnSpPr>
          <p:cNvPr id="71" name="直接连接符 70"/>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grpSp>
        <p:nvGrpSpPr>
          <p:cNvPr id="72" name="Group 73"/>
          <p:cNvGrpSpPr>
            <a:grpSpLocks noChangeAspect="1"/>
          </p:cNvGrpSpPr>
          <p:nvPr/>
        </p:nvGrpSpPr>
        <p:grpSpPr>
          <a:xfrm>
            <a:off x="672147" y="1443061"/>
            <a:ext cx="1564435" cy="4712400"/>
            <a:chOff x="2031209" y="3465939"/>
            <a:chExt cx="1849437" cy="5568019"/>
          </a:xfrm>
          <a:effectLst>
            <a:outerShdw blurRad="254000" dist="152400" dir="2700000" algn="tl" rotWithShape="0">
              <a:prstClr val="black">
                <a:alpha val="60000"/>
              </a:prstClr>
            </a:outerShdw>
          </a:effectLst>
        </p:grpSpPr>
        <p:sp>
          <p:nvSpPr>
            <p:cNvPr id="73" name="Freeform 17"/>
            <p:cNvSpPr>
              <a:spLocks/>
            </p:cNvSpPr>
            <p:nvPr/>
          </p:nvSpPr>
          <p:spPr bwMode="auto">
            <a:xfrm>
              <a:off x="2884490" y="6007527"/>
              <a:ext cx="141288" cy="3026431"/>
            </a:xfrm>
            <a:custGeom>
              <a:avLst/>
              <a:gdLst>
                <a:gd name="T0" fmla="*/ 0 w 35"/>
                <a:gd name="T1" fmla="*/ 65 h 83"/>
                <a:gd name="T2" fmla="*/ 17 w 35"/>
                <a:gd name="T3" fmla="*/ 83 h 83"/>
                <a:gd name="T4" fmla="*/ 35 w 35"/>
                <a:gd name="T5" fmla="*/ 65 h 83"/>
                <a:gd name="T6" fmla="*/ 35 w 35"/>
                <a:gd name="T7" fmla="*/ 0 h 83"/>
                <a:gd name="T8" fmla="*/ 0 w 35"/>
                <a:gd name="T9" fmla="*/ 0 h 83"/>
                <a:gd name="T10" fmla="*/ 0 w 35"/>
                <a:gd name="T11" fmla="*/ 65 h 83"/>
              </a:gdLst>
              <a:ahLst/>
              <a:cxnLst>
                <a:cxn ang="0">
                  <a:pos x="T0" y="T1"/>
                </a:cxn>
                <a:cxn ang="0">
                  <a:pos x="T2" y="T3"/>
                </a:cxn>
                <a:cxn ang="0">
                  <a:pos x="T4" y="T5"/>
                </a:cxn>
                <a:cxn ang="0">
                  <a:pos x="T6" y="T7"/>
                </a:cxn>
                <a:cxn ang="0">
                  <a:pos x="T8" y="T9"/>
                </a:cxn>
                <a:cxn ang="0">
                  <a:pos x="T10" y="T11"/>
                </a:cxn>
              </a:cxnLst>
              <a:rect l="0" t="0" r="r" b="b"/>
              <a:pathLst>
                <a:path w="35" h="83">
                  <a:moveTo>
                    <a:pt x="0" y="65"/>
                  </a:moveTo>
                  <a:cubicBezTo>
                    <a:pt x="0" y="75"/>
                    <a:pt x="7" y="83"/>
                    <a:pt x="17" y="83"/>
                  </a:cubicBezTo>
                  <a:cubicBezTo>
                    <a:pt x="27" y="83"/>
                    <a:pt x="35" y="75"/>
                    <a:pt x="35" y="65"/>
                  </a:cubicBezTo>
                  <a:cubicBezTo>
                    <a:pt x="35" y="0"/>
                    <a:pt x="35" y="0"/>
                    <a:pt x="35" y="0"/>
                  </a:cubicBezTo>
                  <a:cubicBezTo>
                    <a:pt x="0" y="0"/>
                    <a:pt x="0" y="0"/>
                    <a:pt x="0" y="0"/>
                  </a:cubicBezTo>
                  <a:lnTo>
                    <a:pt x="0" y="65"/>
                  </a:lnTo>
                  <a:close/>
                </a:path>
              </a:pathLst>
            </a:custGeom>
            <a:solidFill>
              <a:srgbClr val="17406D">
                <a:lumMod val="75000"/>
              </a:srgbClr>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74" name="Freeform 5"/>
            <p:cNvSpPr>
              <a:spLocks/>
            </p:cNvSpPr>
            <p:nvPr/>
          </p:nvSpPr>
          <p:spPr bwMode="auto">
            <a:xfrm>
              <a:off x="2031209" y="3465939"/>
              <a:ext cx="923925" cy="2566988"/>
            </a:xfrm>
            <a:custGeom>
              <a:avLst/>
              <a:gdLst>
                <a:gd name="T0" fmla="*/ 0 w 245"/>
                <a:gd name="T1" fmla="*/ 429 h 682"/>
                <a:gd name="T2" fmla="*/ 245 w 245"/>
                <a:gd name="T3" fmla="*/ 682 h 682"/>
                <a:gd name="T4" fmla="*/ 245 w 245"/>
                <a:gd name="T5" fmla="*/ 0 h 682"/>
                <a:gd name="T6" fmla="*/ 0 w 245"/>
                <a:gd name="T7" fmla="*/ 429 h 682"/>
              </a:gdLst>
              <a:ahLst/>
              <a:cxnLst>
                <a:cxn ang="0">
                  <a:pos x="T0" y="T1"/>
                </a:cxn>
                <a:cxn ang="0">
                  <a:pos x="T2" y="T3"/>
                </a:cxn>
                <a:cxn ang="0">
                  <a:pos x="T4" y="T5"/>
                </a:cxn>
                <a:cxn ang="0">
                  <a:pos x="T6" y="T7"/>
                </a:cxn>
              </a:cxnLst>
              <a:rect l="0" t="0" r="r" b="b"/>
              <a:pathLst>
                <a:path w="245" h="682">
                  <a:moveTo>
                    <a:pt x="0" y="429"/>
                  </a:moveTo>
                  <a:cubicBezTo>
                    <a:pt x="0" y="617"/>
                    <a:pt x="165" y="682"/>
                    <a:pt x="245" y="682"/>
                  </a:cubicBezTo>
                  <a:cubicBezTo>
                    <a:pt x="245" y="0"/>
                    <a:pt x="245" y="0"/>
                    <a:pt x="245" y="0"/>
                  </a:cubicBezTo>
                  <a:cubicBezTo>
                    <a:pt x="245" y="0"/>
                    <a:pt x="0" y="241"/>
                    <a:pt x="0" y="429"/>
                  </a:cubicBezTo>
                  <a:close/>
                </a:path>
              </a:pathLst>
            </a:custGeom>
            <a:solidFill>
              <a:srgbClr val="17406D"/>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75" name="Freeform 6"/>
            <p:cNvSpPr>
              <a:spLocks/>
            </p:cNvSpPr>
            <p:nvPr/>
          </p:nvSpPr>
          <p:spPr bwMode="auto">
            <a:xfrm>
              <a:off x="2955134" y="3465939"/>
              <a:ext cx="925512" cy="2566988"/>
            </a:xfrm>
            <a:custGeom>
              <a:avLst/>
              <a:gdLst>
                <a:gd name="T0" fmla="*/ 0 w 245"/>
                <a:gd name="T1" fmla="*/ 0 h 682"/>
                <a:gd name="T2" fmla="*/ 0 w 245"/>
                <a:gd name="T3" fmla="*/ 682 h 682"/>
                <a:gd name="T4" fmla="*/ 245 w 245"/>
                <a:gd name="T5" fmla="*/ 429 h 682"/>
                <a:gd name="T6" fmla="*/ 0 w 245"/>
                <a:gd name="T7" fmla="*/ 0 h 682"/>
              </a:gdLst>
              <a:ahLst/>
              <a:cxnLst>
                <a:cxn ang="0">
                  <a:pos x="T0" y="T1"/>
                </a:cxn>
                <a:cxn ang="0">
                  <a:pos x="T2" y="T3"/>
                </a:cxn>
                <a:cxn ang="0">
                  <a:pos x="T4" y="T5"/>
                </a:cxn>
                <a:cxn ang="0">
                  <a:pos x="T6" y="T7"/>
                </a:cxn>
              </a:cxnLst>
              <a:rect l="0" t="0" r="r" b="b"/>
              <a:pathLst>
                <a:path w="245" h="682">
                  <a:moveTo>
                    <a:pt x="0" y="0"/>
                  </a:moveTo>
                  <a:cubicBezTo>
                    <a:pt x="0" y="682"/>
                    <a:pt x="0" y="682"/>
                    <a:pt x="0" y="682"/>
                  </a:cubicBezTo>
                  <a:cubicBezTo>
                    <a:pt x="80" y="682"/>
                    <a:pt x="245" y="617"/>
                    <a:pt x="245" y="429"/>
                  </a:cubicBezTo>
                  <a:cubicBezTo>
                    <a:pt x="245" y="241"/>
                    <a:pt x="0" y="0"/>
                    <a:pt x="0" y="0"/>
                  </a:cubicBezTo>
                  <a:close/>
                </a:path>
              </a:pathLst>
            </a:custGeom>
            <a:solidFill>
              <a:srgbClr val="17406D">
                <a:lumMod val="75000"/>
              </a:srgbClr>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nvGrpSpPr>
            <p:cNvPr id="76" name="Group 77"/>
            <p:cNvGrpSpPr/>
            <p:nvPr/>
          </p:nvGrpSpPr>
          <p:grpSpPr>
            <a:xfrm>
              <a:off x="2307434" y="3958064"/>
              <a:ext cx="1296987" cy="1885951"/>
              <a:chOff x="4360863" y="3244850"/>
              <a:chExt cx="1296987" cy="1885951"/>
            </a:xfrm>
            <a:solidFill>
              <a:srgbClr val="FFFFFF">
                <a:alpha val="10000"/>
              </a:srgbClr>
            </a:solidFill>
          </p:grpSpPr>
          <p:sp>
            <p:nvSpPr>
              <p:cNvPr id="77" name="Freeform 7"/>
              <p:cNvSpPr>
                <a:spLocks/>
              </p:cNvSpPr>
              <p:nvPr/>
            </p:nvSpPr>
            <p:spPr bwMode="auto">
              <a:xfrm>
                <a:off x="4492625" y="4818063"/>
                <a:ext cx="1033462" cy="312738"/>
              </a:xfrm>
              <a:custGeom>
                <a:avLst/>
                <a:gdLst>
                  <a:gd name="T0" fmla="*/ 639 w 651"/>
                  <a:gd name="T1" fmla="*/ 0 h 197"/>
                  <a:gd name="T2" fmla="*/ 325 w 651"/>
                  <a:gd name="T3" fmla="*/ 166 h 197"/>
                  <a:gd name="T4" fmla="*/ 12 w 651"/>
                  <a:gd name="T5" fmla="*/ 0 h 197"/>
                  <a:gd name="T6" fmla="*/ 0 w 651"/>
                  <a:gd name="T7" fmla="*/ 24 h 197"/>
                  <a:gd name="T8" fmla="*/ 325 w 651"/>
                  <a:gd name="T9" fmla="*/ 195 h 197"/>
                  <a:gd name="T10" fmla="*/ 325 w 651"/>
                  <a:gd name="T11" fmla="*/ 197 h 197"/>
                  <a:gd name="T12" fmla="*/ 325 w 651"/>
                  <a:gd name="T13" fmla="*/ 197 h 197"/>
                  <a:gd name="T14" fmla="*/ 325 w 651"/>
                  <a:gd name="T15" fmla="*/ 197 h 197"/>
                  <a:gd name="T16" fmla="*/ 325 w 651"/>
                  <a:gd name="T17" fmla="*/ 195 h 197"/>
                  <a:gd name="T18" fmla="*/ 651 w 651"/>
                  <a:gd name="T19" fmla="*/ 24 h 197"/>
                  <a:gd name="T20" fmla="*/ 639 w 651"/>
                  <a:gd name="T21"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1" h="197">
                    <a:moveTo>
                      <a:pt x="639" y="0"/>
                    </a:moveTo>
                    <a:lnTo>
                      <a:pt x="325" y="166"/>
                    </a:lnTo>
                    <a:lnTo>
                      <a:pt x="12" y="0"/>
                    </a:lnTo>
                    <a:lnTo>
                      <a:pt x="0" y="24"/>
                    </a:lnTo>
                    <a:lnTo>
                      <a:pt x="325" y="195"/>
                    </a:lnTo>
                    <a:lnTo>
                      <a:pt x="325" y="197"/>
                    </a:lnTo>
                    <a:lnTo>
                      <a:pt x="325" y="197"/>
                    </a:lnTo>
                    <a:lnTo>
                      <a:pt x="325" y="197"/>
                    </a:lnTo>
                    <a:lnTo>
                      <a:pt x="325" y="195"/>
                    </a:lnTo>
                    <a:lnTo>
                      <a:pt x="651" y="24"/>
                    </a:lnTo>
                    <a:lnTo>
                      <a:pt x="6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78" name="Freeform 8"/>
              <p:cNvSpPr>
                <a:spLocks/>
              </p:cNvSpPr>
              <p:nvPr/>
            </p:nvSpPr>
            <p:spPr bwMode="auto">
              <a:xfrm>
                <a:off x="4360863" y="4452938"/>
                <a:ext cx="1296987" cy="381000"/>
              </a:xfrm>
              <a:custGeom>
                <a:avLst/>
                <a:gdLst>
                  <a:gd name="T0" fmla="*/ 408 w 817"/>
                  <a:gd name="T1" fmla="*/ 211 h 240"/>
                  <a:gd name="T2" fmla="*/ 12 w 817"/>
                  <a:gd name="T3" fmla="*/ 0 h 240"/>
                  <a:gd name="T4" fmla="*/ 0 w 817"/>
                  <a:gd name="T5" fmla="*/ 24 h 240"/>
                  <a:gd name="T6" fmla="*/ 408 w 817"/>
                  <a:gd name="T7" fmla="*/ 240 h 240"/>
                  <a:gd name="T8" fmla="*/ 408 w 817"/>
                  <a:gd name="T9" fmla="*/ 240 h 240"/>
                  <a:gd name="T10" fmla="*/ 408 w 817"/>
                  <a:gd name="T11" fmla="*/ 240 h 240"/>
                  <a:gd name="T12" fmla="*/ 408 w 817"/>
                  <a:gd name="T13" fmla="*/ 240 h 240"/>
                  <a:gd name="T14" fmla="*/ 408 w 817"/>
                  <a:gd name="T15" fmla="*/ 240 h 240"/>
                  <a:gd name="T16" fmla="*/ 817 w 817"/>
                  <a:gd name="T17" fmla="*/ 24 h 240"/>
                  <a:gd name="T18" fmla="*/ 805 w 817"/>
                  <a:gd name="T19" fmla="*/ 0 h 240"/>
                  <a:gd name="T20" fmla="*/ 408 w 817"/>
                  <a:gd name="T21" fmla="*/ 21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7" h="240">
                    <a:moveTo>
                      <a:pt x="408" y="211"/>
                    </a:moveTo>
                    <a:lnTo>
                      <a:pt x="12" y="0"/>
                    </a:lnTo>
                    <a:lnTo>
                      <a:pt x="0" y="24"/>
                    </a:lnTo>
                    <a:lnTo>
                      <a:pt x="408" y="240"/>
                    </a:lnTo>
                    <a:lnTo>
                      <a:pt x="408" y="240"/>
                    </a:lnTo>
                    <a:lnTo>
                      <a:pt x="408" y="240"/>
                    </a:lnTo>
                    <a:lnTo>
                      <a:pt x="408" y="240"/>
                    </a:lnTo>
                    <a:lnTo>
                      <a:pt x="408" y="240"/>
                    </a:lnTo>
                    <a:lnTo>
                      <a:pt x="817" y="24"/>
                    </a:lnTo>
                    <a:lnTo>
                      <a:pt x="805" y="0"/>
                    </a:lnTo>
                    <a:lnTo>
                      <a:pt x="408" y="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79" name="Freeform 9"/>
              <p:cNvSpPr>
                <a:spLocks/>
              </p:cNvSpPr>
              <p:nvPr/>
            </p:nvSpPr>
            <p:spPr bwMode="auto">
              <a:xfrm>
                <a:off x="4360863" y="4125913"/>
                <a:ext cx="1296987" cy="381000"/>
              </a:xfrm>
              <a:custGeom>
                <a:avLst/>
                <a:gdLst>
                  <a:gd name="T0" fmla="*/ 408 w 817"/>
                  <a:gd name="T1" fmla="*/ 240 h 240"/>
                  <a:gd name="T2" fmla="*/ 408 w 817"/>
                  <a:gd name="T3" fmla="*/ 240 h 240"/>
                  <a:gd name="T4" fmla="*/ 408 w 817"/>
                  <a:gd name="T5" fmla="*/ 240 h 240"/>
                  <a:gd name="T6" fmla="*/ 408 w 817"/>
                  <a:gd name="T7" fmla="*/ 237 h 240"/>
                  <a:gd name="T8" fmla="*/ 817 w 817"/>
                  <a:gd name="T9" fmla="*/ 21 h 240"/>
                  <a:gd name="T10" fmla="*/ 805 w 817"/>
                  <a:gd name="T11" fmla="*/ 0 h 240"/>
                  <a:gd name="T12" fmla="*/ 408 w 817"/>
                  <a:gd name="T13" fmla="*/ 209 h 240"/>
                  <a:gd name="T14" fmla="*/ 12 w 817"/>
                  <a:gd name="T15" fmla="*/ 0 h 240"/>
                  <a:gd name="T16" fmla="*/ 0 w 817"/>
                  <a:gd name="T17" fmla="*/ 21 h 240"/>
                  <a:gd name="T18" fmla="*/ 408 w 817"/>
                  <a:gd name="T19" fmla="*/ 237 h 240"/>
                  <a:gd name="T20" fmla="*/ 408 w 817"/>
                  <a:gd name="T21"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7" h="240">
                    <a:moveTo>
                      <a:pt x="408" y="240"/>
                    </a:moveTo>
                    <a:lnTo>
                      <a:pt x="408" y="240"/>
                    </a:lnTo>
                    <a:lnTo>
                      <a:pt x="408" y="240"/>
                    </a:lnTo>
                    <a:lnTo>
                      <a:pt x="408" y="237"/>
                    </a:lnTo>
                    <a:lnTo>
                      <a:pt x="817" y="21"/>
                    </a:lnTo>
                    <a:lnTo>
                      <a:pt x="805" y="0"/>
                    </a:lnTo>
                    <a:lnTo>
                      <a:pt x="408" y="209"/>
                    </a:lnTo>
                    <a:lnTo>
                      <a:pt x="12" y="0"/>
                    </a:lnTo>
                    <a:lnTo>
                      <a:pt x="0" y="21"/>
                    </a:lnTo>
                    <a:lnTo>
                      <a:pt x="408" y="237"/>
                    </a:lnTo>
                    <a:lnTo>
                      <a:pt x="408"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80" name="Freeform 10"/>
              <p:cNvSpPr>
                <a:spLocks/>
              </p:cNvSpPr>
              <p:nvPr/>
            </p:nvSpPr>
            <p:spPr bwMode="auto">
              <a:xfrm>
                <a:off x="4492625" y="3829050"/>
                <a:ext cx="1033462" cy="312738"/>
              </a:xfrm>
              <a:custGeom>
                <a:avLst/>
                <a:gdLst>
                  <a:gd name="T0" fmla="*/ 325 w 651"/>
                  <a:gd name="T1" fmla="*/ 197 h 197"/>
                  <a:gd name="T2" fmla="*/ 325 w 651"/>
                  <a:gd name="T3" fmla="*/ 197 h 197"/>
                  <a:gd name="T4" fmla="*/ 325 w 651"/>
                  <a:gd name="T5" fmla="*/ 197 h 197"/>
                  <a:gd name="T6" fmla="*/ 325 w 651"/>
                  <a:gd name="T7" fmla="*/ 197 h 197"/>
                  <a:gd name="T8" fmla="*/ 651 w 651"/>
                  <a:gd name="T9" fmla="*/ 24 h 197"/>
                  <a:gd name="T10" fmla="*/ 639 w 651"/>
                  <a:gd name="T11" fmla="*/ 0 h 197"/>
                  <a:gd name="T12" fmla="*/ 325 w 651"/>
                  <a:gd name="T13" fmla="*/ 166 h 197"/>
                  <a:gd name="T14" fmla="*/ 12 w 651"/>
                  <a:gd name="T15" fmla="*/ 0 h 197"/>
                  <a:gd name="T16" fmla="*/ 0 w 651"/>
                  <a:gd name="T17" fmla="*/ 24 h 197"/>
                  <a:gd name="T18" fmla="*/ 325 w 651"/>
                  <a:gd name="T19" fmla="*/ 197 h 197"/>
                  <a:gd name="T20" fmla="*/ 325 w 651"/>
                  <a:gd name="T2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1" h="197">
                    <a:moveTo>
                      <a:pt x="325" y="197"/>
                    </a:moveTo>
                    <a:lnTo>
                      <a:pt x="325" y="197"/>
                    </a:lnTo>
                    <a:lnTo>
                      <a:pt x="325" y="197"/>
                    </a:lnTo>
                    <a:lnTo>
                      <a:pt x="325" y="197"/>
                    </a:lnTo>
                    <a:lnTo>
                      <a:pt x="651" y="24"/>
                    </a:lnTo>
                    <a:lnTo>
                      <a:pt x="639" y="0"/>
                    </a:lnTo>
                    <a:lnTo>
                      <a:pt x="325" y="166"/>
                    </a:lnTo>
                    <a:lnTo>
                      <a:pt x="12" y="0"/>
                    </a:lnTo>
                    <a:lnTo>
                      <a:pt x="0" y="24"/>
                    </a:lnTo>
                    <a:lnTo>
                      <a:pt x="325" y="197"/>
                    </a:lnTo>
                    <a:lnTo>
                      <a:pt x="325" y="1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81" name="Freeform 11"/>
              <p:cNvSpPr>
                <a:spLocks/>
              </p:cNvSpPr>
              <p:nvPr/>
            </p:nvSpPr>
            <p:spPr bwMode="auto">
              <a:xfrm>
                <a:off x="4684713" y="3549650"/>
                <a:ext cx="649287" cy="211138"/>
              </a:xfrm>
              <a:custGeom>
                <a:avLst/>
                <a:gdLst>
                  <a:gd name="T0" fmla="*/ 204 w 409"/>
                  <a:gd name="T1" fmla="*/ 133 h 133"/>
                  <a:gd name="T2" fmla="*/ 204 w 409"/>
                  <a:gd name="T3" fmla="*/ 133 h 133"/>
                  <a:gd name="T4" fmla="*/ 204 w 409"/>
                  <a:gd name="T5" fmla="*/ 133 h 133"/>
                  <a:gd name="T6" fmla="*/ 204 w 409"/>
                  <a:gd name="T7" fmla="*/ 131 h 133"/>
                  <a:gd name="T8" fmla="*/ 409 w 409"/>
                  <a:gd name="T9" fmla="*/ 24 h 133"/>
                  <a:gd name="T10" fmla="*/ 397 w 409"/>
                  <a:gd name="T11" fmla="*/ 0 h 133"/>
                  <a:gd name="T12" fmla="*/ 204 w 409"/>
                  <a:gd name="T13" fmla="*/ 102 h 133"/>
                  <a:gd name="T14" fmla="*/ 12 w 409"/>
                  <a:gd name="T15" fmla="*/ 0 h 133"/>
                  <a:gd name="T16" fmla="*/ 0 w 409"/>
                  <a:gd name="T17" fmla="*/ 24 h 133"/>
                  <a:gd name="T18" fmla="*/ 204 w 409"/>
                  <a:gd name="T19" fmla="*/ 131 h 133"/>
                  <a:gd name="T20" fmla="*/ 204 w 409"/>
                  <a:gd name="T21"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9" h="133">
                    <a:moveTo>
                      <a:pt x="204" y="133"/>
                    </a:moveTo>
                    <a:lnTo>
                      <a:pt x="204" y="133"/>
                    </a:lnTo>
                    <a:lnTo>
                      <a:pt x="204" y="133"/>
                    </a:lnTo>
                    <a:lnTo>
                      <a:pt x="204" y="131"/>
                    </a:lnTo>
                    <a:lnTo>
                      <a:pt x="409" y="24"/>
                    </a:lnTo>
                    <a:lnTo>
                      <a:pt x="397" y="0"/>
                    </a:lnTo>
                    <a:lnTo>
                      <a:pt x="204" y="102"/>
                    </a:lnTo>
                    <a:lnTo>
                      <a:pt x="12" y="0"/>
                    </a:lnTo>
                    <a:lnTo>
                      <a:pt x="0" y="24"/>
                    </a:lnTo>
                    <a:lnTo>
                      <a:pt x="204" y="131"/>
                    </a:lnTo>
                    <a:lnTo>
                      <a:pt x="204"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82" name="Freeform 12"/>
              <p:cNvSpPr>
                <a:spLocks/>
              </p:cNvSpPr>
              <p:nvPr/>
            </p:nvSpPr>
            <p:spPr bwMode="auto">
              <a:xfrm>
                <a:off x="4772025" y="3244850"/>
                <a:ext cx="474662" cy="161925"/>
              </a:xfrm>
              <a:custGeom>
                <a:avLst/>
                <a:gdLst>
                  <a:gd name="T0" fmla="*/ 149 w 299"/>
                  <a:gd name="T1" fmla="*/ 102 h 102"/>
                  <a:gd name="T2" fmla="*/ 299 w 299"/>
                  <a:gd name="T3" fmla="*/ 24 h 102"/>
                  <a:gd name="T4" fmla="*/ 285 w 299"/>
                  <a:gd name="T5" fmla="*/ 0 h 102"/>
                  <a:gd name="T6" fmla="*/ 152 w 299"/>
                  <a:gd name="T7" fmla="*/ 71 h 102"/>
                  <a:gd name="T8" fmla="*/ 12 w 299"/>
                  <a:gd name="T9" fmla="*/ 3 h 102"/>
                  <a:gd name="T10" fmla="*/ 0 w 299"/>
                  <a:gd name="T11" fmla="*/ 26 h 102"/>
                  <a:gd name="T12" fmla="*/ 147 w 299"/>
                  <a:gd name="T13" fmla="*/ 97 h 102"/>
                  <a:gd name="T14" fmla="*/ 149 w 299"/>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9" h="102">
                    <a:moveTo>
                      <a:pt x="149" y="102"/>
                    </a:moveTo>
                    <a:lnTo>
                      <a:pt x="299" y="24"/>
                    </a:lnTo>
                    <a:lnTo>
                      <a:pt x="285" y="0"/>
                    </a:lnTo>
                    <a:lnTo>
                      <a:pt x="152" y="71"/>
                    </a:lnTo>
                    <a:lnTo>
                      <a:pt x="12" y="3"/>
                    </a:lnTo>
                    <a:lnTo>
                      <a:pt x="0" y="26"/>
                    </a:lnTo>
                    <a:lnTo>
                      <a:pt x="147" y="97"/>
                    </a:lnTo>
                    <a:lnTo>
                      <a:pt x="14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pSp>
      <p:sp>
        <p:nvSpPr>
          <p:cNvPr id="83" name="Freeform 1"/>
          <p:cNvSpPr>
            <a:spLocks noChangeAspect="1" noChangeArrowheads="1"/>
          </p:cNvSpPr>
          <p:nvPr/>
        </p:nvSpPr>
        <p:spPr bwMode="auto">
          <a:xfrm>
            <a:off x="1658326" y="3733221"/>
            <a:ext cx="1153976" cy="1081322"/>
          </a:xfrm>
          <a:custGeom>
            <a:avLst/>
            <a:gdLst>
              <a:gd name="T0" fmla="*/ 4511 w 4512"/>
              <a:gd name="T1" fmla="*/ 0 h 4510"/>
              <a:gd name="T2" fmla="*/ 4511 w 4512"/>
              <a:gd name="T3" fmla="*/ 0 h 4510"/>
              <a:gd name="T4" fmla="*/ 4021 w 4512"/>
              <a:gd name="T5" fmla="*/ 0 h 4510"/>
              <a:gd name="T6" fmla="*/ 4021 w 4512"/>
              <a:gd name="T7" fmla="*/ 0 h 4510"/>
              <a:gd name="T8" fmla="*/ 851 w 4512"/>
              <a:gd name="T9" fmla="*/ 0 h 4510"/>
              <a:gd name="T10" fmla="*/ 799 w 4512"/>
              <a:gd name="T11" fmla="*/ 0 h 4510"/>
              <a:gd name="T12" fmla="*/ 774 w 4512"/>
              <a:gd name="T13" fmla="*/ 0 h 4510"/>
              <a:gd name="T14" fmla="*/ 774 w 4512"/>
              <a:gd name="T15" fmla="*/ 0 h 4510"/>
              <a:gd name="T16" fmla="*/ 0 w 4512"/>
              <a:gd name="T17" fmla="*/ 747 h 4510"/>
              <a:gd name="T18" fmla="*/ 0 w 4512"/>
              <a:gd name="T19" fmla="*/ 747 h 4510"/>
              <a:gd name="T20" fmla="*/ 0 w 4512"/>
              <a:gd name="T21" fmla="*/ 4509 h 4510"/>
              <a:gd name="T22" fmla="*/ 490 w 4512"/>
              <a:gd name="T23" fmla="*/ 4509 h 4510"/>
              <a:gd name="T24" fmla="*/ 490 w 4512"/>
              <a:gd name="T25" fmla="*/ 4509 h 4510"/>
              <a:gd name="T26" fmla="*/ 3660 w 4512"/>
              <a:gd name="T27" fmla="*/ 4509 h 4510"/>
              <a:gd name="T28" fmla="*/ 3738 w 4512"/>
              <a:gd name="T29" fmla="*/ 4509 h 4510"/>
              <a:gd name="T30" fmla="*/ 3789 w 4512"/>
              <a:gd name="T31" fmla="*/ 4509 h 4510"/>
              <a:gd name="T32" fmla="*/ 3789 w 4512"/>
              <a:gd name="T33" fmla="*/ 4509 h 4510"/>
              <a:gd name="T34" fmla="*/ 4511 w 4512"/>
              <a:gd name="T35" fmla="*/ 3788 h 4510"/>
              <a:gd name="T36" fmla="*/ 4511 w 4512"/>
              <a:gd name="T37" fmla="*/ 3788 h 4510"/>
              <a:gd name="T38" fmla="*/ 4511 w 4512"/>
              <a:gd name="T39" fmla="*/ 0 h 4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12" h="4510">
                <a:moveTo>
                  <a:pt x="4511" y="0"/>
                </a:moveTo>
                <a:lnTo>
                  <a:pt x="4511" y="0"/>
                </a:lnTo>
                <a:cubicBezTo>
                  <a:pt x="4021" y="0"/>
                  <a:pt x="4021" y="0"/>
                  <a:pt x="4021" y="0"/>
                </a:cubicBezTo>
                <a:lnTo>
                  <a:pt x="4021" y="0"/>
                </a:lnTo>
                <a:cubicBezTo>
                  <a:pt x="851" y="0"/>
                  <a:pt x="851" y="0"/>
                  <a:pt x="851" y="0"/>
                </a:cubicBezTo>
                <a:cubicBezTo>
                  <a:pt x="825" y="0"/>
                  <a:pt x="825" y="0"/>
                  <a:pt x="799" y="0"/>
                </a:cubicBezTo>
                <a:cubicBezTo>
                  <a:pt x="774" y="0"/>
                  <a:pt x="774" y="0"/>
                  <a:pt x="774" y="0"/>
                </a:cubicBezTo>
                <a:lnTo>
                  <a:pt x="774" y="0"/>
                </a:lnTo>
                <a:cubicBezTo>
                  <a:pt x="361" y="26"/>
                  <a:pt x="52" y="361"/>
                  <a:pt x="0" y="747"/>
                </a:cubicBezTo>
                <a:lnTo>
                  <a:pt x="0" y="747"/>
                </a:lnTo>
                <a:cubicBezTo>
                  <a:pt x="0" y="4509"/>
                  <a:pt x="0" y="4509"/>
                  <a:pt x="0" y="4509"/>
                </a:cubicBezTo>
                <a:cubicBezTo>
                  <a:pt x="490" y="4509"/>
                  <a:pt x="490" y="4509"/>
                  <a:pt x="490" y="4509"/>
                </a:cubicBezTo>
                <a:lnTo>
                  <a:pt x="490" y="4509"/>
                </a:lnTo>
                <a:cubicBezTo>
                  <a:pt x="3660" y="4509"/>
                  <a:pt x="3660" y="4509"/>
                  <a:pt x="3660" y="4509"/>
                </a:cubicBezTo>
                <a:cubicBezTo>
                  <a:pt x="3686" y="4509"/>
                  <a:pt x="3712" y="4509"/>
                  <a:pt x="3738" y="4509"/>
                </a:cubicBezTo>
                <a:cubicBezTo>
                  <a:pt x="3789" y="4509"/>
                  <a:pt x="3789" y="4509"/>
                  <a:pt x="3789" y="4509"/>
                </a:cubicBezTo>
                <a:lnTo>
                  <a:pt x="3789" y="4509"/>
                </a:lnTo>
                <a:cubicBezTo>
                  <a:pt x="4150" y="4457"/>
                  <a:pt x="4460" y="4174"/>
                  <a:pt x="4511" y="3788"/>
                </a:cubicBezTo>
                <a:lnTo>
                  <a:pt x="4511" y="3788"/>
                </a:lnTo>
                <a:lnTo>
                  <a:pt x="4511" y="0"/>
                </a:lnTo>
              </a:path>
            </a:pathLst>
          </a:custGeom>
          <a:gradFill>
            <a:gsLst>
              <a:gs pos="0">
                <a:srgbClr val="17406D"/>
              </a:gs>
              <a:gs pos="100000">
                <a:srgbClr val="17406D">
                  <a:lumMod val="75000"/>
                </a:srgbClr>
              </a:gs>
            </a:gsLst>
            <a:lin ang="2700000" scaled="1"/>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 rotWithShape="0">
              <a:prstClr val="black">
                <a:alpha val="60000"/>
              </a:prstClr>
            </a:outerShdw>
          </a:effectLst>
        </p:spPr>
        <p:txBody>
          <a:bodyPr anchor="ctr"/>
          <a:lstStyle/>
          <a:p>
            <a:pPr marL="0" marR="0" lvl="0" indent="0" algn="ctr" defTabSz="609492"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srgbClr val="FFFFFF"/>
              </a:solidFill>
              <a:effectLst/>
              <a:uLnTx/>
              <a:uFillTx/>
              <a:latin typeface="微软雅黑" panose="020B0503020204020204" pitchFamily="34" charset="-122"/>
            </a:endParaRPr>
          </a:p>
        </p:txBody>
      </p:sp>
      <p:grpSp>
        <p:nvGrpSpPr>
          <p:cNvPr id="84" name="Group 62"/>
          <p:cNvGrpSpPr>
            <a:grpSpLocks noChangeAspect="1"/>
          </p:cNvGrpSpPr>
          <p:nvPr/>
        </p:nvGrpSpPr>
        <p:grpSpPr>
          <a:xfrm>
            <a:off x="3376147" y="1443061"/>
            <a:ext cx="1564435" cy="4712400"/>
            <a:chOff x="3602834" y="3465939"/>
            <a:chExt cx="1849437" cy="5625746"/>
          </a:xfrm>
          <a:effectLst>
            <a:outerShdw blurRad="254000" dist="152400" dir="2700000" algn="tl" rotWithShape="0">
              <a:prstClr val="black">
                <a:alpha val="60000"/>
              </a:prstClr>
            </a:outerShdw>
          </a:effectLst>
        </p:grpSpPr>
        <p:sp>
          <p:nvSpPr>
            <p:cNvPr id="85" name="Freeform 6"/>
            <p:cNvSpPr>
              <a:spLocks/>
            </p:cNvSpPr>
            <p:nvPr/>
          </p:nvSpPr>
          <p:spPr bwMode="auto">
            <a:xfrm>
              <a:off x="4526759" y="3465939"/>
              <a:ext cx="925512" cy="2566988"/>
            </a:xfrm>
            <a:custGeom>
              <a:avLst/>
              <a:gdLst>
                <a:gd name="T0" fmla="*/ 0 w 245"/>
                <a:gd name="T1" fmla="*/ 0 h 682"/>
                <a:gd name="T2" fmla="*/ 0 w 245"/>
                <a:gd name="T3" fmla="*/ 682 h 682"/>
                <a:gd name="T4" fmla="*/ 245 w 245"/>
                <a:gd name="T5" fmla="*/ 429 h 682"/>
                <a:gd name="T6" fmla="*/ 0 w 245"/>
                <a:gd name="T7" fmla="*/ 0 h 682"/>
              </a:gdLst>
              <a:ahLst/>
              <a:cxnLst>
                <a:cxn ang="0">
                  <a:pos x="T0" y="T1"/>
                </a:cxn>
                <a:cxn ang="0">
                  <a:pos x="T2" y="T3"/>
                </a:cxn>
                <a:cxn ang="0">
                  <a:pos x="T4" y="T5"/>
                </a:cxn>
                <a:cxn ang="0">
                  <a:pos x="T6" y="T7"/>
                </a:cxn>
              </a:cxnLst>
              <a:rect l="0" t="0" r="r" b="b"/>
              <a:pathLst>
                <a:path w="245" h="682">
                  <a:moveTo>
                    <a:pt x="0" y="0"/>
                  </a:moveTo>
                  <a:cubicBezTo>
                    <a:pt x="0" y="682"/>
                    <a:pt x="0" y="682"/>
                    <a:pt x="0" y="682"/>
                  </a:cubicBezTo>
                  <a:cubicBezTo>
                    <a:pt x="80" y="682"/>
                    <a:pt x="245" y="617"/>
                    <a:pt x="245" y="429"/>
                  </a:cubicBezTo>
                  <a:cubicBezTo>
                    <a:pt x="245" y="241"/>
                    <a:pt x="0" y="0"/>
                    <a:pt x="0" y="0"/>
                  </a:cubicBezTo>
                  <a:close/>
                </a:path>
              </a:pathLst>
            </a:custGeom>
            <a:solidFill>
              <a:srgbClr val="C00000">
                <a:lumMod val="75000"/>
              </a:srgbClr>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86" name="Freeform 17"/>
            <p:cNvSpPr>
              <a:spLocks/>
            </p:cNvSpPr>
            <p:nvPr/>
          </p:nvSpPr>
          <p:spPr bwMode="auto">
            <a:xfrm>
              <a:off x="4456115" y="6007527"/>
              <a:ext cx="141288" cy="3084158"/>
            </a:xfrm>
            <a:custGeom>
              <a:avLst/>
              <a:gdLst>
                <a:gd name="T0" fmla="*/ 0 w 35"/>
                <a:gd name="T1" fmla="*/ 65 h 83"/>
                <a:gd name="T2" fmla="*/ 17 w 35"/>
                <a:gd name="T3" fmla="*/ 83 h 83"/>
                <a:gd name="T4" fmla="*/ 35 w 35"/>
                <a:gd name="T5" fmla="*/ 65 h 83"/>
                <a:gd name="T6" fmla="*/ 35 w 35"/>
                <a:gd name="T7" fmla="*/ 0 h 83"/>
                <a:gd name="T8" fmla="*/ 0 w 35"/>
                <a:gd name="T9" fmla="*/ 0 h 83"/>
                <a:gd name="T10" fmla="*/ 0 w 35"/>
                <a:gd name="T11" fmla="*/ 65 h 83"/>
              </a:gdLst>
              <a:ahLst/>
              <a:cxnLst>
                <a:cxn ang="0">
                  <a:pos x="T0" y="T1"/>
                </a:cxn>
                <a:cxn ang="0">
                  <a:pos x="T2" y="T3"/>
                </a:cxn>
                <a:cxn ang="0">
                  <a:pos x="T4" y="T5"/>
                </a:cxn>
                <a:cxn ang="0">
                  <a:pos x="T6" y="T7"/>
                </a:cxn>
                <a:cxn ang="0">
                  <a:pos x="T8" y="T9"/>
                </a:cxn>
                <a:cxn ang="0">
                  <a:pos x="T10" y="T11"/>
                </a:cxn>
              </a:cxnLst>
              <a:rect l="0" t="0" r="r" b="b"/>
              <a:pathLst>
                <a:path w="35" h="83">
                  <a:moveTo>
                    <a:pt x="0" y="65"/>
                  </a:moveTo>
                  <a:cubicBezTo>
                    <a:pt x="0" y="75"/>
                    <a:pt x="7" y="83"/>
                    <a:pt x="17" y="83"/>
                  </a:cubicBezTo>
                  <a:cubicBezTo>
                    <a:pt x="27" y="83"/>
                    <a:pt x="35" y="75"/>
                    <a:pt x="35" y="65"/>
                  </a:cubicBezTo>
                  <a:cubicBezTo>
                    <a:pt x="35" y="0"/>
                    <a:pt x="35" y="0"/>
                    <a:pt x="35" y="0"/>
                  </a:cubicBezTo>
                  <a:cubicBezTo>
                    <a:pt x="0" y="0"/>
                    <a:pt x="0" y="0"/>
                    <a:pt x="0" y="0"/>
                  </a:cubicBezTo>
                  <a:lnTo>
                    <a:pt x="0" y="65"/>
                  </a:lnTo>
                  <a:close/>
                </a:path>
              </a:pathLst>
            </a:custGeom>
            <a:solidFill>
              <a:srgbClr val="C00000">
                <a:lumMod val="75000"/>
              </a:srgbClr>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87" name="Freeform 5"/>
            <p:cNvSpPr>
              <a:spLocks/>
            </p:cNvSpPr>
            <p:nvPr/>
          </p:nvSpPr>
          <p:spPr bwMode="auto">
            <a:xfrm>
              <a:off x="3602834" y="3465939"/>
              <a:ext cx="923925" cy="2566988"/>
            </a:xfrm>
            <a:custGeom>
              <a:avLst/>
              <a:gdLst>
                <a:gd name="T0" fmla="*/ 0 w 245"/>
                <a:gd name="T1" fmla="*/ 429 h 682"/>
                <a:gd name="T2" fmla="*/ 245 w 245"/>
                <a:gd name="T3" fmla="*/ 682 h 682"/>
                <a:gd name="T4" fmla="*/ 245 w 245"/>
                <a:gd name="T5" fmla="*/ 0 h 682"/>
                <a:gd name="T6" fmla="*/ 0 w 245"/>
                <a:gd name="T7" fmla="*/ 429 h 682"/>
              </a:gdLst>
              <a:ahLst/>
              <a:cxnLst>
                <a:cxn ang="0">
                  <a:pos x="T0" y="T1"/>
                </a:cxn>
                <a:cxn ang="0">
                  <a:pos x="T2" y="T3"/>
                </a:cxn>
                <a:cxn ang="0">
                  <a:pos x="T4" y="T5"/>
                </a:cxn>
                <a:cxn ang="0">
                  <a:pos x="T6" y="T7"/>
                </a:cxn>
              </a:cxnLst>
              <a:rect l="0" t="0" r="r" b="b"/>
              <a:pathLst>
                <a:path w="245" h="682">
                  <a:moveTo>
                    <a:pt x="0" y="429"/>
                  </a:moveTo>
                  <a:cubicBezTo>
                    <a:pt x="0" y="617"/>
                    <a:pt x="165" y="682"/>
                    <a:pt x="245" y="682"/>
                  </a:cubicBezTo>
                  <a:cubicBezTo>
                    <a:pt x="245" y="0"/>
                    <a:pt x="245" y="0"/>
                    <a:pt x="245" y="0"/>
                  </a:cubicBezTo>
                  <a:cubicBezTo>
                    <a:pt x="245" y="0"/>
                    <a:pt x="0" y="241"/>
                    <a:pt x="0" y="429"/>
                  </a:cubicBezTo>
                  <a:close/>
                </a:path>
              </a:pathLst>
            </a:custGeom>
            <a:solidFill>
              <a:srgbClr val="C00000"/>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nvGrpSpPr>
            <p:cNvPr id="88" name="Group 66"/>
            <p:cNvGrpSpPr/>
            <p:nvPr/>
          </p:nvGrpSpPr>
          <p:grpSpPr>
            <a:xfrm>
              <a:off x="3879059" y="3958064"/>
              <a:ext cx="1296987" cy="1885951"/>
              <a:chOff x="4360863" y="3244850"/>
              <a:chExt cx="1296987" cy="1885951"/>
            </a:xfrm>
            <a:solidFill>
              <a:srgbClr val="FFFFFF">
                <a:alpha val="10000"/>
              </a:srgbClr>
            </a:solidFill>
          </p:grpSpPr>
          <p:sp>
            <p:nvSpPr>
              <p:cNvPr id="89" name="Freeform 7"/>
              <p:cNvSpPr>
                <a:spLocks/>
              </p:cNvSpPr>
              <p:nvPr/>
            </p:nvSpPr>
            <p:spPr bwMode="auto">
              <a:xfrm>
                <a:off x="4492625" y="4818063"/>
                <a:ext cx="1033462" cy="312738"/>
              </a:xfrm>
              <a:custGeom>
                <a:avLst/>
                <a:gdLst>
                  <a:gd name="T0" fmla="*/ 639 w 651"/>
                  <a:gd name="T1" fmla="*/ 0 h 197"/>
                  <a:gd name="T2" fmla="*/ 325 w 651"/>
                  <a:gd name="T3" fmla="*/ 166 h 197"/>
                  <a:gd name="T4" fmla="*/ 12 w 651"/>
                  <a:gd name="T5" fmla="*/ 0 h 197"/>
                  <a:gd name="T6" fmla="*/ 0 w 651"/>
                  <a:gd name="T7" fmla="*/ 24 h 197"/>
                  <a:gd name="T8" fmla="*/ 325 w 651"/>
                  <a:gd name="T9" fmla="*/ 195 h 197"/>
                  <a:gd name="T10" fmla="*/ 325 w 651"/>
                  <a:gd name="T11" fmla="*/ 197 h 197"/>
                  <a:gd name="T12" fmla="*/ 325 w 651"/>
                  <a:gd name="T13" fmla="*/ 197 h 197"/>
                  <a:gd name="T14" fmla="*/ 325 w 651"/>
                  <a:gd name="T15" fmla="*/ 197 h 197"/>
                  <a:gd name="T16" fmla="*/ 325 w 651"/>
                  <a:gd name="T17" fmla="*/ 195 h 197"/>
                  <a:gd name="T18" fmla="*/ 651 w 651"/>
                  <a:gd name="T19" fmla="*/ 24 h 197"/>
                  <a:gd name="T20" fmla="*/ 639 w 651"/>
                  <a:gd name="T21"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1" h="197">
                    <a:moveTo>
                      <a:pt x="639" y="0"/>
                    </a:moveTo>
                    <a:lnTo>
                      <a:pt x="325" y="166"/>
                    </a:lnTo>
                    <a:lnTo>
                      <a:pt x="12" y="0"/>
                    </a:lnTo>
                    <a:lnTo>
                      <a:pt x="0" y="24"/>
                    </a:lnTo>
                    <a:lnTo>
                      <a:pt x="325" y="195"/>
                    </a:lnTo>
                    <a:lnTo>
                      <a:pt x="325" y="197"/>
                    </a:lnTo>
                    <a:lnTo>
                      <a:pt x="325" y="197"/>
                    </a:lnTo>
                    <a:lnTo>
                      <a:pt x="325" y="197"/>
                    </a:lnTo>
                    <a:lnTo>
                      <a:pt x="325" y="195"/>
                    </a:lnTo>
                    <a:lnTo>
                      <a:pt x="651" y="24"/>
                    </a:lnTo>
                    <a:lnTo>
                      <a:pt x="6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90" name="Freeform 8"/>
              <p:cNvSpPr>
                <a:spLocks/>
              </p:cNvSpPr>
              <p:nvPr/>
            </p:nvSpPr>
            <p:spPr bwMode="auto">
              <a:xfrm>
                <a:off x="4360863" y="4452938"/>
                <a:ext cx="1296987" cy="381000"/>
              </a:xfrm>
              <a:custGeom>
                <a:avLst/>
                <a:gdLst>
                  <a:gd name="T0" fmla="*/ 408 w 817"/>
                  <a:gd name="T1" fmla="*/ 211 h 240"/>
                  <a:gd name="T2" fmla="*/ 12 w 817"/>
                  <a:gd name="T3" fmla="*/ 0 h 240"/>
                  <a:gd name="T4" fmla="*/ 0 w 817"/>
                  <a:gd name="T5" fmla="*/ 24 h 240"/>
                  <a:gd name="T6" fmla="*/ 408 w 817"/>
                  <a:gd name="T7" fmla="*/ 240 h 240"/>
                  <a:gd name="T8" fmla="*/ 408 w 817"/>
                  <a:gd name="T9" fmla="*/ 240 h 240"/>
                  <a:gd name="T10" fmla="*/ 408 w 817"/>
                  <a:gd name="T11" fmla="*/ 240 h 240"/>
                  <a:gd name="T12" fmla="*/ 408 w 817"/>
                  <a:gd name="T13" fmla="*/ 240 h 240"/>
                  <a:gd name="T14" fmla="*/ 408 w 817"/>
                  <a:gd name="T15" fmla="*/ 240 h 240"/>
                  <a:gd name="T16" fmla="*/ 817 w 817"/>
                  <a:gd name="T17" fmla="*/ 24 h 240"/>
                  <a:gd name="T18" fmla="*/ 805 w 817"/>
                  <a:gd name="T19" fmla="*/ 0 h 240"/>
                  <a:gd name="T20" fmla="*/ 408 w 817"/>
                  <a:gd name="T21" fmla="*/ 21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7" h="240">
                    <a:moveTo>
                      <a:pt x="408" y="211"/>
                    </a:moveTo>
                    <a:lnTo>
                      <a:pt x="12" y="0"/>
                    </a:lnTo>
                    <a:lnTo>
                      <a:pt x="0" y="24"/>
                    </a:lnTo>
                    <a:lnTo>
                      <a:pt x="408" y="240"/>
                    </a:lnTo>
                    <a:lnTo>
                      <a:pt x="408" y="240"/>
                    </a:lnTo>
                    <a:lnTo>
                      <a:pt x="408" y="240"/>
                    </a:lnTo>
                    <a:lnTo>
                      <a:pt x="408" y="240"/>
                    </a:lnTo>
                    <a:lnTo>
                      <a:pt x="408" y="240"/>
                    </a:lnTo>
                    <a:lnTo>
                      <a:pt x="817" y="24"/>
                    </a:lnTo>
                    <a:lnTo>
                      <a:pt x="805" y="0"/>
                    </a:lnTo>
                    <a:lnTo>
                      <a:pt x="408" y="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91" name="Freeform 9"/>
              <p:cNvSpPr>
                <a:spLocks/>
              </p:cNvSpPr>
              <p:nvPr/>
            </p:nvSpPr>
            <p:spPr bwMode="auto">
              <a:xfrm>
                <a:off x="4360863" y="4125913"/>
                <a:ext cx="1296987" cy="381000"/>
              </a:xfrm>
              <a:custGeom>
                <a:avLst/>
                <a:gdLst>
                  <a:gd name="T0" fmla="*/ 408 w 817"/>
                  <a:gd name="T1" fmla="*/ 240 h 240"/>
                  <a:gd name="T2" fmla="*/ 408 w 817"/>
                  <a:gd name="T3" fmla="*/ 240 h 240"/>
                  <a:gd name="T4" fmla="*/ 408 w 817"/>
                  <a:gd name="T5" fmla="*/ 240 h 240"/>
                  <a:gd name="T6" fmla="*/ 408 w 817"/>
                  <a:gd name="T7" fmla="*/ 237 h 240"/>
                  <a:gd name="T8" fmla="*/ 817 w 817"/>
                  <a:gd name="T9" fmla="*/ 21 h 240"/>
                  <a:gd name="T10" fmla="*/ 805 w 817"/>
                  <a:gd name="T11" fmla="*/ 0 h 240"/>
                  <a:gd name="T12" fmla="*/ 408 w 817"/>
                  <a:gd name="T13" fmla="*/ 209 h 240"/>
                  <a:gd name="T14" fmla="*/ 12 w 817"/>
                  <a:gd name="T15" fmla="*/ 0 h 240"/>
                  <a:gd name="T16" fmla="*/ 0 w 817"/>
                  <a:gd name="T17" fmla="*/ 21 h 240"/>
                  <a:gd name="T18" fmla="*/ 408 w 817"/>
                  <a:gd name="T19" fmla="*/ 237 h 240"/>
                  <a:gd name="T20" fmla="*/ 408 w 817"/>
                  <a:gd name="T21"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7" h="240">
                    <a:moveTo>
                      <a:pt x="408" y="240"/>
                    </a:moveTo>
                    <a:lnTo>
                      <a:pt x="408" y="240"/>
                    </a:lnTo>
                    <a:lnTo>
                      <a:pt x="408" y="240"/>
                    </a:lnTo>
                    <a:lnTo>
                      <a:pt x="408" y="237"/>
                    </a:lnTo>
                    <a:lnTo>
                      <a:pt x="817" y="21"/>
                    </a:lnTo>
                    <a:lnTo>
                      <a:pt x="805" y="0"/>
                    </a:lnTo>
                    <a:lnTo>
                      <a:pt x="408" y="209"/>
                    </a:lnTo>
                    <a:lnTo>
                      <a:pt x="12" y="0"/>
                    </a:lnTo>
                    <a:lnTo>
                      <a:pt x="0" y="21"/>
                    </a:lnTo>
                    <a:lnTo>
                      <a:pt x="408" y="237"/>
                    </a:lnTo>
                    <a:lnTo>
                      <a:pt x="408"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92" name="Freeform 10"/>
              <p:cNvSpPr>
                <a:spLocks/>
              </p:cNvSpPr>
              <p:nvPr/>
            </p:nvSpPr>
            <p:spPr bwMode="auto">
              <a:xfrm>
                <a:off x="4492625" y="3829050"/>
                <a:ext cx="1033462" cy="312738"/>
              </a:xfrm>
              <a:custGeom>
                <a:avLst/>
                <a:gdLst>
                  <a:gd name="T0" fmla="*/ 325 w 651"/>
                  <a:gd name="T1" fmla="*/ 197 h 197"/>
                  <a:gd name="T2" fmla="*/ 325 w 651"/>
                  <a:gd name="T3" fmla="*/ 197 h 197"/>
                  <a:gd name="T4" fmla="*/ 325 w 651"/>
                  <a:gd name="T5" fmla="*/ 197 h 197"/>
                  <a:gd name="T6" fmla="*/ 325 w 651"/>
                  <a:gd name="T7" fmla="*/ 197 h 197"/>
                  <a:gd name="T8" fmla="*/ 651 w 651"/>
                  <a:gd name="T9" fmla="*/ 24 h 197"/>
                  <a:gd name="T10" fmla="*/ 639 w 651"/>
                  <a:gd name="T11" fmla="*/ 0 h 197"/>
                  <a:gd name="T12" fmla="*/ 325 w 651"/>
                  <a:gd name="T13" fmla="*/ 166 h 197"/>
                  <a:gd name="T14" fmla="*/ 12 w 651"/>
                  <a:gd name="T15" fmla="*/ 0 h 197"/>
                  <a:gd name="T16" fmla="*/ 0 w 651"/>
                  <a:gd name="T17" fmla="*/ 24 h 197"/>
                  <a:gd name="T18" fmla="*/ 325 w 651"/>
                  <a:gd name="T19" fmla="*/ 197 h 197"/>
                  <a:gd name="T20" fmla="*/ 325 w 651"/>
                  <a:gd name="T2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1" h="197">
                    <a:moveTo>
                      <a:pt x="325" y="197"/>
                    </a:moveTo>
                    <a:lnTo>
                      <a:pt x="325" y="197"/>
                    </a:lnTo>
                    <a:lnTo>
                      <a:pt x="325" y="197"/>
                    </a:lnTo>
                    <a:lnTo>
                      <a:pt x="325" y="197"/>
                    </a:lnTo>
                    <a:lnTo>
                      <a:pt x="651" y="24"/>
                    </a:lnTo>
                    <a:lnTo>
                      <a:pt x="639" y="0"/>
                    </a:lnTo>
                    <a:lnTo>
                      <a:pt x="325" y="166"/>
                    </a:lnTo>
                    <a:lnTo>
                      <a:pt x="12" y="0"/>
                    </a:lnTo>
                    <a:lnTo>
                      <a:pt x="0" y="24"/>
                    </a:lnTo>
                    <a:lnTo>
                      <a:pt x="325" y="197"/>
                    </a:lnTo>
                    <a:lnTo>
                      <a:pt x="325" y="1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93" name="Freeform 11"/>
              <p:cNvSpPr>
                <a:spLocks/>
              </p:cNvSpPr>
              <p:nvPr/>
            </p:nvSpPr>
            <p:spPr bwMode="auto">
              <a:xfrm>
                <a:off x="4684713" y="3549650"/>
                <a:ext cx="649287" cy="211138"/>
              </a:xfrm>
              <a:custGeom>
                <a:avLst/>
                <a:gdLst>
                  <a:gd name="T0" fmla="*/ 204 w 409"/>
                  <a:gd name="T1" fmla="*/ 133 h 133"/>
                  <a:gd name="T2" fmla="*/ 204 w 409"/>
                  <a:gd name="T3" fmla="*/ 133 h 133"/>
                  <a:gd name="T4" fmla="*/ 204 w 409"/>
                  <a:gd name="T5" fmla="*/ 133 h 133"/>
                  <a:gd name="T6" fmla="*/ 204 w 409"/>
                  <a:gd name="T7" fmla="*/ 131 h 133"/>
                  <a:gd name="T8" fmla="*/ 409 w 409"/>
                  <a:gd name="T9" fmla="*/ 24 h 133"/>
                  <a:gd name="T10" fmla="*/ 397 w 409"/>
                  <a:gd name="T11" fmla="*/ 0 h 133"/>
                  <a:gd name="T12" fmla="*/ 204 w 409"/>
                  <a:gd name="T13" fmla="*/ 102 h 133"/>
                  <a:gd name="T14" fmla="*/ 12 w 409"/>
                  <a:gd name="T15" fmla="*/ 0 h 133"/>
                  <a:gd name="T16" fmla="*/ 0 w 409"/>
                  <a:gd name="T17" fmla="*/ 24 h 133"/>
                  <a:gd name="T18" fmla="*/ 204 w 409"/>
                  <a:gd name="T19" fmla="*/ 131 h 133"/>
                  <a:gd name="T20" fmla="*/ 204 w 409"/>
                  <a:gd name="T21"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9" h="133">
                    <a:moveTo>
                      <a:pt x="204" y="133"/>
                    </a:moveTo>
                    <a:lnTo>
                      <a:pt x="204" y="133"/>
                    </a:lnTo>
                    <a:lnTo>
                      <a:pt x="204" y="133"/>
                    </a:lnTo>
                    <a:lnTo>
                      <a:pt x="204" y="131"/>
                    </a:lnTo>
                    <a:lnTo>
                      <a:pt x="409" y="24"/>
                    </a:lnTo>
                    <a:lnTo>
                      <a:pt x="397" y="0"/>
                    </a:lnTo>
                    <a:lnTo>
                      <a:pt x="204" y="102"/>
                    </a:lnTo>
                    <a:lnTo>
                      <a:pt x="12" y="0"/>
                    </a:lnTo>
                    <a:lnTo>
                      <a:pt x="0" y="24"/>
                    </a:lnTo>
                    <a:lnTo>
                      <a:pt x="204" y="131"/>
                    </a:lnTo>
                    <a:lnTo>
                      <a:pt x="204"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94" name="Freeform 12"/>
              <p:cNvSpPr>
                <a:spLocks/>
              </p:cNvSpPr>
              <p:nvPr/>
            </p:nvSpPr>
            <p:spPr bwMode="auto">
              <a:xfrm>
                <a:off x="4772025" y="3244850"/>
                <a:ext cx="474662" cy="161925"/>
              </a:xfrm>
              <a:custGeom>
                <a:avLst/>
                <a:gdLst>
                  <a:gd name="T0" fmla="*/ 149 w 299"/>
                  <a:gd name="T1" fmla="*/ 102 h 102"/>
                  <a:gd name="T2" fmla="*/ 299 w 299"/>
                  <a:gd name="T3" fmla="*/ 24 h 102"/>
                  <a:gd name="T4" fmla="*/ 285 w 299"/>
                  <a:gd name="T5" fmla="*/ 0 h 102"/>
                  <a:gd name="T6" fmla="*/ 152 w 299"/>
                  <a:gd name="T7" fmla="*/ 71 h 102"/>
                  <a:gd name="T8" fmla="*/ 12 w 299"/>
                  <a:gd name="T9" fmla="*/ 3 h 102"/>
                  <a:gd name="T10" fmla="*/ 0 w 299"/>
                  <a:gd name="T11" fmla="*/ 26 h 102"/>
                  <a:gd name="T12" fmla="*/ 147 w 299"/>
                  <a:gd name="T13" fmla="*/ 97 h 102"/>
                  <a:gd name="T14" fmla="*/ 149 w 299"/>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9" h="102">
                    <a:moveTo>
                      <a:pt x="149" y="102"/>
                    </a:moveTo>
                    <a:lnTo>
                      <a:pt x="299" y="24"/>
                    </a:lnTo>
                    <a:lnTo>
                      <a:pt x="285" y="0"/>
                    </a:lnTo>
                    <a:lnTo>
                      <a:pt x="152" y="71"/>
                    </a:lnTo>
                    <a:lnTo>
                      <a:pt x="12" y="3"/>
                    </a:lnTo>
                    <a:lnTo>
                      <a:pt x="0" y="26"/>
                    </a:lnTo>
                    <a:lnTo>
                      <a:pt x="147" y="97"/>
                    </a:lnTo>
                    <a:lnTo>
                      <a:pt x="14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pSp>
      <p:grpSp>
        <p:nvGrpSpPr>
          <p:cNvPr id="95" name="Group 51"/>
          <p:cNvGrpSpPr>
            <a:grpSpLocks noChangeAspect="1"/>
          </p:cNvGrpSpPr>
          <p:nvPr/>
        </p:nvGrpSpPr>
        <p:grpSpPr>
          <a:xfrm>
            <a:off x="6080147" y="1443061"/>
            <a:ext cx="1564435" cy="4712400"/>
            <a:chOff x="5171283" y="3465939"/>
            <a:chExt cx="1849437" cy="5510292"/>
          </a:xfrm>
          <a:effectLst>
            <a:outerShdw blurRad="254000" dist="152400" dir="2700000" algn="tl" rotWithShape="0">
              <a:prstClr val="black">
                <a:alpha val="60000"/>
              </a:prstClr>
            </a:outerShdw>
          </a:effectLst>
        </p:grpSpPr>
        <p:sp>
          <p:nvSpPr>
            <p:cNvPr id="96" name="Freeform 17"/>
            <p:cNvSpPr>
              <a:spLocks/>
            </p:cNvSpPr>
            <p:nvPr/>
          </p:nvSpPr>
          <p:spPr bwMode="auto">
            <a:xfrm>
              <a:off x="6024564" y="6007527"/>
              <a:ext cx="141288" cy="2968704"/>
            </a:xfrm>
            <a:custGeom>
              <a:avLst/>
              <a:gdLst>
                <a:gd name="T0" fmla="*/ 0 w 35"/>
                <a:gd name="T1" fmla="*/ 65 h 83"/>
                <a:gd name="T2" fmla="*/ 17 w 35"/>
                <a:gd name="T3" fmla="*/ 83 h 83"/>
                <a:gd name="T4" fmla="*/ 35 w 35"/>
                <a:gd name="T5" fmla="*/ 65 h 83"/>
                <a:gd name="T6" fmla="*/ 35 w 35"/>
                <a:gd name="T7" fmla="*/ 0 h 83"/>
                <a:gd name="T8" fmla="*/ 0 w 35"/>
                <a:gd name="T9" fmla="*/ 0 h 83"/>
                <a:gd name="T10" fmla="*/ 0 w 35"/>
                <a:gd name="T11" fmla="*/ 65 h 83"/>
              </a:gdLst>
              <a:ahLst/>
              <a:cxnLst>
                <a:cxn ang="0">
                  <a:pos x="T0" y="T1"/>
                </a:cxn>
                <a:cxn ang="0">
                  <a:pos x="T2" y="T3"/>
                </a:cxn>
                <a:cxn ang="0">
                  <a:pos x="T4" y="T5"/>
                </a:cxn>
                <a:cxn ang="0">
                  <a:pos x="T6" y="T7"/>
                </a:cxn>
                <a:cxn ang="0">
                  <a:pos x="T8" y="T9"/>
                </a:cxn>
                <a:cxn ang="0">
                  <a:pos x="T10" y="T11"/>
                </a:cxn>
              </a:cxnLst>
              <a:rect l="0" t="0" r="r" b="b"/>
              <a:pathLst>
                <a:path w="35" h="83">
                  <a:moveTo>
                    <a:pt x="0" y="65"/>
                  </a:moveTo>
                  <a:cubicBezTo>
                    <a:pt x="0" y="75"/>
                    <a:pt x="7" y="83"/>
                    <a:pt x="17" y="83"/>
                  </a:cubicBezTo>
                  <a:cubicBezTo>
                    <a:pt x="27" y="83"/>
                    <a:pt x="35" y="75"/>
                    <a:pt x="35" y="65"/>
                  </a:cubicBezTo>
                  <a:cubicBezTo>
                    <a:pt x="35" y="0"/>
                    <a:pt x="35" y="0"/>
                    <a:pt x="35" y="0"/>
                  </a:cubicBezTo>
                  <a:cubicBezTo>
                    <a:pt x="0" y="0"/>
                    <a:pt x="0" y="0"/>
                    <a:pt x="0" y="0"/>
                  </a:cubicBezTo>
                  <a:lnTo>
                    <a:pt x="0" y="65"/>
                  </a:lnTo>
                  <a:close/>
                </a:path>
              </a:pathLst>
            </a:custGeom>
            <a:solidFill>
              <a:srgbClr val="17406D">
                <a:lumMod val="75000"/>
              </a:srgbClr>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97" name="Freeform 5"/>
            <p:cNvSpPr>
              <a:spLocks/>
            </p:cNvSpPr>
            <p:nvPr/>
          </p:nvSpPr>
          <p:spPr bwMode="auto">
            <a:xfrm>
              <a:off x="5171283" y="3465939"/>
              <a:ext cx="923925" cy="2566988"/>
            </a:xfrm>
            <a:custGeom>
              <a:avLst/>
              <a:gdLst>
                <a:gd name="T0" fmla="*/ 0 w 245"/>
                <a:gd name="T1" fmla="*/ 429 h 682"/>
                <a:gd name="T2" fmla="*/ 245 w 245"/>
                <a:gd name="T3" fmla="*/ 682 h 682"/>
                <a:gd name="T4" fmla="*/ 245 w 245"/>
                <a:gd name="T5" fmla="*/ 0 h 682"/>
                <a:gd name="T6" fmla="*/ 0 w 245"/>
                <a:gd name="T7" fmla="*/ 429 h 682"/>
              </a:gdLst>
              <a:ahLst/>
              <a:cxnLst>
                <a:cxn ang="0">
                  <a:pos x="T0" y="T1"/>
                </a:cxn>
                <a:cxn ang="0">
                  <a:pos x="T2" y="T3"/>
                </a:cxn>
                <a:cxn ang="0">
                  <a:pos x="T4" y="T5"/>
                </a:cxn>
                <a:cxn ang="0">
                  <a:pos x="T6" y="T7"/>
                </a:cxn>
              </a:cxnLst>
              <a:rect l="0" t="0" r="r" b="b"/>
              <a:pathLst>
                <a:path w="245" h="682">
                  <a:moveTo>
                    <a:pt x="0" y="429"/>
                  </a:moveTo>
                  <a:cubicBezTo>
                    <a:pt x="0" y="617"/>
                    <a:pt x="165" y="682"/>
                    <a:pt x="245" y="682"/>
                  </a:cubicBezTo>
                  <a:cubicBezTo>
                    <a:pt x="245" y="0"/>
                    <a:pt x="245" y="0"/>
                    <a:pt x="245" y="0"/>
                  </a:cubicBezTo>
                  <a:cubicBezTo>
                    <a:pt x="245" y="0"/>
                    <a:pt x="0" y="241"/>
                    <a:pt x="0" y="429"/>
                  </a:cubicBezTo>
                  <a:close/>
                </a:path>
              </a:pathLst>
            </a:custGeom>
            <a:solidFill>
              <a:srgbClr val="17406D"/>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98" name="Freeform 6"/>
            <p:cNvSpPr>
              <a:spLocks/>
            </p:cNvSpPr>
            <p:nvPr/>
          </p:nvSpPr>
          <p:spPr bwMode="auto">
            <a:xfrm>
              <a:off x="6095208" y="3465939"/>
              <a:ext cx="925512" cy="2566988"/>
            </a:xfrm>
            <a:custGeom>
              <a:avLst/>
              <a:gdLst>
                <a:gd name="T0" fmla="*/ 0 w 245"/>
                <a:gd name="T1" fmla="*/ 0 h 682"/>
                <a:gd name="T2" fmla="*/ 0 w 245"/>
                <a:gd name="T3" fmla="*/ 682 h 682"/>
                <a:gd name="T4" fmla="*/ 245 w 245"/>
                <a:gd name="T5" fmla="*/ 429 h 682"/>
                <a:gd name="T6" fmla="*/ 0 w 245"/>
                <a:gd name="T7" fmla="*/ 0 h 682"/>
              </a:gdLst>
              <a:ahLst/>
              <a:cxnLst>
                <a:cxn ang="0">
                  <a:pos x="T0" y="T1"/>
                </a:cxn>
                <a:cxn ang="0">
                  <a:pos x="T2" y="T3"/>
                </a:cxn>
                <a:cxn ang="0">
                  <a:pos x="T4" y="T5"/>
                </a:cxn>
                <a:cxn ang="0">
                  <a:pos x="T6" y="T7"/>
                </a:cxn>
              </a:cxnLst>
              <a:rect l="0" t="0" r="r" b="b"/>
              <a:pathLst>
                <a:path w="245" h="682">
                  <a:moveTo>
                    <a:pt x="0" y="0"/>
                  </a:moveTo>
                  <a:cubicBezTo>
                    <a:pt x="0" y="682"/>
                    <a:pt x="0" y="682"/>
                    <a:pt x="0" y="682"/>
                  </a:cubicBezTo>
                  <a:cubicBezTo>
                    <a:pt x="80" y="682"/>
                    <a:pt x="245" y="617"/>
                    <a:pt x="245" y="429"/>
                  </a:cubicBezTo>
                  <a:cubicBezTo>
                    <a:pt x="245" y="241"/>
                    <a:pt x="0" y="0"/>
                    <a:pt x="0" y="0"/>
                  </a:cubicBezTo>
                  <a:close/>
                </a:path>
              </a:pathLst>
            </a:custGeom>
            <a:solidFill>
              <a:srgbClr val="17406D">
                <a:lumMod val="75000"/>
              </a:srgbClr>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nvGrpSpPr>
            <p:cNvPr id="99" name="Group 55"/>
            <p:cNvGrpSpPr/>
            <p:nvPr/>
          </p:nvGrpSpPr>
          <p:grpSpPr>
            <a:xfrm>
              <a:off x="5447508" y="3958064"/>
              <a:ext cx="1296987" cy="1885951"/>
              <a:chOff x="4360863" y="3244850"/>
              <a:chExt cx="1296987" cy="1885951"/>
            </a:xfrm>
            <a:solidFill>
              <a:srgbClr val="FFFFFF">
                <a:alpha val="10000"/>
              </a:srgbClr>
            </a:solidFill>
          </p:grpSpPr>
          <p:sp>
            <p:nvSpPr>
              <p:cNvPr id="100" name="Freeform 7"/>
              <p:cNvSpPr>
                <a:spLocks/>
              </p:cNvSpPr>
              <p:nvPr/>
            </p:nvSpPr>
            <p:spPr bwMode="auto">
              <a:xfrm>
                <a:off x="4492625" y="4818063"/>
                <a:ext cx="1033462" cy="312738"/>
              </a:xfrm>
              <a:custGeom>
                <a:avLst/>
                <a:gdLst>
                  <a:gd name="T0" fmla="*/ 639 w 651"/>
                  <a:gd name="T1" fmla="*/ 0 h 197"/>
                  <a:gd name="T2" fmla="*/ 325 w 651"/>
                  <a:gd name="T3" fmla="*/ 166 h 197"/>
                  <a:gd name="T4" fmla="*/ 12 w 651"/>
                  <a:gd name="T5" fmla="*/ 0 h 197"/>
                  <a:gd name="T6" fmla="*/ 0 w 651"/>
                  <a:gd name="T7" fmla="*/ 24 h 197"/>
                  <a:gd name="T8" fmla="*/ 325 w 651"/>
                  <a:gd name="T9" fmla="*/ 195 h 197"/>
                  <a:gd name="T10" fmla="*/ 325 w 651"/>
                  <a:gd name="T11" fmla="*/ 197 h 197"/>
                  <a:gd name="T12" fmla="*/ 325 w 651"/>
                  <a:gd name="T13" fmla="*/ 197 h 197"/>
                  <a:gd name="T14" fmla="*/ 325 w 651"/>
                  <a:gd name="T15" fmla="*/ 197 h 197"/>
                  <a:gd name="T16" fmla="*/ 325 w 651"/>
                  <a:gd name="T17" fmla="*/ 195 h 197"/>
                  <a:gd name="T18" fmla="*/ 651 w 651"/>
                  <a:gd name="T19" fmla="*/ 24 h 197"/>
                  <a:gd name="T20" fmla="*/ 639 w 651"/>
                  <a:gd name="T21"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1" h="197">
                    <a:moveTo>
                      <a:pt x="639" y="0"/>
                    </a:moveTo>
                    <a:lnTo>
                      <a:pt x="325" y="166"/>
                    </a:lnTo>
                    <a:lnTo>
                      <a:pt x="12" y="0"/>
                    </a:lnTo>
                    <a:lnTo>
                      <a:pt x="0" y="24"/>
                    </a:lnTo>
                    <a:lnTo>
                      <a:pt x="325" y="195"/>
                    </a:lnTo>
                    <a:lnTo>
                      <a:pt x="325" y="197"/>
                    </a:lnTo>
                    <a:lnTo>
                      <a:pt x="325" y="197"/>
                    </a:lnTo>
                    <a:lnTo>
                      <a:pt x="325" y="197"/>
                    </a:lnTo>
                    <a:lnTo>
                      <a:pt x="325" y="195"/>
                    </a:lnTo>
                    <a:lnTo>
                      <a:pt x="651" y="24"/>
                    </a:lnTo>
                    <a:lnTo>
                      <a:pt x="6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01" name="Freeform 8"/>
              <p:cNvSpPr>
                <a:spLocks/>
              </p:cNvSpPr>
              <p:nvPr/>
            </p:nvSpPr>
            <p:spPr bwMode="auto">
              <a:xfrm>
                <a:off x="4360863" y="4452938"/>
                <a:ext cx="1296987" cy="381000"/>
              </a:xfrm>
              <a:custGeom>
                <a:avLst/>
                <a:gdLst>
                  <a:gd name="T0" fmla="*/ 408 w 817"/>
                  <a:gd name="T1" fmla="*/ 211 h 240"/>
                  <a:gd name="T2" fmla="*/ 12 w 817"/>
                  <a:gd name="T3" fmla="*/ 0 h 240"/>
                  <a:gd name="T4" fmla="*/ 0 w 817"/>
                  <a:gd name="T5" fmla="*/ 24 h 240"/>
                  <a:gd name="T6" fmla="*/ 408 w 817"/>
                  <a:gd name="T7" fmla="*/ 240 h 240"/>
                  <a:gd name="T8" fmla="*/ 408 w 817"/>
                  <a:gd name="T9" fmla="*/ 240 h 240"/>
                  <a:gd name="T10" fmla="*/ 408 w 817"/>
                  <a:gd name="T11" fmla="*/ 240 h 240"/>
                  <a:gd name="T12" fmla="*/ 408 w 817"/>
                  <a:gd name="T13" fmla="*/ 240 h 240"/>
                  <a:gd name="T14" fmla="*/ 408 w 817"/>
                  <a:gd name="T15" fmla="*/ 240 h 240"/>
                  <a:gd name="T16" fmla="*/ 817 w 817"/>
                  <a:gd name="T17" fmla="*/ 24 h 240"/>
                  <a:gd name="T18" fmla="*/ 805 w 817"/>
                  <a:gd name="T19" fmla="*/ 0 h 240"/>
                  <a:gd name="T20" fmla="*/ 408 w 817"/>
                  <a:gd name="T21" fmla="*/ 21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7" h="240">
                    <a:moveTo>
                      <a:pt x="408" y="211"/>
                    </a:moveTo>
                    <a:lnTo>
                      <a:pt x="12" y="0"/>
                    </a:lnTo>
                    <a:lnTo>
                      <a:pt x="0" y="24"/>
                    </a:lnTo>
                    <a:lnTo>
                      <a:pt x="408" y="240"/>
                    </a:lnTo>
                    <a:lnTo>
                      <a:pt x="408" y="240"/>
                    </a:lnTo>
                    <a:lnTo>
                      <a:pt x="408" y="240"/>
                    </a:lnTo>
                    <a:lnTo>
                      <a:pt x="408" y="240"/>
                    </a:lnTo>
                    <a:lnTo>
                      <a:pt x="408" y="240"/>
                    </a:lnTo>
                    <a:lnTo>
                      <a:pt x="817" y="24"/>
                    </a:lnTo>
                    <a:lnTo>
                      <a:pt x="805" y="0"/>
                    </a:lnTo>
                    <a:lnTo>
                      <a:pt x="408" y="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02" name="Freeform 9"/>
              <p:cNvSpPr>
                <a:spLocks/>
              </p:cNvSpPr>
              <p:nvPr/>
            </p:nvSpPr>
            <p:spPr bwMode="auto">
              <a:xfrm>
                <a:off x="4360863" y="4125913"/>
                <a:ext cx="1296987" cy="381000"/>
              </a:xfrm>
              <a:custGeom>
                <a:avLst/>
                <a:gdLst>
                  <a:gd name="T0" fmla="*/ 408 w 817"/>
                  <a:gd name="T1" fmla="*/ 240 h 240"/>
                  <a:gd name="T2" fmla="*/ 408 w 817"/>
                  <a:gd name="T3" fmla="*/ 240 h 240"/>
                  <a:gd name="T4" fmla="*/ 408 w 817"/>
                  <a:gd name="T5" fmla="*/ 240 h 240"/>
                  <a:gd name="T6" fmla="*/ 408 w 817"/>
                  <a:gd name="T7" fmla="*/ 237 h 240"/>
                  <a:gd name="T8" fmla="*/ 817 w 817"/>
                  <a:gd name="T9" fmla="*/ 21 h 240"/>
                  <a:gd name="T10" fmla="*/ 805 w 817"/>
                  <a:gd name="T11" fmla="*/ 0 h 240"/>
                  <a:gd name="T12" fmla="*/ 408 w 817"/>
                  <a:gd name="T13" fmla="*/ 209 h 240"/>
                  <a:gd name="T14" fmla="*/ 12 w 817"/>
                  <a:gd name="T15" fmla="*/ 0 h 240"/>
                  <a:gd name="T16" fmla="*/ 0 w 817"/>
                  <a:gd name="T17" fmla="*/ 21 h 240"/>
                  <a:gd name="T18" fmla="*/ 408 w 817"/>
                  <a:gd name="T19" fmla="*/ 237 h 240"/>
                  <a:gd name="T20" fmla="*/ 408 w 817"/>
                  <a:gd name="T21"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7" h="240">
                    <a:moveTo>
                      <a:pt x="408" y="240"/>
                    </a:moveTo>
                    <a:lnTo>
                      <a:pt x="408" y="240"/>
                    </a:lnTo>
                    <a:lnTo>
                      <a:pt x="408" y="240"/>
                    </a:lnTo>
                    <a:lnTo>
                      <a:pt x="408" y="237"/>
                    </a:lnTo>
                    <a:lnTo>
                      <a:pt x="817" y="21"/>
                    </a:lnTo>
                    <a:lnTo>
                      <a:pt x="805" y="0"/>
                    </a:lnTo>
                    <a:lnTo>
                      <a:pt x="408" y="209"/>
                    </a:lnTo>
                    <a:lnTo>
                      <a:pt x="12" y="0"/>
                    </a:lnTo>
                    <a:lnTo>
                      <a:pt x="0" y="21"/>
                    </a:lnTo>
                    <a:lnTo>
                      <a:pt x="408" y="237"/>
                    </a:lnTo>
                    <a:lnTo>
                      <a:pt x="408"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03" name="Freeform 10"/>
              <p:cNvSpPr>
                <a:spLocks/>
              </p:cNvSpPr>
              <p:nvPr/>
            </p:nvSpPr>
            <p:spPr bwMode="auto">
              <a:xfrm>
                <a:off x="4492625" y="3829050"/>
                <a:ext cx="1033462" cy="312738"/>
              </a:xfrm>
              <a:custGeom>
                <a:avLst/>
                <a:gdLst>
                  <a:gd name="T0" fmla="*/ 325 w 651"/>
                  <a:gd name="T1" fmla="*/ 197 h 197"/>
                  <a:gd name="T2" fmla="*/ 325 w 651"/>
                  <a:gd name="T3" fmla="*/ 197 h 197"/>
                  <a:gd name="T4" fmla="*/ 325 w 651"/>
                  <a:gd name="T5" fmla="*/ 197 h 197"/>
                  <a:gd name="T6" fmla="*/ 325 w 651"/>
                  <a:gd name="T7" fmla="*/ 197 h 197"/>
                  <a:gd name="T8" fmla="*/ 651 w 651"/>
                  <a:gd name="T9" fmla="*/ 24 h 197"/>
                  <a:gd name="T10" fmla="*/ 639 w 651"/>
                  <a:gd name="T11" fmla="*/ 0 h 197"/>
                  <a:gd name="T12" fmla="*/ 325 w 651"/>
                  <a:gd name="T13" fmla="*/ 166 h 197"/>
                  <a:gd name="T14" fmla="*/ 12 w 651"/>
                  <a:gd name="T15" fmla="*/ 0 h 197"/>
                  <a:gd name="T16" fmla="*/ 0 w 651"/>
                  <a:gd name="T17" fmla="*/ 24 h 197"/>
                  <a:gd name="T18" fmla="*/ 325 w 651"/>
                  <a:gd name="T19" fmla="*/ 197 h 197"/>
                  <a:gd name="T20" fmla="*/ 325 w 651"/>
                  <a:gd name="T2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1" h="197">
                    <a:moveTo>
                      <a:pt x="325" y="197"/>
                    </a:moveTo>
                    <a:lnTo>
                      <a:pt x="325" y="197"/>
                    </a:lnTo>
                    <a:lnTo>
                      <a:pt x="325" y="197"/>
                    </a:lnTo>
                    <a:lnTo>
                      <a:pt x="325" y="197"/>
                    </a:lnTo>
                    <a:lnTo>
                      <a:pt x="651" y="24"/>
                    </a:lnTo>
                    <a:lnTo>
                      <a:pt x="639" y="0"/>
                    </a:lnTo>
                    <a:lnTo>
                      <a:pt x="325" y="166"/>
                    </a:lnTo>
                    <a:lnTo>
                      <a:pt x="12" y="0"/>
                    </a:lnTo>
                    <a:lnTo>
                      <a:pt x="0" y="24"/>
                    </a:lnTo>
                    <a:lnTo>
                      <a:pt x="325" y="197"/>
                    </a:lnTo>
                    <a:lnTo>
                      <a:pt x="325" y="1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04" name="Freeform 11"/>
              <p:cNvSpPr>
                <a:spLocks/>
              </p:cNvSpPr>
              <p:nvPr/>
            </p:nvSpPr>
            <p:spPr bwMode="auto">
              <a:xfrm>
                <a:off x="4684713" y="3549650"/>
                <a:ext cx="649287" cy="211138"/>
              </a:xfrm>
              <a:custGeom>
                <a:avLst/>
                <a:gdLst>
                  <a:gd name="T0" fmla="*/ 204 w 409"/>
                  <a:gd name="T1" fmla="*/ 133 h 133"/>
                  <a:gd name="T2" fmla="*/ 204 w 409"/>
                  <a:gd name="T3" fmla="*/ 133 h 133"/>
                  <a:gd name="T4" fmla="*/ 204 w 409"/>
                  <a:gd name="T5" fmla="*/ 133 h 133"/>
                  <a:gd name="T6" fmla="*/ 204 w 409"/>
                  <a:gd name="T7" fmla="*/ 131 h 133"/>
                  <a:gd name="T8" fmla="*/ 409 w 409"/>
                  <a:gd name="T9" fmla="*/ 24 h 133"/>
                  <a:gd name="T10" fmla="*/ 397 w 409"/>
                  <a:gd name="T11" fmla="*/ 0 h 133"/>
                  <a:gd name="T12" fmla="*/ 204 w 409"/>
                  <a:gd name="T13" fmla="*/ 102 h 133"/>
                  <a:gd name="T14" fmla="*/ 12 w 409"/>
                  <a:gd name="T15" fmla="*/ 0 h 133"/>
                  <a:gd name="T16" fmla="*/ 0 w 409"/>
                  <a:gd name="T17" fmla="*/ 24 h 133"/>
                  <a:gd name="T18" fmla="*/ 204 w 409"/>
                  <a:gd name="T19" fmla="*/ 131 h 133"/>
                  <a:gd name="T20" fmla="*/ 204 w 409"/>
                  <a:gd name="T21"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9" h="133">
                    <a:moveTo>
                      <a:pt x="204" y="133"/>
                    </a:moveTo>
                    <a:lnTo>
                      <a:pt x="204" y="133"/>
                    </a:lnTo>
                    <a:lnTo>
                      <a:pt x="204" y="133"/>
                    </a:lnTo>
                    <a:lnTo>
                      <a:pt x="204" y="131"/>
                    </a:lnTo>
                    <a:lnTo>
                      <a:pt x="409" y="24"/>
                    </a:lnTo>
                    <a:lnTo>
                      <a:pt x="397" y="0"/>
                    </a:lnTo>
                    <a:lnTo>
                      <a:pt x="204" y="102"/>
                    </a:lnTo>
                    <a:lnTo>
                      <a:pt x="12" y="0"/>
                    </a:lnTo>
                    <a:lnTo>
                      <a:pt x="0" y="24"/>
                    </a:lnTo>
                    <a:lnTo>
                      <a:pt x="204" y="131"/>
                    </a:lnTo>
                    <a:lnTo>
                      <a:pt x="204"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05" name="Freeform 12"/>
              <p:cNvSpPr>
                <a:spLocks/>
              </p:cNvSpPr>
              <p:nvPr/>
            </p:nvSpPr>
            <p:spPr bwMode="auto">
              <a:xfrm>
                <a:off x="4772025" y="3244850"/>
                <a:ext cx="474662" cy="161925"/>
              </a:xfrm>
              <a:custGeom>
                <a:avLst/>
                <a:gdLst>
                  <a:gd name="T0" fmla="*/ 149 w 299"/>
                  <a:gd name="T1" fmla="*/ 102 h 102"/>
                  <a:gd name="T2" fmla="*/ 299 w 299"/>
                  <a:gd name="T3" fmla="*/ 24 h 102"/>
                  <a:gd name="T4" fmla="*/ 285 w 299"/>
                  <a:gd name="T5" fmla="*/ 0 h 102"/>
                  <a:gd name="T6" fmla="*/ 152 w 299"/>
                  <a:gd name="T7" fmla="*/ 71 h 102"/>
                  <a:gd name="T8" fmla="*/ 12 w 299"/>
                  <a:gd name="T9" fmla="*/ 3 h 102"/>
                  <a:gd name="T10" fmla="*/ 0 w 299"/>
                  <a:gd name="T11" fmla="*/ 26 h 102"/>
                  <a:gd name="T12" fmla="*/ 147 w 299"/>
                  <a:gd name="T13" fmla="*/ 97 h 102"/>
                  <a:gd name="T14" fmla="*/ 149 w 299"/>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9" h="102">
                    <a:moveTo>
                      <a:pt x="149" y="102"/>
                    </a:moveTo>
                    <a:lnTo>
                      <a:pt x="299" y="24"/>
                    </a:lnTo>
                    <a:lnTo>
                      <a:pt x="285" y="0"/>
                    </a:lnTo>
                    <a:lnTo>
                      <a:pt x="152" y="71"/>
                    </a:lnTo>
                    <a:lnTo>
                      <a:pt x="12" y="3"/>
                    </a:lnTo>
                    <a:lnTo>
                      <a:pt x="0" y="26"/>
                    </a:lnTo>
                    <a:lnTo>
                      <a:pt x="147" y="97"/>
                    </a:lnTo>
                    <a:lnTo>
                      <a:pt x="14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pSp>
      <p:grpSp>
        <p:nvGrpSpPr>
          <p:cNvPr id="106" name="Group 40"/>
          <p:cNvGrpSpPr>
            <a:grpSpLocks noChangeAspect="1"/>
          </p:cNvGrpSpPr>
          <p:nvPr/>
        </p:nvGrpSpPr>
        <p:grpSpPr>
          <a:xfrm>
            <a:off x="8784148" y="1443061"/>
            <a:ext cx="1564434" cy="4712400"/>
            <a:chOff x="6738144" y="3465939"/>
            <a:chExt cx="1849437" cy="5510292"/>
          </a:xfrm>
          <a:effectLst>
            <a:outerShdw blurRad="254000" dist="152400" dir="2700000" algn="tl" rotWithShape="0">
              <a:prstClr val="black">
                <a:alpha val="60000"/>
              </a:prstClr>
            </a:outerShdw>
          </a:effectLst>
        </p:grpSpPr>
        <p:sp>
          <p:nvSpPr>
            <p:cNvPr id="107" name="Freeform 17"/>
            <p:cNvSpPr>
              <a:spLocks/>
            </p:cNvSpPr>
            <p:nvPr/>
          </p:nvSpPr>
          <p:spPr bwMode="auto">
            <a:xfrm>
              <a:off x="7591425" y="6007527"/>
              <a:ext cx="141288" cy="2968704"/>
            </a:xfrm>
            <a:custGeom>
              <a:avLst/>
              <a:gdLst>
                <a:gd name="T0" fmla="*/ 0 w 35"/>
                <a:gd name="T1" fmla="*/ 65 h 83"/>
                <a:gd name="T2" fmla="*/ 17 w 35"/>
                <a:gd name="T3" fmla="*/ 83 h 83"/>
                <a:gd name="T4" fmla="*/ 35 w 35"/>
                <a:gd name="T5" fmla="*/ 65 h 83"/>
                <a:gd name="T6" fmla="*/ 35 w 35"/>
                <a:gd name="T7" fmla="*/ 0 h 83"/>
                <a:gd name="T8" fmla="*/ 0 w 35"/>
                <a:gd name="T9" fmla="*/ 0 h 83"/>
                <a:gd name="T10" fmla="*/ 0 w 35"/>
                <a:gd name="T11" fmla="*/ 65 h 83"/>
              </a:gdLst>
              <a:ahLst/>
              <a:cxnLst>
                <a:cxn ang="0">
                  <a:pos x="T0" y="T1"/>
                </a:cxn>
                <a:cxn ang="0">
                  <a:pos x="T2" y="T3"/>
                </a:cxn>
                <a:cxn ang="0">
                  <a:pos x="T4" y="T5"/>
                </a:cxn>
                <a:cxn ang="0">
                  <a:pos x="T6" y="T7"/>
                </a:cxn>
                <a:cxn ang="0">
                  <a:pos x="T8" y="T9"/>
                </a:cxn>
                <a:cxn ang="0">
                  <a:pos x="T10" y="T11"/>
                </a:cxn>
              </a:cxnLst>
              <a:rect l="0" t="0" r="r" b="b"/>
              <a:pathLst>
                <a:path w="35" h="83">
                  <a:moveTo>
                    <a:pt x="0" y="65"/>
                  </a:moveTo>
                  <a:cubicBezTo>
                    <a:pt x="0" y="75"/>
                    <a:pt x="7" y="83"/>
                    <a:pt x="17" y="83"/>
                  </a:cubicBezTo>
                  <a:cubicBezTo>
                    <a:pt x="27" y="83"/>
                    <a:pt x="35" y="75"/>
                    <a:pt x="35" y="65"/>
                  </a:cubicBezTo>
                  <a:cubicBezTo>
                    <a:pt x="35" y="0"/>
                    <a:pt x="35" y="0"/>
                    <a:pt x="35" y="0"/>
                  </a:cubicBezTo>
                  <a:cubicBezTo>
                    <a:pt x="0" y="0"/>
                    <a:pt x="0" y="0"/>
                    <a:pt x="0" y="0"/>
                  </a:cubicBezTo>
                  <a:lnTo>
                    <a:pt x="0" y="65"/>
                  </a:lnTo>
                  <a:close/>
                </a:path>
              </a:pathLst>
            </a:custGeom>
            <a:solidFill>
              <a:srgbClr val="C00000">
                <a:lumMod val="75000"/>
              </a:srgbClr>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08" name="Freeform 5"/>
            <p:cNvSpPr>
              <a:spLocks/>
            </p:cNvSpPr>
            <p:nvPr/>
          </p:nvSpPr>
          <p:spPr bwMode="auto">
            <a:xfrm>
              <a:off x="6738144" y="3465939"/>
              <a:ext cx="923925" cy="2566988"/>
            </a:xfrm>
            <a:custGeom>
              <a:avLst/>
              <a:gdLst>
                <a:gd name="T0" fmla="*/ 0 w 245"/>
                <a:gd name="T1" fmla="*/ 429 h 682"/>
                <a:gd name="T2" fmla="*/ 245 w 245"/>
                <a:gd name="T3" fmla="*/ 682 h 682"/>
                <a:gd name="T4" fmla="*/ 245 w 245"/>
                <a:gd name="T5" fmla="*/ 0 h 682"/>
                <a:gd name="T6" fmla="*/ 0 w 245"/>
                <a:gd name="T7" fmla="*/ 429 h 682"/>
              </a:gdLst>
              <a:ahLst/>
              <a:cxnLst>
                <a:cxn ang="0">
                  <a:pos x="T0" y="T1"/>
                </a:cxn>
                <a:cxn ang="0">
                  <a:pos x="T2" y="T3"/>
                </a:cxn>
                <a:cxn ang="0">
                  <a:pos x="T4" y="T5"/>
                </a:cxn>
                <a:cxn ang="0">
                  <a:pos x="T6" y="T7"/>
                </a:cxn>
              </a:cxnLst>
              <a:rect l="0" t="0" r="r" b="b"/>
              <a:pathLst>
                <a:path w="245" h="682">
                  <a:moveTo>
                    <a:pt x="0" y="429"/>
                  </a:moveTo>
                  <a:cubicBezTo>
                    <a:pt x="0" y="617"/>
                    <a:pt x="165" y="682"/>
                    <a:pt x="245" y="682"/>
                  </a:cubicBezTo>
                  <a:cubicBezTo>
                    <a:pt x="245" y="0"/>
                    <a:pt x="245" y="0"/>
                    <a:pt x="245" y="0"/>
                  </a:cubicBezTo>
                  <a:cubicBezTo>
                    <a:pt x="245" y="0"/>
                    <a:pt x="0" y="241"/>
                    <a:pt x="0" y="429"/>
                  </a:cubicBezTo>
                  <a:close/>
                </a:path>
              </a:pathLst>
            </a:custGeom>
            <a:solidFill>
              <a:srgbClr val="C00000"/>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09" name="Freeform 6"/>
            <p:cNvSpPr>
              <a:spLocks/>
            </p:cNvSpPr>
            <p:nvPr/>
          </p:nvSpPr>
          <p:spPr bwMode="auto">
            <a:xfrm>
              <a:off x="7662069" y="3465939"/>
              <a:ext cx="925512" cy="2566988"/>
            </a:xfrm>
            <a:custGeom>
              <a:avLst/>
              <a:gdLst>
                <a:gd name="T0" fmla="*/ 0 w 245"/>
                <a:gd name="T1" fmla="*/ 0 h 682"/>
                <a:gd name="T2" fmla="*/ 0 w 245"/>
                <a:gd name="T3" fmla="*/ 682 h 682"/>
                <a:gd name="T4" fmla="*/ 245 w 245"/>
                <a:gd name="T5" fmla="*/ 429 h 682"/>
                <a:gd name="T6" fmla="*/ 0 w 245"/>
                <a:gd name="T7" fmla="*/ 0 h 682"/>
              </a:gdLst>
              <a:ahLst/>
              <a:cxnLst>
                <a:cxn ang="0">
                  <a:pos x="T0" y="T1"/>
                </a:cxn>
                <a:cxn ang="0">
                  <a:pos x="T2" y="T3"/>
                </a:cxn>
                <a:cxn ang="0">
                  <a:pos x="T4" y="T5"/>
                </a:cxn>
                <a:cxn ang="0">
                  <a:pos x="T6" y="T7"/>
                </a:cxn>
              </a:cxnLst>
              <a:rect l="0" t="0" r="r" b="b"/>
              <a:pathLst>
                <a:path w="245" h="682">
                  <a:moveTo>
                    <a:pt x="0" y="0"/>
                  </a:moveTo>
                  <a:cubicBezTo>
                    <a:pt x="0" y="682"/>
                    <a:pt x="0" y="682"/>
                    <a:pt x="0" y="682"/>
                  </a:cubicBezTo>
                  <a:cubicBezTo>
                    <a:pt x="80" y="682"/>
                    <a:pt x="245" y="617"/>
                    <a:pt x="245" y="429"/>
                  </a:cubicBezTo>
                  <a:cubicBezTo>
                    <a:pt x="245" y="241"/>
                    <a:pt x="0" y="0"/>
                    <a:pt x="0" y="0"/>
                  </a:cubicBezTo>
                  <a:close/>
                </a:path>
              </a:pathLst>
            </a:custGeom>
            <a:solidFill>
              <a:srgbClr val="C00000">
                <a:lumMod val="75000"/>
              </a:srgbClr>
            </a:solidFill>
            <a:ln>
              <a:noFill/>
            </a:ln>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nvGrpSpPr>
            <p:cNvPr id="110" name="Group 44"/>
            <p:cNvGrpSpPr/>
            <p:nvPr/>
          </p:nvGrpSpPr>
          <p:grpSpPr>
            <a:xfrm>
              <a:off x="7014369" y="3958064"/>
              <a:ext cx="1296987" cy="1885951"/>
              <a:chOff x="4360863" y="3244850"/>
              <a:chExt cx="1296987" cy="1885951"/>
            </a:xfrm>
            <a:solidFill>
              <a:srgbClr val="FFFFFF">
                <a:alpha val="10000"/>
              </a:srgbClr>
            </a:solidFill>
          </p:grpSpPr>
          <p:sp>
            <p:nvSpPr>
              <p:cNvPr id="111" name="Freeform 7"/>
              <p:cNvSpPr>
                <a:spLocks/>
              </p:cNvSpPr>
              <p:nvPr/>
            </p:nvSpPr>
            <p:spPr bwMode="auto">
              <a:xfrm>
                <a:off x="4492625" y="4818063"/>
                <a:ext cx="1033462" cy="312738"/>
              </a:xfrm>
              <a:custGeom>
                <a:avLst/>
                <a:gdLst>
                  <a:gd name="T0" fmla="*/ 639 w 651"/>
                  <a:gd name="T1" fmla="*/ 0 h 197"/>
                  <a:gd name="T2" fmla="*/ 325 w 651"/>
                  <a:gd name="T3" fmla="*/ 166 h 197"/>
                  <a:gd name="T4" fmla="*/ 12 w 651"/>
                  <a:gd name="T5" fmla="*/ 0 h 197"/>
                  <a:gd name="T6" fmla="*/ 0 w 651"/>
                  <a:gd name="T7" fmla="*/ 24 h 197"/>
                  <a:gd name="T8" fmla="*/ 325 w 651"/>
                  <a:gd name="T9" fmla="*/ 195 h 197"/>
                  <a:gd name="T10" fmla="*/ 325 w 651"/>
                  <a:gd name="T11" fmla="*/ 197 h 197"/>
                  <a:gd name="T12" fmla="*/ 325 w 651"/>
                  <a:gd name="T13" fmla="*/ 197 h 197"/>
                  <a:gd name="T14" fmla="*/ 325 w 651"/>
                  <a:gd name="T15" fmla="*/ 197 h 197"/>
                  <a:gd name="T16" fmla="*/ 325 w 651"/>
                  <a:gd name="T17" fmla="*/ 195 h 197"/>
                  <a:gd name="T18" fmla="*/ 651 w 651"/>
                  <a:gd name="T19" fmla="*/ 24 h 197"/>
                  <a:gd name="T20" fmla="*/ 639 w 651"/>
                  <a:gd name="T21"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1" h="197">
                    <a:moveTo>
                      <a:pt x="639" y="0"/>
                    </a:moveTo>
                    <a:lnTo>
                      <a:pt x="325" y="166"/>
                    </a:lnTo>
                    <a:lnTo>
                      <a:pt x="12" y="0"/>
                    </a:lnTo>
                    <a:lnTo>
                      <a:pt x="0" y="24"/>
                    </a:lnTo>
                    <a:lnTo>
                      <a:pt x="325" y="195"/>
                    </a:lnTo>
                    <a:lnTo>
                      <a:pt x="325" y="197"/>
                    </a:lnTo>
                    <a:lnTo>
                      <a:pt x="325" y="197"/>
                    </a:lnTo>
                    <a:lnTo>
                      <a:pt x="325" y="197"/>
                    </a:lnTo>
                    <a:lnTo>
                      <a:pt x="325" y="195"/>
                    </a:lnTo>
                    <a:lnTo>
                      <a:pt x="651" y="24"/>
                    </a:lnTo>
                    <a:lnTo>
                      <a:pt x="6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12" name="Freeform 8"/>
              <p:cNvSpPr>
                <a:spLocks/>
              </p:cNvSpPr>
              <p:nvPr/>
            </p:nvSpPr>
            <p:spPr bwMode="auto">
              <a:xfrm>
                <a:off x="4360863" y="4452938"/>
                <a:ext cx="1296987" cy="381000"/>
              </a:xfrm>
              <a:custGeom>
                <a:avLst/>
                <a:gdLst>
                  <a:gd name="T0" fmla="*/ 408 w 817"/>
                  <a:gd name="T1" fmla="*/ 211 h 240"/>
                  <a:gd name="T2" fmla="*/ 12 w 817"/>
                  <a:gd name="T3" fmla="*/ 0 h 240"/>
                  <a:gd name="T4" fmla="*/ 0 w 817"/>
                  <a:gd name="T5" fmla="*/ 24 h 240"/>
                  <a:gd name="T6" fmla="*/ 408 w 817"/>
                  <a:gd name="T7" fmla="*/ 240 h 240"/>
                  <a:gd name="T8" fmla="*/ 408 w 817"/>
                  <a:gd name="T9" fmla="*/ 240 h 240"/>
                  <a:gd name="T10" fmla="*/ 408 w 817"/>
                  <a:gd name="T11" fmla="*/ 240 h 240"/>
                  <a:gd name="T12" fmla="*/ 408 w 817"/>
                  <a:gd name="T13" fmla="*/ 240 h 240"/>
                  <a:gd name="T14" fmla="*/ 408 w 817"/>
                  <a:gd name="T15" fmla="*/ 240 h 240"/>
                  <a:gd name="T16" fmla="*/ 817 w 817"/>
                  <a:gd name="T17" fmla="*/ 24 h 240"/>
                  <a:gd name="T18" fmla="*/ 805 w 817"/>
                  <a:gd name="T19" fmla="*/ 0 h 240"/>
                  <a:gd name="T20" fmla="*/ 408 w 817"/>
                  <a:gd name="T21" fmla="*/ 21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7" h="240">
                    <a:moveTo>
                      <a:pt x="408" y="211"/>
                    </a:moveTo>
                    <a:lnTo>
                      <a:pt x="12" y="0"/>
                    </a:lnTo>
                    <a:lnTo>
                      <a:pt x="0" y="24"/>
                    </a:lnTo>
                    <a:lnTo>
                      <a:pt x="408" y="240"/>
                    </a:lnTo>
                    <a:lnTo>
                      <a:pt x="408" y="240"/>
                    </a:lnTo>
                    <a:lnTo>
                      <a:pt x="408" y="240"/>
                    </a:lnTo>
                    <a:lnTo>
                      <a:pt x="408" y="240"/>
                    </a:lnTo>
                    <a:lnTo>
                      <a:pt x="408" y="240"/>
                    </a:lnTo>
                    <a:lnTo>
                      <a:pt x="817" y="24"/>
                    </a:lnTo>
                    <a:lnTo>
                      <a:pt x="805" y="0"/>
                    </a:lnTo>
                    <a:lnTo>
                      <a:pt x="408" y="2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13" name="Freeform 9"/>
              <p:cNvSpPr>
                <a:spLocks/>
              </p:cNvSpPr>
              <p:nvPr/>
            </p:nvSpPr>
            <p:spPr bwMode="auto">
              <a:xfrm>
                <a:off x="4360863" y="4125913"/>
                <a:ext cx="1296987" cy="381000"/>
              </a:xfrm>
              <a:custGeom>
                <a:avLst/>
                <a:gdLst>
                  <a:gd name="T0" fmla="*/ 408 w 817"/>
                  <a:gd name="T1" fmla="*/ 240 h 240"/>
                  <a:gd name="T2" fmla="*/ 408 w 817"/>
                  <a:gd name="T3" fmla="*/ 240 h 240"/>
                  <a:gd name="T4" fmla="*/ 408 w 817"/>
                  <a:gd name="T5" fmla="*/ 240 h 240"/>
                  <a:gd name="T6" fmla="*/ 408 w 817"/>
                  <a:gd name="T7" fmla="*/ 237 h 240"/>
                  <a:gd name="T8" fmla="*/ 817 w 817"/>
                  <a:gd name="T9" fmla="*/ 21 h 240"/>
                  <a:gd name="T10" fmla="*/ 805 w 817"/>
                  <a:gd name="T11" fmla="*/ 0 h 240"/>
                  <a:gd name="T12" fmla="*/ 408 w 817"/>
                  <a:gd name="T13" fmla="*/ 209 h 240"/>
                  <a:gd name="T14" fmla="*/ 12 w 817"/>
                  <a:gd name="T15" fmla="*/ 0 h 240"/>
                  <a:gd name="T16" fmla="*/ 0 w 817"/>
                  <a:gd name="T17" fmla="*/ 21 h 240"/>
                  <a:gd name="T18" fmla="*/ 408 w 817"/>
                  <a:gd name="T19" fmla="*/ 237 h 240"/>
                  <a:gd name="T20" fmla="*/ 408 w 817"/>
                  <a:gd name="T21"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7" h="240">
                    <a:moveTo>
                      <a:pt x="408" y="240"/>
                    </a:moveTo>
                    <a:lnTo>
                      <a:pt x="408" y="240"/>
                    </a:lnTo>
                    <a:lnTo>
                      <a:pt x="408" y="240"/>
                    </a:lnTo>
                    <a:lnTo>
                      <a:pt x="408" y="237"/>
                    </a:lnTo>
                    <a:lnTo>
                      <a:pt x="817" y="21"/>
                    </a:lnTo>
                    <a:lnTo>
                      <a:pt x="805" y="0"/>
                    </a:lnTo>
                    <a:lnTo>
                      <a:pt x="408" y="209"/>
                    </a:lnTo>
                    <a:lnTo>
                      <a:pt x="12" y="0"/>
                    </a:lnTo>
                    <a:lnTo>
                      <a:pt x="0" y="21"/>
                    </a:lnTo>
                    <a:lnTo>
                      <a:pt x="408" y="237"/>
                    </a:lnTo>
                    <a:lnTo>
                      <a:pt x="408"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14" name="Freeform 10"/>
              <p:cNvSpPr>
                <a:spLocks/>
              </p:cNvSpPr>
              <p:nvPr/>
            </p:nvSpPr>
            <p:spPr bwMode="auto">
              <a:xfrm>
                <a:off x="4492625" y="3829050"/>
                <a:ext cx="1033462" cy="312738"/>
              </a:xfrm>
              <a:custGeom>
                <a:avLst/>
                <a:gdLst>
                  <a:gd name="T0" fmla="*/ 325 w 651"/>
                  <a:gd name="T1" fmla="*/ 197 h 197"/>
                  <a:gd name="T2" fmla="*/ 325 w 651"/>
                  <a:gd name="T3" fmla="*/ 197 h 197"/>
                  <a:gd name="T4" fmla="*/ 325 w 651"/>
                  <a:gd name="T5" fmla="*/ 197 h 197"/>
                  <a:gd name="T6" fmla="*/ 325 w 651"/>
                  <a:gd name="T7" fmla="*/ 197 h 197"/>
                  <a:gd name="T8" fmla="*/ 651 w 651"/>
                  <a:gd name="T9" fmla="*/ 24 h 197"/>
                  <a:gd name="T10" fmla="*/ 639 w 651"/>
                  <a:gd name="T11" fmla="*/ 0 h 197"/>
                  <a:gd name="T12" fmla="*/ 325 w 651"/>
                  <a:gd name="T13" fmla="*/ 166 h 197"/>
                  <a:gd name="T14" fmla="*/ 12 w 651"/>
                  <a:gd name="T15" fmla="*/ 0 h 197"/>
                  <a:gd name="T16" fmla="*/ 0 w 651"/>
                  <a:gd name="T17" fmla="*/ 24 h 197"/>
                  <a:gd name="T18" fmla="*/ 325 w 651"/>
                  <a:gd name="T19" fmla="*/ 197 h 197"/>
                  <a:gd name="T20" fmla="*/ 325 w 651"/>
                  <a:gd name="T21" fmla="*/ 197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1" h="197">
                    <a:moveTo>
                      <a:pt x="325" y="197"/>
                    </a:moveTo>
                    <a:lnTo>
                      <a:pt x="325" y="197"/>
                    </a:lnTo>
                    <a:lnTo>
                      <a:pt x="325" y="197"/>
                    </a:lnTo>
                    <a:lnTo>
                      <a:pt x="325" y="197"/>
                    </a:lnTo>
                    <a:lnTo>
                      <a:pt x="651" y="24"/>
                    </a:lnTo>
                    <a:lnTo>
                      <a:pt x="639" y="0"/>
                    </a:lnTo>
                    <a:lnTo>
                      <a:pt x="325" y="166"/>
                    </a:lnTo>
                    <a:lnTo>
                      <a:pt x="12" y="0"/>
                    </a:lnTo>
                    <a:lnTo>
                      <a:pt x="0" y="24"/>
                    </a:lnTo>
                    <a:lnTo>
                      <a:pt x="325" y="197"/>
                    </a:lnTo>
                    <a:lnTo>
                      <a:pt x="325" y="1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15" name="Freeform 11"/>
              <p:cNvSpPr>
                <a:spLocks/>
              </p:cNvSpPr>
              <p:nvPr/>
            </p:nvSpPr>
            <p:spPr bwMode="auto">
              <a:xfrm>
                <a:off x="4684713" y="3549650"/>
                <a:ext cx="649287" cy="211138"/>
              </a:xfrm>
              <a:custGeom>
                <a:avLst/>
                <a:gdLst>
                  <a:gd name="T0" fmla="*/ 204 w 409"/>
                  <a:gd name="T1" fmla="*/ 133 h 133"/>
                  <a:gd name="T2" fmla="*/ 204 w 409"/>
                  <a:gd name="T3" fmla="*/ 133 h 133"/>
                  <a:gd name="T4" fmla="*/ 204 w 409"/>
                  <a:gd name="T5" fmla="*/ 133 h 133"/>
                  <a:gd name="T6" fmla="*/ 204 w 409"/>
                  <a:gd name="T7" fmla="*/ 131 h 133"/>
                  <a:gd name="T8" fmla="*/ 409 w 409"/>
                  <a:gd name="T9" fmla="*/ 24 h 133"/>
                  <a:gd name="T10" fmla="*/ 397 w 409"/>
                  <a:gd name="T11" fmla="*/ 0 h 133"/>
                  <a:gd name="T12" fmla="*/ 204 w 409"/>
                  <a:gd name="T13" fmla="*/ 102 h 133"/>
                  <a:gd name="T14" fmla="*/ 12 w 409"/>
                  <a:gd name="T15" fmla="*/ 0 h 133"/>
                  <a:gd name="T16" fmla="*/ 0 w 409"/>
                  <a:gd name="T17" fmla="*/ 24 h 133"/>
                  <a:gd name="T18" fmla="*/ 204 w 409"/>
                  <a:gd name="T19" fmla="*/ 131 h 133"/>
                  <a:gd name="T20" fmla="*/ 204 w 409"/>
                  <a:gd name="T21"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9" h="133">
                    <a:moveTo>
                      <a:pt x="204" y="133"/>
                    </a:moveTo>
                    <a:lnTo>
                      <a:pt x="204" y="133"/>
                    </a:lnTo>
                    <a:lnTo>
                      <a:pt x="204" y="133"/>
                    </a:lnTo>
                    <a:lnTo>
                      <a:pt x="204" y="131"/>
                    </a:lnTo>
                    <a:lnTo>
                      <a:pt x="409" y="24"/>
                    </a:lnTo>
                    <a:lnTo>
                      <a:pt x="397" y="0"/>
                    </a:lnTo>
                    <a:lnTo>
                      <a:pt x="204" y="102"/>
                    </a:lnTo>
                    <a:lnTo>
                      <a:pt x="12" y="0"/>
                    </a:lnTo>
                    <a:lnTo>
                      <a:pt x="0" y="24"/>
                    </a:lnTo>
                    <a:lnTo>
                      <a:pt x="204" y="131"/>
                    </a:lnTo>
                    <a:lnTo>
                      <a:pt x="204"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116" name="Freeform 12"/>
              <p:cNvSpPr>
                <a:spLocks/>
              </p:cNvSpPr>
              <p:nvPr/>
            </p:nvSpPr>
            <p:spPr bwMode="auto">
              <a:xfrm>
                <a:off x="4772025" y="3244850"/>
                <a:ext cx="474662" cy="161925"/>
              </a:xfrm>
              <a:custGeom>
                <a:avLst/>
                <a:gdLst>
                  <a:gd name="T0" fmla="*/ 149 w 299"/>
                  <a:gd name="T1" fmla="*/ 102 h 102"/>
                  <a:gd name="T2" fmla="*/ 299 w 299"/>
                  <a:gd name="T3" fmla="*/ 24 h 102"/>
                  <a:gd name="T4" fmla="*/ 285 w 299"/>
                  <a:gd name="T5" fmla="*/ 0 h 102"/>
                  <a:gd name="T6" fmla="*/ 152 w 299"/>
                  <a:gd name="T7" fmla="*/ 71 h 102"/>
                  <a:gd name="T8" fmla="*/ 12 w 299"/>
                  <a:gd name="T9" fmla="*/ 3 h 102"/>
                  <a:gd name="T10" fmla="*/ 0 w 299"/>
                  <a:gd name="T11" fmla="*/ 26 h 102"/>
                  <a:gd name="T12" fmla="*/ 147 w 299"/>
                  <a:gd name="T13" fmla="*/ 97 h 102"/>
                  <a:gd name="T14" fmla="*/ 149 w 299"/>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9" h="102">
                    <a:moveTo>
                      <a:pt x="149" y="102"/>
                    </a:moveTo>
                    <a:lnTo>
                      <a:pt x="299" y="24"/>
                    </a:lnTo>
                    <a:lnTo>
                      <a:pt x="285" y="0"/>
                    </a:lnTo>
                    <a:lnTo>
                      <a:pt x="152" y="71"/>
                    </a:lnTo>
                    <a:lnTo>
                      <a:pt x="12" y="3"/>
                    </a:lnTo>
                    <a:lnTo>
                      <a:pt x="0" y="26"/>
                    </a:lnTo>
                    <a:lnTo>
                      <a:pt x="147" y="97"/>
                    </a:lnTo>
                    <a:lnTo>
                      <a:pt x="14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9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pSp>
      <p:sp>
        <p:nvSpPr>
          <p:cNvPr id="117" name="Freeform 1"/>
          <p:cNvSpPr>
            <a:spLocks noChangeAspect="1" noChangeArrowheads="1"/>
          </p:cNvSpPr>
          <p:nvPr/>
        </p:nvSpPr>
        <p:spPr bwMode="auto">
          <a:xfrm>
            <a:off x="4362326" y="3733221"/>
            <a:ext cx="1153976" cy="1081322"/>
          </a:xfrm>
          <a:custGeom>
            <a:avLst/>
            <a:gdLst>
              <a:gd name="T0" fmla="*/ 4511 w 4512"/>
              <a:gd name="T1" fmla="*/ 0 h 4510"/>
              <a:gd name="T2" fmla="*/ 4511 w 4512"/>
              <a:gd name="T3" fmla="*/ 0 h 4510"/>
              <a:gd name="T4" fmla="*/ 4021 w 4512"/>
              <a:gd name="T5" fmla="*/ 0 h 4510"/>
              <a:gd name="T6" fmla="*/ 4021 w 4512"/>
              <a:gd name="T7" fmla="*/ 0 h 4510"/>
              <a:gd name="T8" fmla="*/ 851 w 4512"/>
              <a:gd name="T9" fmla="*/ 0 h 4510"/>
              <a:gd name="T10" fmla="*/ 799 w 4512"/>
              <a:gd name="T11" fmla="*/ 0 h 4510"/>
              <a:gd name="T12" fmla="*/ 774 w 4512"/>
              <a:gd name="T13" fmla="*/ 0 h 4510"/>
              <a:gd name="T14" fmla="*/ 774 w 4512"/>
              <a:gd name="T15" fmla="*/ 0 h 4510"/>
              <a:gd name="T16" fmla="*/ 0 w 4512"/>
              <a:gd name="T17" fmla="*/ 747 h 4510"/>
              <a:gd name="T18" fmla="*/ 0 w 4512"/>
              <a:gd name="T19" fmla="*/ 747 h 4510"/>
              <a:gd name="T20" fmla="*/ 0 w 4512"/>
              <a:gd name="T21" fmla="*/ 4509 h 4510"/>
              <a:gd name="T22" fmla="*/ 490 w 4512"/>
              <a:gd name="T23" fmla="*/ 4509 h 4510"/>
              <a:gd name="T24" fmla="*/ 490 w 4512"/>
              <a:gd name="T25" fmla="*/ 4509 h 4510"/>
              <a:gd name="T26" fmla="*/ 3660 w 4512"/>
              <a:gd name="T27" fmla="*/ 4509 h 4510"/>
              <a:gd name="T28" fmla="*/ 3738 w 4512"/>
              <a:gd name="T29" fmla="*/ 4509 h 4510"/>
              <a:gd name="T30" fmla="*/ 3789 w 4512"/>
              <a:gd name="T31" fmla="*/ 4509 h 4510"/>
              <a:gd name="T32" fmla="*/ 3789 w 4512"/>
              <a:gd name="T33" fmla="*/ 4509 h 4510"/>
              <a:gd name="T34" fmla="*/ 4511 w 4512"/>
              <a:gd name="T35" fmla="*/ 3788 h 4510"/>
              <a:gd name="T36" fmla="*/ 4511 w 4512"/>
              <a:gd name="T37" fmla="*/ 3788 h 4510"/>
              <a:gd name="T38" fmla="*/ 4511 w 4512"/>
              <a:gd name="T39" fmla="*/ 0 h 4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12" h="4510">
                <a:moveTo>
                  <a:pt x="4511" y="0"/>
                </a:moveTo>
                <a:lnTo>
                  <a:pt x="4511" y="0"/>
                </a:lnTo>
                <a:cubicBezTo>
                  <a:pt x="4021" y="0"/>
                  <a:pt x="4021" y="0"/>
                  <a:pt x="4021" y="0"/>
                </a:cubicBezTo>
                <a:lnTo>
                  <a:pt x="4021" y="0"/>
                </a:lnTo>
                <a:cubicBezTo>
                  <a:pt x="851" y="0"/>
                  <a:pt x="851" y="0"/>
                  <a:pt x="851" y="0"/>
                </a:cubicBezTo>
                <a:cubicBezTo>
                  <a:pt x="825" y="0"/>
                  <a:pt x="825" y="0"/>
                  <a:pt x="799" y="0"/>
                </a:cubicBezTo>
                <a:cubicBezTo>
                  <a:pt x="774" y="0"/>
                  <a:pt x="774" y="0"/>
                  <a:pt x="774" y="0"/>
                </a:cubicBezTo>
                <a:lnTo>
                  <a:pt x="774" y="0"/>
                </a:lnTo>
                <a:cubicBezTo>
                  <a:pt x="361" y="26"/>
                  <a:pt x="52" y="361"/>
                  <a:pt x="0" y="747"/>
                </a:cubicBezTo>
                <a:lnTo>
                  <a:pt x="0" y="747"/>
                </a:lnTo>
                <a:cubicBezTo>
                  <a:pt x="0" y="4509"/>
                  <a:pt x="0" y="4509"/>
                  <a:pt x="0" y="4509"/>
                </a:cubicBezTo>
                <a:cubicBezTo>
                  <a:pt x="490" y="4509"/>
                  <a:pt x="490" y="4509"/>
                  <a:pt x="490" y="4509"/>
                </a:cubicBezTo>
                <a:lnTo>
                  <a:pt x="490" y="4509"/>
                </a:lnTo>
                <a:cubicBezTo>
                  <a:pt x="3660" y="4509"/>
                  <a:pt x="3660" y="4509"/>
                  <a:pt x="3660" y="4509"/>
                </a:cubicBezTo>
                <a:cubicBezTo>
                  <a:pt x="3686" y="4509"/>
                  <a:pt x="3712" y="4509"/>
                  <a:pt x="3738" y="4509"/>
                </a:cubicBezTo>
                <a:cubicBezTo>
                  <a:pt x="3789" y="4509"/>
                  <a:pt x="3789" y="4509"/>
                  <a:pt x="3789" y="4509"/>
                </a:cubicBezTo>
                <a:lnTo>
                  <a:pt x="3789" y="4509"/>
                </a:lnTo>
                <a:cubicBezTo>
                  <a:pt x="4150" y="4457"/>
                  <a:pt x="4460" y="4174"/>
                  <a:pt x="4511" y="3788"/>
                </a:cubicBezTo>
                <a:lnTo>
                  <a:pt x="4511" y="3788"/>
                </a:lnTo>
                <a:lnTo>
                  <a:pt x="4511" y="0"/>
                </a:lnTo>
              </a:path>
            </a:pathLst>
          </a:custGeom>
          <a:gradFill>
            <a:gsLst>
              <a:gs pos="0">
                <a:srgbClr val="C00000"/>
              </a:gs>
              <a:gs pos="100000">
                <a:srgbClr val="C00000">
                  <a:lumMod val="75000"/>
                </a:srgbClr>
              </a:gs>
            </a:gsLst>
            <a:lin ang="2700000" scaled="1"/>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ea typeface="宋体" panose="02010600030101010101" pitchFamily="2" charset="-122"/>
            </a:endParaRPr>
          </a:p>
        </p:txBody>
      </p:sp>
      <p:sp>
        <p:nvSpPr>
          <p:cNvPr id="118" name="Freeform 1"/>
          <p:cNvSpPr>
            <a:spLocks noChangeAspect="1" noChangeArrowheads="1"/>
          </p:cNvSpPr>
          <p:nvPr/>
        </p:nvSpPr>
        <p:spPr bwMode="auto">
          <a:xfrm>
            <a:off x="7067737" y="3733221"/>
            <a:ext cx="1153976" cy="1081322"/>
          </a:xfrm>
          <a:custGeom>
            <a:avLst/>
            <a:gdLst>
              <a:gd name="T0" fmla="*/ 4511 w 4512"/>
              <a:gd name="T1" fmla="*/ 0 h 4510"/>
              <a:gd name="T2" fmla="*/ 4511 w 4512"/>
              <a:gd name="T3" fmla="*/ 0 h 4510"/>
              <a:gd name="T4" fmla="*/ 4021 w 4512"/>
              <a:gd name="T5" fmla="*/ 0 h 4510"/>
              <a:gd name="T6" fmla="*/ 4021 w 4512"/>
              <a:gd name="T7" fmla="*/ 0 h 4510"/>
              <a:gd name="T8" fmla="*/ 851 w 4512"/>
              <a:gd name="T9" fmla="*/ 0 h 4510"/>
              <a:gd name="T10" fmla="*/ 799 w 4512"/>
              <a:gd name="T11" fmla="*/ 0 h 4510"/>
              <a:gd name="T12" fmla="*/ 774 w 4512"/>
              <a:gd name="T13" fmla="*/ 0 h 4510"/>
              <a:gd name="T14" fmla="*/ 774 w 4512"/>
              <a:gd name="T15" fmla="*/ 0 h 4510"/>
              <a:gd name="T16" fmla="*/ 0 w 4512"/>
              <a:gd name="T17" fmla="*/ 747 h 4510"/>
              <a:gd name="T18" fmla="*/ 0 w 4512"/>
              <a:gd name="T19" fmla="*/ 747 h 4510"/>
              <a:gd name="T20" fmla="*/ 0 w 4512"/>
              <a:gd name="T21" fmla="*/ 4509 h 4510"/>
              <a:gd name="T22" fmla="*/ 490 w 4512"/>
              <a:gd name="T23" fmla="*/ 4509 h 4510"/>
              <a:gd name="T24" fmla="*/ 490 w 4512"/>
              <a:gd name="T25" fmla="*/ 4509 h 4510"/>
              <a:gd name="T26" fmla="*/ 3660 w 4512"/>
              <a:gd name="T27" fmla="*/ 4509 h 4510"/>
              <a:gd name="T28" fmla="*/ 3738 w 4512"/>
              <a:gd name="T29" fmla="*/ 4509 h 4510"/>
              <a:gd name="T30" fmla="*/ 3789 w 4512"/>
              <a:gd name="T31" fmla="*/ 4509 h 4510"/>
              <a:gd name="T32" fmla="*/ 3789 w 4512"/>
              <a:gd name="T33" fmla="*/ 4509 h 4510"/>
              <a:gd name="T34" fmla="*/ 4511 w 4512"/>
              <a:gd name="T35" fmla="*/ 3788 h 4510"/>
              <a:gd name="T36" fmla="*/ 4511 w 4512"/>
              <a:gd name="T37" fmla="*/ 3788 h 4510"/>
              <a:gd name="T38" fmla="*/ 4511 w 4512"/>
              <a:gd name="T39" fmla="*/ 0 h 4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12" h="4510">
                <a:moveTo>
                  <a:pt x="4511" y="0"/>
                </a:moveTo>
                <a:lnTo>
                  <a:pt x="4511" y="0"/>
                </a:lnTo>
                <a:cubicBezTo>
                  <a:pt x="4021" y="0"/>
                  <a:pt x="4021" y="0"/>
                  <a:pt x="4021" y="0"/>
                </a:cubicBezTo>
                <a:lnTo>
                  <a:pt x="4021" y="0"/>
                </a:lnTo>
                <a:cubicBezTo>
                  <a:pt x="851" y="0"/>
                  <a:pt x="851" y="0"/>
                  <a:pt x="851" y="0"/>
                </a:cubicBezTo>
                <a:cubicBezTo>
                  <a:pt x="825" y="0"/>
                  <a:pt x="825" y="0"/>
                  <a:pt x="799" y="0"/>
                </a:cubicBezTo>
                <a:cubicBezTo>
                  <a:pt x="774" y="0"/>
                  <a:pt x="774" y="0"/>
                  <a:pt x="774" y="0"/>
                </a:cubicBezTo>
                <a:lnTo>
                  <a:pt x="774" y="0"/>
                </a:lnTo>
                <a:cubicBezTo>
                  <a:pt x="361" y="26"/>
                  <a:pt x="52" y="361"/>
                  <a:pt x="0" y="747"/>
                </a:cubicBezTo>
                <a:lnTo>
                  <a:pt x="0" y="747"/>
                </a:lnTo>
                <a:cubicBezTo>
                  <a:pt x="0" y="4509"/>
                  <a:pt x="0" y="4509"/>
                  <a:pt x="0" y="4509"/>
                </a:cubicBezTo>
                <a:cubicBezTo>
                  <a:pt x="490" y="4509"/>
                  <a:pt x="490" y="4509"/>
                  <a:pt x="490" y="4509"/>
                </a:cubicBezTo>
                <a:lnTo>
                  <a:pt x="490" y="4509"/>
                </a:lnTo>
                <a:cubicBezTo>
                  <a:pt x="3660" y="4509"/>
                  <a:pt x="3660" y="4509"/>
                  <a:pt x="3660" y="4509"/>
                </a:cubicBezTo>
                <a:cubicBezTo>
                  <a:pt x="3686" y="4509"/>
                  <a:pt x="3712" y="4509"/>
                  <a:pt x="3738" y="4509"/>
                </a:cubicBezTo>
                <a:cubicBezTo>
                  <a:pt x="3789" y="4509"/>
                  <a:pt x="3789" y="4509"/>
                  <a:pt x="3789" y="4509"/>
                </a:cubicBezTo>
                <a:lnTo>
                  <a:pt x="3789" y="4509"/>
                </a:lnTo>
                <a:cubicBezTo>
                  <a:pt x="4150" y="4457"/>
                  <a:pt x="4460" y="4174"/>
                  <a:pt x="4511" y="3788"/>
                </a:cubicBezTo>
                <a:lnTo>
                  <a:pt x="4511" y="3788"/>
                </a:lnTo>
                <a:lnTo>
                  <a:pt x="4511" y="0"/>
                </a:lnTo>
              </a:path>
            </a:pathLst>
          </a:custGeom>
          <a:gradFill>
            <a:gsLst>
              <a:gs pos="0">
                <a:srgbClr val="17406D"/>
              </a:gs>
              <a:gs pos="100000">
                <a:srgbClr val="17406D">
                  <a:lumMod val="75000"/>
                </a:srgbClr>
              </a:gs>
            </a:gsLst>
            <a:lin ang="2700000" scaled="1"/>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ea typeface="宋体" panose="02010600030101010101" pitchFamily="2" charset="-122"/>
            </a:endParaRPr>
          </a:p>
        </p:txBody>
      </p:sp>
      <p:sp>
        <p:nvSpPr>
          <p:cNvPr id="119" name="Freeform 1"/>
          <p:cNvSpPr>
            <a:spLocks noChangeAspect="1" noChangeArrowheads="1"/>
          </p:cNvSpPr>
          <p:nvPr/>
        </p:nvSpPr>
        <p:spPr bwMode="auto">
          <a:xfrm>
            <a:off x="9770251" y="3733221"/>
            <a:ext cx="1153976" cy="1081322"/>
          </a:xfrm>
          <a:custGeom>
            <a:avLst/>
            <a:gdLst>
              <a:gd name="T0" fmla="*/ 4511 w 4512"/>
              <a:gd name="T1" fmla="*/ 0 h 4510"/>
              <a:gd name="T2" fmla="*/ 4511 w 4512"/>
              <a:gd name="T3" fmla="*/ 0 h 4510"/>
              <a:gd name="T4" fmla="*/ 4021 w 4512"/>
              <a:gd name="T5" fmla="*/ 0 h 4510"/>
              <a:gd name="T6" fmla="*/ 4021 w 4512"/>
              <a:gd name="T7" fmla="*/ 0 h 4510"/>
              <a:gd name="T8" fmla="*/ 851 w 4512"/>
              <a:gd name="T9" fmla="*/ 0 h 4510"/>
              <a:gd name="T10" fmla="*/ 799 w 4512"/>
              <a:gd name="T11" fmla="*/ 0 h 4510"/>
              <a:gd name="T12" fmla="*/ 774 w 4512"/>
              <a:gd name="T13" fmla="*/ 0 h 4510"/>
              <a:gd name="T14" fmla="*/ 774 w 4512"/>
              <a:gd name="T15" fmla="*/ 0 h 4510"/>
              <a:gd name="T16" fmla="*/ 0 w 4512"/>
              <a:gd name="T17" fmla="*/ 747 h 4510"/>
              <a:gd name="T18" fmla="*/ 0 w 4512"/>
              <a:gd name="T19" fmla="*/ 747 h 4510"/>
              <a:gd name="T20" fmla="*/ 0 w 4512"/>
              <a:gd name="T21" fmla="*/ 4509 h 4510"/>
              <a:gd name="T22" fmla="*/ 490 w 4512"/>
              <a:gd name="T23" fmla="*/ 4509 h 4510"/>
              <a:gd name="T24" fmla="*/ 490 w 4512"/>
              <a:gd name="T25" fmla="*/ 4509 h 4510"/>
              <a:gd name="T26" fmla="*/ 3660 w 4512"/>
              <a:gd name="T27" fmla="*/ 4509 h 4510"/>
              <a:gd name="T28" fmla="*/ 3738 w 4512"/>
              <a:gd name="T29" fmla="*/ 4509 h 4510"/>
              <a:gd name="T30" fmla="*/ 3789 w 4512"/>
              <a:gd name="T31" fmla="*/ 4509 h 4510"/>
              <a:gd name="T32" fmla="*/ 3789 w 4512"/>
              <a:gd name="T33" fmla="*/ 4509 h 4510"/>
              <a:gd name="T34" fmla="*/ 4511 w 4512"/>
              <a:gd name="T35" fmla="*/ 3788 h 4510"/>
              <a:gd name="T36" fmla="*/ 4511 w 4512"/>
              <a:gd name="T37" fmla="*/ 3788 h 4510"/>
              <a:gd name="T38" fmla="*/ 4511 w 4512"/>
              <a:gd name="T39" fmla="*/ 0 h 4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12" h="4510">
                <a:moveTo>
                  <a:pt x="4511" y="0"/>
                </a:moveTo>
                <a:lnTo>
                  <a:pt x="4511" y="0"/>
                </a:lnTo>
                <a:cubicBezTo>
                  <a:pt x="4021" y="0"/>
                  <a:pt x="4021" y="0"/>
                  <a:pt x="4021" y="0"/>
                </a:cubicBezTo>
                <a:lnTo>
                  <a:pt x="4021" y="0"/>
                </a:lnTo>
                <a:cubicBezTo>
                  <a:pt x="851" y="0"/>
                  <a:pt x="851" y="0"/>
                  <a:pt x="851" y="0"/>
                </a:cubicBezTo>
                <a:cubicBezTo>
                  <a:pt x="825" y="0"/>
                  <a:pt x="825" y="0"/>
                  <a:pt x="799" y="0"/>
                </a:cubicBezTo>
                <a:cubicBezTo>
                  <a:pt x="774" y="0"/>
                  <a:pt x="774" y="0"/>
                  <a:pt x="774" y="0"/>
                </a:cubicBezTo>
                <a:lnTo>
                  <a:pt x="774" y="0"/>
                </a:lnTo>
                <a:cubicBezTo>
                  <a:pt x="361" y="26"/>
                  <a:pt x="52" y="361"/>
                  <a:pt x="0" y="747"/>
                </a:cubicBezTo>
                <a:lnTo>
                  <a:pt x="0" y="747"/>
                </a:lnTo>
                <a:cubicBezTo>
                  <a:pt x="0" y="4509"/>
                  <a:pt x="0" y="4509"/>
                  <a:pt x="0" y="4509"/>
                </a:cubicBezTo>
                <a:cubicBezTo>
                  <a:pt x="490" y="4509"/>
                  <a:pt x="490" y="4509"/>
                  <a:pt x="490" y="4509"/>
                </a:cubicBezTo>
                <a:lnTo>
                  <a:pt x="490" y="4509"/>
                </a:lnTo>
                <a:cubicBezTo>
                  <a:pt x="3660" y="4509"/>
                  <a:pt x="3660" y="4509"/>
                  <a:pt x="3660" y="4509"/>
                </a:cubicBezTo>
                <a:cubicBezTo>
                  <a:pt x="3686" y="4509"/>
                  <a:pt x="3712" y="4509"/>
                  <a:pt x="3738" y="4509"/>
                </a:cubicBezTo>
                <a:cubicBezTo>
                  <a:pt x="3789" y="4509"/>
                  <a:pt x="3789" y="4509"/>
                  <a:pt x="3789" y="4509"/>
                </a:cubicBezTo>
                <a:lnTo>
                  <a:pt x="3789" y="4509"/>
                </a:lnTo>
                <a:cubicBezTo>
                  <a:pt x="4150" y="4457"/>
                  <a:pt x="4460" y="4174"/>
                  <a:pt x="4511" y="3788"/>
                </a:cubicBezTo>
                <a:lnTo>
                  <a:pt x="4511" y="3788"/>
                </a:lnTo>
                <a:lnTo>
                  <a:pt x="4511" y="0"/>
                </a:lnTo>
              </a:path>
            </a:pathLst>
          </a:custGeom>
          <a:gradFill>
            <a:gsLst>
              <a:gs pos="0">
                <a:srgbClr val="C00000"/>
              </a:gs>
              <a:gs pos="100000">
                <a:srgbClr val="C00000">
                  <a:lumMod val="75000"/>
                </a:srgbClr>
              </a:gs>
            </a:gsLst>
            <a:lin ang="2700000" scaled="1"/>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ea typeface="宋体" panose="02010600030101010101" pitchFamily="2" charset="-122"/>
            </a:endParaRPr>
          </a:p>
        </p:txBody>
      </p:sp>
      <p:sp>
        <p:nvSpPr>
          <p:cNvPr id="120" name="文本框 119"/>
          <p:cNvSpPr txBox="1">
            <a:spLocks/>
          </p:cNvSpPr>
          <p:nvPr/>
        </p:nvSpPr>
        <p:spPr>
          <a:xfrm>
            <a:off x="1580502" y="4951508"/>
            <a:ext cx="209143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121" name="文本框 120"/>
          <p:cNvSpPr txBox="1">
            <a:spLocks/>
          </p:cNvSpPr>
          <p:nvPr/>
        </p:nvSpPr>
        <p:spPr>
          <a:xfrm>
            <a:off x="4284502" y="4951508"/>
            <a:ext cx="209143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122" name="文本框 121"/>
          <p:cNvSpPr txBox="1">
            <a:spLocks/>
          </p:cNvSpPr>
          <p:nvPr/>
        </p:nvSpPr>
        <p:spPr>
          <a:xfrm>
            <a:off x="6989913" y="4951508"/>
            <a:ext cx="209143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123" name="文本框 122"/>
          <p:cNvSpPr txBox="1">
            <a:spLocks/>
          </p:cNvSpPr>
          <p:nvPr/>
        </p:nvSpPr>
        <p:spPr>
          <a:xfrm>
            <a:off x="9692427" y="4951508"/>
            <a:ext cx="2091437"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124" name="文本框 123"/>
          <p:cNvSpPr txBox="1">
            <a:spLocks/>
          </p:cNvSpPr>
          <p:nvPr/>
        </p:nvSpPr>
        <p:spPr>
          <a:xfrm>
            <a:off x="1719091" y="3919939"/>
            <a:ext cx="1032446" cy="707886"/>
          </a:xfrm>
          <a:prstGeom prst="rect">
            <a:avLst/>
          </a:prstGeom>
          <a:noFill/>
        </p:spPr>
        <p:txBody>
          <a:bodyPr wrap="square" rtlCol="0">
            <a:spAutoFit/>
          </a:bodyPr>
          <a:lstStyle/>
          <a:p>
            <a:pPr algn="ctr"/>
            <a:r>
              <a:rPr lang="zh-CN" altLang="en-US"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添加您</a:t>
            </a:r>
            <a:endParaRPr lang="en-US" altLang="zh-CN"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endParaRPr>
          </a:p>
          <a:p>
            <a:pPr algn="ctr"/>
            <a:r>
              <a:rPr lang="zh-CN" altLang="en-US"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的标题</a:t>
            </a:r>
          </a:p>
        </p:txBody>
      </p:sp>
      <p:sp>
        <p:nvSpPr>
          <p:cNvPr id="125" name="文本框 124"/>
          <p:cNvSpPr txBox="1">
            <a:spLocks/>
          </p:cNvSpPr>
          <p:nvPr/>
        </p:nvSpPr>
        <p:spPr>
          <a:xfrm>
            <a:off x="4423091" y="3919939"/>
            <a:ext cx="1032446" cy="707886"/>
          </a:xfrm>
          <a:prstGeom prst="rect">
            <a:avLst/>
          </a:prstGeom>
          <a:noFill/>
        </p:spPr>
        <p:txBody>
          <a:bodyPr wrap="square" rtlCol="0">
            <a:spAutoFit/>
          </a:bodyPr>
          <a:lstStyle/>
          <a:p>
            <a:pPr algn="ctr"/>
            <a:r>
              <a:rPr lang="zh-CN" altLang="en-US"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添加您</a:t>
            </a:r>
            <a:endParaRPr lang="en-US" altLang="zh-CN"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endParaRPr>
          </a:p>
          <a:p>
            <a:pPr algn="ctr"/>
            <a:r>
              <a:rPr lang="zh-CN" altLang="en-US"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的标题</a:t>
            </a:r>
          </a:p>
        </p:txBody>
      </p:sp>
      <p:sp>
        <p:nvSpPr>
          <p:cNvPr id="126" name="文本框 125"/>
          <p:cNvSpPr txBox="1">
            <a:spLocks/>
          </p:cNvSpPr>
          <p:nvPr/>
        </p:nvSpPr>
        <p:spPr>
          <a:xfrm>
            <a:off x="7128502" y="3919939"/>
            <a:ext cx="1032446" cy="707886"/>
          </a:xfrm>
          <a:prstGeom prst="rect">
            <a:avLst/>
          </a:prstGeom>
          <a:noFill/>
        </p:spPr>
        <p:txBody>
          <a:bodyPr wrap="square" rtlCol="0">
            <a:spAutoFit/>
          </a:bodyPr>
          <a:lstStyle/>
          <a:p>
            <a:pPr algn="ctr"/>
            <a:r>
              <a:rPr lang="zh-CN" altLang="en-US"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添加您</a:t>
            </a:r>
            <a:endParaRPr lang="en-US" altLang="zh-CN"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endParaRPr>
          </a:p>
          <a:p>
            <a:pPr algn="ctr"/>
            <a:r>
              <a:rPr lang="zh-CN" altLang="en-US"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的标题</a:t>
            </a:r>
          </a:p>
        </p:txBody>
      </p:sp>
      <p:sp>
        <p:nvSpPr>
          <p:cNvPr id="127" name="文本框 126"/>
          <p:cNvSpPr txBox="1">
            <a:spLocks/>
          </p:cNvSpPr>
          <p:nvPr/>
        </p:nvSpPr>
        <p:spPr>
          <a:xfrm>
            <a:off x="9831016" y="3919939"/>
            <a:ext cx="1032446" cy="707886"/>
          </a:xfrm>
          <a:prstGeom prst="rect">
            <a:avLst/>
          </a:prstGeom>
          <a:noFill/>
        </p:spPr>
        <p:txBody>
          <a:bodyPr wrap="square" rtlCol="0">
            <a:spAutoFit/>
          </a:bodyPr>
          <a:lstStyle/>
          <a:p>
            <a:pPr algn="ctr"/>
            <a:r>
              <a:rPr lang="zh-CN" altLang="en-US"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添加您</a:t>
            </a:r>
            <a:endParaRPr lang="en-US" altLang="zh-CN"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endParaRPr>
          </a:p>
          <a:p>
            <a:pPr algn="ctr"/>
            <a:r>
              <a:rPr lang="zh-CN" altLang="en-US" sz="2000" b="1" dirty="0">
                <a:solidFill>
                  <a:srgbClr val="FFFFFF"/>
                </a:solidFill>
                <a:latin typeface="微软雅黑" panose="020B0503020204020204" pitchFamily="34" charset="-122"/>
                <a:ea typeface="微软雅黑" panose="020B0503020204020204" pitchFamily="34" charset="-122"/>
                <a:cs typeface="Aharoni" panose="02010803020104030203" pitchFamily="2" charset="-79"/>
              </a:rPr>
              <a:t>的标题</a:t>
            </a:r>
          </a:p>
        </p:txBody>
      </p:sp>
      <p:sp>
        <p:nvSpPr>
          <p:cNvPr id="128" name="Freeform 128"/>
          <p:cNvSpPr>
            <a:spLocks noChangeAspect="1" noEditPoints="1"/>
          </p:cNvSpPr>
          <p:nvPr/>
        </p:nvSpPr>
        <p:spPr bwMode="auto">
          <a:xfrm>
            <a:off x="6658199" y="2350002"/>
            <a:ext cx="440411" cy="440411"/>
          </a:xfrm>
          <a:custGeom>
            <a:avLst/>
            <a:gdLst>
              <a:gd name="T0" fmla="*/ 1075 w 1209"/>
              <a:gd name="T1" fmla="*/ 505 h 1209"/>
              <a:gd name="T2" fmla="*/ 1022 w 1209"/>
              <a:gd name="T3" fmla="*/ 558 h 1209"/>
              <a:gd name="T4" fmla="*/ 969 w 1209"/>
              <a:gd name="T5" fmla="*/ 558 h 1209"/>
              <a:gd name="T6" fmla="*/ 651 w 1209"/>
              <a:gd name="T7" fmla="*/ 240 h 1209"/>
              <a:gd name="T8" fmla="*/ 651 w 1209"/>
              <a:gd name="T9" fmla="*/ 187 h 1209"/>
              <a:gd name="T10" fmla="*/ 704 w 1209"/>
              <a:gd name="T11" fmla="*/ 134 h 1209"/>
              <a:gd name="T12" fmla="*/ 757 w 1209"/>
              <a:gd name="T13" fmla="*/ 134 h 1209"/>
              <a:gd name="T14" fmla="*/ 1075 w 1209"/>
              <a:gd name="T15" fmla="*/ 452 h 1209"/>
              <a:gd name="T16" fmla="*/ 1075 w 1209"/>
              <a:gd name="T17" fmla="*/ 505 h 1209"/>
              <a:gd name="T18" fmla="*/ 177 w 1209"/>
              <a:gd name="T19" fmla="*/ 1010 h 1209"/>
              <a:gd name="T20" fmla="*/ 124 w 1209"/>
              <a:gd name="T21" fmla="*/ 957 h 1209"/>
              <a:gd name="T22" fmla="*/ 489 w 1209"/>
              <a:gd name="T23" fmla="*/ 592 h 1209"/>
              <a:gd name="T24" fmla="*/ 542 w 1209"/>
              <a:gd name="T25" fmla="*/ 645 h 1209"/>
              <a:gd name="T26" fmla="*/ 177 w 1209"/>
              <a:gd name="T27" fmla="*/ 1010 h 1209"/>
              <a:gd name="T28" fmla="*/ 1175 w 1209"/>
              <a:gd name="T29" fmla="*/ 377 h 1209"/>
              <a:gd name="T30" fmla="*/ 1056 w 1209"/>
              <a:gd name="T31" fmla="*/ 258 h 1209"/>
              <a:gd name="T32" fmla="*/ 951 w 1209"/>
              <a:gd name="T33" fmla="*/ 153 h 1209"/>
              <a:gd name="T34" fmla="*/ 832 w 1209"/>
              <a:gd name="T35" fmla="*/ 34 h 1209"/>
              <a:gd name="T36" fmla="*/ 717 w 1209"/>
              <a:gd name="T37" fmla="*/ 23 h 1209"/>
              <a:gd name="T38" fmla="*/ 393 w 1209"/>
              <a:gd name="T39" fmla="*/ 239 h 1209"/>
              <a:gd name="T40" fmla="*/ 364 w 1209"/>
              <a:gd name="T41" fmla="*/ 347 h 1209"/>
              <a:gd name="T42" fmla="*/ 447 w 1209"/>
              <a:gd name="T43" fmla="*/ 512 h 1209"/>
              <a:gd name="T44" fmla="*/ 456 w 1209"/>
              <a:gd name="T45" fmla="*/ 528 h 1209"/>
              <a:gd name="T46" fmla="*/ 38 w 1209"/>
              <a:gd name="T47" fmla="*/ 946 h 1209"/>
              <a:gd name="T48" fmla="*/ 0 w 1209"/>
              <a:gd name="T49" fmla="*/ 1209 h 1209"/>
              <a:gd name="T50" fmla="*/ 225 w 1209"/>
              <a:gd name="T51" fmla="*/ 1209 h 1209"/>
              <a:gd name="T52" fmla="*/ 225 w 1209"/>
              <a:gd name="T53" fmla="*/ 1134 h 1209"/>
              <a:gd name="T54" fmla="*/ 375 w 1209"/>
              <a:gd name="T55" fmla="*/ 1134 h 1209"/>
              <a:gd name="T56" fmla="*/ 375 w 1209"/>
              <a:gd name="T57" fmla="*/ 984 h 1209"/>
              <a:gd name="T58" fmla="*/ 525 w 1209"/>
              <a:gd name="T59" fmla="*/ 984 h 1209"/>
              <a:gd name="T60" fmla="*/ 525 w 1209"/>
              <a:gd name="T61" fmla="*/ 834 h 1209"/>
              <a:gd name="T62" fmla="*/ 675 w 1209"/>
              <a:gd name="T63" fmla="*/ 834 h 1209"/>
              <a:gd name="T64" fmla="*/ 675 w 1209"/>
              <a:gd name="T65" fmla="*/ 750 h 1209"/>
              <a:gd name="T66" fmla="*/ 697 w 1209"/>
              <a:gd name="T67" fmla="*/ 762 h 1209"/>
              <a:gd name="T68" fmla="*/ 862 w 1209"/>
              <a:gd name="T69" fmla="*/ 845 h 1209"/>
              <a:gd name="T70" fmla="*/ 970 w 1209"/>
              <a:gd name="T71" fmla="*/ 816 h 1209"/>
              <a:gd name="T72" fmla="*/ 1186 w 1209"/>
              <a:gd name="T73" fmla="*/ 492 h 1209"/>
              <a:gd name="T74" fmla="*/ 1175 w 1209"/>
              <a:gd name="T75" fmla="*/ 377 h 1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9" h="1209">
                <a:moveTo>
                  <a:pt x="1075" y="505"/>
                </a:moveTo>
                <a:lnTo>
                  <a:pt x="1022" y="558"/>
                </a:lnTo>
                <a:cubicBezTo>
                  <a:pt x="1007" y="573"/>
                  <a:pt x="984" y="573"/>
                  <a:pt x="969" y="558"/>
                </a:cubicBezTo>
                <a:lnTo>
                  <a:pt x="651" y="240"/>
                </a:lnTo>
                <a:cubicBezTo>
                  <a:pt x="636" y="226"/>
                  <a:pt x="636" y="202"/>
                  <a:pt x="651" y="187"/>
                </a:cubicBezTo>
                <a:lnTo>
                  <a:pt x="704" y="134"/>
                </a:lnTo>
                <a:cubicBezTo>
                  <a:pt x="718" y="119"/>
                  <a:pt x="742" y="119"/>
                  <a:pt x="757" y="134"/>
                </a:cubicBezTo>
                <a:lnTo>
                  <a:pt x="1075" y="452"/>
                </a:lnTo>
                <a:cubicBezTo>
                  <a:pt x="1090" y="467"/>
                  <a:pt x="1090" y="491"/>
                  <a:pt x="1075" y="505"/>
                </a:cubicBezTo>
                <a:close/>
                <a:moveTo>
                  <a:pt x="177" y="1010"/>
                </a:moveTo>
                <a:lnTo>
                  <a:pt x="124" y="957"/>
                </a:lnTo>
                <a:lnTo>
                  <a:pt x="489" y="592"/>
                </a:lnTo>
                <a:lnTo>
                  <a:pt x="542" y="645"/>
                </a:lnTo>
                <a:lnTo>
                  <a:pt x="177" y="1010"/>
                </a:lnTo>
                <a:close/>
                <a:moveTo>
                  <a:pt x="1175" y="377"/>
                </a:moveTo>
                <a:lnTo>
                  <a:pt x="1056" y="258"/>
                </a:lnTo>
                <a:cubicBezTo>
                  <a:pt x="1027" y="229"/>
                  <a:pt x="980" y="182"/>
                  <a:pt x="951" y="153"/>
                </a:cubicBezTo>
                <a:lnTo>
                  <a:pt x="832" y="34"/>
                </a:lnTo>
                <a:cubicBezTo>
                  <a:pt x="803" y="5"/>
                  <a:pt x="751" y="0"/>
                  <a:pt x="717" y="23"/>
                </a:cubicBezTo>
                <a:lnTo>
                  <a:pt x="393" y="239"/>
                </a:lnTo>
                <a:cubicBezTo>
                  <a:pt x="359" y="262"/>
                  <a:pt x="346" y="310"/>
                  <a:pt x="364" y="347"/>
                </a:cubicBezTo>
                <a:lnTo>
                  <a:pt x="447" y="512"/>
                </a:lnTo>
                <a:cubicBezTo>
                  <a:pt x="450" y="517"/>
                  <a:pt x="452" y="523"/>
                  <a:pt x="456" y="528"/>
                </a:cubicBezTo>
                <a:lnTo>
                  <a:pt x="38" y="946"/>
                </a:lnTo>
                <a:lnTo>
                  <a:pt x="0" y="1209"/>
                </a:lnTo>
                <a:lnTo>
                  <a:pt x="225" y="1209"/>
                </a:lnTo>
                <a:lnTo>
                  <a:pt x="225" y="1134"/>
                </a:lnTo>
                <a:lnTo>
                  <a:pt x="375" y="1134"/>
                </a:lnTo>
                <a:lnTo>
                  <a:pt x="375" y="984"/>
                </a:lnTo>
                <a:lnTo>
                  <a:pt x="525" y="984"/>
                </a:lnTo>
                <a:lnTo>
                  <a:pt x="525" y="834"/>
                </a:lnTo>
                <a:lnTo>
                  <a:pt x="675" y="834"/>
                </a:lnTo>
                <a:lnTo>
                  <a:pt x="675" y="750"/>
                </a:lnTo>
                <a:cubicBezTo>
                  <a:pt x="683" y="755"/>
                  <a:pt x="690" y="759"/>
                  <a:pt x="697" y="762"/>
                </a:cubicBezTo>
                <a:lnTo>
                  <a:pt x="862" y="845"/>
                </a:lnTo>
                <a:cubicBezTo>
                  <a:pt x="899" y="863"/>
                  <a:pt x="947" y="850"/>
                  <a:pt x="970" y="816"/>
                </a:cubicBezTo>
                <a:lnTo>
                  <a:pt x="1186" y="492"/>
                </a:lnTo>
                <a:cubicBezTo>
                  <a:pt x="1209" y="458"/>
                  <a:pt x="1204" y="406"/>
                  <a:pt x="1175" y="377"/>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129" name="Freeform 28"/>
          <p:cNvSpPr>
            <a:spLocks noChangeAspect="1" noEditPoints="1"/>
          </p:cNvSpPr>
          <p:nvPr/>
        </p:nvSpPr>
        <p:spPr bwMode="auto">
          <a:xfrm>
            <a:off x="3952788" y="2351792"/>
            <a:ext cx="440411" cy="436830"/>
          </a:xfrm>
          <a:custGeom>
            <a:avLst/>
            <a:gdLst>
              <a:gd name="T0" fmla="*/ 1058 w 1200"/>
              <a:gd name="T1" fmla="*/ 997 h 1189"/>
              <a:gd name="T2" fmla="*/ 1015 w 1200"/>
              <a:gd name="T3" fmla="*/ 997 h 1189"/>
              <a:gd name="T4" fmla="*/ 793 w 1200"/>
              <a:gd name="T5" fmla="*/ 776 h 1189"/>
              <a:gd name="T6" fmla="*/ 793 w 1200"/>
              <a:gd name="T7" fmla="*/ 733 h 1189"/>
              <a:gd name="T8" fmla="*/ 837 w 1200"/>
              <a:gd name="T9" fmla="*/ 733 h 1189"/>
              <a:gd name="T10" fmla="*/ 1058 w 1200"/>
              <a:gd name="T11" fmla="*/ 954 h 1189"/>
              <a:gd name="T12" fmla="*/ 1058 w 1200"/>
              <a:gd name="T13" fmla="*/ 997 h 1189"/>
              <a:gd name="T14" fmla="*/ 960 w 1200"/>
              <a:gd name="T15" fmla="*/ 1094 h 1189"/>
              <a:gd name="T16" fmla="*/ 917 w 1200"/>
              <a:gd name="T17" fmla="*/ 1094 h 1189"/>
              <a:gd name="T18" fmla="*/ 696 w 1200"/>
              <a:gd name="T19" fmla="*/ 873 h 1189"/>
              <a:gd name="T20" fmla="*/ 696 w 1200"/>
              <a:gd name="T21" fmla="*/ 830 h 1189"/>
              <a:gd name="T22" fmla="*/ 739 w 1200"/>
              <a:gd name="T23" fmla="*/ 830 h 1189"/>
              <a:gd name="T24" fmla="*/ 960 w 1200"/>
              <a:gd name="T25" fmla="*/ 1051 h 1189"/>
              <a:gd name="T26" fmla="*/ 960 w 1200"/>
              <a:gd name="T27" fmla="*/ 1094 h 1189"/>
              <a:gd name="T28" fmla="*/ 842 w 1200"/>
              <a:gd name="T29" fmla="*/ 648 h 1189"/>
              <a:gd name="T30" fmla="*/ 593 w 1200"/>
              <a:gd name="T31" fmla="*/ 864 h 1189"/>
              <a:gd name="T32" fmla="*/ 864 w 1200"/>
              <a:gd name="T33" fmla="*/ 1142 h 1189"/>
              <a:gd name="T34" fmla="*/ 1036 w 1200"/>
              <a:gd name="T35" fmla="*/ 1142 h 1189"/>
              <a:gd name="T36" fmla="*/ 1105 w 1200"/>
              <a:gd name="T37" fmla="*/ 1073 h 1189"/>
              <a:gd name="T38" fmla="*/ 1105 w 1200"/>
              <a:gd name="T39" fmla="*/ 901 h 1189"/>
              <a:gd name="T40" fmla="*/ 842 w 1200"/>
              <a:gd name="T41" fmla="*/ 648 h 1189"/>
              <a:gd name="T42" fmla="*/ 284 w 1200"/>
              <a:gd name="T43" fmla="*/ 370 h 1189"/>
              <a:gd name="T44" fmla="*/ 463 w 1200"/>
              <a:gd name="T45" fmla="*/ 554 h 1189"/>
              <a:gd name="T46" fmla="*/ 549 w 1200"/>
              <a:gd name="T47" fmla="*/ 468 h 1189"/>
              <a:gd name="T48" fmla="*/ 370 w 1200"/>
              <a:gd name="T49" fmla="*/ 284 h 1189"/>
              <a:gd name="T50" fmla="*/ 413 w 1200"/>
              <a:gd name="T51" fmla="*/ 241 h 1189"/>
              <a:gd name="T52" fmla="*/ 172 w 1200"/>
              <a:gd name="T53" fmla="*/ 0 h 1189"/>
              <a:gd name="T54" fmla="*/ 0 w 1200"/>
              <a:gd name="T55" fmla="*/ 172 h 1189"/>
              <a:gd name="T56" fmla="*/ 241 w 1200"/>
              <a:gd name="T57" fmla="*/ 413 h 1189"/>
              <a:gd name="T58" fmla="*/ 284 w 1200"/>
              <a:gd name="T59" fmla="*/ 370 h 1189"/>
              <a:gd name="T60" fmla="*/ 266 w 1200"/>
              <a:gd name="T61" fmla="*/ 1085 h 1189"/>
              <a:gd name="T62" fmla="*/ 165 w 1200"/>
              <a:gd name="T63" fmla="*/ 985 h 1189"/>
              <a:gd name="T64" fmla="*/ 266 w 1200"/>
              <a:gd name="T65" fmla="*/ 884 h 1189"/>
              <a:gd name="T66" fmla="*/ 366 w 1200"/>
              <a:gd name="T67" fmla="*/ 985 h 1189"/>
              <a:gd name="T68" fmla="*/ 266 w 1200"/>
              <a:gd name="T69" fmla="*/ 1085 h 1189"/>
              <a:gd name="T70" fmla="*/ 777 w 1200"/>
              <a:gd name="T71" fmla="*/ 607 h 1189"/>
              <a:gd name="T72" fmla="*/ 893 w 1200"/>
              <a:gd name="T73" fmla="*/ 630 h 1189"/>
              <a:gd name="T74" fmla="*/ 1200 w 1200"/>
              <a:gd name="T75" fmla="*/ 324 h 1189"/>
              <a:gd name="T76" fmla="*/ 1195 w 1200"/>
              <a:gd name="T77" fmla="*/ 272 h 1189"/>
              <a:gd name="T78" fmla="*/ 978 w 1200"/>
              <a:gd name="T79" fmla="*/ 505 h 1189"/>
              <a:gd name="T80" fmla="*/ 773 w 1200"/>
              <a:gd name="T81" fmla="*/ 468 h 1189"/>
              <a:gd name="T82" fmla="*/ 702 w 1200"/>
              <a:gd name="T83" fmla="*/ 271 h 1189"/>
              <a:gd name="T84" fmla="*/ 936 w 1200"/>
              <a:gd name="T85" fmla="*/ 20 h 1189"/>
              <a:gd name="T86" fmla="*/ 893 w 1200"/>
              <a:gd name="T87" fmla="*/ 17 h 1189"/>
              <a:gd name="T88" fmla="*/ 587 w 1200"/>
              <a:gd name="T89" fmla="*/ 324 h 1189"/>
              <a:gd name="T90" fmla="*/ 612 w 1200"/>
              <a:gd name="T91" fmla="*/ 446 h 1189"/>
              <a:gd name="T92" fmla="*/ 320 w 1200"/>
              <a:gd name="T93" fmla="*/ 803 h 1189"/>
              <a:gd name="T94" fmla="*/ 265 w 1200"/>
              <a:gd name="T95" fmla="*/ 795 h 1189"/>
              <a:gd name="T96" fmla="*/ 76 w 1200"/>
              <a:gd name="T97" fmla="*/ 985 h 1189"/>
              <a:gd name="T98" fmla="*/ 265 w 1200"/>
              <a:gd name="T99" fmla="*/ 1174 h 1189"/>
              <a:gd name="T100" fmla="*/ 455 w 1200"/>
              <a:gd name="T101" fmla="*/ 985 h 1189"/>
              <a:gd name="T102" fmla="*/ 441 w 1200"/>
              <a:gd name="T103" fmla="*/ 913 h 1189"/>
              <a:gd name="T104" fmla="*/ 777 w 1200"/>
              <a:gd name="T105" fmla="*/ 607 h 1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00" h="1189">
                <a:moveTo>
                  <a:pt x="1058" y="997"/>
                </a:moveTo>
                <a:cubicBezTo>
                  <a:pt x="1046" y="1009"/>
                  <a:pt x="1026" y="1009"/>
                  <a:pt x="1015" y="997"/>
                </a:cubicBezTo>
                <a:lnTo>
                  <a:pt x="793" y="776"/>
                </a:lnTo>
                <a:cubicBezTo>
                  <a:pt x="782" y="764"/>
                  <a:pt x="782" y="745"/>
                  <a:pt x="793" y="733"/>
                </a:cubicBezTo>
                <a:cubicBezTo>
                  <a:pt x="805" y="721"/>
                  <a:pt x="825" y="721"/>
                  <a:pt x="837" y="733"/>
                </a:cubicBezTo>
                <a:lnTo>
                  <a:pt x="1058" y="954"/>
                </a:lnTo>
                <a:cubicBezTo>
                  <a:pt x="1070" y="966"/>
                  <a:pt x="1070" y="985"/>
                  <a:pt x="1058" y="997"/>
                </a:cubicBezTo>
                <a:close/>
                <a:moveTo>
                  <a:pt x="960" y="1094"/>
                </a:moveTo>
                <a:cubicBezTo>
                  <a:pt x="949" y="1106"/>
                  <a:pt x="929" y="1106"/>
                  <a:pt x="917" y="1094"/>
                </a:cubicBezTo>
                <a:lnTo>
                  <a:pt x="696" y="873"/>
                </a:lnTo>
                <a:cubicBezTo>
                  <a:pt x="684" y="861"/>
                  <a:pt x="684" y="842"/>
                  <a:pt x="696" y="830"/>
                </a:cubicBezTo>
                <a:cubicBezTo>
                  <a:pt x="708" y="818"/>
                  <a:pt x="727" y="818"/>
                  <a:pt x="739" y="830"/>
                </a:cubicBezTo>
                <a:lnTo>
                  <a:pt x="960" y="1051"/>
                </a:lnTo>
                <a:cubicBezTo>
                  <a:pt x="972" y="1063"/>
                  <a:pt x="972" y="1082"/>
                  <a:pt x="960" y="1094"/>
                </a:cubicBezTo>
                <a:close/>
                <a:moveTo>
                  <a:pt x="842" y="648"/>
                </a:moveTo>
                <a:cubicBezTo>
                  <a:pt x="842" y="648"/>
                  <a:pt x="694" y="688"/>
                  <a:pt x="593" y="864"/>
                </a:cubicBezTo>
                <a:cubicBezTo>
                  <a:pt x="589" y="854"/>
                  <a:pt x="864" y="1142"/>
                  <a:pt x="864" y="1142"/>
                </a:cubicBezTo>
                <a:cubicBezTo>
                  <a:pt x="912" y="1189"/>
                  <a:pt x="989" y="1189"/>
                  <a:pt x="1036" y="1142"/>
                </a:cubicBezTo>
                <a:lnTo>
                  <a:pt x="1105" y="1073"/>
                </a:lnTo>
                <a:cubicBezTo>
                  <a:pt x="1153" y="1025"/>
                  <a:pt x="1153" y="948"/>
                  <a:pt x="1105" y="901"/>
                </a:cubicBezTo>
                <a:lnTo>
                  <a:pt x="842" y="648"/>
                </a:lnTo>
                <a:close/>
                <a:moveTo>
                  <a:pt x="284" y="370"/>
                </a:moveTo>
                <a:lnTo>
                  <a:pt x="463" y="554"/>
                </a:lnTo>
                <a:lnTo>
                  <a:pt x="549" y="468"/>
                </a:lnTo>
                <a:lnTo>
                  <a:pt x="370" y="284"/>
                </a:lnTo>
                <a:lnTo>
                  <a:pt x="413" y="241"/>
                </a:lnTo>
                <a:lnTo>
                  <a:pt x="172" y="0"/>
                </a:lnTo>
                <a:lnTo>
                  <a:pt x="0" y="172"/>
                </a:lnTo>
                <a:lnTo>
                  <a:pt x="241" y="413"/>
                </a:lnTo>
                <a:lnTo>
                  <a:pt x="284" y="370"/>
                </a:lnTo>
                <a:close/>
                <a:moveTo>
                  <a:pt x="266" y="1085"/>
                </a:moveTo>
                <a:cubicBezTo>
                  <a:pt x="210" y="1085"/>
                  <a:pt x="165" y="1040"/>
                  <a:pt x="165" y="985"/>
                </a:cubicBezTo>
                <a:cubicBezTo>
                  <a:pt x="165" y="929"/>
                  <a:pt x="210" y="884"/>
                  <a:pt x="266" y="884"/>
                </a:cubicBezTo>
                <a:cubicBezTo>
                  <a:pt x="321" y="884"/>
                  <a:pt x="366" y="929"/>
                  <a:pt x="366" y="985"/>
                </a:cubicBezTo>
                <a:cubicBezTo>
                  <a:pt x="366" y="1040"/>
                  <a:pt x="321" y="1085"/>
                  <a:pt x="266" y="1085"/>
                </a:cubicBezTo>
                <a:close/>
                <a:moveTo>
                  <a:pt x="777" y="607"/>
                </a:moveTo>
                <a:cubicBezTo>
                  <a:pt x="813" y="622"/>
                  <a:pt x="852" y="630"/>
                  <a:pt x="893" y="630"/>
                </a:cubicBezTo>
                <a:cubicBezTo>
                  <a:pt x="1063" y="630"/>
                  <a:pt x="1200" y="493"/>
                  <a:pt x="1200" y="324"/>
                </a:cubicBezTo>
                <a:cubicBezTo>
                  <a:pt x="1200" y="306"/>
                  <a:pt x="1198" y="289"/>
                  <a:pt x="1195" y="272"/>
                </a:cubicBezTo>
                <a:lnTo>
                  <a:pt x="978" y="505"/>
                </a:lnTo>
                <a:lnTo>
                  <a:pt x="773" y="468"/>
                </a:lnTo>
                <a:lnTo>
                  <a:pt x="702" y="271"/>
                </a:lnTo>
                <a:lnTo>
                  <a:pt x="936" y="20"/>
                </a:lnTo>
                <a:cubicBezTo>
                  <a:pt x="922" y="18"/>
                  <a:pt x="908" y="17"/>
                  <a:pt x="893" y="17"/>
                </a:cubicBezTo>
                <a:cubicBezTo>
                  <a:pt x="724" y="17"/>
                  <a:pt x="587" y="154"/>
                  <a:pt x="587" y="324"/>
                </a:cubicBezTo>
                <a:cubicBezTo>
                  <a:pt x="587" y="367"/>
                  <a:pt x="596" y="408"/>
                  <a:pt x="612" y="446"/>
                </a:cubicBezTo>
                <a:cubicBezTo>
                  <a:pt x="518" y="613"/>
                  <a:pt x="376" y="752"/>
                  <a:pt x="320" y="803"/>
                </a:cubicBezTo>
                <a:cubicBezTo>
                  <a:pt x="303" y="798"/>
                  <a:pt x="284" y="795"/>
                  <a:pt x="265" y="795"/>
                </a:cubicBezTo>
                <a:cubicBezTo>
                  <a:pt x="161" y="795"/>
                  <a:pt x="76" y="880"/>
                  <a:pt x="76" y="985"/>
                </a:cubicBezTo>
                <a:cubicBezTo>
                  <a:pt x="76" y="1089"/>
                  <a:pt x="161" y="1174"/>
                  <a:pt x="265" y="1174"/>
                </a:cubicBezTo>
                <a:cubicBezTo>
                  <a:pt x="370" y="1174"/>
                  <a:pt x="455" y="1089"/>
                  <a:pt x="455" y="985"/>
                </a:cubicBezTo>
                <a:cubicBezTo>
                  <a:pt x="455" y="959"/>
                  <a:pt x="450" y="935"/>
                  <a:pt x="441" y="913"/>
                </a:cubicBezTo>
                <a:cubicBezTo>
                  <a:pt x="483" y="858"/>
                  <a:pt x="597" y="720"/>
                  <a:pt x="777" y="607"/>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130" name="任意多边形 129"/>
          <p:cNvSpPr>
            <a:spLocks noChangeAspect="1"/>
          </p:cNvSpPr>
          <p:nvPr/>
        </p:nvSpPr>
        <p:spPr bwMode="auto">
          <a:xfrm>
            <a:off x="1218057" y="2373275"/>
            <a:ext cx="472614" cy="403711"/>
          </a:xfrm>
          <a:custGeom>
            <a:avLst/>
            <a:gdLst>
              <a:gd name="connsiteX0" fmla="*/ 240257 w 472614"/>
              <a:gd name="connsiteY0" fmla="*/ 279643 h 403711"/>
              <a:gd name="connsiteX1" fmla="*/ 242227 w 472614"/>
              <a:gd name="connsiteY1" fmla="*/ 279643 h 403711"/>
              <a:gd name="connsiteX2" fmla="*/ 242227 w 472614"/>
              <a:gd name="connsiteY2" fmla="*/ 281613 h 403711"/>
              <a:gd name="connsiteX3" fmla="*/ 240257 w 472614"/>
              <a:gd name="connsiteY3" fmla="*/ 281613 h 403711"/>
              <a:gd name="connsiteX4" fmla="*/ 240257 w 472614"/>
              <a:gd name="connsiteY4" fmla="*/ 279643 h 403711"/>
              <a:gd name="connsiteX5" fmla="*/ 191024 w 472614"/>
              <a:gd name="connsiteY5" fmla="*/ 230410 h 403711"/>
              <a:gd name="connsiteX6" fmla="*/ 240257 w 472614"/>
              <a:gd name="connsiteY6" fmla="*/ 279643 h 403711"/>
              <a:gd name="connsiteX7" fmla="*/ 153607 w 472614"/>
              <a:gd name="connsiteY7" fmla="*/ 319030 h 403711"/>
              <a:gd name="connsiteX8" fmla="*/ 435219 w 472614"/>
              <a:gd name="connsiteY8" fmla="*/ 49233 h 403711"/>
              <a:gd name="connsiteX9" fmla="*/ 454912 w 472614"/>
              <a:gd name="connsiteY9" fmla="*/ 72865 h 403711"/>
              <a:gd name="connsiteX10" fmla="*/ 254041 w 472614"/>
              <a:gd name="connsiteY10" fmla="*/ 269797 h 403711"/>
              <a:gd name="connsiteX11" fmla="*/ 234348 w 472614"/>
              <a:gd name="connsiteY11" fmla="*/ 250104 h 403711"/>
              <a:gd name="connsiteX12" fmla="*/ 403711 w 472614"/>
              <a:gd name="connsiteY12" fmla="*/ 19693 h 403711"/>
              <a:gd name="connsiteX13" fmla="*/ 423404 w 472614"/>
              <a:gd name="connsiteY13" fmla="*/ 39386 h 403711"/>
              <a:gd name="connsiteX14" fmla="*/ 224502 w 472614"/>
              <a:gd name="connsiteY14" fmla="*/ 238288 h 403711"/>
              <a:gd name="connsiteX15" fmla="*/ 204809 w 472614"/>
              <a:gd name="connsiteY15" fmla="*/ 218595 h 403711"/>
              <a:gd name="connsiteX16" fmla="*/ 445988 w 472614"/>
              <a:gd name="connsiteY16" fmla="*/ 1424 h 403711"/>
              <a:gd name="connsiteX17" fmla="*/ 461476 w 472614"/>
              <a:gd name="connsiteY17" fmla="*/ 9649 h 403711"/>
              <a:gd name="connsiteX18" fmla="*/ 464759 w 472614"/>
              <a:gd name="connsiteY18" fmla="*/ 55141 h 403711"/>
              <a:gd name="connsiteX19" fmla="*/ 415525 w 472614"/>
              <a:gd name="connsiteY19" fmla="*/ 9649 h 403711"/>
              <a:gd name="connsiteX20" fmla="*/ 445988 w 472614"/>
              <a:gd name="connsiteY20" fmla="*/ 1424 h 403711"/>
              <a:gd name="connsiteX21" fmla="*/ 0 w 472614"/>
              <a:gd name="connsiteY21" fmla="*/ 0 h 403711"/>
              <a:gd name="connsiteX22" fmla="*/ 389925 w 472614"/>
              <a:gd name="connsiteY22" fmla="*/ 0 h 403711"/>
              <a:gd name="connsiteX23" fmla="*/ 338722 w 472614"/>
              <a:gd name="connsiteY23" fmla="*/ 49233 h 403711"/>
              <a:gd name="connsiteX24" fmla="*/ 49233 w 472614"/>
              <a:gd name="connsiteY24" fmla="*/ 49233 h 403711"/>
              <a:gd name="connsiteX25" fmla="*/ 49233 w 472614"/>
              <a:gd name="connsiteY25" fmla="*/ 354478 h 403711"/>
              <a:gd name="connsiteX26" fmla="*/ 358416 w 472614"/>
              <a:gd name="connsiteY26" fmla="*/ 354478 h 403711"/>
              <a:gd name="connsiteX27" fmla="*/ 358416 w 472614"/>
              <a:gd name="connsiteY27" fmla="*/ 198901 h 403711"/>
              <a:gd name="connsiteX28" fmla="*/ 405679 w 472614"/>
              <a:gd name="connsiteY28" fmla="*/ 149668 h 403711"/>
              <a:gd name="connsiteX29" fmla="*/ 405679 w 472614"/>
              <a:gd name="connsiteY29" fmla="*/ 403711 h 403711"/>
              <a:gd name="connsiteX30" fmla="*/ 0 w 472614"/>
              <a:gd name="connsiteY30" fmla="*/ 403711 h 40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72614" h="403711">
                <a:moveTo>
                  <a:pt x="240257" y="279643"/>
                </a:moveTo>
                <a:lnTo>
                  <a:pt x="242227" y="279643"/>
                </a:lnTo>
                <a:lnTo>
                  <a:pt x="242227" y="281613"/>
                </a:lnTo>
                <a:lnTo>
                  <a:pt x="240257" y="281613"/>
                </a:lnTo>
                <a:lnTo>
                  <a:pt x="240257" y="279643"/>
                </a:lnTo>
                <a:close/>
                <a:moveTo>
                  <a:pt x="191024" y="230410"/>
                </a:moveTo>
                <a:lnTo>
                  <a:pt x="240257" y="279643"/>
                </a:lnTo>
                <a:lnTo>
                  <a:pt x="153607" y="319030"/>
                </a:lnTo>
                <a:close/>
                <a:moveTo>
                  <a:pt x="435219" y="49233"/>
                </a:moveTo>
                <a:lnTo>
                  <a:pt x="454912" y="72865"/>
                </a:lnTo>
                <a:lnTo>
                  <a:pt x="254041" y="269797"/>
                </a:lnTo>
                <a:lnTo>
                  <a:pt x="234348" y="250104"/>
                </a:lnTo>
                <a:close/>
                <a:moveTo>
                  <a:pt x="403711" y="19693"/>
                </a:moveTo>
                <a:lnTo>
                  <a:pt x="423404" y="39386"/>
                </a:lnTo>
                <a:lnTo>
                  <a:pt x="224502" y="238288"/>
                </a:lnTo>
                <a:lnTo>
                  <a:pt x="204809" y="218595"/>
                </a:lnTo>
                <a:close/>
                <a:moveTo>
                  <a:pt x="445988" y="1424"/>
                </a:moveTo>
                <a:cubicBezTo>
                  <a:pt x="451219" y="2338"/>
                  <a:pt x="456553" y="4775"/>
                  <a:pt x="461476" y="9649"/>
                </a:cubicBezTo>
                <a:cubicBezTo>
                  <a:pt x="484452" y="35644"/>
                  <a:pt x="464759" y="55141"/>
                  <a:pt x="464759" y="55141"/>
                </a:cubicBezTo>
                <a:cubicBezTo>
                  <a:pt x="464759" y="55141"/>
                  <a:pt x="464759" y="55141"/>
                  <a:pt x="415525" y="9649"/>
                </a:cubicBezTo>
                <a:cubicBezTo>
                  <a:pt x="415525" y="9649"/>
                  <a:pt x="430295" y="-1317"/>
                  <a:pt x="445988" y="1424"/>
                </a:cubicBezTo>
                <a:close/>
                <a:moveTo>
                  <a:pt x="0" y="0"/>
                </a:moveTo>
                <a:lnTo>
                  <a:pt x="389925" y="0"/>
                </a:lnTo>
                <a:lnTo>
                  <a:pt x="338722" y="49233"/>
                </a:lnTo>
                <a:lnTo>
                  <a:pt x="49233" y="49233"/>
                </a:lnTo>
                <a:lnTo>
                  <a:pt x="49233" y="354478"/>
                </a:lnTo>
                <a:lnTo>
                  <a:pt x="358416" y="354478"/>
                </a:lnTo>
                <a:lnTo>
                  <a:pt x="358416" y="198901"/>
                </a:lnTo>
                <a:lnTo>
                  <a:pt x="405679" y="149668"/>
                </a:lnTo>
                <a:lnTo>
                  <a:pt x="405679" y="403711"/>
                </a:lnTo>
                <a:lnTo>
                  <a:pt x="0" y="4037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
              <a:ea typeface="+mj-ea"/>
            </a:endParaRPr>
          </a:p>
        </p:txBody>
      </p:sp>
      <p:sp>
        <p:nvSpPr>
          <p:cNvPr id="131" name="Freeform 86"/>
          <p:cNvSpPr>
            <a:spLocks noChangeAspect="1" noEditPoints="1"/>
          </p:cNvSpPr>
          <p:nvPr/>
        </p:nvSpPr>
        <p:spPr bwMode="auto">
          <a:xfrm>
            <a:off x="9368180" y="2320040"/>
            <a:ext cx="396370" cy="500335"/>
          </a:xfrm>
          <a:custGeom>
            <a:avLst/>
            <a:gdLst>
              <a:gd name="T0" fmla="*/ 971 w 1200"/>
              <a:gd name="T1" fmla="*/ 461 h 1512"/>
              <a:gd name="T2" fmla="*/ 234 w 1200"/>
              <a:gd name="T3" fmla="*/ 461 h 1512"/>
              <a:gd name="T4" fmla="*/ 109 w 1200"/>
              <a:gd name="T5" fmla="*/ 336 h 1512"/>
              <a:gd name="T6" fmla="*/ 234 w 1200"/>
              <a:gd name="T7" fmla="*/ 211 h 1512"/>
              <a:gd name="T8" fmla="*/ 971 w 1200"/>
              <a:gd name="T9" fmla="*/ 211 h 1512"/>
              <a:gd name="T10" fmla="*/ 1096 w 1200"/>
              <a:gd name="T11" fmla="*/ 336 h 1512"/>
              <a:gd name="T12" fmla="*/ 971 w 1200"/>
              <a:gd name="T13" fmla="*/ 461 h 1512"/>
              <a:gd name="T14" fmla="*/ 852 w 1200"/>
              <a:gd name="T15" fmla="*/ 822 h 1512"/>
              <a:gd name="T16" fmla="*/ 770 w 1200"/>
              <a:gd name="T17" fmla="*/ 739 h 1512"/>
              <a:gd name="T18" fmla="*/ 852 w 1200"/>
              <a:gd name="T19" fmla="*/ 656 h 1512"/>
              <a:gd name="T20" fmla="*/ 935 w 1200"/>
              <a:gd name="T21" fmla="*/ 739 h 1512"/>
              <a:gd name="T22" fmla="*/ 852 w 1200"/>
              <a:gd name="T23" fmla="*/ 822 h 1512"/>
              <a:gd name="T24" fmla="*/ 852 w 1200"/>
              <a:gd name="T25" fmla="*/ 1069 h 1512"/>
              <a:gd name="T26" fmla="*/ 770 w 1200"/>
              <a:gd name="T27" fmla="*/ 986 h 1512"/>
              <a:gd name="T28" fmla="*/ 852 w 1200"/>
              <a:gd name="T29" fmla="*/ 903 h 1512"/>
              <a:gd name="T30" fmla="*/ 935 w 1200"/>
              <a:gd name="T31" fmla="*/ 986 h 1512"/>
              <a:gd name="T32" fmla="*/ 852 w 1200"/>
              <a:gd name="T33" fmla="*/ 1069 h 1512"/>
              <a:gd name="T34" fmla="*/ 848 w 1200"/>
              <a:gd name="T35" fmla="*/ 1311 h 1512"/>
              <a:gd name="T36" fmla="*/ 766 w 1200"/>
              <a:gd name="T37" fmla="*/ 1228 h 1512"/>
              <a:gd name="T38" fmla="*/ 848 w 1200"/>
              <a:gd name="T39" fmla="*/ 1144 h 1512"/>
              <a:gd name="T40" fmla="*/ 931 w 1200"/>
              <a:gd name="T41" fmla="*/ 1228 h 1512"/>
              <a:gd name="T42" fmla="*/ 848 w 1200"/>
              <a:gd name="T43" fmla="*/ 1311 h 1512"/>
              <a:gd name="T44" fmla="*/ 603 w 1200"/>
              <a:gd name="T45" fmla="*/ 822 h 1512"/>
              <a:gd name="T46" fmla="*/ 520 w 1200"/>
              <a:gd name="T47" fmla="*/ 739 h 1512"/>
              <a:gd name="T48" fmla="*/ 603 w 1200"/>
              <a:gd name="T49" fmla="*/ 656 h 1512"/>
              <a:gd name="T50" fmla="*/ 686 w 1200"/>
              <a:gd name="T51" fmla="*/ 739 h 1512"/>
              <a:gd name="T52" fmla="*/ 603 w 1200"/>
              <a:gd name="T53" fmla="*/ 822 h 1512"/>
              <a:gd name="T54" fmla="*/ 601 w 1200"/>
              <a:gd name="T55" fmla="*/ 1069 h 1512"/>
              <a:gd name="T56" fmla="*/ 518 w 1200"/>
              <a:gd name="T57" fmla="*/ 986 h 1512"/>
              <a:gd name="T58" fmla="*/ 601 w 1200"/>
              <a:gd name="T59" fmla="*/ 903 h 1512"/>
              <a:gd name="T60" fmla="*/ 683 w 1200"/>
              <a:gd name="T61" fmla="*/ 986 h 1512"/>
              <a:gd name="T62" fmla="*/ 601 w 1200"/>
              <a:gd name="T63" fmla="*/ 1069 h 1512"/>
              <a:gd name="T64" fmla="*/ 597 w 1200"/>
              <a:gd name="T65" fmla="*/ 1311 h 1512"/>
              <a:gd name="T66" fmla="*/ 514 w 1200"/>
              <a:gd name="T67" fmla="*/ 1228 h 1512"/>
              <a:gd name="T68" fmla="*/ 597 w 1200"/>
              <a:gd name="T69" fmla="*/ 1144 h 1512"/>
              <a:gd name="T70" fmla="*/ 680 w 1200"/>
              <a:gd name="T71" fmla="*/ 1228 h 1512"/>
              <a:gd name="T72" fmla="*/ 597 w 1200"/>
              <a:gd name="T73" fmla="*/ 1311 h 1512"/>
              <a:gd name="T74" fmla="*/ 359 w 1200"/>
              <a:gd name="T75" fmla="*/ 822 h 1512"/>
              <a:gd name="T76" fmla="*/ 276 w 1200"/>
              <a:gd name="T77" fmla="*/ 739 h 1512"/>
              <a:gd name="T78" fmla="*/ 359 w 1200"/>
              <a:gd name="T79" fmla="*/ 656 h 1512"/>
              <a:gd name="T80" fmla="*/ 442 w 1200"/>
              <a:gd name="T81" fmla="*/ 739 h 1512"/>
              <a:gd name="T82" fmla="*/ 359 w 1200"/>
              <a:gd name="T83" fmla="*/ 822 h 1512"/>
              <a:gd name="T84" fmla="*/ 356 w 1200"/>
              <a:gd name="T85" fmla="*/ 1069 h 1512"/>
              <a:gd name="T86" fmla="*/ 273 w 1200"/>
              <a:gd name="T87" fmla="*/ 986 h 1512"/>
              <a:gd name="T88" fmla="*/ 356 w 1200"/>
              <a:gd name="T89" fmla="*/ 903 h 1512"/>
              <a:gd name="T90" fmla="*/ 439 w 1200"/>
              <a:gd name="T91" fmla="*/ 986 h 1512"/>
              <a:gd name="T92" fmla="*/ 356 w 1200"/>
              <a:gd name="T93" fmla="*/ 1069 h 1512"/>
              <a:gd name="T94" fmla="*/ 353 w 1200"/>
              <a:gd name="T95" fmla="*/ 1311 h 1512"/>
              <a:gd name="T96" fmla="*/ 270 w 1200"/>
              <a:gd name="T97" fmla="*/ 1228 h 1512"/>
              <a:gd name="T98" fmla="*/ 353 w 1200"/>
              <a:gd name="T99" fmla="*/ 1144 h 1512"/>
              <a:gd name="T100" fmla="*/ 436 w 1200"/>
              <a:gd name="T101" fmla="*/ 1228 h 1512"/>
              <a:gd name="T102" fmla="*/ 353 w 1200"/>
              <a:gd name="T103" fmla="*/ 1311 h 1512"/>
              <a:gd name="T104" fmla="*/ 873 w 1200"/>
              <a:gd name="T105" fmla="*/ 0 h 1512"/>
              <a:gd name="T106" fmla="*/ 327 w 1200"/>
              <a:gd name="T107" fmla="*/ 0 h 1512"/>
              <a:gd name="T108" fmla="*/ 0 w 1200"/>
              <a:gd name="T109" fmla="*/ 327 h 1512"/>
              <a:gd name="T110" fmla="*/ 0 w 1200"/>
              <a:gd name="T111" fmla="*/ 1185 h 1512"/>
              <a:gd name="T112" fmla="*/ 327 w 1200"/>
              <a:gd name="T113" fmla="*/ 1512 h 1512"/>
              <a:gd name="T114" fmla="*/ 873 w 1200"/>
              <a:gd name="T115" fmla="*/ 1512 h 1512"/>
              <a:gd name="T116" fmla="*/ 1200 w 1200"/>
              <a:gd name="T117" fmla="*/ 1185 h 1512"/>
              <a:gd name="T118" fmla="*/ 1200 w 1200"/>
              <a:gd name="T119" fmla="*/ 327 h 1512"/>
              <a:gd name="T120" fmla="*/ 873 w 1200"/>
              <a:gd name="T121" fmla="*/ 0 h 1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00" h="1512">
                <a:moveTo>
                  <a:pt x="971" y="461"/>
                </a:moveTo>
                <a:lnTo>
                  <a:pt x="234" y="461"/>
                </a:lnTo>
                <a:cubicBezTo>
                  <a:pt x="165" y="461"/>
                  <a:pt x="109" y="405"/>
                  <a:pt x="109" y="336"/>
                </a:cubicBezTo>
                <a:cubicBezTo>
                  <a:pt x="109" y="267"/>
                  <a:pt x="165" y="211"/>
                  <a:pt x="234" y="211"/>
                </a:cubicBezTo>
                <a:lnTo>
                  <a:pt x="971" y="211"/>
                </a:lnTo>
                <a:cubicBezTo>
                  <a:pt x="1040" y="211"/>
                  <a:pt x="1096" y="267"/>
                  <a:pt x="1096" y="336"/>
                </a:cubicBezTo>
                <a:cubicBezTo>
                  <a:pt x="1096" y="405"/>
                  <a:pt x="1040" y="461"/>
                  <a:pt x="971" y="461"/>
                </a:cubicBezTo>
                <a:moveTo>
                  <a:pt x="852" y="822"/>
                </a:moveTo>
                <a:cubicBezTo>
                  <a:pt x="806" y="822"/>
                  <a:pt x="770" y="785"/>
                  <a:pt x="770" y="739"/>
                </a:cubicBezTo>
                <a:cubicBezTo>
                  <a:pt x="770" y="694"/>
                  <a:pt x="806" y="656"/>
                  <a:pt x="852" y="656"/>
                </a:cubicBezTo>
                <a:cubicBezTo>
                  <a:pt x="898" y="656"/>
                  <a:pt x="935" y="694"/>
                  <a:pt x="935" y="739"/>
                </a:cubicBezTo>
                <a:cubicBezTo>
                  <a:pt x="935" y="785"/>
                  <a:pt x="898" y="822"/>
                  <a:pt x="852" y="822"/>
                </a:cubicBezTo>
                <a:moveTo>
                  <a:pt x="852" y="1069"/>
                </a:moveTo>
                <a:cubicBezTo>
                  <a:pt x="806" y="1069"/>
                  <a:pt x="770" y="1032"/>
                  <a:pt x="770" y="986"/>
                </a:cubicBezTo>
                <a:cubicBezTo>
                  <a:pt x="770" y="940"/>
                  <a:pt x="806" y="903"/>
                  <a:pt x="852" y="903"/>
                </a:cubicBezTo>
                <a:cubicBezTo>
                  <a:pt x="898" y="903"/>
                  <a:pt x="935" y="940"/>
                  <a:pt x="935" y="986"/>
                </a:cubicBezTo>
                <a:cubicBezTo>
                  <a:pt x="935" y="1032"/>
                  <a:pt x="898" y="1069"/>
                  <a:pt x="852" y="1069"/>
                </a:cubicBezTo>
                <a:moveTo>
                  <a:pt x="848" y="1311"/>
                </a:moveTo>
                <a:cubicBezTo>
                  <a:pt x="802" y="1311"/>
                  <a:pt x="766" y="1273"/>
                  <a:pt x="766" y="1228"/>
                </a:cubicBezTo>
                <a:cubicBezTo>
                  <a:pt x="766" y="1181"/>
                  <a:pt x="802" y="1144"/>
                  <a:pt x="848" y="1144"/>
                </a:cubicBezTo>
                <a:cubicBezTo>
                  <a:pt x="894" y="1144"/>
                  <a:pt x="931" y="1182"/>
                  <a:pt x="931" y="1228"/>
                </a:cubicBezTo>
                <a:cubicBezTo>
                  <a:pt x="931" y="1273"/>
                  <a:pt x="894" y="1311"/>
                  <a:pt x="848" y="1311"/>
                </a:cubicBezTo>
                <a:moveTo>
                  <a:pt x="603" y="822"/>
                </a:moveTo>
                <a:cubicBezTo>
                  <a:pt x="558" y="822"/>
                  <a:pt x="520" y="785"/>
                  <a:pt x="520" y="739"/>
                </a:cubicBezTo>
                <a:cubicBezTo>
                  <a:pt x="520" y="694"/>
                  <a:pt x="558" y="656"/>
                  <a:pt x="603" y="656"/>
                </a:cubicBezTo>
                <a:cubicBezTo>
                  <a:pt x="648" y="656"/>
                  <a:pt x="686" y="694"/>
                  <a:pt x="686" y="739"/>
                </a:cubicBezTo>
                <a:cubicBezTo>
                  <a:pt x="686" y="785"/>
                  <a:pt x="648" y="822"/>
                  <a:pt x="603" y="822"/>
                </a:cubicBezTo>
                <a:moveTo>
                  <a:pt x="601" y="1069"/>
                </a:moveTo>
                <a:cubicBezTo>
                  <a:pt x="555" y="1069"/>
                  <a:pt x="518" y="1032"/>
                  <a:pt x="518" y="986"/>
                </a:cubicBezTo>
                <a:cubicBezTo>
                  <a:pt x="518" y="940"/>
                  <a:pt x="555" y="903"/>
                  <a:pt x="601" y="903"/>
                </a:cubicBezTo>
                <a:cubicBezTo>
                  <a:pt x="647" y="903"/>
                  <a:pt x="683" y="940"/>
                  <a:pt x="683" y="986"/>
                </a:cubicBezTo>
                <a:cubicBezTo>
                  <a:pt x="683" y="1032"/>
                  <a:pt x="647" y="1069"/>
                  <a:pt x="601" y="1069"/>
                </a:cubicBezTo>
                <a:moveTo>
                  <a:pt x="597" y="1311"/>
                </a:moveTo>
                <a:cubicBezTo>
                  <a:pt x="550" y="1311"/>
                  <a:pt x="514" y="1273"/>
                  <a:pt x="514" y="1228"/>
                </a:cubicBezTo>
                <a:cubicBezTo>
                  <a:pt x="514" y="1181"/>
                  <a:pt x="550" y="1144"/>
                  <a:pt x="597" y="1144"/>
                </a:cubicBezTo>
                <a:cubicBezTo>
                  <a:pt x="643" y="1144"/>
                  <a:pt x="680" y="1182"/>
                  <a:pt x="680" y="1228"/>
                </a:cubicBezTo>
                <a:cubicBezTo>
                  <a:pt x="680" y="1273"/>
                  <a:pt x="643" y="1311"/>
                  <a:pt x="597" y="1311"/>
                </a:cubicBezTo>
                <a:moveTo>
                  <a:pt x="359" y="822"/>
                </a:moveTo>
                <a:cubicBezTo>
                  <a:pt x="313" y="822"/>
                  <a:pt x="276" y="785"/>
                  <a:pt x="276" y="739"/>
                </a:cubicBezTo>
                <a:cubicBezTo>
                  <a:pt x="276" y="694"/>
                  <a:pt x="313" y="656"/>
                  <a:pt x="359" y="656"/>
                </a:cubicBezTo>
                <a:cubicBezTo>
                  <a:pt x="404" y="656"/>
                  <a:pt x="442" y="694"/>
                  <a:pt x="442" y="739"/>
                </a:cubicBezTo>
                <a:cubicBezTo>
                  <a:pt x="442" y="785"/>
                  <a:pt x="404" y="822"/>
                  <a:pt x="359" y="822"/>
                </a:cubicBezTo>
                <a:moveTo>
                  <a:pt x="356" y="1069"/>
                </a:moveTo>
                <a:cubicBezTo>
                  <a:pt x="310" y="1069"/>
                  <a:pt x="273" y="1032"/>
                  <a:pt x="273" y="986"/>
                </a:cubicBezTo>
                <a:cubicBezTo>
                  <a:pt x="273" y="940"/>
                  <a:pt x="310" y="903"/>
                  <a:pt x="356" y="903"/>
                </a:cubicBezTo>
                <a:cubicBezTo>
                  <a:pt x="402" y="903"/>
                  <a:pt x="439" y="940"/>
                  <a:pt x="439" y="986"/>
                </a:cubicBezTo>
                <a:cubicBezTo>
                  <a:pt x="439" y="1032"/>
                  <a:pt x="402" y="1069"/>
                  <a:pt x="356" y="1069"/>
                </a:cubicBezTo>
                <a:moveTo>
                  <a:pt x="353" y="1311"/>
                </a:moveTo>
                <a:cubicBezTo>
                  <a:pt x="307" y="1311"/>
                  <a:pt x="270" y="1273"/>
                  <a:pt x="270" y="1228"/>
                </a:cubicBezTo>
                <a:cubicBezTo>
                  <a:pt x="270" y="1181"/>
                  <a:pt x="307" y="1144"/>
                  <a:pt x="353" y="1144"/>
                </a:cubicBezTo>
                <a:cubicBezTo>
                  <a:pt x="398" y="1144"/>
                  <a:pt x="436" y="1182"/>
                  <a:pt x="436" y="1228"/>
                </a:cubicBezTo>
                <a:cubicBezTo>
                  <a:pt x="436" y="1273"/>
                  <a:pt x="398" y="1311"/>
                  <a:pt x="353" y="1311"/>
                </a:cubicBezTo>
                <a:moveTo>
                  <a:pt x="873" y="0"/>
                </a:moveTo>
                <a:lnTo>
                  <a:pt x="327" y="0"/>
                </a:lnTo>
                <a:cubicBezTo>
                  <a:pt x="147" y="0"/>
                  <a:pt x="0" y="147"/>
                  <a:pt x="0" y="327"/>
                </a:cubicBezTo>
                <a:lnTo>
                  <a:pt x="0" y="1185"/>
                </a:lnTo>
                <a:cubicBezTo>
                  <a:pt x="0" y="1366"/>
                  <a:pt x="147" y="1512"/>
                  <a:pt x="327" y="1512"/>
                </a:cubicBezTo>
                <a:lnTo>
                  <a:pt x="873" y="1512"/>
                </a:lnTo>
                <a:cubicBezTo>
                  <a:pt x="1054" y="1512"/>
                  <a:pt x="1200" y="1366"/>
                  <a:pt x="1200" y="1185"/>
                </a:cubicBezTo>
                <a:lnTo>
                  <a:pt x="1200" y="327"/>
                </a:lnTo>
                <a:cubicBezTo>
                  <a:pt x="1200" y="147"/>
                  <a:pt x="1054" y="0"/>
                  <a:pt x="873" y="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263744961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Effect transition="in" filter="fade">
                                      <p:cBhvr>
                                        <p:cTn id="9" dur="500"/>
                                        <p:tgtEl>
                                          <p:spTgt spid="67"/>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67"/>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70"/>
                                        </p:tgtEl>
                                        <p:attrNameLst>
                                          <p:attrName>style.visibility</p:attrName>
                                        </p:attrNameLst>
                                      </p:cBhvr>
                                      <p:to>
                                        <p:strVal val="visible"/>
                                      </p:to>
                                    </p:set>
                                    <p:anim calcmode="lin" valueType="num">
                                      <p:cBhvr>
                                        <p:cTn id="14" dur="500" fill="hold"/>
                                        <p:tgtEl>
                                          <p:spTgt spid="70"/>
                                        </p:tgtEl>
                                        <p:attrNameLst>
                                          <p:attrName>ppt_w</p:attrName>
                                        </p:attrNameLst>
                                      </p:cBhvr>
                                      <p:tavLst>
                                        <p:tav tm="0">
                                          <p:val>
                                            <p:fltVal val="0"/>
                                          </p:val>
                                        </p:tav>
                                        <p:tav tm="100000">
                                          <p:val>
                                            <p:strVal val="#ppt_w"/>
                                          </p:val>
                                        </p:tav>
                                      </p:tavLst>
                                    </p:anim>
                                    <p:anim calcmode="lin" valueType="num">
                                      <p:cBhvr>
                                        <p:cTn id="15" dur="500" fill="hold"/>
                                        <p:tgtEl>
                                          <p:spTgt spid="70"/>
                                        </p:tgtEl>
                                        <p:attrNameLst>
                                          <p:attrName>ppt_h</p:attrName>
                                        </p:attrNameLst>
                                      </p:cBhvr>
                                      <p:tavLst>
                                        <p:tav tm="0">
                                          <p:val>
                                            <p:fltVal val="0"/>
                                          </p:val>
                                        </p:tav>
                                        <p:tav tm="100000">
                                          <p:val>
                                            <p:strVal val="#ppt_h"/>
                                          </p:val>
                                        </p:tav>
                                      </p:tavLst>
                                    </p:anim>
                                    <p:animEffect transition="in" filter="fade">
                                      <p:cBhvr>
                                        <p:cTn id="16" dur="500"/>
                                        <p:tgtEl>
                                          <p:spTgt spid="70"/>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70"/>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71"/>
                                        </p:tgtEl>
                                        <p:attrNameLst>
                                          <p:attrName>style.visibility</p:attrName>
                                        </p:attrNameLst>
                                      </p:cBhvr>
                                      <p:to>
                                        <p:strVal val="visible"/>
                                      </p:to>
                                    </p:set>
                                    <p:anim calcmode="lin" valueType="num">
                                      <p:cBhvr>
                                        <p:cTn id="21" dur="500" fill="hold"/>
                                        <p:tgtEl>
                                          <p:spTgt spid="71"/>
                                        </p:tgtEl>
                                        <p:attrNameLst>
                                          <p:attrName>ppt_w</p:attrName>
                                        </p:attrNameLst>
                                      </p:cBhvr>
                                      <p:tavLst>
                                        <p:tav tm="0">
                                          <p:val>
                                            <p:fltVal val="0"/>
                                          </p:val>
                                        </p:tav>
                                        <p:tav tm="100000">
                                          <p:val>
                                            <p:strVal val="#ppt_w"/>
                                          </p:val>
                                        </p:tav>
                                      </p:tavLst>
                                    </p:anim>
                                    <p:anim calcmode="lin" valueType="num">
                                      <p:cBhvr>
                                        <p:cTn id="22" dur="500" fill="hold"/>
                                        <p:tgtEl>
                                          <p:spTgt spid="71"/>
                                        </p:tgtEl>
                                        <p:attrNameLst>
                                          <p:attrName>ppt_h</p:attrName>
                                        </p:attrNameLst>
                                      </p:cBhvr>
                                      <p:tavLst>
                                        <p:tav tm="0">
                                          <p:val>
                                            <p:fltVal val="0"/>
                                          </p:val>
                                        </p:tav>
                                        <p:tav tm="100000">
                                          <p:val>
                                            <p:strVal val="#ppt_h"/>
                                          </p:val>
                                        </p:tav>
                                      </p:tavLst>
                                    </p:anim>
                                    <p:animEffect transition="in" filter="fade">
                                      <p:cBhvr>
                                        <p:cTn id="23" dur="500"/>
                                        <p:tgtEl>
                                          <p:spTgt spid="71"/>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71"/>
                                        </p:tgtEl>
                                        <p:attrNameLst>
                                          <p:attrName>ppt_x</p:attrName>
                                          <p:attrName>ppt_y</p:attrName>
                                        </p:attrNameLst>
                                      </p:cBhvr>
                                      <p:rCtr x="12500" y="0"/>
                                    </p:animMotion>
                                  </p:childTnLst>
                                </p:cTn>
                              </p:par>
                            </p:childTnLst>
                          </p:cTn>
                        </p:par>
                        <p:par>
                          <p:cTn id="26" fill="hold">
                            <p:stCondLst>
                              <p:cond delay="1500"/>
                            </p:stCondLst>
                            <p:childTnLst>
                              <p:par>
                                <p:cTn id="27" presetID="17" presetClass="entr" presetSubtype="4" fill="hold" nodeType="afterEffect">
                                  <p:stCondLst>
                                    <p:cond delay="0"/>
                                  </p:stCondLst>
                                  <p:childTnLst>
                                    <p:set>
                                      <p:cBhvr>
                                        <p:cTn id="28" dur="1" fill="hold">
                                          <p:stCondLst>
                                            <p:cond delay="0"/>
                                          </p:stCondLst>
                                        </p:cTn>
                                        <p:tgtEl>
                                          <p:spTgt spid="72"/>
                                        </p:tgtEl>
                                        <p:attrNameLst>
                                          <p:attrName>style.visibility</p:attrName>
                                        </p:attrNameLst>
                                      </p:cBhvr>
                                      <p:to>
                                        <p:strVal val="visible"/>
                                      </p:to>
                                    </p:set>
                                    <p:anim calcmode="lin" valueType="num">
                                      <p:cBhvr>
                                        <p:cTn id="29" dur="500" fill="hold"/>
                                        <p:tgtEl>
                                          <p:spTgt spid="72"/>
                                        </p:tgtEl>
                                        <p:attrNameLst>
                                          <p:attrName>ppt_x</p:attrName>
                                        </p:attrNameLst>
                                      </p:cBhvr>
                                      <p:tavLst>
                                        <p:tav tm="0">
                                          <p:val>
                                            <p:strVal val="#ppt_x"/>
                                          </p:val>
                                        </p:tav>
                                        <p:tav tm="100000">
                                          <p:val>
                                            <p:strVal val="#ppt_x"/>
                                          </p:val>
                                        </p:tav>
                                      </p:tavLst>
                                    </p:anim>
                                    <p:anim calcmode="lin" valueType="num">
                                      <p:cBhvr>
                                        <p:cTn id="30" dur="500" fill="hold"/>
                                        <p:tgtEl>
                                          <p:spTgt spid="72"/>
                                        </p:tgtEl>
                                        <p:attrNameLst>
                                          <p:attrName>ppt_y</p:attrName>
                                        </p:attrNameLst>
                                      </p:cBhvr>
                                      <p:tavLst>
                                        <p:tav tm="0">
                                          <p:val>
                                            <p:strVal val="#ppt_y+#ppt_h/2"/>
                                          </p:val>
                                        </p:tav>
                                        <p:tav tm="100000">
                                          <p:val>
                                            <p:strVal val="#ppt_y"/>
                                          </p:val>
                                        </p:tav>
                                      </p:tavLst>
                                    </p:anim>
                                    <p:anim calcmode="lin" valueType="num">
                                      <p:cBhvr>
                                        <p:cTn id="31" dur="500" fill="hold"/>
                                        <p:tgtEl>
                                          <p:spTgt spid="72"/>
                                        </p:tgtEl>
                                        <p:attrNameLst>
                                          <p:attrName>ppt_w</p:attrName>
                                        </p:attrNameLst>
                                      </p:cBhvr>
                                      <p:tavLst>
                                        <p:tav tm="0">
                                          <p:val>
                                            <p:strVal val="#ppt_w"/>
                                          </p:val>
                                        </p:tav>
                                        <p:tav tm="100000">
                                          <p:val>
                                            <p:strVal val="#ppt_w"/>
                                          </p:val>
                                        </p:tav>
                                      </p:tavLst>
                                    </p:anim>
                                    <p:anim calcmode="lin" valueType="num">
                                      <p:cBhvr>
                                        <p:cTn id="32" dur="500" fill="hold"/>
                                        <p:tgtEl>
                                          <p:spTgt spid="72"/>
                                        </p:tgtEl>
                                        <p:attrNameLst>
                                          <p:attrName>ppt_h</p:attrName>
                                        </p:attrNameLst>
                                      </p:cBhvr>
                                      <p:tavLst>
                                        <p:tav tm="0">
                                          <p:val>
                                            <p:fltVal val="0"/>
                                          </p:val>
                                        </p:tav>
                                        <p:tav tm="100000">
                                          <p:val>
                                            <p:strVal val="#ppt_h"/>
                                          </p:val>
                                        </p:tav>
                                      </p:tavLst>
                                    </p:anim>
                                  </p:childTnLst>
                                </p:cTn>
                              </p:par>
                              <p:par>
                                <p:cTn id="33" presetID="42" presetClass="path" presetSubtype="0" accel="50000" decel="50000" fill="hold" nodeType="withEffect">
                                  <p:stCondLst>
                                    <p:cond delay="0"/>
                                  </p:stCondLst>
                                  <p:childTnLst>
                                    <p:animMotion origin="layout" path="M -8.33333E-7 4.81481E-6 L -8.33333E-7 0.25 " pathEditMode="relative" rAng="0" ptsTypes="AA">
                                      <p:cBhvr>
                                        <p:cTn id="34" dur="1000" spd="-100000" fill="hold"/>
                                        <p:tgtEl>
                                          <p:spTgt spid="72"/>
                                        </p:tgtEl>
                                        <p:attrNameLst>
                                          <p:attrName>ppt_x</p:attrName>
                                          <p:attrName>ppt_y</p:attrName>
                                        </p:attrNameLst>
                                      </p:cBhvr>
                                      <p:rCtr x="0" y="12500"/>
                                    </p:animMotion>
                                  </p:childTnLst>
                                </p:cTn>
                              </p:par>
                              <p:par>
                                <p:cTn id="35" presetID="17" presetClass="entr" presetSubtype="4" fill="hold" nodeType="withEffect">
                                  <p:stCondLst>
                                    <p:cond delay="250"/>
                                  </p:stCondLst>
                                  <p:childTnLst>
                                    <p:set>
                                      <p:cBhvr>
                                        <p:cTn id="36" dur="1" fill="hold">
                                          <p:stCondLst>
                                            <p:cond delay="0"/>
                                          </p:stCondLst>
                                        </p:cTn>
                                        <p:tgtEl>
                                          <p:spTgt spid="84"/>
                                        </p:tgtEl>
                                        <p:attrNameLst>
                                          <p:attrName>style.visibility</p:attrName>
                                        </p:attrNameLst>
                                      </p:cBhvr>
                                      <p:to>
                                        <p:strVal val="visible"/>
                                      </p:to>
                                    </p:set>
                                    <p:anim calcmode="lin" valueType="num">
                                      <p:cBhvr>
                                        <p:cTn id="37" dur="500" fill="hold"/>
                                        <p:tgtEl>
                                          <p:spTgt spid="84"/>
                                        </p:tgtEl>
                                        <p:attrNameLst>
                                          <p:attrName>ppt_x</p:attrName>
                                        </p:attrNameLst>
                                      </p:cBhvr>
                                      <p:tavLst>
                                        <p:tav tm="0">
                                          <p:val>
                                            <p:strVal val="#ppt_x"/>
                                          </p:val>
                                        </p:tav>
                                        <p:tav tm="100000">
                                          <p:val>
                                            <p:strVal val="#ppt_x"/>
                                          </p:val>
                                        </p:tav>
                                      </p:tavLst>
                                    </p:anim>
                                    <p:anim calcmode="lin" valueType="num">
                                      <p:cBhvr>
                                        <p:cTn id="38" dur="500" fill="hold"/>
                                        <p:tgtEl>
                                          <p:spTgt spid="84"/>
                                        </p:tgtEl>
                                        <p:attrNameLst>
                                          <p:attrName>ppt_y</p:attrName>
                                        </p:attrNameLst>
                                      </p:cBhvr>
                                      <p:tavLst>
                                        <p:tav tm="0">
                                          <p:val>
                                            <p:strVal val="#ppt_y+#ppt_h/2"/>
                                          </p:val>
                                        </p:tav>
                                        <p:tav tm="100000">
                                          <p:val>
                                            <p:strVal val="#ppt_y"/>
                                          </p:val>
                                        </p:tav>
                                      </p:tavLst>
                                    </p:anim>
                                    <p:anim calcmode="lin" valueType="num">
                                      <p:cBhvr>
                                        <p:cTn id="39" dur="500" fill="hold"/>
                                        <p:tgtEl>
                                          <p:spTgt spid="84"/>
                                        </p:tgtEl>
                                        <p:attrNameLst>
                                          <p:attrName>ppt_w</p:attrName>
                                        </p:attrNameLst>
                                      </p:cBhvr>
                                      <p:tavLst>
                                        <p:tav tm="0">
                                          <p:val>
                                            <p:strVal val="#ppt_w"/>
                                          </p:val>
                                        </p:tav>
                                        <p:tav tm="100000">
                                          <p:val>
                                            <p:strVal val="#ppt_w"/>
                                          </p:val>
                                        </p:tav>
                                      </p:tavLst>
                                    </p:anim>
                                    <p:anim calcmode="lin" valueType="num">
                                      <p:cBhvr>
                                        <p:cTn id="40" dur="500" fill="hold"/>
                                        <p:tgtEl>
                                          <p:spTgt spid="84"/>
                                        </p:tgtEl>
                                        <p:attrNameLst>
                                          <p:attrName>ppt_h</p:attrName>
                                        </p:attrNameLst>
                                      </p:cBhvr>
                                      <p:tavLst>
                                        <p:tav tm="0">
                                          <p:val>
                                            <p:fltVal val="0"/>
                                          </p:val>
                                        </p:tav>
                                        <p:tav tm="100000">
                                          <p:val>
                                            <p:strVal val="#ppt_h"/>
                                          </p:val>
                                        </p:tav>
                                      </p:tavLst>
                                    </p:anim>
                                  </p:childTnLst>
                                </p:cTn>
                              </p:par>
                              <p:par>
                                <p:cTn id="41" presetID="42" presetClass="path" presetSubtype="0" accel="50000" decel="50000" fill="hold" nodeType="withEffect">
                                  <p:stCondLst>
                                    <p:cond delay="250"/>
                                  </p:stCondLst>
                                  <p:childTnLst>
                                    <p:animMotion origin="layout" path="M 4.375E-6 4.81481E-6 L 4.375E-6 0.25 " pathEditMode="relative" rAng="0" ptsTypes="AA">
                                      <p:cBhvr>
                                        <p:cTn id="42" dur="1000" spd="-100000" fill="hold"/>
                                        <p:tgtEl>
                                          <p:spTgt spid="84"/>
                                        </p:tgtEl>
                                        <p:attrNameLst>
                                          <p:attrName>ppt_x</p:attrName>
                                          <p:attrName>ppt_y</p:attrName>
                                        </p:attrNameLst>
                                      </p:cBhvr>
                                      <p:rCtr x="0" y="12500"/>
                                    </p:animMotion>
                                  </p:childTnLst>
                                </p:cTn>
                              </p:par>
                              <p:par>
                                <p:cTn id="43" presetID="17" presetClass="entr" presetSubtype="4" fill="hold" nodeType="withEffect">
                                  <p:stCondLst>
                                    <p:cond delay="500"/>
                                  </p:stCondLst>
                                  <p:childTnLst>
                                    <p:set>
                                      <p:cBhvr>
                                        <p:cTn id="44" dur="1" fill="hold">
                                          <p:stCondLst>
                                            <p:cond delay="0"/>
                                          </p:stCondLst>
                                        </p:cTn>
                                        <p:tgtEl>
                                          <p:spTgt spid="95"/>
                                        </p:tgtEl>
                                        <p:attrNameLst>
                                          <p:attrName>style.visibility</p:attrName>
                                        </p:attrNameLst>
                                      </p:cBhvr>
                                      <p:to>
                                        <p:strVal val="visible"/>
                                      </p:to>
                                    </p:set>
                                    <p:anim calcmode="lin" valueType="num">
                                      <p:cBhvr>
                                        <p:cTn id="45" dur="500" fill="hold"/>
                                        <p:tgtEl>
                                          <p:spTgt spid="95"/>
                                        </p:tgtEl>
                                        <p:attrNameLst>
                                          <p:attrName>ppt_x</p:attrName>
                                        </p:attrNameLst>
                                      </p:cBhvr>
                                      <p:tavLst>
                                        <p:tav tm="0">
                                          <p:val>
                                            <p:strVal val="#ppt_x"/>
                                          </p:val>
                                        </p:tav>
                                        <p:tav tm="100000">
                                          <p:val>
                                            <p:strVal val="#ppt_x"/>
                                          </p:val>
                                        </p:tav>
                                      </p:tavLst>
                                    </p:anim>
                                    <p:anim calcmode="lin" valueType="num">
                                      <p:cBhvr>
                                        <p:cTn id="46" dur="500" fill="hold"/>
                                        <p:tgtEl>
                                          <p:spTgt spid="95"/>
                                        </p:tgtEl>
                                        <p:attrNameLst>
                                          <p:attrName>ppt_y</p:attrName>
                                        </p:attrNameLst>
                                      </p:cBhvr>
                                      <p:tavLst>
                                        <p:tav tm="0">
                                          <p:val>
                                            <p:strVal val="#ppt_y+#ppt_h/2"/>
                                          </p:val>
                                        </p:tav>
                                        <p:tav tm="100000">
                                          <p:val>
                                            <p:strVal val="#ppt_y"/>
                                          </p:val>
                                        </p:tav>
                                      </p:tavLst>
                                    </p:anim>
                                    <p:anim calcmode="lin" valueType="num">
                                      <p:cBhvr>
                                        <p:cTn id="47" dur="500" fill="hold"/>
                                        <p:tgtEl>
                                          <p:spTgt spid="95"/>
                                        </p:tgtEl>
                                        <p:attrNameLst>
                                          <p:attrName>ppt_w</p:attrName>
                                        </p:attrNameLst>
                                      </p:cBhvr>
                                      <p:tavLst>
                                        <p:tav tm="0">
                                          <p:val>
                                            <p:strVal val="#ppt_w"/>
                                          </p:val>
                                        </p:tav>
                                        <p:tav tm="100000">
                                          <p:val>
                                            <p:strVal val="#ppt_w"/>
                                          </p:val>
                                        </p:tav>
                                      </p:tavLst>
                                    </p:anim>
                                    <p:anim calcmode="lin" valueType="num">
                                      <p:cBhvr>
                                        <p:cTn id="48" dur="500" fill="hold"/>
                                        <p:tgtEl>
                                          <p:spTgt spid="95"/>
                                        </p:tgtEl>
                                        <p:attrNameLst>
                                          <p:attrName>ppt_h</p:attrName>
                                        </p:attrNameLst>
                                      </p:cBhvr>
                                      <p:tavLst>
                                        <p:tav tm="0">
                                          <p:val>
                                            <p:fltVal val="0"/>
                                          </p:val>
                                        </p:tav>
                                        <p:tav tm="100000">
                                          <p:val>
                                            <p:strVal val="#ppt_h"/>
                                          </p:val>
                                        </p:tav>
                                      </p:tavLst>
                                    </p:anim>
                                  </p:childTnLst>
                                </p:cTn>
                              </p:par>
                              <p:par>
                                <p:cTn id="49" presetID="42" presetClass="path" presetSubtype="0" accel="50000" decel="50000" fill="hold" nodeType="withEffect">
                                  <p:stCondLst>
                                    <p:cond delay="500"/>
                                  </p:stCondLst>
                                  <p:childTnLst>
                                    <p:animMotion origin="layout" path="M -4.16667E-7 4.81481E-6 L -4.16667E-7 0.25 " pathEditMode="relative" rAng="0" ptsTypes="AA">
                                      <p:cBhvr>
                                        <p:cTn id="50" dur="1000" spd="-100000" fill="hold"/>
                                        <p:tgtEl>
                                          <p:spTgt spid="95"/>
                                        </p:tgtEl>
                                        <p:attrNameLst>
                                          <p:attrName>ppt_x</p:attrName>
                                          <p:attrName>ppt_y</p:attrName>
                                        </p:attrNameLst>
                                      </p:cBhvr>
                                      <p:rCtr x="0" y="12500"/>
                                    </p:animMotion>
                                  </p:childTnLst>
                                </p:cTn>
                              </p:par>
                              <p:par>
                                <p:cTn id="51" presetID="17" presetClass="entr" presetSubtype="4" fill="hold" nodeType="withEffect">
                                  <p:stCondLst>
                                    <p:cond delay="750"/>
                                  </p:stCondLst>
                                  <p:childTnLst>
                                    <p:set>
                                      <p:cBhvr>
                                        <p:cTn id="52" dur="1" fill="hold">
                                          <p:stCondLst>
                                            <p:cond delay="0"/>
                                          </p:stCondLst>
                                        </p:cTn>
                                        <p:tgtEl>
                                          <p:spTgt spid="106"/>
                                        </p:tgtEl>
                                        <p:attrNameLst>
                                          <p:attrName>style.visibility</p:attrName>
                                        </p:attrNameLst>
                                      </p:cBhvr>
                                      <p:to>
                                        <p:strVal val="visible"/>
                                      </p:to>
                                    </p:set>
                                    <p:anim calcmode="lin" valueType="num">
                                      <p:cBhvr>
                                        <p:cTn id="53" dur="500" fill="hold"/>
                                        <p:tgtEl>
                                          <p:spTgt spid="106"/>
                                        </p:tgtEl>
                                        <p:attrNameLst>
                                          <p:attrName>ppt_x</p:attrName>
                                        </p:attrNameLst>
                                      </p:cBhvr>
                                      <p:tavLst>
                                        <p:tav tm="0">
                                          <p:val>
                                            <p:strVal val="#ppt_x"/>
                                          </p:val>
                                        </p:tav>
                                        <p:tav tm="100000">
                                          <p:val>
                                            <p:strVal val="#ppt_x"/>
                                          </p:val>
                                        </p:tav>
                                      </p:tavLst>
                                    </p:anim>
                                    <p:anim calcmode="lin" valueType="num">
                                      <p:cBhvr>
                                        <p:cTn id="54" dur="500" fill="hold"/>
                                        <p:tgtEl>
                                          <p:spTgt spid="106"/>
                                        </p:tgtEl>
                                        <p:attrNameLst>
                                          <p:attrName>ppt_y</p:attrName>
                                        </p:attrNameLst>
                                      </p:cBhvr>
                                      <p:tavLst>
                                        <p:tav tm="0">
                                          <p:val>
                                            <p:strVal val="#ppt_y+#ppt_h/2"/>
                                          </p:val>
                                        </p:tav>
                                        <p:tav tm="100000">
                                          <p:val>
                                            <p:strVal val="#ppt_y"/>
                                          </p:val>
                                        </p:tav>
                                      </p:tavLst>
                                    </p:anim>
                                    <p:anim calcmode="lin" valueType="num">
                                      <p:cBhvr>
                                        <p:cTn id="55" dur="500" fill="hold"/>
                                        <p:tgtEl>
                                          <p:spTgt spid="106"/>
                                        </p:tgtEl>
                                        <p:attrNameLst>
                                          <p:attrName>ppt_w</p:attrName>
                                        </p:attrNameLst>
                                      </p:cBhvr>
                                      <p:tavLst>
                                        <p:tav tm="0">
                                          <p:val>
                                            <p:strVal val="#ppt_w"/>
                                          </p:val>
                                        </p:tav>
                                        <p:tav tm="100000">
                                          <p:val>
                                            <p:strVal val="#ppt_w"/>
                                          </p:val>
                                        </p:tav>
                                      </p:tavLst>
                                    </p:anim>
                                    <p:anim calcmode="lin" valueType="num">
                                      <p:cBhvr>
                                        <p:cTn id="56" dur="500" fill="hold"/>
                                        <p:tgtEl>
                                          <p:spTgt spid="106"/>
                                        </p:tgtEl>
                                        <p:attrNameLst>
                                          <p:attrName>ppt_h</p:attrName>
                                        </p:attrNameLst>
                                      </p:cBhvr>
                                      <p:tavLst>
                                        <p:tav tm="0">
                                          <p:val>
                                            <p:fltVal val="0"/>
                                          </p:val>
                                        </p:tav>
                                        <p:tav tm="100000">
                                          <p:val>
                                            <p:strVal val="#ppt_h"/>
                                          </p:val>
                                        </p:tav>
                                      </p:tavLst>
                                    </p:anim>
                                  </p:childTnLst>
                                </p:cTn>
                              </p:par>
                              <p:par>
                                <p:cTn id="57" presetID="42" presetClass="path" presetSubtype="0" accel="50000" decel="50000" fill="hold" nodeType="withEffect">
                                  <p:stCondLst>
                                    <p:cond delay="750"/>
                                  </p:stCondLst>
                                  <p:childTnLst>
                                    <p:animMotion origin="layout" path="M 4.58333E-6 4.81481E-6 L 4.58333E-6 0.25 " pathEditMode="relative" rAng="0" ptsTypes="AA">
                                      <p:cBhvr>
                                        <p:cTn id="58" dur="1000" spd="-100000" fill="hold"/>
                                        <p:tgtEl>
                                          <p:spTgt spid="106"/>
                                        </p:tgtEl>
                                        <p:attrNameLst>
                                          <p:attrName>ppt_x</p:attrName>
                                          <p:attrName>ppt_y</p:attrName>
                                        </p:attrNameLst>
                                      </p:cBhvr>
                                      <p:rCtr x="0" y="12500"/>
                                    </p:animMotion>
                                  </p:childTnLst>
                                </p:cTn>
                              </p:par>
                            </p:childTnLst>
                          </p:cTn>
                        </p:par>
                        <p:par>
                          <p:cTn id="59" fill="hold">
                            <p:stCondLst>
                              <p:cond delay="3250"/>
                            </p:stCondLst>
                            <p:childTnLst>
                              <p:par>
                                <p:cTn id="60" presetID="17" presetClass="entr" presetSubtype="4" fill="hold" grpId="0" nodeType="afterEffect">
                                  <p:stCondLst>
                                    <p:cond delay="0"/>
                                  </p:stCondLst>
                                  <p:childTnLst>
                                    <p:set>
                                      <p:cBhvr>
                                        <p:cTn id="61" dur="1" fill="hold">
                                          <p:stCondLst>
                                            <p:cond delay="0"/>
                                          </p:stCondLst>
                                        </p:cTn>
                                        <p:tgtEl>
                                          <p:spTgt spid="130"/>
                                        </p:tgtEl>
                                        <p:attrNameLst>
                                          <p:attrName>style.visibility</p:attrName>
                                        </p:attrNameLst>
                                      </p:cBhvr>
                                      <p:to>
                                        <p:strVal val="visible"/>
                                      </p:to>
                                    </p:set>
                                    <p:anim calcmode="lin" valueType="num">
                                      <p:cBhvr>
                                        <p:cTn id="62" dur="500" fill="hold"/>
                                        <p:tgtEl>
                                          <p:spTgt spid="130"/>
                                        </p:tgtEl>
                                        <p:attrNameLst>
                                          <p:attrName>ppt_x</p:attrName>
                                        </p:attrNameLst>
                                      </p:cBhvr>
                                      <p:tavLst>
                                        <p:tav tm="0">
                                          <p:val>
                                            <p:strVal val="#ppt_x"/>
                                          </p:val>
                                        </p:tav>
                                        <p:tav tm="100000">
                                          <p:val>
                                            <p:strVal val="#ppt_x"/>
                                          </p:val>
                                        </p:tav>
                                      </p:tavLst>
                                    </p:anim>
                                    <p:anim calcmode="lin" valueType="num">
                                      <p:cBhvr>
                                        <p:cTn id="63" dur="500" fill="hold"/>
                                        <p:tgtEl>
                                          <p:spTgt spid="130"/>
                                        </p:tgtEl>
                                        <p:attrNameLst>
                                          <p:attrName>ppt_y</p:attrName>
                                        </p:attrNameLst>
                                      </p:cBhvr>
                                      <p:tavLst>
                                        <p:tav tm="0">
                                          <p:val>
                                            <p:strVal val="#ppt_y+#ppt_h/2"/>
                                          </p:val>
                                        </p:tav>
                                        <p:tav tm="100000">
                                          <p:val>
                                            <p:strVal val="#ppt_y"/>
                                          </p:val>
                                        </p:tav>
                                      </p:tavLst>
                                    </p:anim>
                                    <p:anim calcmode="lin" valueType="num">
                                      <p:cBhvr>
                                        <p:cTn id="64" dur="500" fill="hold"/>
                                        <p:tgtEl>
                                          <p:spTgt spid="130"/>
                                        </p:tgtEl>
                                        <p:attrNameLst>
                                          <p:attrName>ppt_w</p:attrName>
                                        </p:attrNameLst>
                                      </p:cBhvr>
                                      <p:tavLst>
                                        <p:tav tm="0">
                                          <p:val>
                                            <p:strVal val="#ppt_w"/>
                                          </p:val>
                                        </p:tav>
                                        <p:tav tm="100000">
                                          <p:val>
                                            <p:strVal val="#ppt_w"/>
                                          </p:val>
                                        </p:tav>
                                      </p:tavLst>
                                    </p:anim>
                                    <p:anim calcmode="lin" valueType="num">
                                      <p:cBhvr>
                                        <p:cTn id="65" dur="500" fill="hold"/>
                                        <p:tgtEl>
                                          <p:spTgt spid="130"/>
                                        </p:tgtEl>
                                        <p:attrNameLst>
                                          <p:attrName>ppt_h</p:attrName>
                                        </p:attrNameLst>
                                      </p:cBhvr>
                                      <p:tavLst>
                                        <p:tav tm="0">
                                          <p:val>
                                            <p:fltVal val="0"/>
                                          </p:val>
                                        </p:tav>
                                        <p:tav tm="100000">
                                          <p:val>
                                            <p:strVal val="#ppt_h"/>
                                          </p:val>
                                        </p:tav>
                                      </p:tavLst>
                                    </p:anim>
                                  </p:childTnLst>
                                </p:cTn>
                              </p:par>
                              <p:par>
                                <p:cTn id="66" presetID="42" presetClass="path" presetSubtype="0" accel="50000" decel="50000" fill="hold" grpId="1" nodeType="withEffect">
                                  <p:stCondLst>
                                    <p:cond delay="0"/>
                                  </p:stCondLst>
                                  <p:childTnLst>
                                    <p:animMotion origin="layout" path="M -8.33333E-7 -2.96296E-6 L -8.33333E-7 0.09445 " pathEditMode="relative" rAng="0" ptsTypes="AA">
                                      <p:cBhvr>
                                        <p:cTn id="67" dur="1000" spd="-100000" fill="hold"/>
                                        <p:tgtEl>
                                          <p:spTgt spid="130"/>
                                        </p:tgtEl>
                                        <p:attrNameLst>
                                          <p:attrName>ppt_x</p:attrName>
                                          <p:attrName>ppt_y</p:attrName>
                                        </p:attrNameLst>
                                      </p:cBhvr>
                                      <p:rCtr x="0" y="4722"/>
                                    </p:animMotion>
                                  </p:childTnLst>
                                </p:cTn>
                              </p:par>
                              <p:par>
                                <p:cTn id="68" presetID="53" presetClass="entr" presetSubtype="16" fill="hold" grpId="0" nodeType="withEffect">
                                  <p:stCondLst>
                                    <p:cond delay="250"/>
                                  </p:stCondLst>
                                  <p:childTnLst>
                                    <p:set>
                                      <p:cBhvr>
                                        <p:cTn id="69" dur="1" fill="hold">
                                          <p:stCondLst>
                                            <p:cond delay="0"/>
                                          </p:stCondLst>
                                        </p:cTn>
                                        <p:tgtEl>
                                          <p:spTgt spid="83"/>
                                        </p:tgtEl>
                                        <p:attrNameLst>
                                          <p:attrName>style.visibility</p:attrName>
                                        </p:attrNameLst>
                                      </p:cBhvr>
                                      <p:to>
                                        <p:strVal val="visible"/>
                                      </p:to>
                                    </p:set>
                                    <p:anim calcmode="lin" valueType="num">
                                      <p:cBhvr>
                                        <p:cTn id="70" dur="500" fill="hold"/>
                                        <p:tgtEl>
                                          <p:spTgt spid="83"/>
                                        </p:tgtEl>
                                        <p:attrNameLst>
                                          <p:attrName>ppt_w</p:attrName>
                                        </p:attrNameLst>
                                      </p:cBhvr>
                                      <p:tavLst>
                                        <p:tav tm="0">
                                          <p:val>
                                            <p:fltVal val="0"/>
                                          </p:val>
                                        </p:tav>
                                        <p:tav tm="100000">
                                          <p:val>
                                            <p:strVal val="#ppt_w"/>
                                          </p:val>
                                        </p:tav>
                                      </p:tavLst>
                                    </p:anim>
                                    <p:anim calcmode="lin" valueType="num">
                                      <p:cBhvr>
                                        <p:cTn id="71" dur="500" fill="hold"/>
                                        <p:tgtEl>
                                          <p:spTgt spid="83"/>
                                        </p:tgtEl>
                                        <p:attrNameLst>
                                          <p:attrName>ppt_h</p:attrName>
                                        </p:attrNameLst>
                                      </p:cBhvr>
                                      <p:tavLst>
                                        <p:tav tm="0">
                                          <p:val>
                                            <p:fltVal val="0"/>
                                          </p:val>
                                        </p:tav>
                                        <p:tav tm="100000">
                                          <p:val>
                                            <p:strVal val="#ppt_h"/>
                                          </p:val>
                                        </p:tav>
                                      </p:tavLst>
                                    </p:anim>
                                    <p:animEffect transition="in" filter="fade">
                                      <p:cBhvr>
                                        <p:cTn id="72" dur="500"/>
                                        <p:tgtEl>
                                          <p:spTgt spid="83"/>
                                        </p:tgtEl>
                                      </p:cBhvr>
                                    </p:animEffect>
                                  </p:childTnLst>
                                </p:cTn>
                              </p:par>
                              <p:par>
                                <p:cTn id="73" presetID="56" presetClass="path" presetSubtype="0" accel="50000" decel="50000" fill="hold" grpId="1" nodeType="withEffect">
                                  <p:stCondLst>
                                    <p:cond delay="250"/>
                                  </p:stCondLst>
                                  <p:childTnLst>
                                    <p:animMotion origin="layout" path="M -0.05924 0.05926 L -3.33333E-6 1.85185E-6 " pathEditMode="relative" rAng="0" ptsTypes="AA">
                                      <p:cBhvr>
                                        <p:cTn id="74" dur="1000" fill="hold"/>
                                        <p:tgtEl>
                                          <p:spTgt spid="83"/>
                                        </p:tgtEl>
                                        <p:attrNameLst>
                                          <p:attrName>ppt_x</p:attrName>
                                          <p:attrName>ppt_y</p:attrName>
                                        </p:attrNameLst>
                                      </p:cBhvr>
                                      <p:rCtr x="2956" y="-2963"/>
                                    </p:animMotion>
                                  </p:childTnLst>
                                </p:cTn>
                              </p:par>
                              <p:par>
                                <p:cTn id="75" presetID="53" presetClass="entr" presetSubtype="16" fill="hold" grpId="0" nodeType="withEffect">
                                  <p:stCondLst>
                                    <p:cond delay="500"/>
                                  </p:stCondLst>
                                  <p:childTnLst>
                                    <p:set>
                                      <p:cBhvr>
                                        <p:cTn id="76" dur="1" fill="hold">
                                          <p:stCondLst>
                                            <p:cond delay="0"/>
                                          </p:stCondLst>
                                        </p:cTn>
                                        <p:tgtEl>
                                          <p:spTgt spid="124"/>
                                        </p:tgtEl>
                                        <p:attrNameLst>
                                          <p:attrName>style.visibility</p:attrName>
                                        </p:attrNameLst>
                                      </p:cBhvr>
                                      <p:to>
                                        <p:strVal val="visible"/>
                                      </p:to>
                                    </p:set>
                                    <p:anim calcmode="lin" valueType="num">
                                      <p:cBhvr>
                                        <p:cTn id="77" dur="500" fill="hold"/>
                                        <p:tgtEl>
                                          <p:spTgt spid="124"/>
                                        </p:tgtEl>
                                        <p:attrNameLst>
                                          <p:attrName>ppt_w</p:attrName>
                                        </p:attrNameLst>
                                      </p:cBhvr>
                                      <p:tavLst>
                                        <p:tav tm="0">
                                          <p:val>
                                            <p:fltVal val="0"/>
                                          </p:val>
                                        </p:tav>
                                        <p:tav tm="100000">
                                          <p:val>
                                            <p:strVal val="#ppt_w"/>
                                          </p:val>
                                        </p:tav>
                                      </p:tavLst>
                                    </p:anim>
                                    <p:anim calcmode="lin" valueType="num">
                                      <p:cBhvr>
                                        <p:cTn id="78" dur="500" fill="hold"/>
                                        <p:tgtEl>
                                          <p:spTgt spid="124"/>
                                        </p:tgtEl>
                                        <p:attrNameLst>
                                          <p:attrName>ppt_h</p:attrName>
                                        </p:attrNameLst>
                                      </p:cBhvr>
                                      <p:tavLst>
                                        <p:tav tm="0">
                                          <p:val>
                                            <p:fltVal val="0"/>
                                          </p:val>
                                        </p:tav>
                                        <p:tav tm="100000">
                                          <p:val>
                                            <p:strVal val="#ppt_h"/>
                                          </p:val>
                                        </p:tav>
                                      </p:tavLst>
                                    </p:anim>
                                    <p:animEffect transition="in" filter="fade">
                                      <p:cBhvr>
                                        <p:cTn id="79" dur="500"/>
                                        <p:tgtEl>
                                          <p:spTgt spid="124"/>
                                        </p:tgtEl>
                                      </p:cBhvr>
                                    </p:animEffect>
                                  </p:childTnLst>
                                </p:cTn>
                              </p:par>
                              <p:par>
                                <p:cTn id="80" presetID="56" presetClass="path" presetSubtype="0" accel="50000" decel="50000" fill="hold" grpId="1" nodeType="withEffect">
                                  <p:stCondLst>
                                    <p:cond delay="500"/>
                                  </p:stCondLst>
                                  <p:childTnLst>
                                    <p:animMotion origin="layout" path="M -0.05924 0.05926 L -3.33333E-6 1.85185E-6 " pathEditMode="relative" rAng="0" ptsTypes="AA">
                                      <p:cBhvr>
                                        <p:cTn id="81" dur="1000" fill="hold"/>
                                        <p:tgtEl>
                                          <p:spTgt spid="124"/>
                                        </p:tgtEl>
                                        <p:attrNameLst>
                                          <p:attrName>ppt_x</p:attrName>
                                          <p:attrName>ppt_y</p:attrName>
                                        </p:attrNameLst>
                                      </p:cBhvr>
                                      <p:rCtr x="2956" y="-2963"/>
                                    </p:animMotion>
                                  </p:childTnLst>
                                </p:cTn>
                              </p:par>
                              <p:par>
                                <p:cTn id="82" presetID="53" presetClass="entr" presetSubtype="16" fill="hold" grpId="0" nodeType="withEffect">
                                  <p:stCondLst>
                                    <p:cond delay="1250"/>
                                  </p:stCondLst>
                                  <p:iterate type="lt">
                                    <p:tmPct val="10000"/>
                                  </p:iterate>
                                  <p:childTnLst>
                                    <p:set>
                                      <p:cBhvr>
                                        <p:cTn id="83" dur="1" fill="hold">
                                          <p:stCondLst>
                                            <p:cond delay="0"/>
                                          </p:stCondLst>
                                        </p:cTn>
                                        <p:tgtEl>
                                          <p:spTgt spid="120"/>
                                        </p:tgtEl>
                                        <p:attrNameLst>
                                          <p:attrName>style.visibility</p:attrName>
                                        </p:attrNameLst>
                                      </p:cBhvr>
                                      <p:to>
                                        <p:strVal val="visible"/>
                                      </p:to>
                                    </p:set>
                                    <p:anim calcmode="lin" valueType="num">
                                      <p:cBhvr>
                                        <p:cTn id="84" dur="250" fill="hold"/>
                                        <p:tgtEl>
                                          <p:spTgt spid="120"/>
                                        </p:tgtEl>
                                        <p:attrNameLst>
                                          <p:attrName>ppt_w</p:attrName>
                                        </p:attrNameLst>
                                      </p:cBhvr>
                                      <p:tavLst>
                                        <p:tav tm="0">
                                          <p:val>
                                            <p:fltVal val="0"/>
                                          </p:val>
                                        </p:tav>
                                        <p:tav tm="100000">
                                          <p:val>
                                            <p:strVal val="#ppt_w"/>
                                          </p:val>
                                        </p:tav>
                                      </p:tavLst>
                                    </p:anim>
                                    <p:anim calcmode="lin" valueType="num">
                                      <p:cBhvr>
                                        <p:cTn id="85" dur="250" fill="hold"/>
                                        <p:tgtEl>
                                          <p:spTgt spid="120"/>
                                        </p:tgtEl>
                                        <p:attrNameLst>
                                          <p:attrName>ppt_h</p:attrName>
                                        </p:attrNameLst>
                                      </p:cBhvr>
                                      <p:tavLst>
                                        <p:tav tm="0">
                                          <p:val>
                                            <p:fltVal val="0"/>
                                          </p:val>
                                        </p:tav>
                                        <p:tav tm="100000">
                                          <p:val>
                                            <p:strVal val="#ppt_h"/>
                                          </p:val>
                                        </p:tav>
                                      </p:tavLst>
                                    </p:anim>
                                    <p:animEffect transition="in" filter="fade">
                                      <p:cBhvr>
                                        <p:cTn id="86" dur="250"/>
                                        <p:tgtEl>
                                          <p:spTgt spid="120"/>
                                        </p:tgtEl>
                                      </p:cBhvr>
                                    </p:animEffect>
                                  </p:childTnLst>
                                </p:cTn>
                              </p:par>
                            </p:childTnLst>
                          </p:cTn>
                        </p:par>
                        <p:par>
                          <p:cTn id="87" fill="hold">
                            <p:stCondLst>
                              <p:cond delay="5675"/>
                            </p:stCondLst>
                            <p:childTnLst>
                              <p:par>
                                <p:cTn id="88" presetID="17" presetClass="entr" presetSubtype="4" fill="hold" grpId="0" nodeType="afterEffect">
                                  <p:stCondLst>
                                    <p:cond delay="0"/>
                                  </p:stCondLst>
                                  <p:childTnLst>
                                    <p:set>
                                      <p:cBhvr>
                                        <p:cTn id="89" dur="1" fill="hold">
                                          <p:stCondLst>
                                            <p:cond delay="0"/>
                                          </p:stCondLst>
                                        </p:cTn>
                                        <p:tgtEl>
                                          <p:spTgt spid="129"/>
                                        </p:tgtEl>
                                        <p:attrNameLst>
                                          <p:attrName>style.visibility</p:attrName>
                                        </p:attrNameLst>
                                      </p:cBhvr>
                                      <p:to>
                                        <p:strVal val="visible"/>
                                      </p:to>
                                    </p:set>
                                    <p:anim calcmode="lin" valueType="num">
                                      <p:cBhvr>
                                        <p:cTn id="90" dur="500" fill="hold"/>
                                        <p:tgtEl>
                                          <p:spTgt spid="129"/>
                                        </p:tgtEl>
                                        <p:attrNameLst>
                                          <p:attrName>ppt_x</p:attrName>
                                        </p:attrNameLst>
                                      </p:cBhvr>
                                      <p:tavLst>
                                        <p:tav tm="0">
                                          <p:val>
                                            <p:strVal val="#ppt_x"/>
                                          </p:val>
                                        </p:tav>
                                        <p:tav tm="100000">
                                          <p:val>
                                            <p:strVal val="#ppt_x"/>
                                          </p:val>
                                        </p:tav>
                                      </p:tavLst>
                                    </p:anim>
                                    <p:anim calcmode="lin" valueType="num">
                                      <p:cBhvr>
                                        <p:cTn id="91" dur="500" fill="hold"/>
                                        <p:tgtEl>
                                          <p:spTgt spid="129"/>
                                        </p:tgtEl>
                                        <p:attrNameLst>
                                          <p:attrName>ppt_y</p:attrName>
                                        </p:attrNameLst>
                                      </p:cBhvr>
                                      <p:tavLst>
                                        <p:tav tm="0">
                                          <p:val>
                                            <p:strVal val="#ppt_y+#ppt_h/2"/>
                                          </p:val>
                                        </p:tav>
                                        <p:tav tm="100000">
                                          <p:val>
                                            <p:strVal val="#ppt_y"/>
                                          </p:val>
                                        </p:tav>
                                      </p:tavLst>
                                    </p:anim>
                                    <p:anim calcmode="lin" valueType="num">
                                      <p:cBhvr>
                                        <p:cTn id="92" dur="500" fill="hold"/>
                                        <p:tgtEl>
                                          <p:spTgt spid="129"/>
                                        </p:tgtEl>
                                        <p:attrNameLst>
                                          <p:attrName>ppt_w</p:attrName>
                                        </p:attrNameLst>
                                      </p:cBhvr>
                                      <p:tavLst>
                                        <p:tav tm="0">
                                          <p:val>
                                            <p:strVal val="#ppt_w"/>
                                          </p:val>
                                        </p:tav>
                                        <p:tav tm="100000">
                                          <p:val>
                                            <p:strVal val="#ppt_w"/>
                                          </p:val>
                                        </p:tav>
                                      </p:tavLst>
                                    </p:anim>
                                    <p:anim calcmode="lin" valueType="num">
                                      <p:cBhvr>
                                        <p:cTn id="93" dur="500" fill="hold"/>
                                        <p:tgtEl>
                                          <p:spTgt spid="129"/>
                                        </p:tgtEl>
                                        <p:attrNameLst>
                                          <p:attrName>ppt_h</p:attrName>
                                        </p:attrNameLst>
                                      </p:cBhvr>
                                      <p:tavLst>
                                        <p:tav tm="0">
                                          <p:val>
                                            <p:fltVal val="0"/>
                                          </p:val>
                                        </p:tav>
                                        <p:tav tm="100000">
                                          <p:val>
                                            <p:strVal val="#ppt_h"/>
                                          </p:val>
                                        </p:tav>
                                      </p:tavLst>
                                    </p:anim>
                                  </p:childTnLst>
                                </p:cTn>
                              </p:par>
                              <p:par>
                                <p:cTn id="94" presetID="42" presetClass="path" presetSubtype="0" accel="50000" decel="50000" fill="hold" grpId="1" nodeType="withEffect">
                                  <p:stCondLst>
                                    <p:cond delay="0"/>
                                  </p:stCondLst>
                                  <p:childTnLst>
                                    <p:animMotion origin="layout" path="M 2.5E-6 1.48148E-6 L 2.5E-6 0.09444 " pathEditMode="relative" rAng="0" ptsTypes="AA">
                                      <p:cBhvr>
                                        <p:cTn id="95" dur="1000" spd="-100000" fill="hold"/>
                                        <p:tgtEl>
                                          <p:spTgt spid="129"/>
                                        </p:tgtEl>
                                        <p:attrNameLst>
                                          <p:attrName>ppt_x</p:attrName>
                                          <p:attrName>ppt_y</p:attrName>
                                        </p:attrNameLst>
                                      </p:cBhvr>
                                      <p:rCtr x="0" y="4722"/>
                                    </p:animMotion>
                                  </p:childTnLst>
                                </p:cTn>
                              </p:par>
                              <p:par>
                                <p:cTn id="96" presetID="53" presetClass="entr" presetSubtype="16" fill="hold" grpId="0" nodeType="withEffect">
                                  <p:stCondLst>
                                    <p:cond delay="250"/>
                                  </p:stCondLst>
                                  <p:childTnLst>
                                    <p:set>
                                      <p:cBhvr>
                                        <p:cTn id="97" dur="1" fill="hold">
                                          <p:stCondLst>
                                            <p:cond delay="0"/>
                                          </p:stCondLst>
                                        </p:cTn>
                                        <p:tgtEl>
                                          <p:spTgt spid="117"/>
                                        </p:tgtEl>
                                        <p:attrNameLst>
                                          <p:attrName>style.visibility</p:attrName>
                                        </p:attrNameLst>
                                      </p:cBhvr>
                                      <p:to>
                                        <p:strVal val="visible"/>
                                      </p:to>
                                    </p:set>
                                    <p:anim calcmode="lin" valueType="num">
                                      <p:cBhvr>
                                        <p:cTn id="98" dur="500" fill="hold"/>
                                        <p:tgtEl>
                                          <p:spTgt spid="117"/>
                                        </p:tgtEl>
                                        <p:attrNameLst>
                                          <p:attrName>ppt_w</p:attrName>
                                        </p:attrNameLst>
                                      </p:cBhvr>
                                      <p:tavLst>
                                        <p:tav tm="0">
                                          <p:val>
                                            <p:fltVal val="0"/>
                                          </p:val>
                                        </p:tav>
                                        <p:tav tm="100000">
                                          <p:val>
                                            <p:strVal val="#ppt_w"/>
                                          </p:val>
                                        </p:tav>
                                      </p:tavLst>
                                    </p:anim>
                                    <p:anim calcmode="lin" valueType="num">
                                      <p:cBhvr>
                                        <p:cTn id="99" dur="500" fill="hold"/>
                                        <p:tgtEl>
                                          <p:spTgt spid="117"/>
                                        </p:tgtEl>
                                        <p:attrNameLst>
                                          <p:attrName>ppt_h</p:attrName>
                                        </p:attrNameLst>
                                      </p:cBhvr>
                                      <p:tavLst>
                                        <p:tav tm="0">
                                          <p:val>
                                            <p:fltVal val="0"/>
                                          </p:val>
                                        </p:tav>
                                        <p:tav tm="100000">
                                          <p:val>
                                            <p:strVal val="#ppt_h"/>
                                          </p:val>
                                        </p:tav>
                                      </p:tavLst>
                                    </p:anim>
                                    <p:animEffect transition="in" filter="fade">
                                      <p:cBhvr>
                                        <p:cTn id="100" dur="500"/>
                                        <p:tgtEl>
                                          <p:spTgt spid="117"/>
                                        </p:tgtEl>
                                      </p:cBhvr>
                                    </p:animEffect>
                                  </p:childTnLst>
                                </p:cTn>
                              </p:par>
                              <p:par>
                                <p:cTn id="101" presetID="56" presetClass="path" presetSubtype="0" accel="50000" decel="50000" fill="hold" grpId="1" nodeType="withEffect">
                                  <p:stCondLst>
                                    <p:cond delay="250"/>
                                  </p:stCondLst>
                                  <p:childTnLst>
                                    <p:animMotion origin="layout" path="M -0.05925 0.05926 L 1.875E-6 1.85185E-6 " pathEditMode="relative" rAng="0" ptsTypes="AA">
                                      <p:cBhvr>
                                        <p:cTn id="102" dur="1000" fill="hold"/>
                                        <p:tgtEl>
                                          <p:spTgt spid="117"/>
                                        </p:tgtEl>
                                        <p:attrNameLst>
                                          <p:attrName>ppt_x</p:attrName>
                                          <p:attrName>ppt_y</p:attrName>
                                        </p:attrNameLst>
                                      </p:cBhvr>
                                      <p:rCtr x="2956" y="-2963"/>
                                    </p:animMotion>
                                  </p:childTnLst>
                                </p:cTn>
                              </p:par>
                              <p:par>
                                <p:cTn id="103" presetID="53" presetClass="entr" presetSubtype="16" fill="hold" grpId="0" nodeType="withEffect">
                                  <p:stCondLst>
                                    <p:cond delay="500"/>
                                  </p:stCondLst>
                                  <p:childTnLst>
                                    <p:set>
                                      <p:cBhvr>
                                        <p:cTn id="104" dur="1" fill="hold">
                                          <p:stCondLst>
                                            <p:cond delay="0"/>
                                          </p:stCondLst>
                                        </p:cTn>
                                        <p:tgtEl>
                                          <p:spTgt spid="125"/>
                                        </p:tgtEl>
                                        <p:attrNameLst>
                                          <p:attrName>style.visibility</p:attrName>
                                        </p:attrNameLst>
                                      </p:cBhvr>
                                      <p:to>
                                        <p:strVal val="visible"/>
                                      </p:to>
                                    </p:set>
                                    <p:anim calcmode="lin" valueType="num">
                                      <p:cBhvr>
                                        <p:cTn id="105" dur="500" fill="hold"/>
                                        <p:tgtEl>
                                          <p:spTgt spid="125"/>
                                        </p:tgtEl>
                                        <p:attrNameLst>
                                          <p:attrName>ppt_w</p:attrName>
                                        </p:attrNameLst>
                                      </p:cBhvr>
                                      <p:tavLst>
                                        <p:tav tm="0">
                                          <p:val>
                                            <p:fltVal val="0"/>
                                          </p:val>
                                        </p:tav>
                                        <p:tav tm="100000">
                                          <p:val>
                                            <p:strVal val="#ppt_w"/>
                                          </p:val>
                                        </p:tav>
                                      </p:tavLst>
                                    </p:anim>
                                    <p:anim calcmode="lin" valueType="num">
                                      <p:cBhvr>
                                        <p:cTn id="106" dur="500" fill="hold"/>
                                        <p:tgtEl>
                                          <p:spTgt spid="125"/>
                                        </p:tgtEl>
                                        <p:attrNameLst>
                                          <p:attrName>ppt_h</p:attrName>
                                        </p:attrNameLst>
                                      </p:cBhvr>
                                      <p:tavLst>
                                        <p:tav tm="0">
                                          <p:val>
                                            <p:fltVal val="0"/>
                                          </p:val>
                                        </p:tav>
                                        <p:tav tm="100000">
                                          <p:val>
                                            <p:strVal val="#ppt_h"/>
                                          </p:val>
                                        </p:tav>
                                      </p:tavLst>
                                    </p:anim>
                                    <p:animEffect transition="in" filter="fade">
                                      <p:cBhvr>
                                        <p:cTn id="107" dur="500"/>
                                        <p:tgtEl>
                                          <p:spTgt spid="125"/>
                                        </p:tgtEl>
                                      </p:cBhvr>
                                    </p:animEffect>
                                  </p:childTnLst>
                                </p:cTn>
                              </p:par>
                              <p:par>
                                <p:cTn id="108" presetID="56" presetClass="path" presetSubtype="0" accel="50000" decel="50000" fill="hold" grpId="1" nodeType="withEffect">
                                  <p:stCondLst>
                                    <p:cond delay="500"/>
                                  </p:stCondLst>
                                  <p:childTnLst>
                                    <p:animMotion origin="layout" path="M -0.05925 0.05926 L 1.875E-6 1.85185E-6 " pathEditMode="relative" rAng="0" ptsTypes="AA">
                                      <p:cBhvr>
                                        <p:cTn id="109" dur="1000" fill="hold"/>
                                        <p:tgtEl>
                                          <p:spTgt spid="125"/>
                                        </p:tgtEl>
                                        <p:attrNameLst>
                                          <p:attrName>ppt_x</p:attrName>
                                          <p:attrName>ppt_y</p:attrName>
                                        </p:attrNameLst>
                                      </p:cBhvr>
                                      <p:rCtr x="2956" y="-2963"/>
                                    </p:animMotion>
                                  </p:childTnLst>
                                </p:cTn>
                              </p:par>
                              <p:par>
                                <p:cTn id="110" presetID="53" presetClass="entr" presetSubtype="16" fill="hold" grpId="0" nodeType="withEffect">
                                  <p:stCondLst>
                                    <p:cond delay="1250"/>
                                  </p:stCondLst>
                                  <p:iterate type="lt">
                                    <p:tmPct val="10000"/>
                                  </p:iterate>
                                  <p:childTnLst>
                                    <p:set>
                                      <p:cBhvr>
                                        <p:cTn id="111" dur="1" fill="hold">
                                          <p:stCondLst>
                                            <p:cond delay="0"/>
                                          </p:stCondLst>
                                        </p:cTn>
                                        <p:tgtEl>
                                          <p:spTgt spid="121"/>
                                        </p:tgtEl>
                                        <p:attrNameLst>
                                          <p:attrName>style.visibility</p:attrName>
                                        </p:attrNameLst>
                                      </p:cBhvr>
                                      <p:to>
                                        <p:strVal val="visible"/>
                                      </p:to>
                                    </p:set>
                                    <p:anim calcmode="lin" valueType="num">
                                      <p:cBhvr>
                                        <p:cTn id="112" dur="250" fill="hold"/>
                                        <p:tgtEl>
                                          <p:spTgt spid="121"/>
                                        </p:tgtEl>
                                        <p:attrNameLst>
                                          <p:attrName>ppt_w</p:attrName>
                                        </p:attrNameLst>
                                      </p:cBhvr>
                                      <p:tavLst>
                                        <p:tav tm="0">
                                          <p:val>
                                            <p:fltVal val="0"/>
                                          </p:val>
                                        </p:tav>
                                        <p:tav tm="100000">
                                          <p:val>
                                            <p:strVal val="#ppt_w"/>
                                          </p:val>
                                        </p:tav>
                                      </p:tavLst>
                                    </p:anim>
                                    <p:anim calcmode="lin" valueType="num">
                                      <p:cBhvr>
                                        <p:cTn id="113" dur="250" fill="hold"/>
                                        <p:tgtEl>
                                          <p:spTgt spid="121"/>
                                        </p:tgtEl>
                                        <p:attrNameLst>
                                          <p:attrName>ppt_h</p:attrName>
                                        </p:attrNameLst>
                                      </p:cBhvr>
                                      <p:tavLst>
                                        <p:tav tm="0">
                                          <p:val>
                                            <p:fltVal val="0"/>
                                          </p:val>
                                        </p:tav>
                                        <p:tav tm="100000">
                                          <p:val>
                                            <p:strVal val="#ppt_h"/>
                                          </p:val>
                                        </p:tav>
                                      </p:tavLst>
                                    </p:anim>
                                    <p:animEffect transition="in" filter="fade">
                                      <p:cBhvr>
                                        <p:cTn id="114" dur="250"/>
                                        <p:tgtEl>
                                          <p:spTgt spid="121"/>
                                        </p:tgtEl>
                                      </p:cBhvr>
                                    </p:animEffect>
                                  </p:childTnLst>
                                </p:cTn>
                              </p:par>
                            </p:childTnLst>
                          </p:cTn>
                        </p:par>
                        <p:par>
                          <p:cTn id="115" fill="hold">
                            <p:stCondLst>
                              <p:cond delay="8100"/>
                            </p:stCondLst>
                            <p:childTnLst>
                              <p:par>
                                <p:cTn id="116" presetID="17" presetClass="entr" presetSubtype="4" fill="hold" grpId="0" nodeType="afterEffect">
                                  <p:stCondLst>
                                    <p:cond delay="0"/>
                                  </p:stCondLst>
                                  <p:childTnLst>
                                    <p:set>
                                      <p:cBhvr>
                                        <p:cTn id="117" dur="1" fill="hold">
                                          <p:stCondLst>
                                            <p:cond delay="0"/>
                                          </p:stCondLst>
                                        </p:cTn>
                                        <p:tgtEl>
                                          <p:spTgt spid="128"/>
                                        </p:tgtEl>
                                        <p:attrNameLst>
                                          <p:attrName>style.visibility</p:attrName>
                                        </p:attrNameLst>
                                      </p:cBhvr>
                                      <p:to>
                                        <p:strVal val="visible"/>
                                      </p:to>
                                    </p:set>
                                    <p:anim calcmode="lin" valueType="num">
                                      <p:cBhvr>
                                        <p:cTn id="118" dur="500" fill="hold"/>
                                        <p:tgtEl>
                                          <p:spTgt spid="128"/>
                                        </p:tgtEl>
                                        <p:attrNameLst>
                                          <p:attrName>ppt_x</p:attrName>
                                        </p:attrNameLst>
                                      </p:cBhvr>
                                      <p:tavLst>
                                        <p:tav tm="0">
                                          <p:val>
                                            <p:strVal val="#ppt_x"/>
                                          </p:val>
                                        </p:tav>
                                        <p:tav tm="100000">
                                          <p:val>
                                            <p:strVal val="#ppt_x"/>
                                          </p:val>
                                        </p:tav>
                                      </p:tavLst>
                                    </p:anim>
                                    <p:anim calcmode="lin" valueType="num">
                                      <p:cBhvr>
                                        <p:cTn id="119" dur="500" fill="hold"/>
                                        <p:tgtEl>
                                          <p:spTgt spid="128"/>
                                        </p:tgtEl>
                                        <p:attrNameLst>
                                          <p:attrName>ppt_y</p:attrName>
                                        </p:attrNameLst>
                                      </p:cBhvr>
                                      <p:tavLst>
                                        <p:tav tm="0">
                                          <p:val>
                                            <p:strVal val="#ppt_y+#ppt_h/2"/>
                                          </p:val>
                                        </p:tav>
                                        <p:tav tm="100000">
                                          <p:val>
                                            <p:strVal val="#ppt_y"/>
                                          </p:val>
                                        </p:tav>
                                      </p:tavLst>
                                    </p:anim>
                                    <p:anim calcmode="lin" valueType="num">
                                      <p:cBhvr>
                                        <p:cTn id="120" dur="500" fill="hold"/>
                                        <p:tgtEl>
                                          <p:spTgt spid="128"/>
                                        </p:tgtEl>
                                        <p:attrNameLst>
                                          <p:attrName>ppt_w</p:attrName>
                                        </p:attrNameLst>
                                      </p:cBhvr>
                                      <p:tavLst>
                                        <p:tav tm="0">
                                          <p:val>
                                            <p:strVal val="#ppt_w"/>
                                          </p:val>
                                        </p:tav>
                                        <p:tav tm="100000">
                                          <p:val>
                                            <p:strVal val="#ppt_w"/>
                                          </p:val>
                                        </p:tav>
                                      </p:tavLst>
                                    </p:anim>
                                    <p:anim calcmode="lin" valueType="num">
                                      <p:cBhvr>
                                        <p:cTn id="121" dur="500" fill="hold"/>
                                        <p:tgtEl>
                                          <p:spTgt spid="128"/>
                                        </p:tgtEl>
                                        <p:attrNameLst>
                                          <p:attrName>ppt_h</p:attrName>
                                        </p:attrNameLst>
                                      </p:cBhvr>
                                      <p:tavLst>
                                        <p:tav tm="0">
                                          <p:val>
                                            <p:fltVal val="0"/>
                                          </p:val>
                                        </p:tav>
                                        <p:tav tm="100000">
                                          <p:val>
                                            <p:strVal val="#ppt_h"/>
                                          </p:val>
                                        </p:tav>
                                      </p:tavLst>
                                    </p:anim>
                                  </p:childTnLst>
                                </p:cTn>
                              </p:par>
                              <p:par>
                                <p:cTn id="122" presetID="42" presetClass="path" presetSubtype="0" accel="50000" decel="50000" fill="hold" grpId="1" nodeType="withEffect">
                                  <p:stCondLst>
                                    <p:cond delay="0"/>
                                  </p:stCondLst>
                                  <p:childTnLst>
                                    <p:animMotion origin="layout" path="M -2.70833E-6 1.48148E-6 L -2.70833E-6 0.09444 " pathEditMode="relative" rAng="0" ptsTypes="AA">
                                      <p:cBhvr>
                                        <p:cTn id="123" dur="1000" spd="-100000" fill="hold"/>
                                        <p:tgtEl>
                                          <p:spTgt spid="128"/>
                                        </p:tgtEl>
                                        <p:attrNameLst>
                                          <p:attrName>ppt_x</p:attrName>
                                          <p:attrName>ppt_y</p:attrName>
                                        </p:attrNameLst>
                                      </p:cBhvr>
                                      <p:rCtr x="0" y="4722"/>
                                    </p:animMotion>
                                  </p:childTnLst>
                                </p:cTn>
                              </p:par>
                              <p:par>
                                <p:cTn id="124" presetID="53" presetClass="entr" presetSubtype="16" fill="hold" grpId="0" nodeType="withEffect">
                                  <p:stCondLst>
                                    <p:cond delay="250"/>
                                  </p:stCondLst>
                                  <p:childTnLst>
                                    <p:set>
                                      <p:cBhvr>
                                        <p:cTn id="125" dur="1" fill="hold">
                                          <p:stCondLst>
                                            <p:cond delay="0"/>
                                          </p:stCondLst>
                                        </p:cTn>
                                        <p:tgtEl>
                                          <p:spTgt spid="118"/>
                                        </p:tgtEl>
                                        <p:attrNameLst>
                                          <p:attrName>style.visibility</p:attrName>
                                        </p:attrNameLst>
                                      </p:cBhvr>
                                      <p:to>
                                        <p:strVal val="visible"/>
                                      </p:to>
                                    </p:set>
                                    <p:anim calcmode="lin" valueType="num">
                                      <p:cBhvr>
                                        <p:cTn id="126" dur="500" fill="hold"/>
                                        <p:tgtEl>
                                          <p:spTgt spid="118"/>
                                        </p:tgtEl>
                                        <p:attrNameLst>
                                          <p:attrName>ppt_w</p:attrName>
                                        </p:attrNameLst>
                                      </p:cBhvr>
                                      <p:tavLst>
                                        <p:tav tm="0">
                                          <p:val>
                                            <p:fltVal val="0"/>
                                          </p:val>
                                        </p:tav>
                                        <p:tav tm="100000">
                                          <p:val>
                                            <p:strVal val="#ppt_w"/>
                                          </p:val>
                                        </p:tav>
                                      </p:tavLst>
                                    </p:anim>
                                    <p:anim calcmode="lin" valueType="num">
                                      <p:cBhvr>
                                        <p:cTn id="127" dur="500" fill="hold"/>
                                        <p:tgtEl>
                                          <p:spTgt spid="118"/>
                                        </p:tgtEl>
                                        <p:attrNameLst>
                                          <p:attrName>ppt_h</p:attrName>
                                        </p:attrNameLst>
                                      </p:cBhvr>
                                      <p:tavLst>
                                        <p:tav tm="0">
                                          <p:val>
                                            <p:fltVal val="0"/>
                                          </p:val>
                                        </p:tav>
                                        <p:tav tm="100000">
                                          <p:val>
                                            <p:strVal val="#ppt_h"/>
                                          </p:val>
                                        </p:tav>
                                      </p:tavLst>
                                    </p:anim>
                                    <p:animEffect transition="in" filter="fade">
                                      <p:cBhvr>
                                        <p:cTn id="128" dur="500"/>
                                        <p:tgtEl>
                                          <p:spTgt spid="118"/>
                                        </p:tgtEl>
                                      </p:cBhvr>
                                    </p:animEffect>
                                  </p:childTnLst>
                                </p:cTn>
                              </p:par>
                              <p:par>
                                <p:cTn id="129" presetID="56" presetClass="path" presetSubtype="0" accel="50000" decel="50000" fill="hold" grpId="1" nodeType="withEffect">
                                  <p:stCondLst>
                                    <p:cond delay="250"/>
                                  </p:stCondLst>
                                  <p:childTnLst>
                                    <p:animMotion origin="layout" path="M -0.05924 0.05926 L -3.125E-6 1.85185E-6 " pathEditMode="relative" rAng="0" ptsTypes="AA">
                                      <p:cBhvr>
                                        <p:cTn id="130" dur="1000" fill="hold"/>
                                        <p:tgtEl>
                                          <p:spTgt spid="118"/>
                                        </p:tgtEl>
                                        <p:attrNameLst>
                                          <p:attrName>ppt_x</p:attrName>
                                          <p:attrName>ppt_y</p:attrName>
                                        </p:attrNameLst>
                                      </p:cBhvr>
                                      <p:rCtr x="2956" y="-2963"/>
                                    </p:animMotion>
                                  </p:childTnLst>
                                </p:cTn>
                              </p:par>
                              <p:par>
                                <p:cTn id="131" presetID="53" presetClass="entr" presetSubtype="16" fill="hold" grpId="0" nodeType="withEffect">
                                  <p:stCondLst>
                                    <p:cond delay="500"/>
                                  </p:stCondLst>
                                  <p:childTnLst>
                                    <p:set>
                                      <p:cBhvr>
                                        <p:cTn id="132" dur="1" fill="hold">
                                          <p:stCondLst>
                                            <p:cond delay="0"/>
                                          </p:stCondLst>
                                        </p:cTn>
                                        <p:tgtEl>
                                          <p:spTgt spid="126"/>
                                        </p:tgtEl>
                                        <p:attrNameLst>
                                          <p:attrName>style.visibility</p:attrName>
                                        </p:attrNameLst>
                                      </p:cBhvr>
                                      <p:to>
                                        <p:strVal val="visible"/>
                                      </p:to>
                                    </p:set>
                                    <p:anim calcmode="lin" valueType="num">
                                      <p:cBhvr>
                                        <p:cTn id="133" dur="500" fill="hold"/>
                                        <p:tgtEl>
                                          <p:spTgt spid="126"/>
                                        </p:tgtEl>
                                        <p:attrNameLst>
                                          <p:attrName>ppt_w</p:attrName>
                                        </p:attrNameLst>
                                      </p:cBhvr>
                                      <p:tavLst>
                                        <p:tav tm="0">
                                          <p:val>
                                            <p:fltVal val="0"/>
                                          </p:val>
                                        </p:tav>
                                        <p:tav tm="100000">
                                          <p:val>
                                            <p:strVal val="#ppt_w"/>
                                          </p:val>
                                        </p:tav>
                                      </p:tavLst>
                                    </p:anim>
                                    <p:anim calcmode="lin" valueType="num">
                                      <p:cBhvr>
                                        <p:cTn id="134" dur="500" fill="hold"/>
                                        <p:tgtEl>
                                          <p:spTgt spid="126"/>
                                        </p:tgtEl>
                                        <p:attrNameLst>
                                          <p:attrName>ppt_h</p:attrName>
                                        </p:attrNameLst>
                                      </p:cBhvr>
                                      <p:tavLst>
                                        <p:tav tm="0">
                                          <p:val>
                                            <p:fltVal val="0"/>
                                          </p:val>
                                        </p:tav>
                                        <p:tav tm="100000">
                                          <p:val>
                                            <p:strVal val="#ppt_h"/>
                                          </p:val>
                                        </p:tav>
                                      </p:tavLst>
                                    </p:anim>
                                    <p:animEffect transition="in" filter="fade">
                                      <p:cBhvr>
                                        <p:cTn id="135" dur="500"/>
                                        <p:tgtEl>
                                          <p:spTgt spid="126"/>
                                        </p:tgtEl>
                                      </p:cBhvr>
                                    </p:animEffect>
                                  </p:childTnLst>
                                </p:cTn>
                              </p:par>
                              <p:par>
                                <p:cTn id="136" presetID="56" presetClass="path" presetSubtype="0" accel="50000" decel="50000" fill="hold" grpId="1" nodeType="withEffect">
                                  <p:stCondLst>
                                    <p:cond delay="500"/>
                                  </p:stCondLst>
                                  <p:childTnLst>
                                    <p:animMotion origin="layout" path="M -0.05924 0.05926 L -3.125E-6 1.85185E-6 " pathEditMode="relative" rAng="0" ptsTypes="AA">
                                      <p:cBhvr>
                                        <p:cTn id="137" dur="1000" fill="hold"/>
                                        <p:tgtEl>
                                          <p:spTgt spid="126"/>
                                        </p:tgtEl>
                                        <p:attrNameLst>
                                          <p:attrName>ppt_x</p:attrName>
                                          <p:attrName>ppt_y</p:attrName>
                                        </p:attrNameLst>
                                      </p:cBhvr>
                                      <p:rCtr x="2956" y="-2963"/>
                                    </p:animMotion>
                                  </p:childTnLst>
                                </p:cTn>
                              </p:par>
                              <p:par>
                                <p:cTn id="138" presetID="53" presetClass="entr" presetSubtype="16" fill="hold" grpId="0" nodeType="withEffect">
                                  <p:stCondLst>
                                    <p:cond delay="1250"/>
                                  </p:stCondLst>
                                  <p:iterate type="lt">
                                    <p:tmPct val="10000"/>
                                  </p:iterate>
                                  <p:childTnLst>
                                    <p:set>
                                      <p:cBhvr>
                                        <p:cTn id="139" dur="1" fill="hold">
                                          <p:stCondLst>
                                            <p:cond delay="0"/>
                                          </p:stCondLst>
                                        </p:cTn>
                                        <p:tgtEl>
                                          <p:spTgt spid="122"/>
                                        </p:tgtEl>
                                        <p:attrNameLst>
                                          <p:attrName>style.visibility</p:attrName>
                                        </p:attrNameLst>
                                      </p:cBhvr>
                                      <p:to>
                                        <p:strVal val="visible"/>
                                      </p:to>
                                    </p:set>
                                    <p:anim calcmode="lin" valueType="num">
                                      <p:cBhvr>
                                        <p:cTn id="140" dur="250" fill="hold"/>
                                        <p:tgtEl>
                                          <p:spTgt spid="122"/>
                                        </p:tgtEl>
                                        <p:attrNameLst>
                                          <p:attrName>ppt_w</p:attrName>
                                        </p:attrNameLst>
                                      </p:cBhvr>
                                      <p:tavLst>
                                        <p:tav tm="0">
                                          <p:val>
                                            <p:fltVal val="0"/>
                                          </p:val>
                                        </p:tav>
                                        <p:tav tm="100000">
                                          <p:val>
                                            <p:strVal val="#ppt_w"/>
                                          </p:val>
                                        </p:tav>
                                      </p:tavLst>
                                    </p:anim>
                                    <p:anim calcmode="lin" valueType="num">
                                      <p:cBhvr>
                                        <p:cTn id="141" dur="250" fill="hold"/>
                                        <p:tgtEl>
                                          <p:spTgt spid="122"/>
                                        </p:tgtEl>
                                        <p:attrNameLst>
                                          <p:attrName>ppt_h</p:attrName>
                                        </p:attrNameLst>
                                      </p:cBhvr>
                                      <p:tavLst>
                                        <p:tav tm="0">
                                          <p:val>
                                            <p:fltVal val="0"/>
                                          </p:val>
                                        </p:tav>
                                        <p:tav tm="100000">
                                          <p:val>
                                            <p:strVal val="#ppt_h"/>
                                          </p:val>
                                        </p:tav>
                                      </p:tavLst>
                                    </p:anim>
                                    <p:animEffect transition="in" filter="fade">
                                      <p:cBhvr>
                                        <p:cTn id="142" dur="250"/>
                                        <p:tgtEl>
                                          <p:spTgt spid="122"/>
                                        </p:tgtEl>
                                      </p:cBhvr>
                                    </p:animEffect>
                                  </p:childTnLst>
                                </p:cTn>
                              </p:par>
                            </p:childTnLst>
                          </p:cTn>
                        </p:par>
                        <p:par>
                          <p:cTn id="143" fill="hold">
                            <p:stCondLst>
                              <p:cond delay="10525"/>
                            </p:stCondLst>
                            <p:childTnLst>
                              <p:par>
                                <p:cTn id="144" presetID="17" presetClass="entr" presetSubtype="4" fill="hold" grpId="0" nodeType="afterEffect">
                                  <p:stCondLst>
                                    <p:cond delay="0"/>
                                  </p:stCondLst>
                                  <p:childTnLst>
                                    <p:set>
                                      <p:cBhvr>
                                        <p:cTn id="145" dur="1" fill="hold">
                                          <p:stCondLst>
                                            <p:cond delay="0"/>
                                          </p:stCondLst>
                                        </p:cTn>
                                        <p:tgtEl>
                                          <p:spTgt spid="131"/>
                                        </p:tgtEl>
                                        <p:attrNameLst>
                                          <p:attrName>style.visibility</p:attrName>
                                        </p:attrNameLst>
                                      </p:cBhvr>
                                      <p:to>
                                        <p:strVal val="visible"/>
                                      </p:to>
                                    </p:set>
                                    <p:anim calcmode="lin" valueType="num">
                                      <p:cBhvr>
                                        <p:cTn id="146" dur="500" fill="hold"/>
                                        <p:tgtEl>
                                          <p:spTgt spid="131"/>
                                        </p:tgtEl>
                                        <p:attrNameLst>
                                          <p:attrName>ppt_x</p:attrName>
                                        </p:attrNameLst>
                                      </p:cBhvr>
                                      <p:tavLst>
                                        <p:tav tm="0">
                                          <p:val>
                                            <p:strVal val="#ppt_x"/>
                                          </p:val>
                                        </p:tav>
                                        <p:tav tm="100000">
                                          <p:val>
                                            <p:strVal val="#ppt_x"/>
                                          </p:val>
                                        </p:tav>
                                      </p:tavLst>
                                    </p:anim>
                                    <p:anim calcmode="lin" valueType="num">
                                      <p:cBhvr>
                                        <p:cTn id="147" dur="500" fill="hold"/>
                                        <p:tgtEl>
                                          <p:spTgt spid="131"/>
                                        </p:tgtEl>
                                        <p:attrNameLst>
                                          <p:attrName>ppt_y</p:attrName>
                                        </p:attrNameLst>
                                      </p:cBhvr>
                                      <p:tavLst>
                                        <p:tav tm="0">
                                          <p:val>
                                            <p:strVal val="#ppt_y+#ppt_h/2"/>
                                          </p:val>
                                        </p:tav>
                                        <p:tav tm="100000">
                                          <p:val>
                                            <p:strVal val="#ppt_y"/>
                                          </p:val>
                                        </p:tav>
                                      </p:tavLst>
                                    </p:anim>
                                    <p:anim calcmode="lin" valueType="num">
                                      <p:cBhvr>
                                        <p:cTn id="148" dur="500" fill="hold"/>
                                        <p:tgtEl>
                                          <p:spTgt spid="131"/>
                                        </p:tgtEl>
                                        <p:attrNameLst>
                                          <p:attrName>ppt_w</p:attrName>
                                        </p:attrNameLst>
                                      </p:cBhvr>
                                      <p:tavLst>
                                        <p:tav tm="0">
                                          <p:val>
                                            <p:strVal val="#ppt_w"/>
                                          </p:val>
                                        </p:tav>
                                        <p:tav tm="100000">
                                          <p:val>
                                            <p:strVal val="#ppt_w"/>
                                          </p:val>
                                        </p:tav>
                                      </p:tavLst>
                                    </p:anim>
                                    <p:anim calcmode="lin" valueType="num">
                                      <p:cBhvr>
                                        <p:cTn id="149" dur="500" fill="hold"/>
                                        <p:tgtEl>
                                          <p:spTgt spid="131"/>
                                        </p:tgtEl>
                                        <p:attrNameLst>
                                          <p:attrName>ppt_h</p:attrName>
                                        </p:attrNameLst>
                                      </p:cBhvr>
                                      <p:tavLst>
                                        <p:tav tm="0">
                                          <p:val>
                                            <p:fltVal val="0"/>
                                          </p:val>
                                        </p:tav>
                                        <p:tav tm="100000">
                                          <p:val>
                                            <p:strVal val="#ppt_h"/>
                                          </p:val>
                                        </p:tav>
                                      </p:tavLst>
                                    </p:anim>
                                  </p:childTnLst>
                                </p:cTn>
                              </p:par>
                              <p:par>
                                <p:cTn id="150" presetID="42" presetClass="path" presetSubtype="0" accel="50000" decel="50000" fill="hold" grpId="1" nodeType="withEffect">
                                  <p:stCondLst>
                                    <p:cond delay="0"/>
                                  </p:stCondLst>
                                  <p:childTnLst>
                                    <p:animMotion origin="layout" path="M 4.58333E-6 1.48148E-6 L 4.58333E-6 0.09444 " pathEditMode="relative" rAng="0" ptsTypes="AA">
                                      <p:cBhvr>
                                        <p:cTn id="151" dur="1000" spd="-100000" fill="hold"/>
                                        <p:tgtEl>
                                          <p:spTgt spid="131"/>
                                        </p:tgtEl>
                                        <p:attrNameLst>
                                          <p:attrName>ppt_x</p:attrName>
                                          <p:attrName>ppt_y</p:attrName>
                                        </p:attrNameLst>
                                      </p:cBhvr>
                                      <p:rCtr x="0" y="4722"/>
                                    </p:animMotion>
                                  </p:childTnLst>
                                </p:cTn>
                              </p:par>
                              <p:par>
                                <p:cTn id="152" presetID="53" presetClass="entr" presetSubtype="16" fill="hold" grpId="0" nodeType="withEffect">
                                  <p:stCondLst>
                                    <p:cond delay="250"/>
                                  </p:stCondLst>
                                  <p:childTnLst>
                                    <p:set>
                                      <p:cBhvr>
                                        <p:cTn id="153" dur="1" fill="hold">
                                          <p:stCondLst>
                                            <p:cond delay="0"/>
                                          </p:stCondLst>
                                        </p:cTn>
                                        <p:tgtEl>
                                          <p:spTgt spid="119"/>
                                        </p:tgtEl>
                                        <p:attrNameLst>
                                          <p:attrName>style.visibility</p:attrName>
                                        </p:attrNameLst>
                                      </p:cBhvr>
                                      <p:to>
                                        <p:strVal val="visible"/>
                                      </p:to>
                                    </p:set>
                                    <p:anim calcmode="lin" valueType="num">
                                      <p:cBhvr>
                                        <p:cTn id="154" dur="500" fill="hold"/>
                                        <p:tgtEl>
                                          <p:spTgt spid="119"/>
                                        </p:tgtEl>
                                        <p:attrNameLst>
                                          <p:attrName>ppt_w</p:attrName>
                                        </p:attrNameLst>
                                      </p:cBhvr>
                                      <p:tavLst>
                                        <p:tav tm="0">
                                          <p:val>
                                            <p:fltVal val="0"/>
                                          </p:val>
                                        </p:tav>
                                        <p:tav tm="100000">
                                          <p:val>
                                            <p:strVal val="#ppt_w"/>
                                          </p:val>
                                        </p:tav>
                                      </p:tavLst>
                                    </p:anim>
                                    <p:anim calcmode="lin" valueType="num">
                                      <p:cBhvr>
                                        <p:cTn id="155" dur="500" fill="hold"/>
                                        <p:tgtEl>
                                          <p:spTgt spid="119"/>
                                        </p:tgtEl>
                                        <p:attrNameLst>
                                          <p:attrName>ppt_h</p:attrName>
                                        </p:attrNameLst>
                                      </p:cBhvr>
                                      <p:tavLst>
                                        <p:tav tm="0">
                                          <p:val>
                                            <p:fltVal val="0"/>
                                          </p:val>
                                        </p:tav>
                                        <p:tav tm="100000">
                                          <p:val>
                                            <p:strVal val="#ppt_h"/>
                                          </p:val>
                                        </p:tav>
                                      </p:tavLst>
                                    </p:anim>
                                    <p:animEffect transition="in" filter="fade">
                                      <p:cBhvr>
                                        <p:cTn id="156" dur="500"/>
                                        <p:tgtEl>
                                          <p:spTgt spid="119"/>
                                        </p:tgtEl>
                                      </p:cBhvr>
                                    </p:animEffect>
                                  </p:childTnLst>
                                </p:cTn>
                              </p:par>
                              <p:par>
                                <p:cTn id="157" presetID="56" presetClass="path" presetSubtype="0" accel="50000" decel="50000" fill="hold" grpId="1" nodeType="withEffect">
                                  <p:stCondLst>
                                    <p:cond delay="250"/>
                                  </p:stCondLst>
                                  <p:childTnLst>
                                    <p:animMotion origin="layout" path="M -0.05925 0.05926 L 2.29167E-6 1.85185E-6 " pathEditMode="relative" rAng="0" ptsTypes="AA">
                                      <p:cBhvr>
                                        <p:cTn id="158" dur="1000" fill="hold"/>
                                        <p:tgtEl>
                                          <p:spTgt spid="119"/>
                                        </p:tgtEl>
                                        <p:attrNameLst>
                                          <p:attrName>ppt_x</p:attrName>
                                          <p:attrName>ppt_y</p:attrName>
                                        </p:attrNameLst>
                                      </p:cBhvr>
                                      <p:rCtr x="2956" y="-2963"/>
                                    </p:animMotion>
                                  </p:childTnLst>
                                </p:cTn>
                              </p:par>
                              <p:par>
                                <p:cTn id="159" presetID="53" presetClass="entr" presetSubtype="16" fill="hold" grpId="0" nodeType="withEffect">
                                  <p:stCondLst>
                                    <p:cond delay="500"/>
                                  </p:stCondLst>
                                  <p:childTnLst>
                                    <p:set>
                                      <p:cBhvr>
                                        <p:cTn id="160" dur="1" fill="hold">
                                          <p:stCondLst>
                                            <p:cond delay="0"/>
                                          </p:stCondLst>
                                        </p:cTn>
                                        <p:tgtEl>
                                          <p:spTgt spid="127"/>
                                        </p:tgtEl>
                                        <p:attrNameLst>
                                          <p:attrName>style.visibility</p:attrName>
                                        </p:attrNameLst>
                                      </p:cBhvr>
                                      <p:to>
                                        <p:strVal val="visible"/>
                                      </p:to>
                                    </p:set>
                                    <p:anim calcmode="lin" valueType="num">
                                      <p:cBhvr>
                                        <p:cTn id="161" dur="500" fill="hold"/>
                                        <p:tgtEl>
                                          <p:spTgt spid="127"/>
                                        </p:tgtEl>
                                        <p:attrNameLst>
                                          <p:attrName>ppt_w</p:attrName>
                                        </p:attrNameLst>
                                      </p:cBhvr>
                                      <p:tavLst>
                                        <p:tav tm="0">
                                          <p:val>
                                            <p:fltVal val="0"/>
                                          </p:val>
                                        </p:tav>
                                        <p:tav tm="100000">
                                          <p:val>
                                            <p:strVal val="#ppt_w"/>
                                          </p:val>
                                        </p:tav>
                                      </p:tavLst>
                                    </p:anim>
                                    <p:anim calcmode="lin" valueType="num">
                                      <p:cBhvr>
                                        <p:cTn id="162" dur="500" fill="hold"/>
                                        <p:tgtEl>
                                          <p:spTgt spid="127"/>
                                        </p:tgtEl>
                                        <p:attrNameLst>
                                          <p:attrName>ppt_h</p:attrName>
                                        </p:attrNameLst>
                                      </p:cBhvr>
                                      <p:tavLst>
                                        <p:tav tm="0">
                                          <p:val>
                                            <p:fltVal val="0"/>
                                          </p:val>
                                        </p:tav>
                                        <p:tav tm="100000">
                                          <p:val>
                                            <p:strVal val="#ppt_h"/>
                                          </p:val>
                                        </p:tav>
                                      </p:tavLst>
                                    </p:anim>
                                    <p:animEffect transition="in" filter="fade">
                                      <p:cBhvr>
                                        <p:cTn id="163" dur="500"/>
                                        <p:tgtEl>
                                          <p:spTgt spid="127"/>
                                        </p:tgtEl>
                                      </p:cBhvr>
                                    </p:animEffect>
                                  </p:childTnLst>
                                </p:cTn>
                              </p:par>
                              <p:par>
                                <p:cTn id="164" presetID="56" presetClass="path" presetSubtype="0" accel="50000" decel="50000" fill="hold" grpId="1" nodeType="withEffect">
                                  <p:stCondLst>
                                    <p:cond delay="500"/>
                                  </p:stCondLst>
                                  <p:childTnLst>
                                    <p:animMotion origin="layout" path="M -0.05925 0.05926 L 2.08333E-6 1.85185E-6 " pathEditMode="relative" rAng="0" ptsTypes="AA">
                                      <p:cBhvr>
                                        <p:cTn id="165" dur="1000" fill="hold"/>
                                        <p:tgtEl>
                                          <p:spTgt spid="127"/>
                                        </p:tgtEl>
                                        <p:attrNameLst>
                                          <p:attrName>ppt_x</p:attrName>
                                          <p:attrName>ppt_y</p:attrName>
                                        </p:attrNameLst>
                                      </p:cBhvr>
                                      <p:rCtr x="2956" y="-2963"/>
                                    </p:animMotion>
                                  </p:childTnLst>
                                </p:cTn>
                              </p:par>
                              <p:par>
                                <p:cTn id="166" presetID="53" presetClass="entr" presetSubtype="16" fill="hold" grpId="0" nodeType="withEffect">
                                  <p:stCondLst>
                                    <p:cond delay="1250"/>
                                  </p:stCondLst>
                                  <p:iterate type="lt">
                                    <p:tmPct val="10000"/>
                                  </p:iterate>
                                  <p:childTnLst>
                                    <p:set>
                                      <p:cBhvr>
                                        <p:cTn id="167" dur="1" fill="hold">
                                          <p:stCondLst>
                                            <p:cond delay="0"/>
                                          </p:stCondLst>
                                        </p:cTn>
                                        <p:tgtEl>
                                          <p:spTgt spid="123"/>
                                        </p:tgtEl>
                                        <p:attrNameLst>
                                          <p:attrName>style.visibility</p:attrName>
                                        </p:attrNameLst>
                                      </p:cBhvr>
                                      <p:to>
                                        <p:strVal val="visible"/>
                                      </p:to>
                                    </p:set>
                                    <p:anim calcmode="lin" valueType="num">
                                      <p:cBhvr>
                                        <p:cTn id="168" dur="250" fill="hold"/>
                                        <p:tgtEl>
                                          <p:spTgt spid="123"/>
                                        </p:tgtEl>
                                        <p:attrNameLst>
                                          <p:attrName>ppt_w</p:attrName>
                                        </p:attrNameLst>
                                      </p:cBhvr>
                                      <p:tavLst>
                                        <p:tav tm="0">
                                          <p:val>
                                            <p:fltVal val="0"/>
                                          </p:val>
                                        </p:tav>
                                        <p:tav tm="100000">
                                          <p:val>
                                            <p:strVal val="#ppt_w"/>
                                          </p:val>
                                        </p:tav>
                                      </p:tavLst>
                                    </p:anim>
                                    <p:anim calcmode="lin" valueType="num">
                                      <p:cBhvr>
                                        <p:cTn id="169" dur="250" fill="hold"/>
                                        <p:tgtEl>
                                          <p:spTgt spid="123"/>
                                        </p:tgtEl>
                                        <p:attrNameLst>
                                          <p:attrName>ppt_h</p:attrName>
                                        </p:attrNameLst>
                                      </p:cBhvr>
                                      <p:tavLst>
                                        <p:tav tm="0">
                                          <p:val>
                                            <p:fltVal val="0"/>
                                          </p:val>
                                        </p:tav>
                                        <p:tav tm="100000">
                                          <p:val>
                                            <p:strVal val="#ppt_h"/>
                                          </p:val>
                                        </p:tav>
                                      </p:tavLst>
                                    </p:anim>
                                    <p:animEffect transition="in" filter="fade">
                                      <p:cBhvr>
                                        <p:cTn id="170" dur="25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0" grpId="1"/>
      <p:bldP spid="83" grpId="0" animBg="1"/>
      <p:bldP spid="83" grpId="1" animBg="1"/>
      <p:bldP spid="117" grpId="0" animBg="1"/>
      <p:bldP spid="117" grpId="1" animBg="1"/>
      <p:bldP spid="118" grpId="0" animBg="1"/>
      <p:bldP spid="118" grpId="1" animBg="1"/>
      <p:bldP spid="119" grpId="0" animBg="1"/>
      <p:bldP spid="119" grpId="1" animBg="1"/>
      <p:bldP spid="120" grpId="0"/>
      <p:bldP spid="121" grpId="0"/>
      <p:bldP spid="122" grpId="0"/>
      <p:bldP spid="123" grpId="0"/>
      <p:bldP spid="124" grpId="0"/>
      <p:bldP spid="124" grpId="1"/>
      <p:bldP spid="125" grpId="0"/>
      <p:bldP spid="125" grpId="1"/>
      <p:bldP spid="126" grpId="0"/>
      <p:bldP spid="126" grpId="1"/>
      <p:bldP spid="127" grpId="0"/>
      <p:bldP spid="127" grpId="1"/>
      <p:bldP spid="128" grpId="0" animBg="1"/>
      <p:bldP spid="128" grpId="1" animBg="1"/>
      <p:bldP spid="129" grpId="0" animBg="1"/>
      <p:bldP spid="129" grpId="1" animBg="1"/>
      <p:bldP spid="130" grpId="0" animBg="1"/>
      <p:bldP spid="130" grpId="1" animBg="1"/>
      <p:bldP spid="131" grpId="0" animBg="1"/>
      <p:bldP spid="131"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nvGrpSpPr>
        <p:grpSpPr>
          <a:xfrm>
            <a:off x="450633" y="228814"/>
            <a:ext cx="720000" cy="720000"/>
            <a:chOff x="450633" y="228814"/>
            <a:chExt cx="720000" cy="720000"/>
          </a:xfrm>
        </p:grpSpPr>
        <p:sp>
          <p:nvSpPr>
            <p:cNvPr id="49" name="椭圆 48"/>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0"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51" name="文本框 50"/>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新年工作目标及规划</a:t>
            </a:r>
          </a:p>
        </p:txBody>
      </p:sp>
      <p:cxnSp>
        <p:nvCxnSpPr>
          <p:cNvPr id="52" name="直接连接符 51"/>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cxnSp>
        <p:nvCxnSpPr>
          <p:cNvPr id="53" name="直接连接符 52"/>
          <p:cNvCxnSpPr>
            <a:cxnSpLocks noChangeAspect="1"/>
          </p:cNvCxnSpPr>
          <p:nvPr/>
        </p:nvCxnSpPr>
        <p:spPr>
          <a:xfrm flipH="1">
            <a:off x="6096001" y="1333575"/>
            <a:ext cx="0" cy="4849091"/>
          </a:xfrm>
          <a:prstGeom prst="line">
            <a:avLst/>
          </a:prstGeom>
          <a:noFill/>
          <a:ln w="31750" cap="rnd" cmpd="sng" algn="ctr">
            <a:solidFill>
              <a:srgbClr val="FFFFFF">
                <a:lumMod val="50000"/>
              </a:srgbClr>
            </a:solidFill>
            <a:prstDash val="sysDash"/>
            <a:miter lim="800000"/>
          </a:ln>
          <a:effectLst/>
        </p:spPr>
      </p:cxnSp>
      <p:cxnSp>
        <p:nvCxnSpPr>
          <p:cNvPr id="54" name="直接连接符 53"/>
          <p:cNvCxnSpPr>
            <a:cxnSpLocks noChangeAspect="1"/>
          </p:cNvCxnSpPr>
          <p:nvPr/>
        </p:nvCxnSpPr>
        <p:spPr>
          <a:xfrm flipH="1">
            <a:off x="2073030" y="1877101"/>
            <a:ext cx="4022970" cy="0"/>
          </a:xfrm>
          <a:prstGeom prst="line">
            <a:avLst/>
          </a:prstGeom>
          <a:noFill/>
          <a:ln w="19050" cap="rnd" cmpd="sng" algn="ctr">
            <a:solidFill>
              <a:srgbClr val="17406D"/>
            </a:solidFill>
            <a:prstDash val="sysDash"/>
            <a:miter lim="800000"/>
          </a:ln>
          <a:effectLst/>
        </p:spPr>
      </p:cxnSp>
      <p:grpSp>
        <p:nvGrpSpPr>
          <p:cNvPr id="55" name="组合 54"/>
          <p:cNvGrpSpPr>
            <a:grpSpLocks noChangeAspect="1"/>
          </p:cNvGrpSpPr>
          <p:nvPr/>
        </p:nvGrpSpPr>
        <p:grpSpPr>
          <a:xfrm flipH="1">
            <a:off x="5880001" y="1682975"/>
            <a:ext cx="432000" cy="432000"/>
            <a:chOff x="5879999" y="1757630"/>
            <a:chExt cx="432000" cy="432000"/>
          </a:xfrm>
        </p:grpSpPr>
        <p:sp>
          <p:nvSpPr>
            <p:cNvPr id="56" name="椭圆 55"/>
            <p:cNvSpPr>
              <a:spLocks noChangeAspect="1"/>
            </p:cNvSpPr>
            <p:nvPr/>
          </p:nvSpPr>
          <p:spPr>
            <a:xfrm>
              <a:off x="5879999" y="1757630"/>
              <a:ext cx="432000" cy="432000"/>
            </a:xfrm>
            <a:prstGeom prst="ellipse">
              <a:avLst/>
            </a:prstGeom>
            <a:gradFill flip="none" rotWithShape="1">
              <a:gsLst>
                <a:gs pos="0">
                  <a:srgbClr val="17406D"/>
                </a:gs>
                <a:gs pos="100000">
                  <a:srgbClr val="17406D">
                    <a:lumMod val="50000"/>
                  </a:srgbClr>
                </a:gs>
              </a:gsLst>
              <a:lin ang="13500000" scaled="1"/>
              <a:tileRect/>
            </a:gradFill>
            <a:ln w="1905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7" name="Freeform 5"/>
            <p:cNvSpPr>
              <a:spLocks noChangeAspect="1"/>
            </p:cNvSpPr>
            <p:nvPr/>
          </p:nvSpPr>
          <p:spPr bwMode="auto">
            <a:xfrm>
              <a:off x="5954788" y="1831920"/>
              <a:ext cx="282422" cy="283421"/>
            </a:xfrm>
            <a:custGeom>
              <a:avLst/>
              <a:gdLst>
                <a:gd name="T0" fmla="*/ 6127 w 16131"/>
                <a:gd name="T1" fmla="*/ 1756 h 16188"/>
                <a:gd name="T2" fmla="*/ 6236 w 16131"/>
                <a:gd name="T3" fmla="*/ 1285 h 16188"/>
                <a:gd name="T4" fmla="*/ 6450 w 16131"/>
                <a:gd name="T5" fmla="*/ 864 h 16188"/>
                <a:gd name="T6" fmla="*/ 6757 w 16131"/>
                <a:gd name="T7" fmla="*/ 510 h 16188"/>
                <a:gd name="T8" fmla="*/ 7139 w 16131"/>
                <a:gd name="T9" fmla="*/ 237 h 16188"/>
                <a:gd name="T10" fmla="*/ 7580 w 16131"/>
                <a:gd name="T11" fmla="*/ 62 h 16188"/>
                <a:gd name="T12" fmla="*/ 8066 w 16131"/>
                <a:gd name="T13" fmla="*/ 0 h 16188"/>
                <a:gd name="T14" fmla="*/ 8551 w 16131"/>
                <a:gd name="T15" fmla="*/ 62 h 16188"/>
                <a:gd name="T16" fmla="*/ 8992 w 16131"/>
                <a:gd name="T17" fmla="*/ 237 h 16188"/>
                <a:gd name="T18" fmla="*/ 9374 w 16131"/>
                <a:gd name="T19" fmla="*/ 510 h 16188"/>
                <a:gd name="T20" fmla="*/ 9681 w 16131"/>
                <a:gd name="T21" fmla="*/ 864 h 16188"/>
                <a:gd name="T22" fmla="*/ 9895 w 16131"/>
                <a:gd name="T23" fmla="*/ 1285 h 16188"/>
                <a:gd name="T24" fmla="*/ 10004 w 16131"/>
                <a:gd name="T25" fmla="*/ 1756 h 16188"/>
                <a:gd name="T26" fmla="*/ 14282 w 16131"/>
                <a:gd name="T27" fmla="*/ 6141 h 16188"/>
                <a:gd name="T28" fmla="*/ 14760 w 16131"/>
                <a:gd name="T29" fmla="*/ 6226 h 16188"/>
                <a:gd name="T30" fmla="*/ 15190 w 16131"/>
                <a:gd name="T31" fmla="*/ 6423 h 16188"/>
                <a:gd name="T32" fmla="*/ 15558 w 16131"/>
                <a:gd name="T33" fmla="*/ 6713 h 16188"/>
                <a:gd name="T34" fmla="*/ 15848 w 16131"/>
                <a:gd name="T35" fmla="*/ 7082 h 16188"/>
                <a:gd name="T36" fmla="*/ 16043 w 16131"/>
                <a:gd name="T37" fmla="*/ 7514 h 16188"/>
                <a:gd name="T38" fmla="*/ 16128 w 16131"/>
                <a:gd name="T39" fmla="*/ 7994 h 16188"/>
                <a:gd name="T40" fmla="*/ 16092 w 16131"/>
                <a:gd name="T41" fmla="*/ 8487 h 16188"/>
                <a:gd name="T42" fmla="*/ 15938 w 16131"/>
                <a:gd name="T43" fmla="*/ 8940 h 16188"/>
                <a:gd name="T44" fmla="*/ 15684 w 16131"/>
                <a:gd name="T45" fmla="*/ 9336 h 16188"/>
                <a:gd name="T46" fmla="*/ 15347 w 16131"/>
                <a:gd name="T47" fmla="*/ 9660 h 16188"/>
                <a:gd name="T48" fmla="*/ 14939 w 16131"/>
                <a:gd name="T49" fmla="*/ 9895 h 16188"/>
                <a:gd name="T50" fmla="*/ 14478 w 16131"/>
                <a:gd name="T51" fmla="*/ 10027 h 16188"/>
                <a:gd name="T52" fmla="*/ 10014 w 16131"/>
                <a:gd name="T53" fmla="*/ 14232 h 16188"/>
                <a:gd name="T54" fmla="*/ 9953 w 16131"/>
                <a:gd name="T55" fmla="*/ 14720 h 16188"/>
                <a:gd name="T56" fmla="*/ 9778 w 16131"/>
                <a:gd name="T57" fmla="*/ 15163 h 16188"/>
                <a:gd name="T58" fmla="*/ 9506 w 16131"/>
                <a:gd name="T59" fmla="*/ 15546 h 16188"/>
                <a:gd name="T60" fmla="*/ 9153 w 16131"/>
                <a:gd name="T61" fmla="*/ 15853 h 16188"/>
                <a:gd name="T62" fmla="*/ 8734 w 16131"/>
                <a:gd name="T63" fmla="*/ 16069 h 16188"/>
                <a:gd name="T64" fmla="*/ 8264 w 16131"/>
                <a:gd name="T65" fmla="*/ 16178 h 16188"/>
                <a:gd name="T66" fmla="*/ 7770 w 16131"/>
                <a:gd name="T67" fmla="*/ 16166 h 16188"/>
                <a:gd name="T68" fmla="*/ 7308 w 16131"/>
                <a:gd name="T69" fmla="*/ 16034 h 16188"/>
                <a:gd name="T70" fmla="*/ 6901 w 16131"/>
                <a:gd name="T71" fmla="*/ 15798 h 16188"/>
                <a:gd name="T72" fmla="*/ 6563 w 16131"/>
                <a:gd name="T73" fmla="*/ 15475 h 16188"/>
                <a:gd name="T74" fmla="*/ 6309 w 16131"/>
                <a:gd name="T75" fmla="*/ 15078 h 16188"/>
                <a:gd name="T76" fmla="*/ 6157 w 16131"/>
                <a:gd name="T77" fmla="*/ 14625 h 16188"/>
                <a:gd name="T78" fmla="*/ 6117 w 16131"/>
                <a:gd name="T79" fmla="*/ 10050 h 16188"/>
                <a:gd name="T80" fmla="*/ 1558 w 16131"/>
                <a:gd name="T81" fmla="*/ 10009 h 16188"/>
                <a:gd name="T82" fmla="*/ 1106 w 16131"/>
                <a:gd name="T83" fmla="*/ 9856 h 16188"/>
                <a:gd name="T84" fmla="*/ 711 w 16131"/>
                <a:gd name="T85" fmla="*/ 9602 h 16188"/>
                <a:gd name="T86" fmla="*/ 388 w 16131"/>
                <a:gd name="T87" fmla="*/ 9263 h 16188"/>
                <a:gd name="T88" fmla="*/ 153 w 16131"/>
                <a:gd name="T89" fmla="*/ 8854 h 16188"/>
                <a:gd name="T90" fmla="*/ 22 w 16131"/>
                <a:gd name="T91" fmla="*/ 8390 h 16188"/>
                <a:gd name="T92" fmla="*/ 10 w 16131"/>
                <a:gd name="T93" fmla="*/ 7895 h 16188"/>
                <a:gd name="T94" fmla="*/ 119 w 16131"/>
                <a:gd name="T95" fmla="*/ 7423 h 16188"/>
                <a:gd name="T96" fmla="*/ 334 w 16131"/>
                <a:gd name="T97" fmla="*/ 7002 h 16188"/>
                <a:gd name="T98" fmla="*/ 640 w 16131"/>
                <a:gd name="T99" fmla="*/ 6648 h 16188"/>
                <a:gd name="T100" fmla="*/ 1021 w 16131"/>
                <a:gd name="T101" fmla="*/ 6375 h 16188"/>
                <a:gd name="T102" fmla="*/ 1463 w 16131"/>
                <a:gd name="T103" fmla="*/ 6200 h 16188"/>
                <a:gd name="T104" fmla="*/ 1949 w 16131"/>
                <a:gd name="T105" fmla="*/ 6138 h 16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131" h="16188">
                  <a:moveTo>
                    <a:pt x="1949" y="6138"/>
                  </a:moveTo>
                  <a:lnTo>
                    <a:pt x="6117" y="6138"/>
                  </a:lnTo>
                  <a:lnTo>
                    <a:pt x="6117" y="1956"/>
                  </a:lnTo>
                  <a:lnTo>
                    <a:pt x="6120" y="1856"/>
                  </a:lnTo>
                  <a:lnTo>
                    <a:pt x="6127" y="1756"/>
                  </a:lnTo>
                  <a:lnTo>
                    <a:pt x="6139" y="1659"/>
                  </a:lnTo>
                  <a:lnTo>
                    <a:pt x="6157" y="1563"/>
                  </a:lnTo>
                  <a:lnTo>
                    <a:pt x="6178" y="1468"/>
                  </a:lnTo>
                  <a:lnTo>
                    <a:pt x="6204" y="1376"/>
                  </a:lnTo>
                  <a:lnTo>
                    <a:pt x="6236" y="1285"/>
                  </a:lnTo>
                  <a:lnTo>
                    <a:pt x="6271" y="1196"/>
                  </a:lnTo>
                  <a:lnTo>
                    <a:pt x="6309" y="1110"/>
                  </a:lnTo>
                  <a:lnTo>
                    <a:pt x="6353" y="1025"/>
                  </a:lnTo>
                  <a:lnTo>
                    <a:pt x="6400" y="944"/>
                  </a:lnTo>
                  <a:lnTo>
                    <a:pt x="6450" y="864"/>
                  </a:lnTo>
                  <a:lnTo>
                    <a:pt x="6505" y="787"/>
                  </a:lnTo>
                  <a:lnTo>
                    <a:pt x="6563" y="713"/>
                  </a:lnTo>
                  <a:lnTo>
                    <a:pt x="6625" y="642"/>
                  </a:lnTo>
                  <a:lnTo>
                    <a:pt x="6689" y="575"/>
                  </a:lnTo>
                  <a:lnTo>
                    <a:pt x="6757" y="510"/>
                  </a:lnTo>
                  <a:lnTo>
                    <a:pt x="6827" y="448"/>
                  </a:lnTo>
                  <a:lnTo>
                    <a:pt x="6901" y="390"/>
                  </a:lnTo>
                  <a:lnTo>
                    <a:pt x="6978" y="335"/>
                  </a:lnTo>
                  <a:lnTo>
                    <a:pt x="7057" y="284"/>
                  </a:lnTo>
                  <a:lnTo>
                    <a:pt x="7139" y="237"/>
                  </a:lnTo>
                  <a:lnTo>
                    <a:pt x="7223" y="193"/>
                  </a:lnTo>
                  <a:lnTo>
                    <a:pt x="7308" y="154"/>
                  </a:lnTo>
                  <a:lnTo>
                    <a:pt x="7397" y="119"/>
                  </a:lnTo>
                  <a:lnTo>
                    <a:pt x="7488" y="88"/>
                  </a:lnTo>
                  <a:lnTo>
                    <a:pt x="7580" y="62"/>
                  </a:lnTo>
                  <a:lnTo>
                    <a:pt x="7674" y="39"/>
                  </a:lnTo>
                  <a:lnTo>
                    <a:pt x="7770" y="22"/>
                  </a:lnTo>
                  <a:lnTo>
                    <a:pt x="7867" y="10"/>
                  </a:lnTo>
                  <a:lnTo>
                    <a:pt x="7966" y="3"/>
                  </a:lnTo>
                  <a:lnTo>
                    <a:pt x="8066" y="0"/>
                  </a:lnTo>
                  <a:lnTo>
                    <a:pt x="8165" y="3"/>
                  </a:lnTo>
                  <a:lnTo>
                    <a:pt x="8264" y="10"/>
                  </a:lnTo>
                  <a:lnTo>
                    <a:pt x="8361" y="22"/>
                  </a:lnTo>
                  <a:lnTo>
                    <a:pt x="8457" y="39"/>
                  </a:lnTo>
                  <a:lnTo>
                    <a:pt x="8551" y="62"/>
                  </a:lnTo>
                  <a:lnTo>
                    <a:pt x="8643" y="88"/>
                  </a:lnTo>
                  <a:lnTo>
                    <a:pt x="8734" y="119"/>
                  </a:lnTo>
                  <a:lnTo>
                    <a:pt x="8823" y="154"/>
                  </a:lnTo>
                  <a:lnTo>
                    <a:pt x="8908" y="193"/>
                  </a:lnTo>
                  <a:lnTo>
                    <a:pt x="8992" y="237"/>
                  </a:lnTo>
                  <a:lnTo>
                    <a:pt x="9074" y="284"/>
                  </a:lnTo>
                  <a:lnTo>
                    <a:pt x="9153" y="335"/>
                  </a:lnTo>
                  <a:lnTo>
                    <a:pt x="9230" y="390"/>
                  </a:lnTo>
                  <a:lnTo>
                    <a:pt x="9304" y="448"/>
                  </a:lnTo>
                  <a:lnTo>
                    <a:pt x="9374" y="510"/>
                  </a:lnTo>
                  <a:lnTo>
                    <a:pt x="9442" y="575"/>
                  </a:lnTo>
                  <a:lnTo>
                    <a:pt x="9506" y="642"/>
                  </a:lnTo>
                  <a:lnTo>
                    <a:pt x="9568" y="713"/>
                  </a:lnTo>
                  <a:lnTo>
                    <a:pt x="9626" y="787"/>
                  </a:lnTo>
                  <a:lnTo>
                    <a:pt x="9681" y="864"/>
                  </a:lnTo>
                  <a:lnTo>
                    <a:pt x="9731" y="944"/>
                  </a:lnTo>
                  <a:lnTo>
                    <a:pt x="9778" y="1025"/>
                  </a:lnTo>
                  <a:lnTo>
                    <a:pt x="9822" y="1110"/>
                  </a:lnTo>
                  <a:lnTo>
                    <a:pt x="9860" y="1196"/>
                  </a:lnTo>
                  <a:lnTo>
                    <a:pt x="9895" y="1285"/>
                  </a:lnTo>
                  <a:lnTo>
                    <a:pt x="9927" y="1376"/>
                  </a:lnTo>
                  <a:lnTo>
                    <a:pt x="9953" y="1468"/>
                  </a:lnTo>
                  <a:lnTo>
                    <a:pt x="9974" y="1563"/>
                  </a:lnTo>
                  <a:lnTo>
                    <a:pt x="9992" y="1659"/>
                  </a:lnTo>
                  <a:lnTo>
                    <a:pt x="10004" y="1756"/>
                  </a:lnTo>
                  <a:lnTo>
                    <a:pt x="10011" y="1856"/>
                  </a:lnTo>
                  <a:lnTo>
                    <a:pt x="10014" y="1956"/>
                  </a:lnTo>
                  <a:lnTo>
                    <a:pt x="10014" y="6138"/>
                  </a:lnTo>
                  <a:lnTo>
                    <a:pt x="14182" y="6138"/>
                  </a:lnTo>
                  <a:lnTo>
                    <a:pt x="14282" y="6141"/>
                  </a:lnTo>
                  <a:lnTo>
                    <a:pt x="14381" y="6148"/>
                  </a:lnTo>
                  <a:lnTo>
                    <a:pt x="14478" y="6161"/>
                  </a:lnTo>
                  <a:lnTo>
                    <a:pt x="14573" y="6179"/>
                  </a:lnTo>
                  <a:lnTo>
                    <a:pt x="14668" y="6200"/>
                  </a:lnTo>
                  <a:lnTo>
                    <a:pt x="14760" y="6226"/>
                  </a:lnTo>
                  <a:lnTo>
                    <a:pt x="14851" y="6258"/>
                  </a:lnTo>
                  <a:lnTo>
                    <a:pt x="14939" y="6293"/>
                  </a:lnTo>
                  <a:lnTo>
                    <a:pt x="15025" y="6332"/>
                  </a:lnTo>
                  <a:lnTo>
                    <a:pt x="15110" y="6375"/>
                  </a:lnTo>
                  <a:lnTo>
                    <a:pt x="15190" y="6423"/>
                  </a:lnTo>
                  <a:lnTo>
                    <a:pt x="15270" y="6473"/>
                  </a:lnTo>
                  <a:lnTo>
                    <a:pt x="15347" y="6528"/>
                  </a:lnTo>
                  <a:lnTo>
                    <a:pt x="15420" y="6586"/>
                  </a:lnTo>
                  <a:lnTo>
                    <a:pt x="15491" y="6648"/>
                  </a:lnTo>
                  <a:lnTo>
                    <a:pt x="15558" y="6713"/>
                  </a:lnTo>
                  <a:lnTo>
                    <a:pt x="15623" y="6781"/>
                  </a:lnTo>
                  <a:lnTo>
                    <a:pt x="15684" y="6852"/>
                  </a:lnTo>
                  <a:lnTo>
                    <a:pt x="15743" y="6925"/>
                  </a:lnTo>
                  <a:lnTo>
                    <a:pt x="15797" y="7002"/>
                  </a:lnTo>
                  <a:lnTo>
                    <a:pt x="15848" y="7082"/>
                  </a:lnTo>
                  <a:lnTo>
                    <a:pt x="15895" y="7164"/>
                  </a:lnTo>
                  <a:lnTo>
                    <a:pt x="15938" y="7248"/>
                  </a:lnTo>
                  <a:lnTo>
                    <a:pt x="15978" y="7334"/>
                  </a:lnTo>
                  <a:lnTo>
                    <a:pt x="16012" y="7423"/>
                  </a:lnTo>
                  <a:lnTo>
                    <a:pt x="16043" y="7514"/>
                  </a:lnTo>
                  <a:lnTo>
                    <a:pt x="16070" y="7606"/>
                  </a:lnTo>
                  <a:lnTo>
                    <a:pt x="16092" y="7701"/>
                  </a:lnTo>
                  <a:lnTo>
                    <a:pt x="16109" y="7798"/>
                  </a:lnTo>
                  <a:lnTo>
                    <a:pt x="16121" y="7895"/>
                  </a:lnTo>
                  <a:lnTo>
                    <a:pt x="16128" y="7994"/>
                  </a:lnTo>
                  <a:lnTo>
                    <a:pt x="16131" y="8094"/>
                  </a:lnTo>
                  <a:lnTo>
                    <a:pt x="16128" y="8194"/>
                  </a:lnTo>
                  <a:lnTo>
                    <a:pt x="16121" y="8293"/>
                  </a:lnTo>
                  <a:lnTo>
                    <a:pt x="16109" y="8390"/>
                  </a:lnTo>
                  <a:lnTo>
                    <a:pt x="16092" y="8487"/>
                  </a:lnTo>
                  <a:lnTo>
                    <a:pt x="16070" y="8582"/>
                  </a:lnTo>
                  <a:lnTo>
                    <a:pt x="16043" y="8674"/>
                  </a:lnTo>
                  <a:lnTo>
                    <a:pt x="16012" y="8765"/>
                  </a:lnTo>
                  <a:lnTo>
                    <a:pt x="15978" y="8854"/>
                  </a:lnTo>
                  <a:lnTo>
                    <a:pt x="15938" y="8940"/>
                  </a:lnTo>
                  <a:lnTo>
                    <a:pt x="15895" y="9024"/>
                  </a:lnTo>
                  <a:lnTo>
                    <a:pt x="15848" y="9106"/>
                  </a:lnTo>
                  <a:lnTo>
                    <a:pt x="15797" y="9186"/>
                  </a:lnTo>
                  <a:lnTo>
                    <a:pt x="15743" y="9263"/>
                  </a:lnTo>
                  <a:lnTo>
                    <a:pt x="15684" y="9336"/>
                  </a:lnTo>
                  <a:lnTo>
                    <a:pt x="15623" y="9407"/>
                  </a:lnTo>
                  <a:lnTo>
                    <a:pt x="15558" y="9475"/>
                  </a:lnTo>
                  <a:lnTo>
                    <a:pt x="15491" y="9540"/>
                  </a:lnTo>
                  <a:lnTo>
                    <a:pt x="15420" y="9602"/>
                  </a:lnTo>
                  <a:lnTo>
                    <a:pt x="15347" y="9660"/>
                  </a:lnTo>
                  <a:lnTo>
                    <a:pt x="15270" y="9715"/>
                  </a:lnTo>
                  <a:lnTo>
                    <a:pt x="15190" y="9765"/>
                  </a:lnTo>
                  <a:lnTo>
                    <a:pt x="15110" y="9813"/>
                  </a:lnTo>
                  <a:lnTo>
                    <a:pt x="15025" y="9856"/>
                  </a:lnTo>
                  <a:lnTo>
                    <a:pt x="14939" y="9895"/>
                  </a:lnTo>
                  <a:lnTo>
                    <a:pt x="14851" y="9930"/>
                  </a:lnTo>
                  <a:lnTo>
                    <a:pt x="14760" y="9962"/>
                  </a:lnTo>
                  <a:lnTo>
                    <a:pt x="14668" y="9988"/>
                  </a:lnTo>
                  <a:lnTo>
                    <a:pt x="14573" y="10009"/>
                  </a:lnTo>
                  <a:lnTo>
                    <a:pt x="14478" y="10027"/>
                  </a:lnTo>
                  <a:lnTo>
                    <a:pt x="14381" y="10040"/>
                  </a:lnTo>
                  <a:lnTo>
                    <a:pt x="14282" y="10047"/>
                  </a:lnTo>
                  <a:lnTo>
                    <a:pt x="14182" y="10050"/>
                  </a:lnTo>
                  <a:lnTo>
                    <a:pt x="10014" y="10050"/>
                  </a:lnTo>
                  <a:lnTo>
                    <a:pt x="10014" y="14232"/>
                  </a:lnTo>
                  <a:lnTo>
                    <a:pt x="10011" y="14332"/>
                  </a:lnTo>
                  <a:lnTo>
                    <a:pt x="10004" y="14432"/>
                  </a:lnTo>
                  <a:lnTo>
                    <a:pt x="9992" y="14529"/>
                  </a:lnTo>
                  <a:lnTo>
                    <a:pt x="9974" y="14625"/>
                  </a:lnTo>
                  <a:lnTo>
                    <a:pt x="9953" y="14720"/>
                  </a:lnTo>
                  <a:lnTo>
                    <a:pt x="9927" y="14812"/>
                  </a:lnTo>
                  <a:lnTo>
                    <a:pt x="9895" y="14903"/>
                  </a:lnTo>
                  <a:lnTo>
                    <a:pt x="9860" y="14992"/>
                  </a:lnTo>
                  <a:lnTo>
                    <a:pt x="9822" y="15078"/>
                  </a:lnTo>
                  <a:lnTo>
                    <a:pt x="9778" y="15163"/>
                  </a:lnTo>
                  <a:lnTo>
                    <a:pt x="9731" y="15244"/>
                  </a:lnTo>
                  <a:lnTo>
                    <a:pt x="9681" y="15324"/>
                  </a:lnTo>
                  <a:lnTo>
                    <a:pt x="9626" y="15401"/>
                  </a:lnTo>
                  <a:lnTo>
                    <a:pt x="9568" y="15475"/>
                  </a:lnTo>
                  <a:lnTo>
                    <a:pt x="9506" y="15546"/>
                  </a:lnTo>
                  <a:lnTo>
                    <a:pt x="9442" y="15613"/>
                  </a:lnTo>
                  <a:lnTo>
                    <a:pt x="9374" y="15678"/>
                  </a:lnTo>
                  <a:lnTo>
                    <a:pt x="9304" y="15740"/>
                  </a:lnTo>
                  <a:lnTo>
                    <a:pt x="9230" y="15798"/>
                  </a:lnTo>
                  <a:lnTo>
                    <a:pt x="9153" y="15853"/>
                  </a:lnTo>
                  <a:lnTo>
                    <a:pt x="9074" y="15904"/>
                  </a:lnTo>
                  <a:lnTo>
                    <a:pt x="8992" y="15951"/>
                  </a:lnTo>
                  <a:lnTo>
                    <a:pt x="8908" y="15995"/>
                  </a:lnTo>
                  <a:lnTo>
                    <a:pt x="8823" y="16034"/>
                  </a:lnTo>
                  <a:lnTo>
                    <a:pt x="8734" y="16069"/>
                  </a:lnTo>
                  <a:lnTo>
                    <a:pt x="8643" y="16100"/>
                  </a:lnTo>
                  <a:lnTo>
                    <a:pt x="8551" y="16126"/>
                  </a:lnTo>
                  <a:lnTo>
                    <a:pt x="8457" y="16149"/>
                  </a:lnTo>
                  <a:lnTo>
                    <a:pt x="8361" y="16166"/>
                  </a:lnTo>
                  <a:lnTo>
                    <a:pt x="8264" y="16178"/>
                  </a:lnTo>
                  <a:lnTo>
                    <a:pt x="8165" y="16185"/>
                  </a:lnTo>
                  <a:lnTo>
                    <a:pt x="8066" y="16188"/>
                  </a:lnTo>
                  <a:lnTo>
                    <a:pt x="7966" y="16185"/>
                  </a:lnTo>
                  <a:lnTo>
                    <a:pt x="7867" y="16178"/>
                  </a:lnTo>
                  <a:lnTo>
                    <a:pt x="7770" y="16166"/>
                  </a:lnTo>
                  <a:lnTo>
                    <a:pt x="7674" y="16149"/>
                  </a:lnTo>
                  <a:lnTo>
                    <a:pt x="7580" y="16126"/>
                  </a:lnTo>
                  <a:lnTo>
                    <a:pt x="7488" y="16100"/>
                  </a:lnTo>
                  <a:lnTo>
                    <a:pt x="7397" y="16069"/>
                  </a:lnTo>
                  <a:lnTo>
                    <a:pt x="7308" y="16034"/>
                  </a:lnTo>
                  <a:lnTo>
                    <a:pt x="7223" y="15995"/>
                  </a:lnTo>
                  <a:lnTo>
                    <a:pt x="7139" y="15951"/>
                  </a:lnTo>
                  <a:lnTo>
                    <a:pt x="7057" y="15904"/>
                  </a:lnTo>
                  <a:lnTo>
                    <a:pt x="6978" y="15853"/>
                  </a:lnTo>
                  <a:lnTo>
                    <a:pt x="6901" y="15798"/>
                  </a:lnTo>
                  <a:lnTo>
                    <a:pt x="6827" y="15740"/>
                  </a:lnTo>
                  <a:lnTo>
                    <a:pt x="6757" y="15678"/>
                  </a:lnTo>
                  <a:lnTo>
                    <a:pt x="6689" y="15613"/>
                  </a:lnTo>
                  <a:lnTo>
                    <a:pt x="6625" y="15546"/>
                  </a:lnTo>
                  <a:lnTo>
                    <a:pt x="6563" y="15475"/>
                  </a:lnTo>
                  <a:lnTo>
                    <a:pt x="6505" y="15401"/>
                  </a:lnTo>
                  <a:lnTo>
                    <a:pt x="6450" y="15324"/>
                  </a:lnTo>
                  <a:lnTo>
                    <a:pt x="6400" y="15244"/>
                  </a:lnTo>
                  <a:lnTo>
                    <a:pt x="6353" y="15163"/>
                  </a:lnTo>
                  <a:lnTo>
                    <a:pt x="6309" y="15078"/>
                  </a:lnTo>
                  <a:lnTo>
                    <a:pt x="6271" y="14992"/>
                  </a:lnTo>
                  <a:lnTo>
                    <a:pt x="6236" y="14903"/>
                  </a:lnTo>
                  <a:lnTo>
                    <a:pt x="6204" y="14812"/>
                  </a:lnTo>
                  <a:lnTo>
                    <a:pt x="6178" y="14720"/>
                  </a:lnTo>
                  <a:lnTo>
                    <a:pt x="6157" y="14625"/>
                  </a:lnTo>
                  <a:lnTo>
                    <a:pt x="6139" y="14529"/>
                  </a:lnTo>
                  <a:lnTo>
                    <a:pt x="6127" y="14432"/>
                  </a:lnTo>
                  <a:lnTo>
                    <a:pt x="6120" y="14332"/>
                  </a:lnTo>
                  <a:lnTo>
                    <a:pt x="6117" y="14232"/>
                  </a:lnTo>
                  <a:lnTo>
                    <a:pt x="6117" y="10050"/>
                  </a:lnTo>
                  <a:lnTo>
                    <a:pt x="1949" y="10050"/>
                  </a:lnTo>
                  <a:lnTo>
                    <a:pt x="1849" y="10047"/>
                  </a:lnTo>
                  <a:lnTo>
                    <a:pt x="1750" y="10040"/>
                  </a:lnTo>
                  <a:lnTo>
                    <a:pt x="1653" y="10027"/>
                  </a:lnTo>
                  <a:lnTo>
                    <a:pt x="1558" y="10009"/>
                  </a:lnTo>
                  <a:lnTo>
                    <a:pt x="1463" y="9988"/>
                  </a:lnTo>
                  <a:lnTo>
                    <a:pt x="1371" y="9962"/>
                  </a:lnTo>
                  <a:lnTo>
                    <a:pt x="1280" y="9930"/>
                  </a:lnTo>
                  <a:lnTo>
                    <a:pt x="1192" y="9895"/>
                  </a:lnTo>
                  <a:lnTo>
                    <a:pt x="1106" y="9856"/>
                  </a:lnTo>
                  <a:lnTo>
                    <a:pt x="1021" y="9813"/>
                  </a:lnTo>
                  <a:lnTo>
                    <a:pt x="941" y="9765"/>
                  </a:lnTo>
                  <a:lnTo>
                    <a:pt x="861" y="9715"/>
                  </a:lnTo>
                  <a:lnTo>
                    <a:pt x="784" y="9660"/>
                  </a:lnTo>
                  <a:lnTo>
                    <a:pt x="711" y="9602"/>
                  </a:lnTo>
                  <a:lnTo>
                    <a:pt x="640" y="9540"/>
                  </a:lnTo>
                  <a:lnTo>
                    <a:pt x="573" y="9475"/>
                  </a:lnTo>
                  <a:lnTo>
                    <a:pt x="508" y="9407"/>
                  </a:lnTo>
                  <a:lnTo>
                    <a:pt x="447" y="9336"/>
                  </a:lnTo>
                  <a:lnTo>
                    <a:pt x="388" y="9263"/>
                  </a:lnTo>
                  <a:lnTo>
                    <a:pt x="334" y="9186"/>
                  </a:lnTo>
                  <a:lnTo>
                    <a:pt x="283" y="9106"/>
                  </a:lnTo>
                  <a:lnTo>
                    <a:pt x="236" y="9024"/>
                  </a:lnTo>
                  <a:lnTo>
                    <a:pt x="193" y="8940"/>
                  </a:lnTo>
                  <a:lnTo>
                    <a:pt x="153" y="8854"/>
                  </a:lnTo>
                  <a:lnTo>
                    <a:pt x="119" y="8765"/>
                  </a:lnTo>
                  <a:lnTo>
                    <a:pt x="88" y="8674"/>
                  </a:lnTo>
                  <a:lnTo>
                    <a:pt x="61" y="8582"/>
                  </a:lnTo>
                  <a:lnTo>
                    <a:pt x="39" y="8487"/>
                  </a:lnTo>
                  <a:lnTo>
                    <a:pt x="22" y="8390"/>
                  </a:lnTo>
                  <a:lnTo>
                    <a:pt x="10" y="8293"/>
                  </a:lnTo>
                  <a:lnTo>
                    <a:pt x="3" y="8194"/>
                  </a:lnTo>
                  <a:lnTo>
                    <a:pt x="0" y="8094"/>
                  </a:lnTo>
                  <a:lnTo>
                    <a:pt x="3" y="7994"/>
                  </a:lnTo>
                  <a:lnTo>
                    <a:pt x="10" y="7895"/>
                  </a:lnTo>
                  <a:lnTo>
                    <a:pt x="22" y="7798"/>
                  </a:lnTo>
                  <a:lnTo>
                    <a:pt x="39" y="7701"/>
                  </a:lnTo>
                  <a:lnTo>
                    <a:pt x="61" y="7606"/>
                  </a:lnTo>
                  <a:lnTo>
                    <a:pt x="88" y="7514"/>
                  </a:lnTo>
                  <a:lnTo>
                    <a:pt x="119" y="7423"/>
                  </a:lnTo>
                  <a:lnTo>
                    <a:pt x="153" y="7334"/>
                  </a:lnTo>
                  <a:lnTo>
                    <a:pt x="193" y="7248"/>
                  </a:lnTo>
                  <a:lnTo>
                    <a:pt x="236" y="7164"/>
                  </a:lnTo>
                  <a:lnTo>
                    <a:pt x="283" y="7082"/>
                  </a:lnTo>
                  <a:lnTo>
                    <a:pt x="334" y="7002"/>
                  </a:lnTo>
                  <a:lnTo>
                    <a:pt x="388" y="6925"/>
                  </a:lnTo>
                  <a:lnTo>
                    <a:pt x="447" y="6852"/>
                  </a:lnTo>
                  <a:lnTo>
                    <a:pt x="508" y="6781"/>
                  </a:lnTo>
                  <a:lnTo>
                    <a:pt x="573" y="6713"/>
                  </a:lnTo>
                  <a:lnTo>
                    <a:pt x="640" y="6648"/>
                  </a:lnTo>
                  <a:lnTo>
                    <a:pt x="711" y="6586"/>
                  </a:lnTo>
                  <a:lnTo>
                    <a:pt x="784" y="6528"/>
                  </a:lnTo>
                  <a:lnTo>
                    <a:pt x="861" y="6473"/>
                  </a:lnTo>
                  <a:lnTo>
                    <a:pt x="941" y="6423"/>
                  </a:lnTo>
                  <a:lnTo>
                    <a:pt x="1021" y="6375"/>
                  </a:lnTo>
                  <a:lnTo>
                    <a:pt x="1106" y="6332"/>
                  </a:lnTo>
                  <a:lnTo>
                    <a:pt x="1192" y="6293"/>
                  </a:lnTo>
                  <a:lnTo>
                    <a:pt x="1280" y="6258"/>
                  </a:lnTo>
                  <a:lnTo>
                    <a:pt x="1371" y="6226"/>
                  </a:lnTo>
                  <a:lnTo>
                    <a:pt x="1463" y="6200"/>
                  </a:lnTo>
                  <a:lnTo>
                    <a:pt x="1558" y="6179"/>
                  </a:lnTo>
                  <a:lnTo>
                    <a:pt x="1653" y="6161"/>
                  </a:lnTo>
                  <a:lnTo>
                    <a:pt x="1750" y="6148"/>
                  </a:lnTo>
                  <a:lnTo>
                    <a:pt x="1849" y="6141"/>
                  </a:lnTo>
                  <a:lnTo>
                    <a:pt x="1949" y="6138"/>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sp>
        <p:nvSpPr>
          <p:cNvPr id="58" name="任意多边形 57"/>
          <p:cNvSpPr>
            <a:spLocks noChangeAspect="1"/>
          </p:cNvSpPr>
          <p:nvPr/>
        </p:nvSpPr>
        <p:spPr bwMode="auto">
          <a:xfrm rot="5400000" flipH="1">
            <a:off x="1206204" y="1398541"/>
            <a:ext cx="815519" cy="957120"/>
          </a:xfrm>
          <a:custGeom>
            <a:avLst/>
            <a:gdLst>
              <a:gd name="connsiteX0" fmla="*/ 871741 w 871741"/>
              <a:gd name="connsiteY0" fmla="*/ 587234 h 1023104"/>
              <a:gd name="connsiteX1" fmla="*/ 435871 w 871741"/>
              <a:gd name="connsiteY1" fmla="*/ 1023104 h 1023104"/>
              <a:gd name="connsiteX2" fmla="*/ 0 w 871741"/>
              <a:gd name="connsiteY2" fmla="*/ 587234 h 1023104"/>
              <a:gd name="connsiteX3" fmla="*/ 266211 w 871741"/>
              <a:gd name="connsiteY3" fmla="*/ 185617 h 1023104"/>
              <a:gd name="connsiteX4" fmla="*/ 324440 w 871741"/>
              <a:gd name="connsiteY4" fmla="*/ 167542 h 1023104"/>
              <a:gd name="connsiteX5" fmla="*/ 435870 w 871741"/>
              <a:gd name="connsiteY5" fmla="*/ 0 h 1023104"/>
              <a:gd name="connsiteX6" fmla="*/ 547301 w 871741"/>
              <a:gd name="connsiteY6" fmla="*/ 167541 h 1023104"/>
              <a:gd name="connsiteX7" fmla="*/ 605531 w 871741"/>
              <a:gd name="connsiteY7" fmla="*/ 185617 h 1023104"/>
              <a:gd name="connsiteX8" fmla="*/ 871741 w 871741"/>
              <a:gd name="connsiteY8" fmla="*/ 587234 h 102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1741" h="1023104">
                <a:moveTo>
                  <a:pt x="871741" y="587234"/>
                </a:moveTo>
                <a:cubicBezTo>
                  <a:pt x="871741" y="827958"/>
                  <a:pt x="676595" y="1023104"/>
                  <a:pt x="435871" y="1023104"/>
                </a:cubicBezTo>
                <a:cubicBezTo>
                  <a:pt x="195147" y="1023104"/>
                  <a:pt x="0" y="827958"/>
                  <a:pt x="0" y="587234"/>
                </a:cubicBezTo>
                <a:cubicBezTo>
                  <a:pt x="0" y="406691"/>
                  <a:pt x="109770" y="251786"/>
                  <a:pt x="266211" y="185617"/>
                </a:cubicBezTo>
                <a:lnTo>
                  <a:pt x="324440" y="167542"/>
                </a:lnTo>
                <a:lnTo>
                  <a:pt x="435870" y="0"/>
                </a:lnTo>
                <a:lnTo>
                  <a:pt x="547301" y="167541"/>
                </a:lnTo>
                <a:lnTo>
                  <a:pt x="605531" y="185617"/>
                </a:lnTo>
                <a:cubicBezTo>
                  <a:pt x="761971" y="251786"/>
                  <a:pt x="871741" y="406691"/>
                  <a:pt x="871741" y="587234"/>
                </a:cubicBezTo>
                <a:close/>
              </a:path>
            </a:pathLst>
          </a:custGeom>
          <a:gradFill flip="none" rotWithShape="1">
            <a:gsLst>
              <a:gs pos="0">
                <a:srgbClr val="17406D"/>
              </a:gs>
              <a:gs pos="100000">
                <a:srgbClr val="17406D">
                  <a:lumMod val="50000"/>
                </a:srgbClr>
              </a:gs>
            </a:gsLst>
            <a:lin ang="13500000" scaled="0"/>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cxnSp>
        <p:nvCxnSpPr>
          <p:cNvPr id="59" name="直接连接符 58"/>
          <p:cNvCxnSpPr>
            <a:cxnSpLocks noChangeAspect="1"/>
          </p:cNvCxnSpPr>
          <p:nvPr/>
        </p:nvCxnSpPr>
        <p:spPr>
          <a:xfrm flipH="1">
            <a:off x="6096000" y="2802620"/>
            <a:ext cx="4022970" cy="0"/>
          </a:xfrm>
          <a:prstGeom prst="line">
            <a:avLst/>
          </a:prstGeom>
          <a:noFill/>
          <a:ln w="19050" cap="rnd" cmpd="sng" algn="ctr">
            <a:solidFill>
              <a:srgbClr val="C00000"/>
            </a:solidFill>
            <a:prstDash val="sysDash"/>
            <a:miter lim="800000"/>
          </a:ln>
          <a:effectLst/>
        </p:spPr>
      </p:cxnSp>
      <p:sp>
        <p:nvSpPr>
          <p:cNvPr id="60" name="任意多边形 59"/>
          <p:cNvSpPr>
            <a:spLocks noChangeAspect="1"/>
          </p:cNvSpPr>
          <p:nvPr/>
        </p:nvSpPr>
        <p:spPr bwMode="auto">
          <a:xfrm rot="16200000">
            <a:off x="10170278" y="2324061"/>
            <a:ext cx="815519" cy="957119"/>
          </a:xfrm>
          <a:custGeom>
            <a:avLst/>
            <a:gdLst>
              <a:gd name="connsiteX0" fmla="*/ 871741 w 871741"/>
              <a:gd name="connsiteY0" fmla="*/ 587233 h 1023103"/>
              <a:gd name="connsiteX1" fmla="*/ 605531 w 871741"/>
              <a:gd name="connsiteY1" fmla="*/ 185616 h 1023103"/>
              <a:gd name="connsiteX2" fmla="*/ 547300 w 871741"/>
              <a:gd name="connsiteY2" fmla="*/ 167540 h 1023103"/>
              <a:gd name="connsiteX3" fmla="*/ 435870 w 871741"/>
              <a:gd name="connsiteY3" fmla="*/ 0 h 1023103"/>
              <a:gd name="connsiteX4" fmla="*/ 324440 w 871741"/>
              <a:gd name="connsiteY4" fmla="*/ 167541 h 1023103"/>
              <a:gd name="connsiteX5" fmla="*/ 266211 w 871741"/>
              <a:gd name="connsiteY5" fmla="*/ 185616 h 1023103"/>
              <a:gd name="connsiteX6" fmla="*/ 0 w 871741"/>
              <a:gd name="connsiteY6" fmla="*/ 587233 h 1023103"/>
              <a:gd name="connsiteX7" fmla="*/ 435871 w 871741"/>
              <a:gd name="connsiteY7" fmla="*/ 1023103 h 1023103"/>
              <a:gd name="connsiteX8" fmla="*/ 871741 w 871741"/>
              <a:gd name="connsiteY8" fmla="*/ 587233 h 102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1741" h="1023103">
                <a:moveTo>
                  <a:pt x="871741" y="587233"/>
                </a:moveTo>
                <a:cubicBezTo>
                  <a:pt x="871741" y="406690"/>
                  <a:pt x="761971" y="251785"/>
                  <a:pt x="605531" y="185616"/>
                </a:cubicBezTo>
                <a:lnTo>
                  <a:pt x="547300" y="167540"/>
                </a:lnTo>
                <a:lnTo>
                  <a:pt x="435870" y="0"/>
                </a:lnTo>
                <a:lnTo>
                  <a:pt x="324440" y="167541"/>
                </a:lnTo>
                <a:lnTo>
                  <a:pt x="266211" y="185616"/>
                </a:lnTo>
                <a:cubicBezTo>
                  <a:pt x="109770" y="251785"/>
                  <a:pt x="0" y="406690"/>
                  <a:pt x="0" y="587233"/>
                </a:cubicBezTo>
                <a:cubicBezTo>
                  <a:pt x="0" y="827957"/>
                  <a:pt x="195147" y="1023103"/>
                  <a:pt x="435871" y="1023103"/>
                </a:cubicBezTo>
                <a:cubicBezTo>
                  <a:pt x="676595" y="1023103"/>
                  <a:pt x="871741" y="827957"/>
                  <a:pt x="871741" y="587233"/>
                </a:cubicBezTo>
                <a:close/>
              </a:path>
            </a:pathLst>
          </a:cu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grpSp>
        <p:nvGrpSpPr>
          <p:cNvPr id="61" name="组合 60"/>
          <p:cNvGrpSpPr>
            <a:grpSpLocks noChangeAspect="1"/>
          </p:cNvGrpSpPr>
          <p:nvPr/>
        </p:nvGrpSpPr>
        <p:grpSpPr>
          <a:xfrm flipH="1">
            <a:off x="5880001" y="2586620"/>
            <a:ext cx="432000" cy="432000"/>
            <a:chOff x="5879999" y="2661275"/>
            <a:chExt cx="432000" cy="432000"/>
          </a:xfrm>
        </p:grpSpPr>
        <p:sp>
          <p:nvSpPr>
            <p:cNvPr id="62" name="椭圆 61"/>
            <p:cNvSpPr>
              <a:spLocks noChangeAspect="1"/>
            </p:cNvSpPr>
            <p:nvPr/>
          </p:nvSpPr>
          <p:spPr>
            <a:xfrm>
              <a:off x="5879999" y="2661275"/>
              <a:ext cx="432000" cy="432000"/>
            </a:xfrm>
            <a:prstGeom prst="ellipse">
              <a:avLst/>
            </a:prstGeom>
            <a:gradFill flip="none" rotWithShape="1">
              <a:gsLst>
                <a:gs pos="0">
                  <a:srgbClr val="C00000"/>
                </a:gs>
                <a:gs pos="100000">
                  <a:srgbClr val="C00000">
                    <a:lumMod val="50000"/>
                  </a:srgbClr>
                </a:gs>
              </a:gsLst>
              <a:lin ang="13500000" scaled="1"/>
              <a:tileRect/>
            </a:gradFill>
            <a:ln w="1905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3" name="Freeform 5"/>
            <p:cNvSpPr>
              <a:spLocks noChangeAspect="1"/>
            </p:cNvSpPr>
            <p:nvPr/>
          </p:nvSpPr>
          <p:spPr bwMode="auto">
            <a:xfrm>
              <a:off x="5954788" y="2735565"/>
              <a:ext cx="282422" cy="283421"/>
            </a:xfrm>
            <a:custGeom>
              <a:avLst/>
              <a:gdLst>
                <a:gd name="T0" fmla="*/ 6127 w 16131"/>
                <a:gd name="T1" fmla="*/ 1756 h 16188"/>
                <a:gd name="T2" fmla="*/ 6236 w 16131"/>
                <a:gd name="T3" fmla="*/ 1285 h 16188"/>
                <a:gd name="T4" fmla="*/ 6450 w 16131"/>
                <a:gd name="T5" fmla="*/ 864 h 16188"/>
                <a:gd name="T6" fmla="*/ 6757 w 16131"/>
                <a:gd name="T7" fmla="*/ 510 h 16188"/>
                <a:gd name="T8" fmla="*/ 7139 w 16131"/>
                <a:gd name="T9" fmla="*/ 237 h 16188"/>
                <a:gd name="T10" fmla="*/ 7580 w 16131"/>
                <a:gd name="T11" fmla="*/ 62 h 16188"/>
                <a:gd name="T12" fmla="*/ 8066 w 16131"/>
                <a:gd name="T13" fmla="*/ 0 h 16188"/>
                <a:gd name="T14" fmla="*/ 8551 w 16131"/>
                <a:gd name="T15" fmla="*/ 62 h 16188"/>
                <a:gd name="T16" fmla="*/ 8992 w 16131"/>
                <a:gd name="T17" fmla="*/ 237 h 16188"/>
                <a:gd name="T18" fmla="*/ 9374 w 16131"/>
                <a:gd name="T19" fmla="*/ 510 h 16188"/>
                <a:gd name="T20" fmla="*/ 9681 w 16131"/>
                <a:gd name="T21" fmla="*/ 864 h 16188"/>
                <a:gd name="T22" fmla="*/ 9895 w 16131"/>
                <a:gd name="T23" fmla="*/ 1285 h 16188"/>
                <a:gd name="T24" fmla="*/ 10004 w 16131"/>
                <a:gd name="T25" fmla="*/ 1756 h 16188"/>
                <a:gd name="T26" fmla="*/ 14282 w 16131"/>
                <a:gd name="T27" fmla="*/ 6141 h 16188"/>
                <a:gd name="T28" fmla="*/ 14760 w 16131"/>
                <a:gd name="T29" fmla="*/ 6226 h 16188"/>
                <a:gd name="T30" fmla="*/ 15190 w 16131"/>
                <a:gd name="T31" fmla="*/ 6423 h 16188"/>
                <a:gd name="T32" fmla="*/ 15558 w 16131"/>
                <a:gd name="T33" fmla="*/ 6713 h 16188"/>
                <a:gd name="T34" fmla="*/ 15848 w 16131"/>
                <a:gd name="T35" fmla="*/ 7082 h 16188"/>
                <a:gd name="T36" fmla="*/ 16043 w 16131"/>
                <a:gd name="T37" fmla="*/ 7514 h 16188"/>
                <a:gd name="T38" fmla="*/ 16128 w 16131"/>
                <a:gd name="T39" fmla="*/ 7994 h 16188"/>
                <a:gd name="T40" fmla="*/ 16092 w 16131"/>
                <a:gd name="T41" fmla="*/ 8487 h 16188"/>
                <a:gd name="T42" fmla="*/ 15938 w 16131"/>
                <a:gd name="T43" fmla="*/ 8940 h 16188"/>
                <a:gd name="T44" fmla="*/ 15684 w 16131"/>
                <a:gd name="T45" fmla="*/ 9336 h 16188"/>
                <a:gd name="T46" fmla="*/ 15347 w 16131"/>
                <a:gd name="T47" fmla="*/ 9660 h 16188"/>
                <a:gd name="T48" fmla="*/ 14939 w 16131"/>
                <a:gd name="T49" fmla="*/ 9895 h 16188"/>
                <a:gd name="T50" fmla="*/ 14478 w 16131"/>
                <a:gd name="T51" fmla="*/ 10027 h 16188"/>
                <a:gd name="T52" fmla="*/ 10014 w 16131"/>
                <a:gd name="T53" fmla="*/ 14232 h 16188"/>
                <a:gd name="T54" fmla="*/ 9953 w 16131"/>
                <a:gd name="T55" fmla="*/ 14720 h 16188"/>
                <a:gd name="T56" fmla="*/ 9778 w 16131"/>
                <a:gd name="T57" fmla="*/ 15163 h 16188"/>
                <a:gd name="T58" fmla="*/ 9506 w 16131"/>
                <a:gd name="T59" fmla="*/ 15546 h 16188"/>
                <a:gd name="T60" fmla="*/ 9153 w 16131"/>
                <a:gd name="T61" fmla="*/ 15853 h 16188"/>
                <a:gd name="T62" fmla="*/ 8734 w 16131"/>
                <a:gd name="T63" fmla="*/ 16069 h 16188"/>
                <a:gd name="T64" fmla="*/ 8264 w 16131"/>
                <a:gd name="T65" fmla="*/ 16178 h 16188"/>
                <a:gd name="T66" fmla="*/ 7770 w 16131"/>
                <a:gd name="T67" fmla="*/ 16166 h 16188"/>
                <a:gd name="T68" fmla="*/ 7308 w 16131"/>
                <a:gd name="T69" fmla="*/ 16034 h 16188"/>
                <a:gd name="T70" fmla="*/ 6901 w 16131"/>
                <a:gd name="T71" fmla="*/ 15798 h 16188"/>
                <a:gd name="T72" fmla="*/ 6563 w 16131"/>
                <a:gd name="T73" fmla="*/ 15475 h 16188"/>
                <a:gd name="T74" fmla="*/ 6309 w 16131"/>
                <a:gd name="T75" fmla="*/ 15078 h 16188"/>
                <a:gd name="T76" fmla="*/ 6157 w 16131"/>
                <a:gd name="T77" fmla="*/ 14625 h 16188"/>
                <a:gd name="T78" fmla="*/ 6117 w 16131"/>
                <a:gd name="T79" fmla="*/ 10050 h 16188"/>
                <a:gd name="T80" fmla="*/ 1558 w 16131"/>
                <a:gd name="T81" fmla="*/ 10009 h 16188"/>
                <a:gd name="T82" fmla="*/ 1106 w 16131"/>
                <a:gd name="T83" fmla="*/ 9856 h 16188"/>
                <a:gd name="T84" fmla="*/ 711 w 16131"/>
                <a:gd name="T85" fmla="*/ 9602 h 16188"/>
                <a:gd name="T86" fmla="*/ 388 w 16131"/>
                <a:gd name="T87" fmla="*/ 9263 h 16188"/>
                <a:gd name="T88" fmla="*/ 153 w 16131"/>
                <a:gd name="T89" fmla="*/ 8854 h 16188"/>
                <a:gd name="T90" fmla="*/ 22 w 16131"/>
                <a:gd name="T91" fmla="*/ 8390 h 16188"/>
                <a:gd name="T92" fmla="*/ 10 w 16131"/>
                <a:gd name="T93" fmla="*/ 7895 h 16188"/>
                <a:gd name="T94" fmla="*/ 119 w 16131"/>
                <a:gd name="T95" fmla="*/ 7423 h 16188"/>
                <a:gd name="T96" fmla="*/ 334 w 16131"/>
                <a:gd name="T97" fmla="*/ 7002 h 16188"/>
                <a:gd name="T98" fmla="*/ 640 w 16131"/>
                <a:gd name="T99" fmla="*/ 6648 h 16188"/>
                <a:gd name="T100" fmla="*/ 1021 w 16131"/>
                <a:gd name="T101" fmla="*/ 6375 h 16188"/>
                <a:gd name="T102" fmla="*/ 1463 w 16131"/>
                <a:gd name="T103" fmla="*/ 6200 h 16188"/>
                <a:gd name="T104" fmla="*/ 1949 w 16131"/>
                <a:gd name="T105" fmla="*/ 6138 h 16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131" h="16188">
                  <a:moveTo>
                    <a:pt x="1949" y="6138"/>
                  </a:moveTo>
                  <a:lnTo>
                    <a:pt x="6117" y="6138"/>
                  </a:lnTo>
                  <a:lnTo>
                    <a:pt x="6117" y="1956"/>
                  </a:lnTo>
                  <a:lnTo>
                    <a:pt x="6120" y="1856"/>
                  </a:lnTo>
                  <a:lnTo>
                    <a:pt x="6127" y="1756"/>
                  </a:lnTo>
                  <a:lnTo>
                    <a:pt x="6139" y="1659"/>
                  </a:lnTo>
                  <a:lnTo>
                    <a:pt x="6157" y="1563"/>
                  </a:lnTo>
                  <a:lnTo>
                    <a:pt x="6178" y="1468"/>
                  </a:lnTo>
                  <a:lnTo>
                    <a:pt x="6204" y="1376"/>
                  </a:lnTo>
                  <a:lnTo>
                    <a:pt x="6236" y="1285"/>
                  </a:lnTo>
                  <a:lnTo>
                    <a:pt x="6271" y="1196"/>
                  </a:lnTo>
                  <a:lnTo>
                    <a:pt x="6309" y="1110"/>
                  </a:lnTo>
                  <a:lnTo>
                    <a:pt x="6353" y="1025"/>
                  </a:lnTo>
                  <a:lnTo>
                    <a:pt x="6400" y="944"/>
                  </a:lnTo>
                  <a:lnTo>
                    <a:pt x="6450" y="864"/>
                  </a:lnTo>
                  <a:lnTo>
                    <a:pt x="6505" y="787"/>
                  </a:lnTo>
                  <a:lnTo>
                    <a:pt x="6563" y="713"/>
                  </a:lnTo>
                  <a:lnTo>
                    <a:pt x="6625" y="642"/>
                  </a:lnTo>
                  <a:lnTo>
                    <a:pt x="6689" y="575"/>
                  </a:lnTo>
                  <a:lnTo>
                    <a:pt x="6757" y="510"/>
                  </a:lnTo>
                  <a:lnTo>
                    <a:pt x="6827" y="448"/>
                  </a:lnTo>
                  <a:lnTo>
                    <a:pt x="6901" y="390"/>
                  </a:lnTo>
                  <a:lnTo>
                    <a:pt x="6978" y="335"/>
                  </a:lnTo>
                  <a:lnTo>
                    <a:pt x="7057" y="284"/>
                  </a:lnTo>
                  <a:lnTo>
                    <a:pt x="7139" y="237"/>
                  </a:lnTo>
                  <a:lnTo>
                    <a:pt x="7223" y="193"/>
                  </a:lnTo>
                  <a:lnTo>
                    <a:pt x="7308" y="154"/>
                  </a:lnTo>
                  <a:lnTo>
                    <a:pt x="7397" y="119"/>
                  </a:lnTo>
                  <a:lnTo>
                    <a:pt x="7488" y="88"/>
                  </a:lnTo>
                  <a:lnTo>
                    <a:pt x="7580" y="62"/>
                  </a:lnTo>
                  <a:lnTo>
                    <a:pt x="7674" y="39"/>
                  </a:lnTo>
                  <a:lnTo>
                    <a:pt x="7770" y="22"/>
                  </a:lnTo>
                  <a:lnTo>
                    <a:pt x="7867" y="10"/>
                  </a:lnTo>
                  <a:lnTo>
                    <a:pt x="7966" y="3"/>
                  </a:lnTo>
                  <a:lnTo>
                    <a:pt x="8066" y="0"/>
                  </a:lnTo>
                  <a:lnTo>
                    <a:pt x="8165" y="3"/>
                  </a:lnTo>
                  <a:lnTo>
                    <a:pt x="8264" y="10"/>
                  </a:lnTo>
                  <a:lnTo>
                    <a:pt x="8361" y="22"/>
                  </a:lnTo>
                  <a:lnTo>
                    <a:pt x="8457" y="39"/>
                  </a:lnTo>
                  <a:lnTo>
                    <a:pt x="8551" y="62"/>
                  </a:lnTo>
                  <a:lnTo>
                    <a:pt x="8643" y="88"/>
                  </a:lnTo>
                  <a:lnTo>
                    <a:pt x="8734" y="119"/>
                  </a:lnTo>
                  <a:lnTo>
                    <a:pt x="8823" y="154"/>
                  </a:lnTo>
                  <a:lnTo>
                    <a:pt x="8908" y="193"/>
                  </a:lnTo>
                  <a:lnTo>
                    <a:pt x="8992" y="237"/>
                  </a:lnTo>
                  <a:lnTo>
                    <a:pt x="9074" y="284"/>
                  </a:lnTo>
                  <a:lnTo>
                    <a:pt x="9153" y="335"/>
                  </a:lnTo>
                  <a:lnTo>
                    <a:pt x="9230" y="390"/>
                  </a:lnTo>
                  <a:lnTo>
                    <a:pt x="9304" y="448"/>
                  </a:lnTo>
                  <a:lnTo>
                    <a:pt x="9374" y="510"/>
                  </a:lnTo>
                  <a:lnTo>
                    <a:pt x="9442" y="575"/>
                  </a:lnTo>
                  <a:lnTo>
                    <a:pt x="9506" y="642"/>
                  </a:lnTo>
                  <a:lnTo>
                    <a:pt x="9568" y="713"/>
                  </a:lnTo>
                  <a:lnTo>
                    <a:pt x="9626" y="787"/>
                  </a:lnTo>
                  <a:lnTo>
                    <a:pt x="9681" y="864"/>
                  </a:lnTo>
                  <a:lnTo>
                    <a:pt x="9731" y="944"/>
                  </a:lnTo>
                  <a:lnTo>
                    <a:pt x="9778" y="1025"/>
                  </a:lnTo>
                  <a:lnTo>
                    <a:pt x="9822" y="1110"/>
                  </a:lnTo>
                  <a:lnTo>
                    <a:pt x="9860" y="1196"/>
                  </a:lnTo>
                  <a:lnTo>
                    <a:pt x="9895" y="1285"/>
                  </a:lnTo>
                  <a:lnTo>
                    <a:pt x="9927" y="1376"/>
                  </a:lnTo>
                  <a:lnTo>
                    <a:pt x="9953" y="1468"/>
                  </a:lnTo>
                  <a:lnTo>
                    <a:pt x="9974" y="1563"/>
                  </a:lnTo>
                  <a:lnTo>
                    <a:pt x="9992" y="1659"/>
                  </a:lnTo>
                  <a:lnTo>
                    <a:pt x="10004" y="1756"/>
                  </a:lnTo>
                  <a:lnTo>
                    <a:pt x="10011" y="1856"/>
                  </a:lnTo>
                  <a:lnTo>
                    <a:pt x="10014" y="1956"/>
                  </a:lnTo>
                  <a:lnTo>
                    <a:pt x="10014" y="6138"/>
                  </a:lnTo>
                  <a:lnTo>
                    <a:pt x="14182" y="6138"/>
                  </a:lnTo>
                  <a:lnTo>
                    <a:pt x="14282" y="6141"/>
                  </a:lnTo>
                  <a:lnTo>
                    <a:pt x="14381" y="6148"/>
                  </a:lnTo>
                  <a:lnTo>
                    <a:pt x="14478" y="6161"/>
                  </a:lnTo>
                  <a:lnTo>
                    <a:pt x="14573" y="6179"/>
                  </a:lnTo>
                  <a:lnTo>
                    <a:pt x="14668" y="6200"/>
                  </a:lnTo>
                  <a:lnTo>
                    <a:pt x="14760" y="6226"/>
                  </a:lnTo>
                  <a:lnTo>
                    <a:pt x="14851" y="6258"/>
                  </a:lnTo>
                  <a:lnTo>
                    <a:pt x="14939" y="6293"/>
                  </a:lnTo>
                  <a:lnTo>
                    <a:pt x="15025" y="6332"/>
                  </a:lnTo>
                  <a:lnTo>
                    <a:pt x="15110" y="6375"/>
                  </a:lnTo>
                  <a:lnTo>
                    <a:pt x="15190" y="6423"/>
                  </a:lnTo>
                  <a:lnTo>
                    <a:pt x="15270" y="6473"/>
                  </a:lnTo>
                  <a:lnTo>
                    <a:pt x="15347" y="6528"/>
                  </a:lnTo>
                  <a:lnTo>
                    <a:pt x="15420" y="6586"/>
                  </a:lnTo>
                  <a:lnTo>
                    <a:pt x="15491" y="6648"/>
                  </a:lnTo>
                  <a:lnTo>
                    <a:pt x="15558" y="6713"/>
                  </a:lnTo>
                  <a:lnTo>
                    <a:pt x="15623" y="6781"/>
                  </a:lnTo>
                  <a:lnTo>
                    <a:pt x="15684" y="6852"/>
                  </a:lnTo>
                  <a:lnTo>
                    <a:pt x="15743" y="6925"/>
                  </a:lnTo>
                  <a:lnTo>
                    <a:pt x="15797" y="7002"/>
                  </a:lnTo>
                  <a:lnTo>
                    <a:pt x="15848" y="7082"/>
                  </a:lnTo>
                  <a:lnTo>
                    <a:pt x="15895" y="7164"/>
                  </a:lnTo>
                  <a:lnTo>
                    <a:pt x="15938" y="7248"/>
                  </a:lnTo>
                  <a:lnTo>
                    <a:pt x="15978" y="7334"/>
                  </a:lnTo>
                  <a:lnTo>
                    <a:pt x="16012" y="7423"/>
                  </a:lnTo>
                  <a:lnTo>
                    <a:pt x="16043" y="7514"/>
                  </a:lnTo>
                  <a:lnTo>
                    <a:pt x="16070" y="7606"/>
                  </a:lnTo>
                  <a:lnTo>
                    <a:pt x="16092" y="7701"/>
                  </a:lnTo>
                  <a:lnTo>
                    <a:pt x="16109" y="7798"/>
                  </a:lnTo>
                  <a:lnTo>
                    <a:pt x="16121" y="7895"/>
                  </a:lnTo>
                  <a:lnTo>
                    <a:pt x="16128" y="7994"/>
                  </a:lnTo>
                  <a:lnTo>
                    <a:pt x="16131" y="8094"/>
                  </a:lnTo>
                  <a:lnTo>
                    <a:pt x="16128" y="8194"/>
                  </a:lnTo>
                  <a:lnTo>
                    <a:pt x="16121" y="8293"/>
                  </a:lnTo>
                  <a:lnTo>
                    <a:pt x="16109" y="8390"/>
                  </a:lnTo>
                  <a:lnTo>
                    <a:pt x="16092" y="8487"/>
                  </a:lnTo>
                  <a:lnTo>
                    <a:pt x="16070" y="8582"/>
                  </a:lnTo>
                  <a:lnTo>
                    <a:pt x="16043" y="8674"/>
                  </a:lnTo>
                  <a:lnTo>
                    <a:pt x="16012" y="8765"/>
                  </a:lnTo>
                  <a:lnTo>
                    <a:pt x="15978" y="8854"/>
                  </a:lnTo>
                  <a:lnTo>
                    <a:pt x="15938" y="8940"/>
                  </a:lnTo>
                  <a:lnTo>
                    <a:pt x="15895" y="9024"/>
                  </a:lnTo>
                  <a:lnTo>
                    <a:pt x="15848" y="9106"/>
                  </a:lnTo>
                  <a:lnTo>
                    <a:pt x="15797" y="9186"/>
                  </a:lnTo>
                  <a:lnTo>
                    <a:pt x="15743" y="9263"/>
                  </a:lnTo>
                  <a:lnTo>
                    <a:pt x="15684" y="9336"/>
                  </a:lnTo>
                  <a:lnTo>
                    <a:pt x="15623" y="9407"/>
                  </a:lnTo>
                  <a:lnTo>
                    <a:pt x="15558" y="9475"/>
                  </a:lnTo>
                  <a:lnTo>
                    <a:pt x="15491" y="9540"/>
                  </a:lnTo>
                  <a:lnTo>
                    <a:pt x="15420" y="9602"/>
                  </a:lnTo>
                  <a:lnTo>
                    <a:pt x="15347" y="9660"/>
                  </a:lnTo>
                  <a:lnTo>
                    <a:pt x="15270" y="9715"/>
                  </a:lnTo>
                  <a:lnTo>
                    <a:pt x="15190" y="9765"/>
                  </a:lnTo>
                  <a:lnTo>
                    <a:pt x="15110" y="9813"/>
                  </a:lnTo>
                  <a:lnTo>
                    <a:pt x="15025" y="9856"/>
                  </a:lnTo>
                  <a:lnTo>
                    <a:pt x="14939" y="9895"/>
                  </a:lnTo>
                  <a:lnTo>
                    <a:pt x="14851" y="9930"/>
                  </a:lnTo>
                  <a:lnTo>
                    <a:pt x="14760" y="9962"/>
                  </a:lnTo>
                  <a:lnTo>
                    <a:pt x="14668" y="9988"/>
                  </a:lnTo>
                  <a:lnTo>
                    <a:pt x="14573" y="10009"/>
                  </a:lnTo>
                  <a:lnTo>
                    <a:pt x="14478" y="10027"/>
                  </a:lnTo>
                  <a:lnTo>
                    <a:pt x="14381" y="10040"/>
                  </a:lnTo>
                  <a:lnTo>
                    <a:pt x="14282" y="10047"/>
                  </a:lnTo>
                  <a:lnTo>
                    <a:pt x="14182" y="10050"/>
                  </a:lnTo>
                  <a:lnTo>
                    <a:pt x="10014" y="10050"/>
                  </a:lnTo>
                  <a:lnTo>
                    <a:pt x="10014" y="14232"/>
                  </a:lnTo>
                  <a:lnTo>
                    <a:pt x="10011" y="14332"/>
                  </a:lnTo>
                  <a:lnTo>
                    <a:pt x="10004" y="14432"/>
                  </a:lnTo>
                  <a:lnTo>
                    <a:pt x="9992" y="14529"/>
                  </a:lnTo>
                  <a:lnTo>
                    <a:pt x="9974" y="14625"/>
                  </a:lnTo>
                  <a:lnTo>
                    <a:pt x="9953" y="14720"/>
                  </a:lnTo>
                  <a:lnTo>
                    <a:pt x="9927" y="14812"/>
                  </a:lnTo>
                  <a:lnTo>
                    <a:pt x="9895" y="14903"/>
                  </a:lnTo>
                  <a:lnTo>
                    <a:pt x="9860" y="14992"/>
                  </a:lnTo>
                  <a:lnTo>
                    <a:pt x="9822" y="15078"/>
                  </a:lnTo>
                  <a:lnTo>
                    <a:pt x="9778" y="15163"/>
                  </a:lnTo>
                  <a:lnTo>
                    <a:pt x="9731" y="15244"/>
                  </a:lnTo>
                  <a:lnTo>
                    <a:pt x="9681" y="15324"/>
                  </a:lnTo>
                  <a:lnTo>
                    <a:pt x="9626" y="15401"/>
                  </a:lnTo>
                  <a:lnTo>
                    <a:pt x="9568" y="15475"/>
                  </a:lnTo>
                  <a:lnTo>
                    <a:pt x="9506" y="15546"/>
                  </a:lnTo>
                  <a:lnTo>
                    <a:pt x="9442" y="15613"/>
                  </a:lnTo>
                  <a:lnTo>
                    <a:pt x="9374" y="15678"/>
                  </a:lnTo>
                  <a:lnTo>
                    <a:pt x="9304" y="15740"/>
                  </a:lnTo>
                  <a:lnTo>
                    <a:pt x="9230" y="15798"/>
                  </a:lnTo>
                  <a:lnTo>
                    <a:pt x="9153" y="15853"/>
                  </a:lnTo>
                  <a:lnTo>
                    <a:pt x="9074" y="15904"/>
                  </a:lnTo>
                  <a:lnTo>
                    <a:pt x="8992" y="15951"/>
                  </a:lnTo>
                  <a:lnTo>
                    <a:pt x="8908" y="15995"/>
                  </a:lnTo>
                  <a:lnTo>
                    <a:pt x="8823" y="16034"/>
                  </a:lnTo>
                  <a:lnTo>
                    <a:pt x="8734" y="16069"/>
                  </a:lnTo>
                  <a:lnTo>
                    <a:pt x="8643" y="16100"/>
                  </a:lnTo>
                  <a:lnTo>
                    <a:pt x="8551" y="16126"/>
                  </a:lnTo>
                  <a:lnTo>
                    <a:pt x="8457" y="16149"/>
                  </a:lnTo>
                  <a:lnTo>
                    <a:pt x="8361" y="16166"/>
                  </a:lnTo>
                  <a:lnTo>
                    <a:pt x="8264" y="16178"/>
                  </a:lnTo>
                  <a:lnTo>
                    <a:pt x="8165" y="16185"/>
                  </a:lnTo>
                  <a:lnTo>
                    <a:pt x="8066" y="16188"/>
                  </a:lnTo>
                  <a:lnTo>
                    <a:pt x="7966" y="16185"/>
                  </a:lnTo>
                  <a:lnTo>
                    <a:pt x="7867" y="16178"/>
                  </a:lnTo>
                  <a:lnTo>
                    <a:pt x="7770" y="16166"/>
                  </a:lnTo>
                  <a:lnTo>
                    <a:pt x="7674" y="16149"/>
                  </a:lnTo>
                  <a:lnTo>
                    <a:pt x="7580" y="16126"/>
                  </a:lnTo>
                  <a:lnTo>
                    <a:pt x="7488" y="16100"/>
                  </a:lnTo>
                  <a:lnTo>
                    <a:pt x="7397" y="16069"/>
                  </a:lnTo>
                  <a:lnTo>
                    <a:pt x="7308" y="16034"/>
                  </a:lnTo>
                  <a:lnTo>
                    <a:pt x="7223" y="15995"/>
                  </a:lnTo>
                  <a:lnTo>
                    <a:pt x="7139" y="15951"/>
                  </a:lnTo>
                  <a:lnTo>
                    <a:pt x="7057" y="15904"/>
                  </a:lnTo>
                  <a:lnTo>
                    <a:pt x="6978" y="15853"/>
                  </a:lnTo>
                  <a:lnTo>
                    <a:pt x="6901" y="15798"/>
                  </a:lnTo>
                  <a:lnTo>
                    <a:pt x="6827" y="15740"/>
                  </a:lnTo>
                  <a:lnTo>
                    <a:pt x="6757" y="15678"/>
                  </a:lnTo>
                  <a:lnTo>
                    <a:pt x="6689" y="15613"/>
                  </a:lnTo>
                  <a:lnTo>
                    <a:pt x="6625" y="15546"/>
                  </a:lnTo>
                  <a:lnTo>
                    <a:pt x="6563" y="15475"/>
                  </a:lnTo>
                  <a:lnTo>
                    <a:pt x="6505" y="15401"/>
                  </a:lnTo>
                  <a:lnTo>
                    <a:pt x="6450" y="15324"/>
                  </a:lnTo>
                  <a:lnTo>
                    <a:pt x="6400" y="15244"/>
                  </a:lnTo>
                  <a:lnTo>
                    <a:pt x="6353" y="15163"/>
                  </a:lnTo>
                  <a:lnTo>
                    <a:pt x="6309" y="15078"/>
                  </a:lnTo>
                  <a:lnTo>
                    <a:pt x="6271" y="14992"/>
                  </a:lnTo>
                  <a:lnTo>
                    <a:pt x="6236" y="14903"/>
                  </a:lnTo>
                  <a:lnTo>
                    <a:pt x="6204" y="14812"/>
                  </a:lnTo>
                  <a:lnTo>
                    <a:pt x="6178" y="14720"/>
                  </a:lnTo>
                  <a:lnTo>
                    <a:pt x="6157" y="14625"/>
                  </a:lnTo>
                  <a:lnTo>
                    <a:pt x="6139" y="14529"/>
                  </a:lnTo>
                  <a:lnTo>
                    <a:pt x="6127" y="14432"/>
                  </a:lnTo>
                  <a:lnTo>
                    <a:pt x="6120" y="14332"/>
                  </a:lnTo>
                  <a:lnTo>
                    <a:pt x="6117" y="14232"/>
                  </a:lnTo>
                  <a:lnTo>
                    <a:pt x="6117" y="10050"/>
                  </a:lnTo>
                  <a:lnTo>
                    <a:pt x="1949" y="10050"/>
                  </a:lnTo>
                  <a:lnTo>
                    <a:pt x="1849" y="10047"/>
                  </a:lnTo>
                  <a:lnTo>
                    <a:pt x="1750" y="10040"/>
                  </a:lnTo>
                  <a:lnTo>
                    <a:pt x="1653" y="10027"/>
                  </a:lnTo>
                  <a:lnTo>
                    <a:pt x="1558" y="10009"/>
                  </a:lnTo>
                  <a:lnTo>
                    <a:pt x="1463" y="9988"/>
                  </a:lnTo>
                  <a:lnTo>
                    <a:pt x="1371" y="9962"/>
                  </a:lnTo>
                  <a:lnTo>
                    <a:pt x="1280" y="9930"/>
                  </a:lnTo>
                  <a:lnTo>
                    <a:pt x="1192" y="9895"/>
                  </a:lnTo>
                  <a:lnTo>
                    <a:pt x="1106" y="9856"/>
                  </a:lnTo>
                  <a:lnTo>
                    <a:pt x="1021" y="9813"/>
                  </a:lnTo>
                  <a:lnTo>
                    <a:pt x="941" y="9765"/>
                  </a:lnTo>
                  <a:lnTo>
                    <a:pt x="861" y="9715"/>
                  </a:lnTo>
                  <a:lnTo>
                    <a:pt x="784" y="9660"/>
                  </a:lnTo>
                  <a:lnTo>
                    <a:pt x="711" y="9602"/>
                  </a:lnTo>
                  <a:lnTo>
                    <a:pt x="640" y="9540"/>
                  </a:lnTo>
                  <a:lnTo>
                    <a:pt x="573" y="9475"/>
                  </a:lnTo>
                  <a:lnTo>
                    <a:pt x="508" y="9407"/>
                  </a:lnTo>
                  <a:lnTo>
                    <a:pt x="447" y="9336"/>
                  </a:lnTo>
                  <a:lnTo>
                    <a:pt x="388" y="9263"/>
                  </a:lnTo>
                  <a:lnTo>
                    <a:pt x="334" y="9186"/>
                  </a:lnTo>
                  <a:lnTo>
                    <a:pt x="283" y="9106"/>
                  </a:lnTo>
                  <a:lnTo>
                    <a:pt x="236" y="9024"/>
                  </a:lnTo>
                  <a:lnTo>
                    <a:pt x="193" y="8940"/>
                  </a:lnTo>
                  <a:lnTo>
                    <a:pt x="153" y="8854"/>
                  </a:lnTo>
                  <a:lnTo>
                    <a:pt x="119" y="8765"/>
                  </a:lnTo>
                  <a:lnTo>
                    <a:pt x="88" y="8674"/>
                  </a:lnTo>
                  <a:lnTo>
                    <a:pt x="61" y="8582"/>
                  </a:lnTo>
                  <a:lnTo>
                    <a:pt x="39" y="8487"/>
                  </a:lnTo>
                  <a:lnTo>
                    <a:pt x="22" y="8390"/>
                  </a:lnTo>
                  <a:lnTo>
                    <a:pt x="10" y="8293"/>
                  </a:lnTo>
                  <a:lnTo>
                    <a:pt x="3" y="8194"/>
                  </a:lnTo>
                  <a:lnTo>
                    <a:pt x="0" y="8094"/>
                  </a:lnTo>
                  <a:lnTo>
                    <a:pt x="3" y="7994"/>
                  </a:lnTo>
                  <a:lnTo>
                    <a:pt x="10" y="7895"/>
                  </a:lnTo>
                  <a:lnTo>
                    <a:pt x="22" y="7798"/>
                  </a:lnTo>
                  <a:lnTo>
                    <a:pt x="39" y="7701"/>
                  </a:lnTo>
                  <a:lnTo>
                    <a:pt x="61" y="7606"/>
                  </a:lnTo>
                  <a:lnTo>
                    <a:pt x="88" y="7514"/>
                  </a:lnTo>
                  <a:lnTo>
                    <a:pt x="119" y="7423"/>
                  </a:lnTo>
                  <a:lnTo>
                    <a:pt x="153" y="7334"/>
                  </a:lnTo>
                  <a:lnTo>
                    <a:pt x="193" y="7248"/>
                  </a:lnTo>
                  <a:lnTo>
                    <a:pt x="236" y="7164"/>
                  </a:lnTo>
                  <a:lnTo>
                    <a:pt x="283" y="7082"/>
                  </a:lnTo>
                  <a:lnTo>
                    <a:pt x="334" y="7002"/>
                  </a:lnTo>
                  <a:lnTo>
                    <a:pt x="388" y="6925"/>
                  </a:lnTo>
                  <a:lnTo>
                    <a:pt x="447" y="6852"/>
                  </a:lnTo>
                  <a:lnTo>
                    <a:pt x="508" y="6781"/>
                  </a:lnTo>
                  <a:lnTo>
                    <a:pt x="573" y="6713"/>
                  </a:lnTo>
                  <a:lnTo>
                    <a:pt x="640" y="6648"/>
                  </a:lnTo>
                  <a:lnTo>
                    <a:pt x="711" y="6586"/>
                  </a:lnTo>
                  <a:lnTo>
                    <a:pt x="784" y="6528"/>
                  </a:lnTo>
                  <a:lnTo>
                    <a:pt x="861" y="6473"/>
                  </a:lnTo>
                  <a:lnTo>
                    <a:pt x="941" y="6423"/>
                  </a:lnTo>
                  <a:lnTo>
                    <a:pt x="1021" y="6375"/>
                  </a:lnTo>
                  <a:lnTo>
                    <a:pt x="1106" y="6332"/>
                  </a:lnTo>
                  <a:lnTo>
                    <a:pt x="1192" y="6293"/>
                  </a:lnTo>
                  <a:lnTo>
                    <a:pt x="1280" y="6258"/>
                  </a:lnTo>
                  <a:lnTo>
                    <a:pt x="1371" y="6226"/>
                  </a:lnTo>
                  <a:lnTo>
                    <a:pt x="1463" y="6200"/>
                  </a:lnTo>
                  <a:lnTo>
                    <a:pt x="1558" y="6179"/>
                  </a:lnTo>
                  <a:lnTo>
                    <a:pt x="1653" y="6161"/>
                  </a:lnTo>
                  <a:lnTo>
                    <a:pt x="1750" y="6148"/>
                  </a:lnTo>
                  <a:lnTo>
                    <a:pt x="1849" y="6141"/>
                  </a:lnTo>
                  <a:lnTo>
                    <a:pt x="1949" y="6138"/>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cxnSp>
        <p:nvCxnSpPr>
          <p:cNvPr id="64" name="直接连接符 63"/>
          <p:cNvCxnSpPr>
            <a:cxnSpLocks noChangeAspect="1"/>
          </p:cNvCxnSpPr>
          <p:nvPr/>
        </p:nvCxnSpPr>
        <p:spPr>
          <a:xfrm flipH="1">
            <a:off x="2073030" y="3728141"/>
            <a:ext cx="4022970" cy="0"/>
          </a:xfrm>
          <a:prstGeom prst="line">
            <a:avLst/>
          </a:prstGeom>
          <a:noFill/>
          <a:ln w="19050" cap="rnd" cmpd="sng" algn="ctr">
            <a:solidFill>
              <a:srgbClr val="17406D"/>
            </a:solidFill>
            <a:prstDash val="sysDash"/>
            <a:miter lim="800000"/>
          </a:ln>
          <a:effectLst/>
        </p:spPr>
      </p:cxnSp>
      <p:grpSp>
        <p:nvGrpSpPr>
          <p:cNvPr id="65" name="组合 64"/>
          <p:cNvGrpSpPr>
            <a:grpSpLocks noChangeAspect="1"/>
          </p:cNvGrpSpPr>
          <p:nvPr/>
        </p:nvGrpSpPr>
        <p:grpSpPr>
          <a:xfrm flipH="1">
            <a:off x="5880001" y="3534015"/>
            <a:ext cx="432000" cy="432000"/>
            <a:chOff x="5879999" y="3608670"/>
            <a:chExt cx="432000" cy="432000"/>
          </a:xfrm>
        </p:grpSpPr>
        <p:sp>
          <p:nvSpPr>
            <p:cNvPr id="66" name="椭圆 65"/>
            <p:cNvSpPr>
              <a:spLocks noChangeAspect="1"/>
            </p:cNvSpPr>
            <p:nvPr/>
          </p:nvSpPr>
          <p:spPr>
            <a:xfrm>
              <a:off x="5879999" y="3608670"/>
              <a:ext cx="432000" cy="432000"/>
            </a:xfrm>
            <a:prstGeom prst="ellipse">
              <a:avLst/>
            </a:prstGeom>
            <a:gradFill flip="none" rotWithShape="1">
              <a:gsLst>
                <a:gs pos="0">
                  <a:srgbClr val="17406D"/>
                </a:gs>
                <a:gs pos="100000">
                  <a:srgbClr val="17406D">
                    <a:lumMod val="50000"/>
                  </a:srgbClr>
                </a:gs>
              </a:gsLst>
              <a:lin ang="13500000" scaled="1"/>
              <a:tileRect/>
            </a:gradFill>
            <a:ln w="1905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67" name="Freeform 5"/>
            <p:cNvSpPr>
              <a:spLocks noChangeAspect="1"/>
            </p:cNvSpPr>
            <p:nvPr/>
          </p:nvSpPr>
          <p:spPr bwMode="auto">
            <a:xfrm>
              <a:off x="5954788" y="3682960"/>
              <a:ext cx="282422" cy="283421"/>
            </a:xfrm>
            <a:custGeom>
              <a:avLst/>
              <a:gdLst>
                <a:gd name="T0" fmla="*/ 6127 w 16131"/>
                <a:gd name="T1" fmla="*/ 1756 h 16188"/>
                <a:gd name="T2" fmla="*/ 6236 w 16131"/>
                <a:gd name="T3" fmla="*/ 1285 h 16188"/>
                <a:gd name="T4" fmla="*/ 6450 w 16131"/>
                <a:gd name="T5" fmla="*/ 864 h 16188"/>
                <a:gd name="T6" fmla="*/ 6757 w 16131"/>
                <a:gd name="T7" fmla="*/ 510 h 16188"/>
                <a:gd name="T8" fmla="*/ 7139 w 16131"/>
                <a:gd name="T9" fmla="*/ 237 h 16188"/>
                <a:gd name="T10" fmla="*/ 7580 w 16131"/>
                <a:gd name="T11" fmla="*/ 62 h 16188"/>
                <a:gd name="T12" fmla="*/ 8066 w 16131"/>
                <a:gd name="T13" fmla="*/ 0 h 16188"/>
                <a:gd name="T14" fmla="*/ 8551 w 16131"/>
                <a:gd name="T15" fmla="*/ 62 h 16188"/>
                <a:gd name="T16" fmla="*/ 8992 w 16131"/>
                <a:gd name="T17" fmla="*/ 237 h 16188"/>
                <a:gd name="T18" fmla="*/ 9374 w 16131"/>
                <a:gd name="T19" fmla="*/ 510 h 16188"/>
                <a:gd name="T20" fmla="*/ 9681 w 16131"/>
                <a:gd name="T21" fmla="*/ 864 h 16188"/>
                <a:gd name="T22" fmla="*/ 9895 w 16131"/>
                <a:gd name="T23" fmla="*/ 1285 h 16188"/>
                <a:gd name="T24" fmla="*/ 10004 w 16131"/>
                <a:gd name="T25" fmla="*/ 1756 h 16188"/>
                <a:gd name="T26" fmla="*/ 14282 w 16131"/>
                <a:gd name="T27" fmla="*/ 6141 h 16188"/>
                <a:gd name="T28" fmla="*/ 14760 w 16131"/>
                <a:gd name="T29" fmla="*/ 6226 h 16188"/>
                <a:gd name="T30" fmla="*/ 15190 w 16131"/>
                <a:gd name="T31" fmla="*/ 6423 h 16188"/>
                <a:gd name="T32" fmla="*/ 15558 w 16131"/>
                <a:gd name="T33" fmla="*/ 6713 h 16188"/>
                <a:gd name="T34" fmla="*/ 15848 w 16131"/>
                <a:gd name="T35" fmla="*/ 7082 h 16188"/>
                <a:gd name="T36" fmla="*/ 16043 w 16131"/>
                <a:gd name="T37" fmla="*/ 7514 h 16188"/>
                <a:gd name="T38" fmla="*/ 16128 w 16131"/>
                <a:gd name="T39" fmla="*/ 7994 h 16188"/>
                <a:gd name="T40" fmla="*/ 16092 w 16131"/>
                <a:gd name="T41" fmla="*/ 8487 h 16188"/>
                <a:gd name="T42" fmla="*/ 15938 w 16131"/>
                <a:gd name="T43" fmla="*/ 8940 h 16188"/>
                <a:gd name="T44" fmla="*/ 15684 w 16131"/>
                <a:gd name="T45" fmla="*/ 9336 h 16188"/>
                <a:gd name="T46" fmla="*/ 15347 w 16131"/>
                <a:gd name="T47" fmla="*/ 9660 h 16188"/>
                <a:gd name="T48" fmla="*/ 14939 w 16131"/>
                <a:gd name="T49" fmla="*/ 9895 h 16188"/>
                <a:gd name="T50" fmla="*/ 14478 w 16131"/>
                <a:gd name="T51" fmla="*/ 10027 h 16188"/>
                <a:gd name="T52" fmla="*/ 10014 w 16131"/>
                <a:gd name="T53" fmla="*/ 14232 h 16188"/>
                <a:gd name="T54" fmla="*/ 9953 w 16131"/>
                <a:gd name="T55" fmla="*/ 14720 h 16188"/>
                <a:gd name="T56" fmla="*/ 9778 w 16131"/>
                <a:gd name="T57" fmla="*/ 15163 h 16188"/>
                <a:gd name="T58" fmla="*/ 9506 w 16131"/>
                <a:gd name="T59" fmla="*/ 15546 h 16188"/>
                <a:gd name="T60" fmla="*/ 9153 w 16131"/>
                <a:gd name="T61" fmla="*/ 15853 h 16188"/>
                <a:gd name="T62" fmla="*/ 8734 w 16131"/>
                <a:gd name="T63" fmla="*/ 16069 h 16188"/>
                <a:gd name="T64" fmla="*/ 8264 w 16131"/>
                <a:gd name="T65" fmla="*/ 16178 h 16188"/>
                <a:gd name="T66" fmla="*/ 7770 w 16131"/>
                <a:gd name="T67" fmla="*/ 16166 h 16188"/>
                <a:gd name="T68" fmla="*/ 7308 w 16131"/>
                <a:gd name="T69" fmla="*/ 16034 h 16188"/>
                <a:gd name="T70" fmla="*/ 6901 w 16131"/>
                <a:gd name="T71" fmla="*/ 15798 h 16188"/>
                <a:gd name="T72" fmla="*/ 6563 w 16131"/>
                <a:gd name="T73" fmla="*/ 15475 h 16188"/>
                <a:gd name="T74" fmla="*/ 6309 w 16131"/>
                <a:gd name="T75" fmla="*/ 15078 h 16188"/>
                <a:gd name="T76" fmla="*/ 6157 w 16131"/>
                <a:gd name="T77" fmla="*/ 14625 h 16188"/>
                <a:gd name="T78" fmla="*/ 6117 w 16131"/>
                <a:gd name="T79" fmla="*/ 10050 h 16188"/>
                <a:gd name="T80" fmla="*/ 1558 w 16131"/>
                <a:gd name="T81" fmla="*/ 10009 h 16188"/>
                <a:gd name="T82" fmla="*/ 1106 w 16131"/>
                <a:gd name="T83" fmla="*/ 9856 h 16188"/>
                <a:gd name="T84" fmla="*/ 711 w 16131"/>
                <a:gd name="T85" fmla="*/ 9602 h 16188"/>
                <a:gd name="T86" fmla="*/ 388 w 16131"/>
                <a:gd name="T87" fmla="*/ 9263 h 16188"/>
                <a:gd name="T88" fmla="*/ 153 w 16131"/>
                <a:gd name="T89" fmla="*/ 8854 h 16188"/>
                <a:gd name="T90" fmla="*/ 22 w 16131"/>
                <a:gd name="T91" fmla="*/ 8390 h 16188"/>
                <a:gd name="T92" fmla="*/ 10 w 16131"/>
                <a:gd name="T93" fmla="*/ 7895 h 16188"/>
                <a:gd name="T94" fmla="*/ 119 w 16131"/>
                <a:gd name="T95" fmla="*/ 7423 h 16188"/>
                <a:gd name="T96" fmla="*/ 334 w 16131"/>
                <a:gd name="T97" fmla="*/ 7002 h 16188"/>
                <a:gd name="T98" fmla="*/ 640 w 16131"/>
                <a:gd name="T99" fmla="*/ 6648 h 16188"/>
                <a:gd name="T100" fmla="*/ 1021 w 16131"/>
                <a:gd name="T101" fmla="*/ 6375 h 16188"/>
                <a:gd name="T102" fmla="*/ 1463 w 16131"/>
                <a:gd name="T103" fmla="*/ 6200 h 16188"/>
                <a:gd name="T104" fmla="*/ 1949 w 16131"/>
                <a:gd name="T105" fmla="*/ 6138 h 16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131" h="16188">
                  <a:moveTo>
                    <a:pt x="1949" y="6138"/>
                  </a:moveTo>
                  <a:lnTo>
                    <a:pt x="6117" y="6138"/>
                  </a:lnTo>
                  <a:lnTo>
                    <a:pt x="6117" y="1956"/>
                  </a:lnTo>
                  <a:lnTo>
                    <a:pt x="6120" y="1856"/>
                  </a:lnTo>
                  <a:lnTo>
                    <a:pt x="6127" y="1756"/>
                  </a:lnTo>
                  <a:lnTo>
                    <a:pt x="6139" y="1659"/>
                  </a:lnTo>
                  <a:lnTo>
                    <a:pt x="6157" y="1563"/>
                  </a:lnTo>
                  <a:lnTo>
                    <a:pt x="6178" y="1468"/>
                  </a:lnTo>
                  <a:lnTo>
                    <a:pt x="6204" y="1376"/>
                  </a:lnTo>
                  <a:lnTo>
                    <a:pt x="6236" y="1285"/>
                  </a:lnTo>
                  <a:lnTo>
                    <a:pt x="6271" y="1196"/>
                  </a:lnTo>
                  <a:lnTo>
                    <a:pt x="6309" y="1110"/>
                  </a:lnTo>
                  <a:lnTo>
                    <a:pt x="6353" y="1025"/>
                  </a:lnTo>
                  <a:lnTo>
                    <a:pt x="6400" y="944"/>
                  </a:lnTo>
                  <a:lnTo>
                    <a:pt x="6450" y="864"/>
                  </a:lnTo>
                  <a:lnTo>
                    <a:pt x="6505" y="787"/>
                  </a:lnTo>
                  <a:lnTo>
                    <a:pt x="6563" y="713"/>
                  </a:lnTo>
                  <a:lnTo>
                    <a:pt x="6625" y="642"/>
                  </a:lnTo>
                  <a:lnTo>
                    <a:pt x="6689" y="575"/>
                  </a:lnTo>
                  <a:lnTo>
                    <a:pt x="6757" y="510"/>
                  </a:lnTo>
                  <a:lnTo>
                    <a:pt x="6827" y="448"/>
                  </a:lnTo>
                  <a:lnTo>
                    <a:pt x="6901" y="390"/>
                  </a:lnTo>
                  <a:lnTo>
                    <a:pt x="6978" y="335"/>
                  </a:lnTo>
                  <a:lnTo>
                    <a:pt x="7057" y="284"/>
                  </a:lnTo>
                  <a:lnTo>
                    <a:pt x="7139" y="237"/>
                  </a:lnTo>
                  <a:lnTo>
                    <a:pt x="7223" y="193"/>
                  </a:lnTo>
                  <a:lnTo>
                    <a:pt x="7308" y="154"/>
                  </a:lnTo>
                  <a:lnTo>
                    <a:pt x="7397" y="119"/>
                  </a:lnTo>
                  <a:lnTo>
                    <a:pt x="7488" y="88"/>
                  </a:lnTo>
                  <a:lnTo>
                    <a:pt x="7580" y="62"/>
                  </a:lnTo>
                  <a:lnTo>
                    <a:pt x="7674" y="39"/>
                  </a:lnTo>
                  <a:lnTo>
                    <a:pt x="7770" y="22"/>
                  </a:lnTo>
                  <a:lnTo>
                    <a:pt x="7867" y="10"/>
                  </a:lnTo>
                  <a:lnTo>
                    <a:pt x="7966" y="3"/>
                  </a:lnTo>
                  <a:lnTo>
                    <a:pt x="8066" y="0"/>
                  </a:lnTo>
                  <a:lnTo>
                    <a:pt x="8165" y="3"/>
                  </a:lnTo>
                  <a:lnTo>
                    <a:pt x="8264" y="10"/>
                  </a:lnTo>
                  <a:lnTo>
                    <a:pt x="8361" y="22"/>
                  </a:lnTo>
                  <a:lnTo>
                    <a:pt x="8457" y="39"/>
                  </a:lnTo>
                  <a:lnTo>
                    <a:pt x="8551" y="62"/>
                  </a:lnTo>
                  <a:lnTo>
                    <a:pt x="8643" y="88"/>
                  </a:lnTo>
                  <a:lnTo>
                    <a:pt x="8734" y="119"/>
                  </a:lnTo>
                  <a:lnTo>
                    <a:pt x="8823" y="154"/>
                  </a:lnTo>
                  <a:lnTo>
                    <a:pt x="8908" y="193"/>
                  </a:lnTo>
                  <a:lnTo>
                    <a:pt x="8992" y="237"/>
                  </a:lnTo>
                  <a:lnTo>
                    <a:pt x="9074" y="284"/>
                  </a:lnTo>
                  <a:lnTo>
                    <a:pt x="9153" y="335"/>
                  </a:lnTo>
                  <a:lnTo>
                    <a:pt x="9230" y="390"/>
                  </a:lnTo>
                  <a:lnTo>
                    <a:pt x="9304" y="448"/>
                  </a:lnTo>
                  <a:lnTo>
                    <a:pt x="9374" y="510"/>
                  </a:lnTo>
                  <a:lnTo>
                    <a:pt x="9442" y="575"/>
                  </a:lnTo>
                  <a:lnTo>
                    <a:pt x="9506" y="642"/>
                  </a:lnTo>
                  <a:lnTo>
                    <a:pt x="9568" y="713"/>
                  </a:lnTo>
                  <a:lnTo>
                    <a:pt x="9626" y="787"/>
                  </a:lnTo>
                  <a:lnTo>
                    <a:pt x="9681" y="864"/>
                  </a:lnTo>
                  <a:lnTo>
                    <a:pt x="9731" y="944"/>
                  </a:lnTo>
                  <a:lnTo>
                    <a:pt x="9778" y="1025"/>
                  </a:lnTo>
                  <a:lnTo>
                    <a:pt x="9822" y="1110"/>
                  </a:lnTo>
                  <a:lnTo>
                    <a:pt x="9860" y="1196"/>
                  </a:lnTo>
                  <a:lnTo>
                    <a:pt x="9895" y="1285"/>
                  </a:lnTo>
                  <a:lnTo>
                    <a:pt x="9927" y="1376"/>
                  </a:lnTo>
                  <a:lnTo>
                    <a:pt x="9953" y="1468"/>
                  </a:lnTo>
                  <a:lnTo>
                    <a:pt x="9974" y="1563"/>
                  </a:lnTo>
                  <a:lnTo>
                    <a:pt x="9992" y="1659"/>
                  </a:lnTo>
                  <a:lnTo>
                    <a:pt x="10004" y="1756"/>
                  </a:lnTo>
                  <a:lnTo>
                    <a:pt x="10011" y="1856"/>
                  </a:lnTo>
                  <a:lnTo>
                    <a:pt x="10014" y="1956"/>
                  </a:lnTo>
                  <a:lnTo>
                    <a:pt x="10014" y="6138"/>
                  </a:lnTo>
                  <a:lnTo>
                    <a:pt x="14182" y="6138"/>
                  </a:lnTo>
                  <a:lnTo>
                    <a:pt x="14282" y="6141"/>
                  </a:lnTo>
                  <a:lnTo>
                    <a:pt x="14381" y="6148"/>
                  </a:lnTo>
                  <a:lnTo>
                    <a:pt x="14478" y="6161"/>
                  </a:lnTo>
                  <a:lnTo>
                    <a:pt x="14573" y="6179"/>
                  </a:lnTo>
                  <a:lnTo>
                    <a:pt x="14668" y="6200"/>
                  </a:lnTo>
                  <a:lnTo>
                    <a:pt x="14760" y="6226"/>
                  </a:lnTo>
                  <a:lnTo>
                    <a:pt x="14851" y="6258"/>
                  </a:lnTo>
                  <a:lnTo>
                    <a:pt x="14939" y="6293"/>
                  </a:lnTo>
                  <a:lnTo>
                    <a:pt x="15025" y="6332"/>
                  </a:lnTo>
                  <a:lnTo>
                    <a:pt x="15110" y="6375"/>
                  </a:lnTo>
                  <a:lnTo>
                    <a:pt x="15190" y="6423"/>
                  </a:lnTo>
                  <a:lnTo>
                    <a:pt x="15270" y="6473"/>
                  </a:lnTo>
                  <a:lnTo>
                    <a:pt x="15347" y="6528"/>
                  </a:lnTo>
                  <a:lnTo>
                    <a:pt x="15420" y="6586"/>
                  </a:lnTo>
                  <a:lnTo>
                    <a:pt x="15491" y="6648"/>
                  </a:lnTo>
                  <a:lnTo>
                    <a:pt x="15558" y="6713"/>
                  </a:lnTo>
                  <a:lnTo>
                    <a:pt x="15623" y="6781"/>
                  </a:lnTo>
                  <a:lnTo>
                    <a:pt x="15684" y="6852"/>
                  </a:lnTo>
                  <a:lnTo>
                    <a:pt x="15743" y="6925"/>
                  </a:lnTo>
                  <a:lnTo>
                    <a:pt x="15797" y="7002"/>
                  </a:lnTo>
                  <a:lnTo>
                    <a:pt x="15848" y="7082"/>
                  </a:lnTo>
                  <a:lnTo>
                    <a:pt x="15895" y="7164"/>
                  </a:lnTo>
                  <a:lnTo>
                    <a:pt x="15938" y="7248"/>
                  </a:lnTo>
                  <a:lnTo>
                    <a:pt x="15978" y="7334"/>
                  </a:lnTo>
                  <a:lnTo>
                    <a:pt x="16012" y="7423"/>
                  </a:lnTo>
                  <a:lnTo>
                    <a:pt x="16043" y="7514"/>
                  </a:lnTo>
                  <a:lnTo>
                    <a:pt x="16070" y="7606"/>
                  </a:lnTo>
                  <a:lnTo>
                    <a:pt x="16092" y="7701"/>
                  </a:lnTo>
                  <a:lnTo>
                    <a:pt x="16109" y="7798"/>
                  </a:lnTo>
                  <a:lnTo>
                    <a:pt x="16121" y="7895"/>
                  </a:lnTo>
                  <a:lnTo>
                    <a:pt x="16128" y="7994"/>
                  </a:lnTo>
                  <a:lnTo>
                    <a:pt x="16131" y="8094"/>
                  </a:lnTo>
                  <a:lnTo>
                    <a:pt x="16128" y="8194"/>
                  </a:lnTo>
                  <a:lnTo>
                    <a:pt x="16121" y="8293"/>
                  </a:lnTo>
                  <a:lnTo>
                    <a:pt x="16109" y="8390"/>
                  </a:lnTo>
                  <a:lnTo>
                    <a:pt x="16092" y="8487"/>
                  </a:lnTo>
                  <a:lnTo>
                    <a:pt x="16070" y="8582"/>
                  </a:lnTo>
                  <a:lnTo>
                    <a:pt x="16043" y="8674"/>
                  </a:lnTo>
                  <a:lnTo>
                    <a:pt x="16012" y="8765"/>
                  </a:lnTo>
                  <a:lnTo>
                    <a:pt x="15978" y="8854"/>
                  </a:lnTo>
                  <a:lnTo>
                    <a:pt x="15938" y="8940"/>
                  </a:lnTo>
                  <a:lnTo>
                    <a:pt x="15895" y="9024"/>
                  </a:lnTo>
                  <a:lnTo>
                    <a:pt x="15848" y="9106"/>
                  </a:lnTo>
                  <a:lnTo>
                    <a:pt x="15797" y="9186"/>
                  </a:lnTo>
                  <a:lnTo>
                    <a:pt x="15743" y="9263"/>
                  </a:lnTo>
                  <a:lnTo>
                    <a:pt x="15684" y="9336"/>
                  </a:lnTo>
                  <a:lnTo>
                    <a:pt x="15623" y="9407"/>
                  </a:lnTo>
                  <a:lnTo>
                    <a:pt x="15558" y="9475"/>
                  </a:lnTo>
                  <a:lnTo>
                    <a:pt x="15491" y="9540"/>
                  </a:lnTo>
                  <a:lnTo>
                    <a:pt x="15420" y="9602"/>
                  </a:lnTo>
                  <a:lnTo>
                    <a:pt x="15347" y="9660"/>
                  </a:lnTo>
                  <a:lnTo>
                    <a:pt x="15270" y="9715"/>
                  </a:lnTo>
                  <a:lnTo>
                    <a:pt x="15190" y="9765"/>
                  </a:lnTo>
                  <a:lnTo>
                    <a:pt x="15110" y="9813"/>
                  </a:lnTo>
                  <a:lnTo>
                    <a:pt x="15025" y="9856"/>
                  </a:lnTo>
                  <a:lnTo>
                    <a:pt x="14939" y="9895"/>
                  </a:lnTo>
                  <a:lnTo>
                    <a:pt x="14851" y="9930"/>
                  </a:lnTo>
                  <a:lnTo>
                    <a:pt x="14760" y="9962"/>
                  </a:lnTo>
                  <a:lnTo>
                    <a:pt x="14668" y="9988"/>
                  </a:lnTo>
                  <a:lnTo>
                    <a:pt x="14573" y="10009"/>
                  </a:lnTo>
                  <a:lnTo>
                    <a:pt x="14478" y="10027"/>
                  </a:lnTo>
                  <a:lnTo>
                    <a:pt x="14381" y="10040"/>
                  </a:lnTo>
                  <a:lnTo>
                    <a:pt x="14282" y="10047"/>
                  </a:lnTo>
                  <a:lnTo>
                    <a:pt x="14182" y="10050"/>
                  </a:lnTo>
                  <a:lnTo>
                    <a:pt x="10014" y="10050"/>
                  </a:lnTo>
                  <a:lnTo>
                    <a:pt x="10014" y="14232"/>
                  </a:lnTo>
                  <a:lnTo>
                    <a:pt x="10011" y="14332"/>
                  </a:lnTo>
                  <a:lnTo>
                    <a:pt x="10004" y="14432"/>
                  </a:lnTo>
                  <a:lnTo>
                    <a:pt x="9992" y="14529"/>
                  </a:lnTo>
                  <a:lnTo>
                    <a:pt x="9974" y="14625"/>
                  </a:lnTo>
                  <a:lnTo>
                    <a:pt x="9953" y="14720"/>
                  </a:lnTo>
                  <a:lnTo>
                    <a:pt x="9927" y="14812"/>
                  </a:lnTo>
                  <a:lnTo>
                    <a:pt x="9895" y="14903"/>
                  </a:lnTo>
                  <a:lnTo>
                    <a:pt x="9860" y="14992"/>
                  </a:lnTo>
                  <a:lnTo>
                    <a:pt x="9822" y="15078"/>
                  </a:lnTo>
                  <a:lnTo>
                    <a:pt x="9778" y="15163"/>
                  </a:lnTo>
                  <a:lnTo>
                    <a:pt x="9731" y="15244"/>
                  </a:lnTo>
                  <a:lnTo>
                    <a:pt x="9681" y="15324"/>
                  </a:lnTo>
                  <a:lnTo>
                    <a:pt x="9626" y="15401"/>
                  </a:lnTo>
                  <a:lnTo>
                    <a:pt x="9568" y="15475"/>
                  </a:lnTo>
                  <a:lnTo>
                    <a:pt x="9506" y="15546"/>
                  </a:lnTo>
                  <a:lnTo>
                    <a:pt x="9442" y="15613"/>
                  </a:lnTo>
                  <a:lnTo>
                    <a:pt x="9374" y="15678"/>
                  </a:lnTo>
                  <a:lnTo>
                    <a:pt x="9304" y="15740"/>
                  </a:lnTo>
                  <a:lnTo>
                    <a:pt x="9230" y="15798"/>
                  </a:lnTo>
                  <a:lnTo>
                    <a:pt x="9153" y="15853"/>
                  </a:lnTo>
                  <a:lnTo>
                    <a:pt x="9074" y="15904"/>
                  </a:lnTo>
                  <a:lnTo>
                    <a:pt x="8992" y="15951"/>
                  </a:lnTo>
                  <a:lnTo>
                    <a:pt x="8908" y="15995"/>
                  </a:lnTo>
                  <a:lnTo>
                    <a:pt x="8823" y="16034"/>
                  </a:lnTo>
                  <a:lnTo>
                    <a:pt x="8734" y="16069"/>
                  </a:lnTo>
                  <a:lnTo>
                    <a:pt x="8643" y="16100"/>
                  </a:lnTo>
                  <a:lnTo>
                    <a:pt x="8551" y="16126"/>
                  </a:lnTo>
                  <a:lnTo>
                    <a:pt x="8457" y="16149"/>
                  </a:lnTo>
                  <a:lnTo>
                    <a:pt x="8361" y="16166"/>
                  </a:lnTo>
                  <a:lnTo>
                    <a:pt x="8264" y="16178"/>
                  </a:lnTo>
                  <a:lnTo>
                    <a:pt x="8165" y="16185"/>
                  </a:lnTo>
                  <a:lnTo>
                    <a:pt x="8066" y="16188"/>
                  </a:lnTo>
                  <a:lnTo>
                    <a:pt x="7966" y="16185"/>
                  </a:lnTo>
                  <a:lnTo>
                    <a:pt x="7867" y="16178"/>
                  </a:lnTo>
                  <a:lnTo>
                    <a:pt x="7770" y="16166"/>
                  </a:lnTo>
                  <a:lnTo>
                    <a:pt x="7674" y="16149"/>
                  </a:lnTo>
                  <a:lnTo>
                    <a:pt x="7580" y="16126"/>
                  </a:lnTo>
                  <a:lnTo>
                    <a:pt x="7488" y="16100"/>
                  </a:lnTo>
                  <a:lnTo>
                    <a:pt x="7397" y="16069"/>
                  </a:lnTo>
                  <a:lnTo>
                    <a:pt x="7308" y="16034"/>
                  </a:lnTo>
                  <a:lnTo>
                    <a:pt x="7223" y="15995"/>
                  </a:lnTo>
                  <a:lnTo>
                    <a:pt x="7139" y="15951"/>
                  </a:lnTo>
                  <a:lnTo>
                    <a:pt x="7057" y="15904"/>
                  </a:lnTo>
                  <a:lnTo>
                    <a:pt x="6978" y="15853"/>
                  </a:lnTo>
                  <a:lnTo>
                    <a:pt x="6901" y="15798"/>
                  </a:lnTo>
                  <a:lnTo>
                    <a:pt x="6827" y="15740"/>
                  </a:lnTo>
                  <a:lnTo>
                    <a:pt x="6757" y="15678"/>
                  </a:lnTo>
                  <a:lnTo>
                    <a:pt x="6689" y="15613"/>
                  </a:lnTo>
                  <a:lnTo>
                    <a:pt x="6625" y="15546"/>
                  </a:lnTo>
                  <a:lnTo>
                    <a:pt x="6563" y="15475"/>
                  </a:lnTo>
                  <a:lnTo>
                    <a:pt x="6505" y="15401"/>
                  </a:lnTo>
                  <a:lnTo>
                    <a:pt x="6450" y="15324"/>
                  </a:lnTo>
                  <a:lnTo>
                    <a:pt x="6400" y="15244"/>
                  </a:lnTo>
                  <a:lnTo>
                    <a:pt x="6353" y="15163"/>
                  </a:lnTo>
                  <a:lnTo>
                    <a:pt x="6309" y="15078"/>
                  </a:lnTo>
                  <a:lnTo>
                    <a:pt x="6271" y="14992"/>
                  </a:lnTo>
                  <a:lnTo>
                    <a:pt x="6236" y="14903"/>
                  </a:lnTo>
                  <a:lnTo>
                    <a:pt x="6204" y="14812"/>
                  </a:lnTo>
                  <a:lnTo>
                    <a:pt x="6178" y="14720"/>
                  </a:lnTo>
                  <a:lnTo>
                    <a:pt x="6157" y="14625"/>
                  </a:lnTo>
                  <a:lnTo>
                    <a:pt x="6139" y="14529"/>
                  </a:lnTo>
                  <a:lnTo>
                    <a:pt x="6127" y="14432"/>
                  </a:lnTo>
                  <a:lnTo>
                    <a:pt x="6120" y="14332"/>
                  </a:lnTo>
                  <a:lnTo>
                    <a:pt x="6117" y="14232"/>
                  </a:lnTo>
                  <a:lnTo>
                    <a:pt x="6117" y="10050"/>
                  </a:lnTo>
                  <a:lnTo>
                    <a:pt x="1949" y="10050"/>
                  </a:lnTo>
                  <a:lnTo>
                    <a:pt x="1849" y="10047"/>
                  </a:lnTo>
                  <a:lnTo>
                    <a:pt x="1750" y="10040"/>
                  </a:lnTo>
                  <a:lnTo>
                    <a:pt x="1653" y="10027"/>
                  </a:lnTo>
                  <a:lnTo>
                    <a:pt x="1558" y="10009"/>
                  </a:lnTo>
                  <a:lnTo>
                    <a:pt x="1463" y="9988"/>
                  </a:lnTo>
                  <a:lnTo>
                    <a:pt x="1371" y="9962"/>
                  </a:lnTo>
                  <a:lnTo>
                    <a:pt x="1280" y="9930"/>
                  </a:lnTo>
                  <a:lnTo>
                    <a:pt x="1192" y="9895"/>
                  </a:lnTo>
                  <a:lnTo>
                    <a:pt x="1106" y="9856"/>
                  </a:lnTo>
                  <a:lnTo>
                    <a:pt x="1021" y="9813"/>
                  </a:lnTo>
                  <a:lnTo>
                    <a:pt x="941" y="9765"/>
                  </a:lnTo>
                  <a:lnTo>
                    <a:pt x="861" y="9715"/>
                  </a:lnTo>
                  <a:lnTo>
                    <a:pt x="784" y="9660"/>
                  </a:lnTo>
                  <a:lnTo>
                    <a:pt x="711" y="9602"/>
                  </a:lnTo>
                  <a:lnTo>
                    <a:pt x="640" y="9540"/>
                  </a:lnTo>
                  <a:lnTo>
                    <a:pt x="573" y="9475"/>
                  </a:lnTo>
                  <a:lnTo>
                    <a:pt x="508" y="9407"/>
                  </a:lnTo>
                  <a:lnTo>
                    <a:pt x="447" y="9336"/>
                  </a:lnTo>
                  <a:lnTo>
                    <a:pt x="388" y="9263"/>
                  </a:lnTo>
                  <a:lnTo>
                    <a:pt x="334" y="9186"/>
                  </a:lnTo>
                  <a:lnTo>
                    <a:pt x="283" y="9106"/>
                  </a:lnTo>
                  <a:lnTo>
                    <a:pt x="236" y="9024"/>
                  </a:lnTo>
                  <a:lnTo>
                    <a:pt x="193" y="8940"/>
                  </a:lnTo>
                  <a:lnTo>
                    <a:pt x="153" y="8854"/>
                  </a:lnTo>
                  <a:lnTo>
                    <a:pt x="119" y="8765"/>
                  </a:lnTo>
                  <a:lnTo>
                    <a:pt x="88" y="8674"/>
                  </a:lnTo>
                  <a:lnTo>
                    <a:pt x="61" y="8582"/>
                  </a:lnTo>
                  <a:lnTo>
                    <a:pt x="39" y="8487"/>
                  </a:lnTo>
                  <a:lnTo>
                    <a:pt x="22" y="8390"/>
                  </a:lnTo>
                  <a:lnTo>
                    <a:pt x="10" y="8293"/>
                  </a:lnTo>
                  <a:lnTo>
                    <a:pt x="3" y="8194"/>
                  </a:lnTo>
                  <a:lnTo>
                    <a:pt x="0" y="8094"/>
                  </a:lnTo>
                  <a:lnTo>
                    <a:pt x="3" y="7994"/>
                  </a:lnTo>
                  <a:lnTo>
                    <a:pt x="10" y="7895"/>
                  </a:lnTo>
                  <a:lnTo>
                    <a:pt x="22" y="7798"/>
                  </a:lnTo>
                  <a:lnTo>
                    <a:pt x="39" y="7701"/>
                  </a:lnTo>
                  <a:lnTo>
                    <a:pt x="61" y="7606"/>
                  </a:lnTo>
                  <a:lnTo>
                    <a:pt x="88" y="7514"/>
                  </a:lnTo>
                  <a:lnTo>
                    <a:pt x="119" y="7423"/>
                  </a:lnTo>
                  <a:lnTo>
                    <a:pt x="153" y="7334"/>
                  </a:lnTo>
                  <a:lnTo>
                    <a:pt x="193" y="7248"/>
                  </a:lnTo>
                  <a:lnTo>
                    <a:pt x="236" y="7164"/>
                  </a:lnTo>
                  <a:lnTo>
                    <a:pt x="283" y="7082"/>
                  </a:lnTo>
                  <a:lnTo>
                    <a:pt x="334" y="7002"/>
                  </a:lnTo>
                  <a:lnTo>
                    <a:pt x="388" y="6925"/>
                  </a:lnTo>
                  <a:lnTo>
                    <a:pt x="447" y="6852"/>
                  </a:lnTo>
                  <a:lnTo>
                    <a:pt x="508" y="6781"/>
                  </a:lnTo>
                  <a:lnTo>
                    <a:pt x="573" y="6713"/>
                  </a:lnTo>
                  <a:lnTo>
                    <a:pt x="640" y="6648"/>
                  </a:lnTo>
                  <a:lnTo>
                    <a:pt x="711" y="6586"/>
                  </a:lnTo>
                  <a:lnTo>
                    <a:pt x="784" y="6528"/>
                  </a:lnTo>
                  <a:lnTo>
                    <a:pt x="861" y="6473"/>
                  </a:lnTo>
                  <a:lnTo>
                    <a:pt x="941" y="6423"/>
                  </a:lnTo>
                  <a:lnTo>
                    <a:pt x="1021" y="6375"/>
                  </a:lnTo>
                  <a:lnTo>
                    <a:pt x="1106" y="6332"/>
                  </a:lnTo>
                  <a:lnTo>
                    <a:pt x="1192" y="6293"/>
                  </a:lnTo>
                  <a:lnTo>
                    <a:pt x="1280" y="6258"/>
                  </a:lnTo>
                  <a:lnTo>
                    <a:pt x="1371" y="6226"/>
                  </a:lnTo>
                  <a:lnTo>
                    <a:pt x="1463" y="6200"/>
                  </a:lnTo>
                  <a:lnTo>
                    <a:pt x="1558" y="6179"/>
                  </a:lnTo>
                  <a:lnTo>
                    <a:pt x="1653" y="6161"/>
                  </a:lnTo>
                  <a:lnTo>
                    <a:pt x="1750" y="6148"/>
                  </a:lnTo>
                  <a:lnTo>
                    <a:pt x="1849" y="6141"/>
                  </a:lnTo>
                  <a:lnTo>
                    <a:pt x="1949" y="6138"/>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sp>
        <p:nvSpPr>
          <p:cNvPr id="68" name="任意多边形 67"/>
          <p:cNvSpPr>
            <a:spLocks noChangeAspect="1"/>
          </p:cNvSpPr>
          <p:nvPr/>
        </p:nvSpPr>
        <p:spPr bwMode="auto">
          <a:xfrm rot="5400000" flipH="1">
            <a:off x="1206204" y="3249581"/>
            <a:ext cx="815519" cy="957120"/>
          </a:xfrm>
          <a:custGeom>
            <a:avLst/>
            <a:gdLst>
              <a:gd name="connsiteX0" fmla="*/ 871741 w 871741"/>
              <a:gd name="connsiteY0" fmla="*/ 587234 h 1023104"/>
              <a:gd name="connsiteX1" fmla="*/ 435871 w 871741"/>
              <a:gd name="connsiteY1" fmla="*/ 1023104 h 1023104"/>
              <a:gd name="connsiteX2" fmla="*/ 0 w 871741"/>
              <a:gd name="connsiteY2" fmla="*/ 587234 h 1023104"/>
              <a:gd name="connsiteX3" fmla="*/ 266211 w 871741"/>
              <a:gd name="connsiteY3" fmla="*/ 185617 h 1023104"/>
              <a:gd name="connsiteX4" fmla="*/ 324440 w 871741"/>
              <a:gd name="connsiteY4" fmla="*/ 167542 h 1023104"/>
              <a:gd name="connsiteX5" fmla="*/ 435870 w 871741"/>
              <a:gd name="connsiteY5" fmla="*/ 0 h 1023104"/>
              <a:gd name="connsiteX6" fmla="*/ 547301 w 871741"/>
              <a:gd name="connsiteY6" fmla="*/ 167541 h 1023104"/>
              <a:gd name="connsiteX7" fmla="*/ 605531 w 871741"/>
              <a:gd name="connsiteY7" fmla="*/ 185617 h 1023104"/>
              <a:gd name="connsiteX8" fmla="*/ 871741 w 871741"/>
              <a:gd name="connsiteY8" fmla="*/ 587234 h 102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1741" h="1023104">
                <a:moveTo>
                  <a:pt x="871741" y="587234"/>
                </a:moveTo>
                <a:cubicBezTo>
                  <a:pt x="871741" y="827958"/>
                  <a:pt x="676595" y="1023104"/>
                  <a:pt x="435871" y="1023104"/>
                </a:cubicBezTo>
                <a:cubicBezTo>
                  <a:pt x="195147" y="1023104"/>
                  <a:pt x="0" y="827958"/>
                  <a:pt x="0" y="587234"/>
                </a:cubicBezTo>
                <a:cubicBezTo>
                  <a:pt x="0" y="406691"/>
                  <a:pt x="109770" y="251786"/>
                  <a:pt x="266211" y="185617"/>
                </a:cubicBezTo>
                <a:lnTo>
                  <a:pt x="324440" y="167542"/>
                </a:lnTo>
                <a:lnTo>
                  <a:pt x="435870" y="0"/>
                </a:lnTo>
                <a:lnTo>
                  <a:pt x="547301" y="167541"/>
                </a:lnTo>
                <a:lnTo>
                  <a:pt x="605531" y="185617"/>
                </a:lnTo>
                <a:cubicBezTo>
                  <a:pt x="761971" y="251786"/>
                  <a:pt x="871741" y="406691"/>
                  <a:pt x="871741" y="587234"/>
                </a:cubicBezTo>
                <a:close/>
              </a:path>
            </a:pathLst>
          </a:cu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cxnSp>
        <p:nvCxnSpPr>
          <p:cNvPr id="69" name="直接连接符 68"/>
          <p:cNvCxnSpPr>
            <a:cxnSpLocks noChangeAspect="1"/>
          </p:cNvCxnSpPr>
          <p:nvPr/>
        </p:nvCxnSpPr>
        <p:spPr>
          <a:xfrm flipH="1">
            <a:off x="6096000" y="4653660"/>
            <a:ext cx="4022970" cy="0"/>
          </a:xfrm>
          <a:prstGeom prst="line">
            <a:avLst/>
          </a:prstGeom>
          <a:noFill/>
          <a:ln w="19050" cap="rnd" cmpd="sng" algn="ctr">
            <a:solidFill>
              <a:srgbClr val="C00000"/>
            </a:solidFill>
            <a:prstDash val="sysDash"/>
            <a:miter lim="800000"/>
          </a:ln>
          <a:effectLst/>
        </p:spPr>
      </p:cxnSp>
      <p:sp>
        <p:nvSpPr>
          <p:cNvPr id="70" name="任意多边形 69"/>
          <p:cNvSpPr>
            <a:spLocks noChangeAspect="1"/>
          </p:cNvSpPr>
          <p:nvPr/>
        </p:nvSpPr>
        <p:spPr bwMode="auto">
          <a:xfrm rot="16200000">
            <a:off x="10170278" y="4175101"/>
            <a:ext cx="815519" cy="957119"/>
          </a:xfrm>
          <a:custGeom>
            <a:avLst/>
            <a:gdLst>
              <a:gd name="connsiteX0" fmla="*/ 871741 w 871741"/>
              <a:gd name="connsiteY0" fmla="*/ 587233 h 1023103"/>
              <a:gd name="connsiteX1" fmla="*/ 605531 w 871741"/>
              <a:gd name="connsiteY1" fmla="*/ 185616 h 1023103"/>
              <a:gd name="connsiteX2" fmla="*/ 547300 w 871741"/>
              <a:gd name="connsiteY2" fmla="*/ 167540 h 1023103"/>
              <a:gd name="connsiteX3" fmla="*/ 435870 w 871741"/>
              <a:gd name="connsiteY3" fmla="*/ 0 h 1023103"/>
              <a:gd name="connsiteX4" fmla="*/ 324440 w 871741"/>
              <a:gd name="connsiteY4" fmla="*/ 167541 h 1023103"/>
              <a:gd name="connsiteX5" fmla="*/ 266211 w 871741"/>
              <a:gd name="connsiteY5" fmla="*/ 185616 h 1023103"/>
              <a:gd name="connsiteX6" fmla="*/ 0 w 871741"/>
              <a:gd name="connsiteY6" fmla="*/ 587233 h 1023103"/>
              <a:gd name="connsiteX7" fmla="*/ 435871 w 871741"/>
              <a:gd name="connsiteY7" fmla="*/ 1023103 h 1023103"/>
              <a:gd name="connsiteX8" fmla="*/ 871741 w 871741"/>
              <a:gd name="connsiteY8" fmla="*/ 587233 h 102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1741" h="1023103">
                <a:moveTo>
                  <a:pt x="871741" y="587233"/>
                </a:moveTo>
                <a:cubicBezTo>
                  <a:pt x="871741" y="406690"/>
                  <a:pt x="761971" y="251785"/>
                  <a:pt x="605531" y="185616"/>
                </a:cubicBezTo>
                <a:lnTo>
                  <a:pt x="547300" y="167540"/>
                </a:lnTo>
                <a:lnTo>
                  <a:pt x="435870" y="0"/>
                </a:lnTo>
                <a:lnTo>
                  <a:pt x="324440" y="167541"/>
                </a:lnTo>
                <a:lnTo>
                  <a:pt x="266211" y="185616"/>
                </a:lnTo>
                <a:cubicBezTo>
                  <a:pt x="109770" y="251785"/>
                  <a:pt x="0" y="406690"/>
                  <a:pt x="0" y="587233"/>
                </a:cubicBezTo>
                <a:cubicBezTo>
                  <a:pt x="0" y="827957"/>
                  <a:pt x="195147" y="1023103"/>
                  <a:pt x="435871" y="1023103"/>
                </a:cubicBezTo>
                <a:cubicBezTo>
                  <a:pt x="676595" y="1023103"/>
                  <a:pt x="871741" y="827957"/>
                  <a:pt x="871741" y="587233"/>
                </a:cubicBezTo>
                <a:close/>
              </a:path>
            </a:pathLst>
          </a:custGeom>
          <a:gradFill flip="none" rotWithShape="1">
            <a:gsLst>
              <a:gs pos="0">
                <a:srgbClr val="C00000"/>
              </a:gs>
              <a:gs pos="100000">
                <a:srgbClr val="C00000">
                  <a:lumMod val="50000"/>
                </a:srgbClr>
              </a:gs>
            </a:gsLst>
            <a:lin ang="13500000" scaled="0"/>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grpSp>
        <p:nvGrpSpPr>
          <p:cNvPr id="71" name="组合 70"/>
          <p:cNvGrpSpPr>
            <a:grpSpLocks noChangeAspect="1"/>
          </p:cNvGrpSpPr>
          <p:nvPr/>
        </p:nvGrpSpPr>
        <p:grpSpPr>
          <a:xfrm flipH="1">
            <a:off x="5880001" y="4437660"/>
            <a:ext cx="432000" cy="432000"/>
            <a:chOff x="5879999" y="4512315"/>
            <a:chExt cx="432000" cy="432000"/>
          </a:xfrm>
        </p:grpSpPr>
        <p:sp>
          <p:nvSpPr>
            <p:cNvPr id="72" name="椭圆 71"/>
            <p:cNvSpPr>
              <a:spLocks noChangeAspect="1"/>
            </p:cNvSpPr>
            <p:nvPr/>
          </p:nvSpPr>
          <p:spPr>
            <a:xfrm>
              <a:off x="5879999" y="4512315"/>
              <a:ext cx="432000" cy="432000"/>
            </a:xfrm>
            <a:prstGeom prst="ellipse">
              <a:avLst/>
            </a:prstGeom>
            <a:gradFill flip="none" rotWithShape="1">
              <a:gsLst>
                <a:gs pos="0">
                  <a:srgbClr val="C00000"/>
                </a:gs>
                <a:gs pos="100000">
                  <a:srgbClr val="C00000">
                    <a:lumMod val="50000"/>
                  </a:srgbClr>
                </a:gs>
              </a:gsLst>
              <a:lin ang="13500000" scaled="1"/>
              <a:tileRect/>
            </a:gradFill>
            <a:ln w="1905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73" name="Freeform 5"/>
            <p:cNvSpPr>
              <a:spLocks noChangeAspect="1"/>
            </p:cNvSpPr>
            <p:nvPr/>
          </p:nvSpPr>
          <p:spPr bwMode="auto">
            <a:xfrm>
              <a:off x="5954788" y="4586605"/>
              <a:ext cx="282422" cy="283421"/>
            </a:xfrm>
            <a:custGeom>
              <a:avLst/>
              <a:gdLst>
                <a:gd name="T0" fmla="*/ 6127 w 16131"/>
                <a:gd name="T1" fmla="*/ 1756 h 16188"/>
                <a:gd name="T2" fmla="*/ 6236 w 16131"/>
                <a:gd name="T3" fmla="*/ 1285 h 16188"/>
                <a:gd name="T4" fmla="*/ 6450 w 16131"/>
                <a:gd name="T5" fmla="*/ 864 h 16188"/>
                <a:gd name="T6" fmla="*/ 6757 w 16131"/>
                <a:gd name="T7" fmla="*/ 510 h 16188"/>
                <a:gd name="T8" fmla="*/ 7139 w 16131"/>
                <a:gd name="T9" fmla="*/ 237 h 16188"/>
                <a:gd name="T10" fmla="*/ 7580 w 16131"/>
                <a:gd name="T11" fmla="*/ 62 h 16188"/>
                <a:gd name="T12" fmla="*/ 8066 w 16131"/>
                <a:gd name="T13" fmla="*/ 0 h 16188"/>
                <a:gd name="T14" fmla="*/ 8551 w 16131"/>
                <a:gd name="T15" fmla="*/ 62 h 16188"/>
                <a:gd name="T16" fmla="*/ 8992 w 16131"/>
                <a:gd name="T17" fmla="*/ 237 h 16188"/>
                <a:gd name="T18" fmla="*/ 9374 w 16131"/>
                <a:gd name="T19" fmla="*/ 510 h 16188"/>
                <a:gd name="T20" fmla="*/ 9681 w 16131"/>
                <a:gd name="T21" fmla="*/ 864 h 16188"/>
                <a:gd name="T22" fmla="*/ 9895 w 16131"/>
                <a:gd name="T23" fmla="*/ 1285 h 16188"/>
                <a:gd name="T24" fmla="*/ 10004 w 16131"/>
                <a:gd name="T25" fmla="*/ 1756 h 16188"/>
                <a:gd name="T26" fmla="*/ 14282 w 16131"/>
                <a:gd name="T27" fmla="*/ 6141 h 16188"/>
                <a:gd name="T28" fmla="*/ 14760 w 16131"/>
                <a:gd name="T29" fmla="*/ 6226 h 16188"/>
                <a:gd name="T30" fmla="*/ 15190 w 16131"/>
                <a:gd name="T31" fmla="*/ 6423 h 16188"/>
                <a:gd name="T32" fmla="*/ 15558 w 16131"/>
                <a:gd name="T33" fmla="*/ 6713 h 16188"/>
                <a:gd name="T34" fmla="*/ 15848 w 16131"/>
                <a:gd name="T35" fmla="*/ 7082 h 16188"/>
                <a:gd name="T36" fmla="*/ 16043 w 16131"/>
                <a:gd name="T37" fmla="*/ 7514 h 16188"/>
                <a:gd name="T38" fmla="*/ 16128 w 16131"/>
                <a:gd name="T39" fmla="*/ 7994 h 16188"/>
                <a:gd name="T40" fmla="*/ 16092 w 16131"/>
                <a:gd name="T41" fmla="*/ 8487 h 16188"/>
                <a:gd name="T42" fmla="*/ 15938 w 16131"/>
                <a:gd name="T43" fmla="*/ 8940 h 16188"/>
                <a:gd name="T44" fmla="*/ 15684 w 16131"/>
                <a:gd name="T45" fmla="*/ 9336 h 16188"/>
                <a:gd name="T46" fmla="*/ 15347 w 16131"/>
                <a:gd name="T47" fmla="*/ 9660 h 16188"/>
                <a:gd name="T48" fmla="*/ 14939 w 16131"/>
                <a:gd name="T49" fmla="*/ 9895 h 16188"/>
                <a:gd name="T50" fmla="*/ 14478 w 16131"/>
                <a:gd name="T51" fmla="*/ 10027 h 16188"/>
                <a:gd name="T52" fmla="*/ 10014 w 16131"/>
                <a:gd name="T53" fmla="*/ 14232 h 16188"/>
                <a:gd name="T54" fmla="*/ 9953 w 16131"/>
                <a:gd name="T55" fmla="*/ 14720 h 16188"/>
                <a:gd name="T56" fmla="*/ 9778 w 16131"/>
                <a:gd name="T57" fmla="*/ 15163 h 16188"/>
                <a:gd name="T58" fmla="*/ 9506 w 16131"/>
                <a:gd name="T59" fmla="*/ 15546 h 16188"/>
                <a:gd name="T60" fmla="*/ 9153 w 16131"/>
                <a:gd name="T61" fmla="*/ 15853 h 16188"/>
                <a:gd name="T62" fmla="*/ 8734 w 16131"/>
                <a:gd name="T63" fmla="*/ 16069 h 16188"/>
                <a:gd name="T64" fmla="*/ 8264 w 16131"/>
                <a:gd name="T65" fmla="*/ 16178 h 16188"/>
                <a:gd name="T66" fmla="*/ 7770 w 16131"/>
                <a:gd name="T67" fmla="*/ 16166 h 16188"/>
                <a:gd name="T68" fmla="*/ 7308 w 16131"/>
                <a:gd name="T69" fmla="*/ 16034 h 16188"/>
                <a:gd name="T70" fmla="*/ 6901 w 16131"/>
                <a:gd name="T71" fmla="*/ 15798 h 16188"/>
                <a:gd name="T72" fmla="*/ 6563 w 16131"/>
                <a:gd name="T73" fmla="*/ 15475 h 16188"/>
                <a:gd name="T74" fmla="*/ 6309 w 16131"/>
                <a:gd name="T75" fmla="*/ 15078 h 16188"/>
                <a:gd name="T76" fmla="*/ 6157 w 16131"/>
                <a:gd name="T77" fmla="*/ 14625 h 16188"/>
                <a:gd name="T78" fmla="*/ 6117 w 16131"/>
                <a:gd name="T79" fmla="*/ 10050 h 16188"/>
                <a:gd name="T80" fmla="*/ 1558 w 16131"/>
                <a:gd name="T81" fmla="*/ 10009 h 16188"/>
                <a:gd name="T82" fmla="*/ 1106 w 16131"/>
                <a:gd name="T83" fmla="*/ 9856 h 16188"/>
                <a:gd name="T84" fmla="*/ 711 w 16131"/>
                <a:gd name="T85" fmla="*/ 9602 h 16188"/>
                <a:gd name="T86" fmla="*/ 388 w 16131"/>
                <a:gd name="T87" fmla="*/ 9263 h 16188"/>
                <a:gd name="T88" fmla="*/ 153 w 16131"/>
                <a:gd name="T89" fmla="*/ 8854 h 16188"/>
                <a:gd name="T90" fmla="*/ 22 w 16131"/>
                <a:gd name="T91" fmla="*/ 8390 h 16188"/>
                <a:gd name="T92" fmla="*/ 10 w 16131"/>
                <a:gd name="T93" fmla="*/ 7895 h 16188"/>
                <a:gd name="T94" fmla="*/ 119 w 16131"/>
                <a:gd name="T95" fmla="*/ 7423 h 16188"/>
                <a:gd name="T96" fmla="*/ 334 w 16131"/>
                <a:gd name="T97" fmla="*/ 7002 h 16188"/>
                <a:gd name="T98" fmla="*/ 640 w 16131"/>
                <a:gd name="T99" fmla="*/ 6648 h 16188"/>
                <a:gd name="T100" fmla="*/ 1021 w 16131"/>
                <a:gd name="T101" fmla="*/ 6375 h 16188"/>
                <a:gd name="T102" fmla="*/ 1463 w 16131"/>
                <a:gd name="T103" fmla="*/ 6200 h 16188"/>
                <a:gd name="T104" fmla="*/ 1949 w 16131"/>
                <a:gd name="T105" fmla="*/ 6138 h 16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131" h="16188">
                  <a:moveTo>
                    <a:pt x="1949" y="6138"/>
                  </a:moveTo>
                  <a:lnTo>
                    <a:pt x="6117" y="6138"/>
                  </a:lnTo>
                  <a:lnTo>
                    <a:pt x="6117" y="1956"/>
                  </a:lnTo>
                  <a:lnTo>
                    <a:pt x="6120" y="1856"/>
                  </a:lnTo>
                  <a:lnTo>
                    <a:pt x="6127" y="1756"/>
                  </a:lnTo>
                  <a:lnTo>
                    <a:pt x="6139" y="1659"/>
                  </a:lnTo>
                  <a:lnTo>
                    <a:pt x="6157" y="1563"/>
                  </a:lnTo>
                  <a:lnTo>
                    <a:pt x="6178" y="1468"/>
                  </a:lnTo>
                  <a:lnTo>
                    <a:pt x="6204" y="1376"/>
                  </a:lnTo>
                  <a:lnTo>
                    <a:pt x="6236" y="1285"/>
                  </a:lnTo>
                  <a:lnTo>
                    <a:pt x="6271" y="1196"/>
                  </a:lnTo>
                  <a:lnTo>
                    <a:pt x="6309" y="1110"/>
                  </a:lnTo>
                  <a:lnTo>
                    <a:pt x="6353" y="1025"/>
                  </a:lnTo>
                  <a:lnTo>
                    <a:pt x="6400" y="944"/>
                  </a:lnTo>
                  <a:lnTo>
                    <a:pt x="6450" y="864"/>
                  </a:lnTo>
                  <a:lnTo>
                    <a:pt x="6505" y="787"/>
                  </a:lnTo>
                  <a:lnTo>
                    <a:pt x="6563" y="713"/>
                  </a:lnTo>
                  <a:lnTo>
                    <a:pt x="6625" y="642"/>
                  </a:lnTo>
                  <a:lnTo>
                    <a:pt x="6689" y="575"/>
                  </a:lnTo>
                  <a:lnTo>
                    <a:pt x="6757" y="510"/>
                  </a:lnTo>
                  <a:lnTo>
                    <a:pt x="6827" y="448"/>
                  </a:lnTo>
                  <a:lnTo>
                    <a:pt x="6901" y="390"/>
                  </a:lnTo>
                  <a:lnTo>
                    <a:pt x="6978" y="335"/>
                  </a:lnTo>
                  <a:lnTo>
                    <a:pt x="7057" y="284"/>
                  </a:lnTo>
                  <a:lnTo>
                    <a:pt x="7139" y="237"/>
                  </a:lnTo>
                  <a:lnTo>
                    <a:pt x="7223" y="193"/>
                  </a:lnTo>
                  <a:lnTo>
                    <a:pt x="7308" y="154"/>
                  </a:lnTo>
                  <a:lnTo>
                    <a:pt x="7397" y="119"/>
                  </a:lnTo>
                  <a:lnTo>
                    <a:pt x="7488" y="88"/>
                  </a:lnTo>
                  <a:lnTo>
                    <a:pt x="7580" y="62"/>
                  </a:lnTo>
                  <a:lnTo>
                    <a:pt x="7674" y="39"/>
                  </a:lnTo>
                  <a:lnTo>
                    <a:pt x="7770" y="22"/>
                  </a:lnTo>
                  <a:lnTo>
                    <a:pt x="7867" y="10"/>
                  </a:lnTo>
                  <a:lnTo>
                    <a:pt x="7966" y="3"/>
                  </a:lnTo>
                  <a:lnTo>
                    <a:pt x="8066" y="0"/>
                  </a:lnTo>
                  <a:lnTo>
                    <a:pt x="8165" y="3"/>
                  </a:lnTo>
                  <a:lnTo>
                    <a:pt x="8264" y="10"/>
                  </a:lnTo>
                  <a:lnTo>
                    <a:pt x="8361" y="22"/>
                  </a:lnTo>
                  <a:lnTo>
                    <a:pt x="8457" y="39"/>
                  </a:lnTo>
                  <a:lnTo>
                    <a:pt x="8551" y="62"/>
                  </a:lnTo>
                  <a:lnTo>
                    <a:pt x="8643" y="88"/>
                  </a:lnTo>
                  <a:lnTo>
                    <a:pt x="8734" y="119"/>
                  </a:lnTo>
                  <a:lnTo>
                    <a:pt x="8823" y="154"/>
                  </a:lnTo>
                  <a:lnTo>
                    <a:pt x="8908" y="193"/>
                  </a:lnTo>
                  <a:lnTo>
                    <a:pt x="8992" y="237"/>
                  </a:lnTo>
                  <a:lnTo>
                    <a:pt x="9074" y="284"/>
                  </a:lnTo>
                  <a:lnTo>
                    <a:pt x="9153" y="335"/>
                  </a:lnTo>
                  <a:lnTo>
                    <a:pt x="9230" y="390"/>
                  </a:lnTo>
                  <a:lnTo>
                    <a:pt x="9304" y="448"/>
                  </a:lnTo>
                  <a:lnTo>
                    <a:pt x="9374" y="510"/>
                  </a:lnTo>
                  <a:lnTo>
                    <a:pt x="9442" y="575"/>
                  </a:lnTo>
                  <a:lnTo>
                    <a:pt x="9506" y="642"/>
                  </a:lnTo>
                  <a:lnTo>
                    <a:pt x="9568" y="713"/>
                  </a:lnTo>
                  <a:lnTo>
                    <a:pt x="9626" y="787"/>
                  </a:lnTo>
                  <a:lnTo>
                    <a:pt x="9681" y="864"/>
                  </a:lnTo>
                  <a:lnTo>
                    <a:pt x="9731" y="944"/>
                  </a:lnTo>
                  <a:lnTo>
                    <a:pt x="9778" y="1025"/>
                  </a:lnTo>
                  <a:lnTo>
                    <a:pt x="9822" y="1110"/>
                  </a:lnTo>
                  <a:lnTo>
                    <a:pt x="9860" y="1196"/>
                  </a:lnTo>
                  <a:lnTo>
                    <a:pt x="9895" y="1285"/>
                  </a:lnTo>
                  <a:lnTo>
                    <a:pt x="9927" y="1376"/>
                  </a:lnTo>
                  <a:lnTo>
                    <a:pt x="9953" y="1468"/>
                  </a:lnTo>
                  <a:lnTo>
                    <a:pt x="9974" y="1563"/>
                  </a:lnTo>
                  <a:lnTo>
                    <a:pt x="9992" y="1659"/>
                  </a:lnTo>
                  <a:lnTo>
                    <a:pt x="10004" y="1756"/>
                  </a:lnTo>
                  <a:lnTo>
                    <a:pt x="10011" y="1856"/>
                  </a:lnTo>
                  <a:lnTo>
                    <a:pt x="10014" y="1956"/>
                  </a:lnTo>
                  <a:lnTo>
                    <a:pt x="10014" y="6138"/>
                  </a:lnTo>
                  <a:lnTo>
                    <a:pt x="14182" y="6138"/>
                  </a:lnTo>
                  <a:lnTo>
                    <a:pt x="14282" y="6141"/>
                  </a:lnTo>
                  <a:lnTo>
                    <a:pt x="14381" y="6148"/>
                  </a:lnTo>
                  <a:lnTo>
                    <a:pt x="14478" y="6161"/>
                  </a:lnTo>
                  <a:lnTo>
                    <a:pt x="14573" y="6179"/>
                  </a:lnTo>
                  <a:lnTo>
                    <a:pt x="14668" y="6200"/>
                  </a:lnTo>
                  <a:lnTo>
                    <a:pt x="14760" y="6226"/>
                  </a:lnTo>
                  <a:lnTo>
                    <a:pt x="14851" y="6258"/>
                  </a:lnTo>
                  <a:lnTo>
                    <a:pt x="14939" y="6293"/>
                  </a:lnTo>
                  <a:lnTo>
                    <a:pt x="15025" y="6332"/>
                  </a:lnTo>
                  <a:lnTo>
                    <a:pt x="15110" y="6375"/>
                  </a:lnTo>
                  <a:lnTo>
                    <a:pt x="15190" y="6423"/>
                  </a:lnTo>
                  <a:lnTo>
                    <a:pt x="15270" y="6473"/>
                  </a:lnTo>
                  <a:lnTo>
                    <a:pt x="15347" y="6528"/>
                  </a:lnTo>
                  <a:lnTo>
                    <a:pt x="15420" y="6586"/>
                  </a:lnTo>
                  <a:lnTo>
                    <a:pt x="15491" y="6648"/>
                  </a:lnTo>
                  <a:lnTo>
                    <a:pt x="15558" y="6713"/>
                  </a:lnTo>
                  <a:lnTo>
                    <a:pt x="15623" y="6781"/>
                  </a:lnTo>
                  <a:lnTo>
                    <a:pt x="15684" y="6852"/>
                  </a:lnTo>
                  <a:lnTo>
                    <a:pt x="15743" y="6925"/>
                  </a:lnTo>
                  <a:lnTo>
                    <a:pt x="15797" y="7002"/>
                  </a:lnTo>
                  <a:lnTo>
                    <a:pt x="15848" y="7082"/>
                  </a:lnTo>
                  <a:lnTo>
                    <a:pt x="15895" y="7164"/>
                  </a:lnTo>
                  <a:lnTo>
                    <a:pt x="15938" y="7248"/>
                  </a:lnTo>
                  <a:lnTo>
                    <a:pt x="15978" y="7334"/>
                  </a:lnTo>
                  <a:lnTo>
                    <a:pt x="16012" y="7423"/>
                  </a:lnTo>
                  <a:lnTo>
                    <a:pt x="16043" y="7514"/>
                  </a:lnTo>
                  <a:lnTo>
                    <a:pt x="16070" y="7606"/>
                  </a:lnTo>
                  <a:lnTo>
                    <a:pt x="16092" y="7701"/>
                  </a:lnTo>
                  <a:lnTo>
                    <a:pt x="16109" y="7798"/>
                  </a:lnTo>
                  <a:lnTo>
                    <a:pt x="16121" y="7895"/>
                  </a:lnTo>
                  <a:lnTo>
                    <a:pt x="16128" y="7994"/>
                  </a:lnTo>
                  <a:lnTo>
                    <a:pt x="16131" y="8094"/>
                  </a:lnTo>
                  <a:lnTo>
                    <a:pt x="16128" y="8194"/>
                  </a:lnTo>
                  <a:lnTo>
                    <a:pt x="16121" y="8293"/>
                  </a:lnTo>
                  <a:lnTo>
                    <a:pt x="16109" y="8390"/>
                  </a:lnTo>
                  <a:lnTo>
                    <a:pt x="16092" y="8487"/>
                  </a:lnTo>
                  <a:lnTo>
                    <a:pt x="16070" y="8582"/>
                  </a:lnTo>
                  <a:lnTo>
                    <a:pt x="16043" y="8674"/>
                  </a:lnTo>
                  <a:lnTo>
                    <a:pt x="16012" y="8765"/>
                  </a:lnTo>
                  <a:lnTo>
                    <a:pt x="15978" y="8854"/>
                  </a:lnTo>
                  <a:lnTo>
                    <a:pt x="15938" y="8940"/>
                  </a:lnTo>
                  <a:lnTo>
                    <a:pt x="15895" y="9024"/>
                  </a:lnTo>
                  <a:lnTo>
                    <a:pt x="15848" y="9106"/>
                  </a:lnTo>
                  <a:lnTo>
                    <a:pt x="15797" y="9186"/>
                  </a:lnTo>
                  <a:lnTo>
                    <a:pt x="15743" y="9263"/>
                  </a:lnTo>
                  <a:lnTo>
                    <a:pt x="15684" y="9336"/>
                  </a:lnTo>
                  <a:lnTo>
                    <a:pt x="15623" y="9407"/>
                  </a:lnTo>
                  <a:lnTo>
                    <a:pt x="15558" y="9475"/>
                  </a:lnTo>
                  <a:lnTo>
                    <a:pt x="15491" y="9540"/>
                  </a:lnTo>
                  <a:lnTo>
                    <a:pt x="15420" y="9602"/>
                  </a:lnTo>
                  <a:lnTo>
                    <a:pt x="15347" y="9660"/>
                  </a:lnTo>
                  <a:lnTo>
                    <a:pt x="15270" y="9715"/>
                  </a:lnTo>
                  <a:lnTo>
                    <a:pt x="15190" y="9765"/>
                  </a:lnTo>
                  <a:lnTo>
                    <a:pt x="15110" y="9813"/>
                  </a:lnTo>
                  <a:lnTo>
                    <a:pt x="15025" y="9856"/>
                  </a:lnTo>
                  <a:lnTo>
                    <a:pt x="14939" y="9895"/>
                  </a:lnTo>
                  <a:lnTo>
                    <a:pt x="14851" y="9930"/>
                  </a:lnTo>
                  <a:lnTo>
                    <a:pt x="14760" y="9962"/>
                  </a:lnTo>
                  <a:lnTo>
                    <a:pt x="14668" y="9988"/>
                  </a:lnTo>
                  <a:lnTo>
                    <a:pt x="14573" y="10009"/>
                  </a:lnTo>
                  <a:lnTo>
                    <a:pt x="14478" y="10027"/>
                  </a:lnTo>
                  <a:lnTo>
                    <a:pt x="14381" y="10040"/>
                  </a:lnTo>
                  <a:lnTo>
                    <a:pt x="14282" y="10047"/>
                  </a:lnTo>
                  <a:lnTo>
                    <a:pt x="14182" y="10050"/>
                  </a:lnTo>
                  <a:lnTo>
                    <a:pt x="10014" y="10050"/>
                  </a:lnTo>
                  <a:lnTo>
                    <a:pt x="10014" y="14232"/>
                  </a:lnTo>
                  <a:lnTo>
                    <a:pt x="10011" y="14332"/>
                  </a:lnTo>
                  <a:lnTo>
                    <a:pt x="10004" y="14432"/>
                  </a:lnTo>
                  <a:lnTo>
                    <a:pt x="9992" y="14529"/>
                  </a:lnTo>
                  <a:lnTo>
                    <a:pt x="9974" y="14625"/>
                  </a:lnTo>
                  <a:lnTo>
                    <a:pt x="9953" y="14720"/>
                  </a:lnTo>
                  <a:lnTo>
                    <a:pt x="9927" y="14812"/>
                  </a:lnTo>
                  <a:lnTo>
                    <a:pt x="9895" y="14903"/>
                  </a:lnTo>
                  <a:lnTo>
                    <a:pt x="9860" y="14992"/>
                  </a:lnTo>
                  <a:lnTo>
                    <a:pt x="9822" y="15078"/>
                  </a:lnTo>
                  <a:lnTo>
                    <a:pt x="9778" y="15163"/>
                  </a:lnTo>
                  <a:lnTo>
                    <a:pt x="9731" y="15244"/>
                  </a:lnTo>
                  <a:lnTo>
                    <a:pt x="9681" y="15324"/>
                  </a:lnTo>
                  <a:lnTo>
                    <a:pt x="9626" y="15401"/>
                  </a:lnTo>
                  <a:lnTo>
                    <a:pt x="9568" y="15475"/>
                  </a:lnTo>
                  <a:lnTo>
                    <a:pt x="9506" y="15546"/>
                  </a:lnTo>
                  <a:lnTo>
                    <a:pt x="9442" y="15613"/>
                  </a:lnTo>
                  <a:lnTo>
                    <a:pt x="9374" y="15678"/>
                  </a:lnTo>
                  <a:lnTo>
                    <a:pt x="9304" y="15740"/>
                  </a:lnTo>
                  <a:lnTo>
                    <a:pt x="9230" y="15798"/>
                  </a:lnTo>
                  <a:lnTo>
                    <a:pt x="9153" y="15853"/>
                  </a:lnTo>
                  <a:lnTo>
                    <a:pt x="9074" y="15904"/>
                  </a:lnTo>
                  <a:lnTo>
                    <a:pt x="8992" y="15951"/>
                  </a:lnTo>
                  <a:lnTo>
                    <a:pt x="8908" y="15995"/>
                  </a:lnTo>
                  <a:lnTo>
                    <a:pt x="8823" y="16034"/>
                  </a:lnTo>
                  <a:lnTo>
                    <a:pt x="8734" y="16069"/>
                  </a:lnTo>
                  <a:lnTo>
                    <a:pt x="8643" y="16100"/>
                  </a:lnTo>
                  <a:lnTo>
                    <a:pt x="8551" y="16126"/>
                  </a:lnTo>
                  <a:lnTo>
                    <a:pt x="8457" y="16149"/>
                  </a:lnTo>
                  <a:lnTo>
                    <a:pt x="8361" y="16166"/>
                  </a:lnTo>
                  <a:lnTo>
                    <a:pt x="8264" y="16178"/>
                  </a:lnTo>
                  <a:lnTo>
                    <a:pt x="8165" y="16185"/>
                  </a:lnTo>
                  <a:lnTo>
                    <a:pt x="8066" y="16188"/>
                  </a:lnTo>
                  <a:lnTo>
                    <a:pt x="7966" y="16185"/>
                  </a:lnTo>
                  <a:lnTo>
                    <a:pt x="7867" y="16178"/>
                  </a:lnTo>
                  <a:lnTo>
                    <a:pt x="7770" y="16166"/>
                  </a:lnTo>
                  <a:lnTo>
                    <a:pt x="7674" y="16149"/>
                  </a:lnTo>
                  <a:lnTo>
                    <a:pt x="7580" y="16126"/>
                  </a:lnTo>
                  <a:lnTo>
                    <a:pt x="7488" y="16100"/>
                  </a:lnTo>
                  <a:lnTo>
                    <a:pt x="7397" y="16069"/>
                  </a:lnTo>
                  <a:lnTo>
                    <a:pt x="7308" y="16034"/>
                  </a:lnTo>
                  <a:lnTo>
                    <a:pt x="7223" y="15995"/>
                  </a:lnTo>
                  <a:lnTo>
                    <a:pt x="7139" y="15951"/>
                  </a:lnTo>
                  <a:lnTo>
                    <a:pt x="7057" y="15904"/>
                  </a:lnTo>
                  <a:lnTo>
                    <a:pt x="6978" y="15853"/>
                  </a:lnTo>
                  <a:lnTo>
                    <a:pt x="6901" y="15798"/>
                  </a:lnTo>
                  <a:lnTo>
                    <a:pt x="6827" y="15740"/>
                  </a:lnTo>
                  <a:lnTo>
                    <a:pt x="6757" y="15678"/>
                  </a:lnTo>
                  <a:lnTo>
                    <a:pt x="6689" y="15613"/>
                  </a:lnTo>
                  <a:lnTo>
                    <a:pt x="6625" y="15546"/>
                  </a:lnTo>
                  <a:lnTo>
                    <a:pt x="6563" y="15475"/>
                  </a:lnTo>
                  <a:lnTo>
                    <a:pt x="6505" y="15401"/>
                  </a:lnTo>
                  <a:lnTo>
                    <a:pt x="6450" y="15324"/>
                  </a:lnTo>
                  <a:lnTo>
                    <a:pt x="6400" y="15244"/>
                  </a:lnTo>
                  <a:lnTo>
                    <a:pt x="6353" y="15163"/>
                  </a:lnTo>
                  <a:lnTo>
                    <a:pt x="6309" y="15078"/>
                  </a:lnTo>
                  <a:lnTo>
                    <a:pt x="6271" y="14992"/>
                  </a:lnTo>
                  <a:lnTo>
                    <a:pt x="6236" y="14903"/>
                  </a:lnTo>
                  <a:lnTo>
                    <a:pt x="6204" y="14812"/>
                  </a:lnTo>
                  <a:lnTo>
                    <a:pt x="6178" y="14720"/>
                  </a:lnTo>
                  <a:lnTo>
                    <a:pt x="6157" y="14625"/>
                  </a:lnTo>
                  <a:lnTo>
                    <a:pt x="6139" y="14529"/>
                  </a:lnTo>
                  <a:lnTo>
                    <a:pt x="6127" y="14432"/>
                  </a:lnTo>
                  <a:lnTo>
                    <a:pt x="6120" y="14332"/>
                  </a:lnTo>
                  <a:lnTo>
                    <a:pt x="6117" y="14232"/>
                  </a:lnTo>
                  <a:lnTo>
                    <a:pt x="6117" y="10050"/>
                  </a:lnTo>
                  <a:lnTo>
                    <a:pt x="1949" y="10050"/>
                  </a:lnTo>
                  <a:lnTo>
                    <a:pt x="1849" y="10047"/>
                  </a:lnTo>
                  <a:lnTo>
                    <a:pt x="1750" y="10040"/>
                  </a:lnTo>
                  <a:lnTo>
                    <a:pt x="1653" y="10027"/>
                  </a:lnTo>
                  <a:lnTo>
                    <a:pt x="1558" y="10009"/>
                  </a:lnTo>
                  <a:lnTo>
                    <a:pt x="1463" y="9988"/>
                  </a:lnTo>
                  <a:lnTo>
                    <a:pt x="1371" y="9962"/>
                  </a:lnTo>
                  <a:lnTo>
                    <a:pt x="1280" y="9930"/>
                  </a:lnTo>
                  <a:lnTo>
                    <a:pt x="1192" y="9895"/>
                  </a:lnTo>
                  <a:lnTo>
                    <a:pt x="1106" y="9856"/>
                  </a:lnTo>
                  <a:lnTo>
                    <a:pt x="1021" y="9813"/>
                  </a:lnTo>
                  <a:lnTo>
                    <a:pt x="941" y="9765"/>
                  </a:lnTo>
                  <a:lnTo>
                    <a:pt x="861" y="9715"/>
                  </a:lnTo>
                  <a:lnTo>
                    <a:pt x="784" y="9660"/>
                  </a:lnTo>
                  <a:lnTo>
                    <a:pt x="711" y="9602"/>
                  </a:lnTo>
                  <a:lnTo>
                    <a:pt x="640" y="9540"/>
                  </a:lnTo>
                  <a:lnTo>
                    <a:pt x="573" y="9475"/>
                  </a:lnTo>
                  <a:lnTo>
                    <a:pt x="508" y="9407"/>
                  </a:lnTo>
                  <a:lnTo>
                    <a:pt x="447" y="9336"/>
                  </a:lnTo>
                  <a:lnTo>
                    <a:pt x="388" y="9263"/>
                  </a:lnTo>
                  <a:lnTo>
                    <a:pt x="334" y="9186"/>
                  </a:lnTo>
                  <a:lnTo>
                    <a:pt x="283" y="9106"/>
                  </a:lnTo>
                  <a:lnTo>
                    <a:pt x="236" y="9024"/>
                  </a:lnTo>
                  <a:lnTo>
                    <a:pt x="193" y="8940"/>
                  </a:lnTo>
                  <a:lnTo>
                    <a:pt x="153" y="8854"/>
                  </a:lnTo>
                  <a:lnTo>
                    <a:pt x="119" y="8765"/>
                  </a:lnTo>
                  <a:lnTo>
                    <a:pt x="88" y="8674"/>
                  </a:lnTo>
                  <a:lnTo>
                    <a:pt x="61" y="8582"/>
                  </a:lnTo>
                  <a:lnTo>
                    <a:pt x="39" y="8487"/>
                  </a:lnTo>
                  <a:lnTo>
                    <a:pt x="22" y="8390"/>
                  </a:lnTo>
                  <a:lnTo>
                    <a:pt x="10" y="8293"/>
                  </a:lnTo>
                  <a:lnTo>
                    <a:pt x="3" y="8194"/>
                  </a:lnTo>
                  <a:lnTo>
                    <a:pt x="0" y="8094"/>
                  </a:lnTo>
                  <a:lnTo>
                    <a:pt x="3" y="7994"/>
                  </a:lnTo>
                  <a:lnTo>
                    <a:pt x="10" y="7895"/>
                  </a:lnTo>
                  <a:lnTo>
                    <a:pt x="22" y="7798"/>
                  </a:lnTo>
                  <a:lnTo>
                    <a:pt x="39" y="7701"/>
                  </a:lnTo>
                  <a:lnTo>
                    <a:pt x="61" y="7606"/>
                  </a:lnTo>
                  <a:lnTo>
                    <a:pt x="88" y="7514"/>
                  </a:lnTo>
                  <a:lnTo>
                    <a:pt x="119" y="7423"/>
                  </a:lnTo>
                  <a:lnTo>
                    <a:pt x="153" y="7334"/>
                  </a:lnTo>
                  <a:lnTo>
                    <a:pt x="193" y="7248"/>
                  </a:lnTo>
                  <a:lnTo>
                    <a:pt x="236" y="7164"/>
                  </a:lnTo>
                  <a:lnTo>
                    <a:pt x="283" y="7082"/>
                  </a:lnTo>
                  <a:lnTo>
                    <a:pt x="334" y="7002"/>
                  </a:lnTo>
                  <a:lnTo>
                    <a:pt x="388" y="6925"/>
                  </a:lnTo>
                  <a:lnTo>
                    <a:pt x="447" y="6852"/>
                  </a:lnTo>
                  <a:lnTo>
                    <a:pt x="508" y="6781"/>
                  </a:lnTo>
                  <a:lnTo>
                    <a:pt x="573" y="6713"/>
                  </a:lnTo>
                  <a:lnTo>
                    <a:pt x="640" y="6648"/>
                  </a:lnTo>
                  <a:lnTo>
                    <a:pt x="711" y="6586"/>
                  </a:lnTo>
                  <a:lnTo>
                    <a:pt x="784" y="6528"/>
                  </a:lnTo>
                  <a:lnTo>
                    <a:pt x="861" y="6473"/>
                  </a:lnTo>
                  <a:lnTo>
                    <a:pt x="941" y="6423"/>
                  </a:lnTo>
                  <a:lnTo>
                    <a:pt x="1021" y="6375"/>
                  </a:lnTo>
                  <a:lnTo>
                    <a:pt x="1106" y="6332"/>
                  </a:lnTo>
                  <a:lnTo>
                    <a:pt x="1192" y="6293"/>
                  </a:lnTo>
                  <a:lnTo>
                    <a:pt x="1280" y="6258"/>
                  </a:lnTo>
                  <a:lnTo>
                    <a:pt x="1371" y="6226"/>
                  </a:lnTo>
                  <a:lnTo>
                    <a:pt x="1463" y="6200"/>
                  </a:lnTo>
                  <a:lnTo>
                    <a:pt x="1558" y="6179"/>
                  </a:lnTo>
                  <a:lnTo>
                    <a:pt x="1653" y="6161"/>
                  </a:lnTo>
                  <a:lnTo>
                    <a:pt x="1750" y="6148"/>
                  </a:lnTo>
                  <a:lnTo>
                    <a:pt x="1849" y="6141"/>
                  </a:lnTo>
                  <a:lnTo>
                    <a:pt x="1949" y="6138"/>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cxnSp>
        <p:nvCxnSpPr>
          <p:cNvPr id="74" name="直接连接符 73"/>
          <p:cNvCxnSpPr>
            <a:cxnSpLocks noChangeAspect="1"/>
          </p:cNvCxnSpPr>
          <p:nvPr/>
        </p:nvCxnSpPr>
        <p:spPr>
          <a:xfrm flipH="1">
            <a:off x="2073030" y="5579180"/>
            <a:ext cx="4022970" cy="0"/>
          </a:xfrm>
          <a:prstGeom prst="line">
            <a:avLst/>
          </a:prstGeom>
          <a:noFill/>
          <a:ln w="19050" cap="rnd" cmpd="sng" algn="ctr">
            <a:solidFill>
              <a:srgbClr val="17406D"/>
            </a:solidFill>
            <a:prstDash val="sysDash"/>
            <a:miter lim="800000"/>
          </a:ln>
          <a:effectLst/>
        </p:spPr>
      </p:cxnSp>
      <p:grpSp>
        <p:nvGrpSpPr>
          <p:cNvPr id="75" name="组合 74"/>
          <p:cNvGrpSpPr>
            <a:grpSpLocks noChangeAspect="1"/>
          </p:cNvGrpSpPr>
          <p:nvPr/>
        </p:nvGrpSpPr>
        <p:grpSpPr>
          <a:xfrm flipH="1">
            <a:off x="5880001" y="5385054"/>
            <a:ext cx="432000" cy="432000"/>
            <a:chOff x="5879999" y="5459709"/>
            <a:chExt cx="432000" cy="432000"/>
          </a:xfrm>
        </p:grpSpPr>
        <p:sp>
          <p:nvSpPr>
            <p:cNvPr id="76" name="椭圆 75"/>
            <p:cNvSpPr>
              <a:spLocks noChangeAspect="1"/>
            </p:cNvSpPr>
            <p:nvPr/>
          </p:nvSpPr>
          <p:spPr>
            <a:xfrm>
              <a:off x="5879999" y="5459709"/>
              <a:ext cx="432000" cy="432000"/>
            </a:xfrm>
            <a:prstGeom prst="ellipse">
              <a:avLst/>
            </a:prstGeom>
            <a:gradFill flip="none" rotWithShape="1">
              <a:gsLst>
                <a:gs pos="0">
                  <a:srgbClr val="17406D"/>
                </a:gs>
                <a:gs pos="100000">
                  <a:srgbClr val="17406D">
                    <a:lumMod val="50000"/>
                  </a:srgbClr>
                </a:gs>
              </a:gsLst>
              <a:lin ang="13500000" scaled="1"/>
              <a:tileRect/>
            </a:gradFill>
            <a:ln w="1905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77" name="Freeform 5"/>
            <p:cNvSpPr>
              <a:spLocks noChangeAspect="1"/>
            </p:cNvSpPr>
            <p:nvPr/>
          </p:nvSpPr>
          <p:spPr bwMode="auto">
            <a:xfrm>
              <a:off x="5954788" y="5533999"/>
              <a:ext cx="282422" cy="283421"/>
            </a:xfrm>
            <a:custGeom>
              <a:avLst/>
              <a:gdLst>
                <a:gd name="T0" fmla="*/ 6127 w 16131"/>
                <a:gd name="T1" fmla="*/ 1756 h 16188"/>
                <a:gd name="T2" fmla="*/ 6236 w 16131"/>
                <a:gd name="T3" fmla="*/ 1285 h 16188"/>
                <a:gd name="T4" fmla="*/ 6450 w 16131"/>
                <a:gd name="T5" fmla="*/ 864 h 16188"/>
                <a:gd name="T6" fmla="*/ 6757 w 16131"/>
                <a:gd name="T7" fmla="*/ 510 h 16188"/>
                <a:gd name="T8" fmla="*/ 7139 w 16131"/>
                <a:gd name="T9" fmla="*/ 237 h 16188"/>
                <a:gd name="T10" fmla="*/ 7580 w 16131"/>
                <a:gd name="T11" fmla="*/ 62 h 16188"/>
                <a:gd name="T12" fmla="*/ 8066 w 16131"/>
                <a:gd name="T13" fmla="*/ 0 h 16188"/>
                <a:gd name="T14" fmla="*/ 8551 w 16131"/>
                <a:gd name="T15" fmla="*/ 62 h 16188"/>
                <a:gd name="T16" fmla="*/ 8992 w 16131"/>
                <a:gd name="T17" fmla="*/ 237 h 16188"/>
                <a:gd name="T18" fmla="*/ 9374 w 16131"/>
                <a:gd name="T19" fmla="*/ 510 h 16188"/>
                <a:gd name="T20" fmla="*/ 9681 w 16131"/>
                <a:gd name="T21" fmla="*/ 864 h 16188"/>
                <a:gd name="T22" fmla="*/ 9895 w 16131"/>
                <a:gd name="T23" fmla="*/ 1285 h 16188"/>
                <a:gd name="T24" fmla="*/ 10004 w 16131"/>
                <a:gd name="T25" fmla="*/ 1756 h 16188"/>
                <a:gd name="T26" fmla="*/ 14282 w 16131"/>
                <a:gd name="T27" fmla="*/ 6141 h 16188"/>
                <a:gd name="T28" fmla="*/ 14760 w 16131"/>
                <a:gd name="T29" fmla="*/ 6226 h 16188"/>
                <a:gd name="T30" fmla="*/ 15190 w 16131"/>
                <a:gd name="T31" fmla="*/ 6423 h 16188"/>
                <a:gd name="T32" fmla="*/ 15558 w 16131"/>
                <a:gd name="T33" fmla="*/ 6713 h 16188"/>
                <a:gd name="T34" fmla="*/ 15848 w 16131"/>
                <a:gd name="T35" fmla="*/ 7082 h 16188"/>
                <a:gd name="T36" fmla="*/ 16043 w 16131"/>
                <a:gd name="T37" fmla="*/ 7514 h 16188"/>
                <a:gd name="T38" fmla="*/ 16128 w 16131"/>
                <a:gd name="T39" fmla="*/ 7994 h 16188"/>
                <a:gd name="T40" fmla="*/ 16092 w 16131"/>
                <a:gd name="T41" fmla="*/ 8487 h 16188"/>
                <a:gd name="T42" fmla="*/ 15938 w 16131"/>
                <a:gd name="T43" fmla="*/ 8940 h 16188"/>
                <a:gd name="T44" fmla="*/ 15684 w 16131"/>
                <a:gd name="T45" fmla="*/ 9336 h 16188"/>
                <a:gd name="T46" fmla="*/ 15347 w 16131"/>
                <a:gd name="T47" fmla="*/ 9660 h 16188"/>
                <a:gd name="T48" fmla="*/ 14939 w 16131"/>
                <a:gd name="T49" fmla="*/ 9895 h 16188"/>
                <a:gd name="T50" fmla="*/ 14478 w 16131"/>
                <a:gd name="T51" fmla="*/ 10027 h 16188"/>
                <a:gd name="T52" fmla="*/ 10014 w 16131"/>
                <a:gd name="T53" fmla="*/ 14232 h 16188"/>
                <a:gd name="T54" fmla="*/ 9953 w 16131"/>
                <a:gd name="T55" fmla="*/ 14720 h 16188"/>
                <a:gd name="T56" fmla="*/ 9778 w 16131"/>
                <a:gd name="T57" fmla="*/ 15163 h 16188"/>
                <a:gd name="T58" fmla="*/ 9506 w 16131"/>
                <a:gd name="T59" fmla="*/ 15546 h 16188"/>
                <a:gd name="T60" fmla="*/ 9153 w 16131"/>
                <a:gd name="T61" fmla="*/ 15853 h 16188"/>
                <a:gd name="T62" fmla="*/ 8734 w 16131"/>
                <a:gd name="T63" fmla="*/ 16069 h 16188"/>
                <a:gd name="T64" fmla="*/ 8264 w 16131"/>
                <a:gd name="T65" fmla="*/ 16178 h 16188"/>
                <a:gd name="T66" fmla="*/ 7770 w 16131"/>
                <a:gd name="T67" fmla="*/ 16166 h 16188"/>
                <a:gd name="T68" fmla="*/ 7308 w 16131"/>
                <a:gd name="T69" fmla="*/ 16034 h 16188"/>
                <a:gd name="T70" fmla="*/ 6901 w 16131"/>
                <a:gd name="T71" fmla="*/ 15798 h 16188"/>
                <a:gd name="T72" fmla="*/ 6563 w 16131"/>
                <a:gd name="T73" fmla="*/ 15475 h 16188"/>
                <a:gd name="T74" fmla="*/ 6309 w 16131"/>
                <a:gd name="T75" fmla="*/ 15078 h 16188"/>
                <a:gd name="T76" fmla="*/ 6157 w 16131"/>
                <a:gd name="T77" fmla="*/ 14625 h 16188"/>
                <a:gd name="T78" fmla="*/ 6117 w 16131"/>
                <a:gd name="T79" fmla="*/ 10050 h 16188"/>
                <a:gd name="T80" fmla="*/ 1558 w 16131"/>
                <a:gd name="T81" fmla="*/ 10009 h 16188"/>
                <a:gd name="T82" fmla="*/ 1106 w 16131"/>
                <a:gd name="T83" fmla="*/ 9856 h 16188"/>
                <a:gd name="T84" fmla="*/ 711 w 16131"/>
                <a:gd name="T85" fmla="*/ 9602 h 16188"/>
                <a:gd name="T86" fmla="*/ 388 w 16131"/>
                <a:gd name="T87" fmla="*/ 9263 h 16188"/>
                <a:gd name="T88" fmla="*/ 153 w 16131"/>
                <a:gd name="T89" fmla="*/ 8854 h 16188"/>
                <a:gd name="T90" fmla="*/ 22 w 16131"/>
                <a:gd name="T91" fmla="*/ 8390 h 16188"/>
                <a:gd name="T92" fmla="*/ 10 w 16131"/>
                <a:gd name="T93" fmla="*/ 7895 h 16188"/>
                <a:gd name="T94" fmla="*/ 119 w 16131"/>
                <a:gd name="T95" fmla="*/ 7423 h 16188"/>
                <a:gd name="T96" fmla="*/ 334 w 16131"/>
                <a:gd name="T97" fmla="*/ 7002 h 16188"/>
                <a:gd name="T98" fmla="*/ 640 w 16131"/>
                <a:gd name="T99" fmla="*/ 6648 h 16188"/>
                <a:gd name="T100" fmla="*/ 1021 w 16131"/>
                <a:gd name="T101" fmla="*/ 6375 h 16188"/>
                <a:gd name="T102" fmla="*/ 1463 w 16131"/>
                <a:gd name="T103" fmla="*/ 6200 h 16188"/>
                <a:gd name="T104" fmla="*/ 1949 w 16131"/>
                <a:gd name="T105" fmla="*/ 6138 h 16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131" h="16188">
                  <a:moveTo>
                    <a:pt x="1949" y="6138"/>
                  </a:moveTo>
                  <a:lnTo>
                    <a:pt x="6117" y="6138"/>
                  </a:lnTo>
                  <a:lnTo>
                    <a:pt x="6117" y="1956"/>
                  </a:lnTo>
                  <a:lnTo>
                    <a:pt x="6120" y="1856"/>
                  </a:lnTo>
                  <a:lnTo>
                    <a:pt x="6127" y="1756"/>
                  </a:lnTo>
                  <a:lnTo>
                    <a:pt x="6139" y="1659"/>
                  </a:lnTo>
                  <a:lnTo>
                    <a:pt x="6157" y="1563"/>
                  </a:lnTo>
                  <a:lnTo>
                    <a:pt x="6178" y="1468"/>
                  </a:lnTo>
                  <a:lnTo>
                    <a:pt x="6204" y="1376"/>
                  </a:lnTo>
                  <a:lnTo>
                    <a:pt x="6236" y="1285"/>
                  </a:lnTo>
                  <a:lnTo>
                    <a:pt x="6271" y="1196"/>
                  </a:lnTo>
                  <a:lnTo>
                    <a:pt x="6309" y="1110"/>
                  </a:lnTo>
                  <a:lnTo>
                    <a:pt x="6353" y="1025"/>
                  </a:lnTo>
                  <a:lnTo>
                    <a:pt x="6400" y="944"/>
                  </a:lnTo>
                  <a:lnTo>
                    <a:pt x="6450" y="864"/>
                  </a:lnTo>
                  <a:lnTo>
                    <a:pt x="6505" y="787"/>
                  </a:lnTo>
                  <a:lnTo>
                    <a:pt x="6563" y="713"/>
                  </a:lnTo>
                  <a:lnTo>
                    <a:pt x="6625" y="642"/>
                  </a:lnTo>
                  <a:lnTo>
                    <a:pt x="6689" y="575"/>
                  </a:lnTo>
                  <a:lnTo>
                    <a:pt x="6757" y="510"/>
                  </a:lnTo>
                  <a:lnTo>
                    <a:pt x="6827" y="448"/>
                  </a:lnTo>
                  <a:lnTo>
                    <a:pt x="6901" y="390"/>
                  </a:lnTo>
                  <a:lnTo>
                    <a:pt x="6978" y="335"/>
                  </a:lnTo>
                  <a:lnTo>
                    <a:pt x="7057" y="284"/>
                  </a:lnTo>
                  <a:lnTo>
                    <a:pt x="7139" y="237"/>
                  </a:lnTo>
                  <a:lnTo>
                    <a:pt x="7223" y="193"/>
                  </a:lnTo>
                  <a:lnTo>
                    <a:pt x="7308" y="154"/>
                  </a:lnTo>
                  <a:lnTo>
                    <a:pt x="7397" y="119"/>
                  </a:lnTo>
                  <a:lnTo>
                    <a:pt x="7488" y="88"/>
                  </a:lnTo>
                  <a:lnTo>
                    <a:pt x="7580" y="62"/>
                  </a:lnTo>
                  <a:lnTo>
                    <a:pt x="7674" y="39"/>
                  </a:lnTo>
                  <a:lnTo>
                    <a:pt x="7770" y="22"/>
                  </a:lnTo>
                  <a:lnTo>
                    <a:pt x="7867" y="10"/>
                  </a:lnTo>
                  <a:lnTo>
                    <a:pt x="7966" y="3"/>
                  </a:lnTo>
                  <a:lnTo>
                    <a:pt x="8066" y="0"/>
                  </a:lnTo>
                  <a:lnTo>
                    <a:pt x="8165" y="3"/>
                  </a:lnTo>
                  <a:lnTo>
                    <a:pt x="8264" y="10"/>
                  </a:lnTo>
                  <a:lnTo>
                    <a:pt x="8361" y="22"/>
                  </a:lnTo>
                  <a:lnTo>
                    <a:pt x="8457" y="39"/>
                  </a:lnTo>
                  <a:lnTo>
                    <a:pt x="8551" y="62"/>
                  </a:lnTo>
                  <a:lnTo>
                    <a:pt x="8643" y="88"/>
                  </a:lnTo>
                  <a:lnTo>
                    <a:pt x="8734" y="119"/>
                  </a:lnTo>
                  <a:lnTo>
                    <a:pt x="8823" y="154"/>
                  </a:lnTo>
                  <a:lnTo>
                    <a:pt x="8908" y="193"/>
                  </a:lnTo>
                  <a:lnTo>
                    <a:pt x="8992" y="237"/>
                  </a:lnTo>
                  <a:lnTo>
                    <a:pt x="9074" y="284"/>
                  </a:lnTo>
                  <a:lnTo>
                    <a:pt x="9153" y="335"/>
                  </a:lnTo>
                  <a:lnTo>
                    <a:pt x="9230" y="390"/>
                  </a:lnTo>
                  <a:lnTo>
                    <a:pt x="9304" y="448"/>
                  </a:lnTo>
                  <a:lnTo>
                    <a:pt x="9374" y="510"/>
                  </a:lnTo>
                  <a:lnTo>
                    <a:pt x="9442" y="575"/>
                  </a:lnTo>
                  <a:lnTo>
                    <a:pt x="9506" y="642"/>
                  </a:lnTo>
                  <a:lnTo>
                    <a:pt x="9568" y="713"/>
                  </a:lnTo>
                  <a:lnTo>
                    <a:pt x="9626" y="787"/>
                  </a:lnTo>
                  <a:lnTo>
                    <a:pt x="9681" y="864"/>
                  </a:lnTo>
                  <a:lnTo>
                    <a:pt x="9731" y="944"/>
                  </a:lnTo>
                  <a:lnTo>
                    <a:pt x="9778" y="1025"/>
                  </a:lnTo>
                  <a:lnTo>
                    <a:pt x="9822" y="1110"/>
                  </a:lnTo>
                  <a:lnTo>
                    <a:pt x="9860" y="1196"/>
                  </a:lnTo>
                  <a:lnTo>
                    <a:pt x="9895" y="1285"/>
                  </a:lnTo>
                  <a:lnTo>
                    <a:pt x="9927" y="1376"/>
                  </a:lnTo>
                  <a:lnTo>
                    <a:pt x="9953" y="1468"/>
                  </a:lnTo>
                  <a:lnTo>
                    <a:pt x="9974" y="1563"/>
                  </a:lnTo>
                  <a:lnTo>
                    <a:pt x="9992" y="1659"/>
                  </a:lnTo>
                  <a:lnTo>
                    <a:pt x="10004" y="1756"/>
                  </a:lnTo>
                  <a:lnTo>
                    <a:pt x="10011" y="1856"/>
                  </a:lnTo>
                  <a:lnTo>
                    <a:pt x="10014" y="1956"/>
                  </a:lnTo>
                  <a:lnTo>
                    <a:pt x="10014" y="6138"/>
                  </a:lnTo>
                  <a:lnTo>
                    <a:pt x="14182" y="6138"/>
                  </a:lnTo>
                  <a:lnTo>
                    <a:pt x="14282" y="6141"/>
                  </a:lnTo>
                  <a:lnTo>
                    <a:pt x="14381" y="6148"/>
                  </a:lnTo>
                  <a:lnTo>
                    <a:pt x="14478" y="6161"/>
                  </a:lnTo>
                  <a:lnTo>
                    <a:pt x="14573" y="6179"/>
                  </a:lnTo>
                  <a:lnTo>
                    <a:pt x="14668" y="6200"/>
                  </a:lnTo>
                  <a:lnTo>
                    <a:pt x="14760" y="6226"/>
                  </a:lnTo>
                  <a:lnTo>
                    <a:pt x="14851" y="6258"/>
                  </a:lnTo>
                  <a:lnTo>
                    <a:pt x="14939" y="6293"/>
                  </a:lnTo>
                  <a:lnTo>
                    <a:pt x="15025" y="6332"/>
                  </a:lnTo>
                  <a:lnTo>
                    <a:pt x="15110" y="6375"/>
                  </a:lnTo>
                  <a:lnTo>
                    <a:pt x="15190" y="6423"/>
                  </a:lnTo>
                  <a:lnTo>
                    <a:pt x="15270" y="6473"/>
                  </a:lnTo>
                  <a:lnTo>
                    <a:pt x="15347" y="6528"/>
                  </a:lnTo>
                  <a:lnTo>
                    <a:pt x="15420" y="6586"/>
                  </a:lnTo>
                  <a:lnTo>
                    <a:pt x="15491" y="6648"/>
                  </a:lnTo>
                  <a:lnTo>
                    <a:pt x="15558" y="6713"/>
                  </a:lnTo>
                  <a:lnTo>
                    <a:pt x="15623" y="6781"/>
                  </a:lnTo>
                  <a:lnTo>
                    <a:pt x="15684" y="6852"/>
                  </a:lnTo>
                  <a:lnTo>
                    <a:pt x="15743" y="6925"/>
                  </a:lnTo>
                  <a:lnTo>
                    <a:pt x="15797" y="7002"/>
                  </a:lnTo>
                  <a:lnTo>
                    <a:pt x="15848" y="7082"/>
                  </a:lnTo>
                  <a:lnTo>
                    <a:pt x="15895" y="7164"/>
                  </a:lnTo>
                  <a:lnTo>
                    <a:pt x="15938" y="7248"/>
                  </a:lnTo>
                  <a:lnTo>
                    <a:pt x="15978" y="7334"/>
                  </a:lnTo>
                  <a:lnTo>
                    <a:pt x="16012" y="7423"/>
                  </a:lnTo>
                  <a:lnTo>
                    <a:pt x="16043" y="7514"/>
                  </a:lnTo>
                  <a:lnTo>
                    <a:pt x="16070" y="7606"/>
                  </a:lnTo>
                  <a:lnTo>
                    <a:pt x="16092" y="7701"/>
                  </a:lnTo>
                  <a:lnTo>
                    <a:pt x="16109" y="7798"/>
                  </a:lnTo>
                  <a:lnTo>
                    <a:pt x="16121" y="7895"/>
                  </a:lnTo>
                  <a:lnTo>
                    <a:pt x="16128" y="7994"/>
                  </a:lnTo>
                  <a:lnTo>
                    <a:pt x="16131" y="8094"/>
                  </a:lnTo>
                  <a:lnTo>
                    <a:pt x="16128" y="8194"/>
                  </a:lnTo>
                  <a:lnTo>
                    <a:pt x="16121" y="8293"/>
                  </a:lnTo>
                  <a:lnTo>
                    <a:pt x="16109" y="8390"/>
                  </a:lnTo>
                  <a:lnTo>
                    <a:pt x="16092" y="8487"/>
                  </a:lnTo>
                  <a:lnTo>
                    <a:pt x="16070" y="8582"/>
                  </a:lnTo>
                  <a:lnTo>
                    <a:pt x="16043" y="8674"/>
                  </a:lnTo>
                  <a:lnTo>
                    <a:pt x="16012" y="8765"/>
                  </a:lnTo>
                  <a:lnTo>
                    <a:pt x="15978" y="8854"/>
                  </a:lnTo>
                  <a:lnTo>
                    <a:pt x="15938" y="8940"/>
                  </a:lnTo>
                  <a:lnTo>
                    <a:pt x="15895" y="9024"/>
                  </a:lnTo>
                  <a:lnTo>
                    <a:pt x="15848" y="9106"/>
                  </a:lnTo>
                  <a:lnTo>
                    <a:pt x="15797" y="9186"/>
                  </a:lnTo>
                  <a:lnTo>
                    <a:pt x="15743" y="9263"/>
                  </a:lnTo>
                  <a:lnTo>
                    <a:pt x="15684" y="9336"/>
                  </a:lnTo>
                  <a:lnTo>
                    <a:pt x="15623" y="9407"/>
                  </a:lnTo>
                  <a:lnTo>
                    <a:pt x="15558" y="9475"/>
                  </a:lnTo>
                  <a:lnTo>
                    <a:pt x="15491" y="9540"/>
                  </a:lnTo>
                  <a:lnTo>
                    <a:pt x="15420" y="9602"/>
                  </a:lnTo>
                  <a:lnTo>
                    <a:pt x="15347" y="9660"/>
                  </a:lnTo>
                  <a:lnTo>
                    <a:pt x="15270" y="9715"/>
                  </a:lnTo>
                  <a:lnTo>
                    <a:pt x="15190" y="9765"/>
                  </a:lnTo>
                  <a:lnTo>
                    <a:pt x="15110" y="9813"/>
                  </a:lnTo>
                  <a:lnTo>
                    <a:pt x="15025" y="9856"/>
                  </a:lnTo>
                  <a:lnTo>
                    <a:pt x="14939" y="9895"/>
                  </a:lnTo>
                  <a:lnTo>
                    <a:pt x="14851" y="9930"/>
                  </a:lnTo>
                  <a:lnTo>
                    <a:pt x="14760" y="9962"/>
                  </a:lnTo>
                  <a:lnTo>
                    <a:pt x="14668" y="9988"/>
                  </a:lnTo>
                  <a:lnTo>
                    <a:pt x="14573" y="10009"/>
                  </a:lnTo>
                  <a:lnTo>
                    <a:pt x="14478" y="10027"/>
                  </a:lnTo>
                  <a:lnTo>
                    <a:pt x="14381" y="10040"/>
                  </a:lnTo>
                  <a:lnTo>
                    <a:pt x="14282" y="10047"/>
                  </a:lnTo>
                  <a:lnTo>
                    <a:pt x="14182" y="10050"/>
                  </a:lnTo>
                  <a:lnTo>
                    <a:pt x="10014" y="10050"/>
                  </a:lnTo>
                  <a:lnTo>
                    <a:pt x="10014" y="14232"/>
                  </a:lnTo>
                  <a:lnTo>
                    <a:pt x="10011" y="14332"/>
                  </a:lnTo>
                  <a:lnTo>
                    <a:pt x="10004" y="14432"/>
                  </a:lnTo>
                  <a:lnTo>
                    <a:pt x="9992" y="14529"/>
                  </a:lnTo>
                  <a:lnTo>
                    <a:pt x="9974" y="14625"/>
                  </a:lnTo>
                  <a:lnTo>
                    <a:pt x="9953" y="14720"/>
                  </a:lnTo>
                  <a:lnTo>
                    <a:pt x="9927" y="14812"/>
                  </a:lnTo>
                  <a:lnTo>
                    <a:pt x="9895" y="14903"/>
                  </a:lnTo>
                  <a:lnTo>
                    <a:pt x="9860" y="14992"/>
                  </a:lnTo>
                  <a:lnTo>
                    <a:pt x="9822" y="15078"/>
                  </a:lnTo>
                  <a:lnTo>
                    <a:pt x="9778" y="15163"/>
                  </a:lnTo>
                  <a:lnTo>
                    <a:pt x="9731" y="15244"/>
                  </a:lnTo>
                  <a:lnTo>
                    <a:pt x="9681" y="15324"/>
                  </a:lnTo>
                  <a:lnTo>
                    <a:pt x="9626" y="15401"/>
                  </a:lnTo>
                  <a:lnTo>
                    <a:pt x="9568" y="15475"/>
                  </a:lnTo>
                  <a:lnTo>
                    <a:pt x="9506" y="15546"/>
                  </a:lnTo>
                  <a:lnTo>
                    <a:pt x="9442" y="15613"/>
                  </a:lnTo>
                  <a:lnTo>
                    <a:pt x="9374" y="15678"/>
                  </a:lnTo>
                  <a:lnTo>
                    <a:pt x="9304" y="15740"/>
                  </a:lnTo>
                  <a:lnTo>
                    <a:pt x="9230" y="15798"/>
                  </a:lnTo>
                  <a:lnTo>
                    <a:pt x="9153" y="15853"/>
                  </a:lnTo>
                  <a:lnTo>
                    <a:pt x="9074" y="15904"/>
                  </a:lnTo>
                  <a:lnTo>
                    <a:pt x="8992" y="15951"/>
                  </a:lnTo>
                  <a:lnTo>
                    <a:pt x="8908" y="15995"/>
                  </a:lnTo>
                  <a:lnTo>
                    <a:pt x="8823" y="16034"/>
                  </a:lnTo>
                  <a:lnTo>
                    <a:pt x="8734" y="16069"/>
                  </a:lnTo>
                  <a:lnTo>
                    <a:pt x="8643" y="16100"/>
                  </a:lnTo>
                  <a:lnTo>
                    <a:pt x="8551" y="16126"/>
                  </a:lnTo>
                  <a:lnTo>
                    <a:pt x="8457" y="16149"/>
                  </a:lnTo>
                  <a:lnTo>
                    <a:pt x="8361" y="16166"/>
                  </a:lnTo>
                  <a:lnTo>
                    <a:pt x="8264" y="16178"/>
                  </a:lnTo>
                  <a:lnTo>
                    <a:pt x="8165" y="16185"/>
                  </a:lnTo>
                  <a:lnTo>
                    <a:pt x="8066" y="16188"/>
                  </a:lnTo>
                  <a:lnTo>
                    <a:pt x="7966" y="16185"/>
                  </a:lnTo>
                  <a:lnTo>
                    <a:pt x="7867" y="16178"/>
                  </a:lnTo>
                  <a:lnTo>
                    <a:pt x="7770" y="16166"/>
                  </a:lnTo>
                  <a:lnTo>
                    <a:pt x="7674" y="16149"/>
                  </a:lnTo>
                  <a:lnTo>
                    <a:pt x="7580" y="16126"/>
                  </a:lnTo>
                  <a:lnTo>
                    <a:pt x="7488" y="16100"/>
                  </a:lnTo>
                  <a:lnTo>
                    <a:pt x="7397" y="16069"/>
                  </a:lnTo>
                  <a:lnTo>
                    <a:pt x="7308" y="16034"/>
                  </a:lnTo>
                  <a:lnTo>
                    <a:pt x="7223" y="15995"/>
                  </a:lnTo>
                  <a:lnTo>
                    <a:pt x="7139" y="15951"/>
                  </a:lnTo>
                  <a:lnTo>
                    <a:pt x="7057" y="15904"/>
                  </a:lnTo>
                  <a:lnTo>
                    <a:pt x="6978" y="15853"/>
                  </a:lnTo>
                  <a:lnTo>
                    <a:pt x="6901" y="15798"/>
                  </a:lnTo>
                  <a:lnTo>
                    <a:pt x="6827" y="15740"/>
                  </a:lnTo>
                  <a:lnTo>
                    <a:pt x="6757" y="15678"/>
                  </a:lnTo>
                  <a:lnTo>
                    <a:pt x="6689" y="15613"/>
                  </a:lnTo>
                  <a:lnTo>
                    <a:pt x="6625" y="15546"/>
                  </a:lnTo>
                  <a:lnTo>
                    <a:pt x="6563" y="15475"/>
                  </a:lnTo>
                  <a:lnTo>
                    <a:pt x="6505" y="15401"/>
                  </a:lnTo>
                  <a:lnTo>
                    <a:pt x="6450" y="15324"/>
                  </a:lnTo>
                  <a:lnTo>
                    <a:pt x="6400" y="15244"/>
                  </a:lnTo>
                  <a:lnTo>
                    <a:pt x="6353" y="15163"/>
                  </a:lnTo>
                  <a:lnTo>
                    <a:pt x="6309" y="15078"/>
                  </a:lnTo>
                  <a:lnTo>
                    <a:pt x="6271" y="14992"/>
                  </a:lnTo>
                  <a:lnTo>
                    <a:pt x="6236" y="14903"/>
                  </a:lnTo>
                  <a:lnTo>
                    <a:pt x="6204" y="14812"/>
                  </a:lnTo>
                  <a:lnTo>
                    <a:pt x="6178" y="14720"/>
                  </a:lnTo>
                  <a:lnTo>
                    <a:pt x="6157" y="14625"/>
                  </a:lnTo>
                  <a:lnTo>
                    <a:pt x="6139" y="14529"/>
                  </a:lnTo>
                  <a:lnTo>
                    <a:pt x="6127" y="14432"/>
                  </a:lnTo>
                  <a:lnTo>
                    <a:pt x="6120" y="14332"/>
                  </a:lnTo>
                  <a:lnTo>
                    <a:pt x="6117" y="14232"/>
                  </a:lnTo>
                  <a:lnTo>
                    <a:pt x="6117" y="10050"/>
                  </a:lnTo>
                  <a:lnTo>
                    <a:pt x="1949" y="10050"/>
                  </a:lnTo>
                  <a:lnTo>
                    <a:pt x="1849" y="10047"/>
                  </a:lnTo>
                  <a:lnTo>
                    <a:pt x="1750" y="10040"/>
                  </a:lnTo>
                  <a:lnTo>
                    <a:pt x="1653" y="10027"/>
                  </a:lnTo>
                  <a:lnTo>
                    <a:pt x="1558" y="10009"/>
                  </a:lnTo>
                  <a:lnTo>
                    <a:pt x="1463" y="9988"/>
                  </a:lnTo>
                  <a:lnTo>
                    <a:pt x="1371" y="9962"/>
                  </a:lnTo>
                  <a:lnTo>
                    <a:pt x="1280" y="9930"/>
                  </a:lnTo>
                  <a:lnTo>
                    <a:pt x="1192" y="9895"/>
                  </a:lnTo>
                  <a:lnTo>
                    <a:pt x="1106" y="9856"/>
                  </a:lnTo>
                  <a:lnTo>
                    <a:pt x="1021" y="9813"/>
                  </a:lnTo>
                  <a:lnTo>
                    <a:pt x="941" y="9765"/>
                  </a:lnTo>
                  <a:lnTo>
                    <a:pt x="861" y="9715"/>
                  </a:lnTo>
                  <a:lnTo>
                    <a:pt x="784" y="9660"/>
                  </a:lnTo>
                  <a:lnTo>
                    <a:pt x="711" y="9602"/>
                  </a:lnTo>
                  <a:lnTo>
                    <a:pt x="640" y="9540"/>
                  </a:lnTo>
                  <a:lnTo>
                    <a:pt x="573" y="9475"/>
                  </a:lnTo>
                  <a:lnTo>
                    <a:pt x="508" y="9407"/>
                  </a:lnTo>
                  <a:lnTo>
                    <a:pt x="447" y="9336"/>
                  </a:lnTo>
                  <a:lnTo>
                    <a:pt x="388" y="9263"/>
                  </a:lnTo>
                  <a:lnTo>
                    <a:pt x="334" y="9186"/>
                  </a:lnTo>
                  <a:lnTo>
                    <a:pt x="283" y="9106"/>
                  </a:lnTo>
                  <a:lnTo>
                    <a:pt x="236" y="9024"/>
                  </a:lnTo>
                  <a:lnTo>
                    <a:pt x="193" y="8940"/>
                  </a:lnTo>
                  <a:lnTo>
                    <a:pt x="153" y="8854"/>
                  </a:lnTo>
                  <a:lnTo>
                    <a:pt x="119" y="8765"/>
                  </a:lnTo>
                  <a:lnTo>
                    <a:pt x="88" y="8674"/>
                  </a:lnTo>
                  <a:lnTo>
                    <a:pt x="61" y="8582"/>
                  </a:lnTo>
                  <a:lnTo>
                    <a:pt x="39" y="8487"/>
                  </a:lnTo>
                  <a:lnTo>
                    <a:pt x="22" y="8390"/>
                  </a:lnTo>
                  <a:lnTo>
                    <a:pt x="10" y="8293"/>
                  </a:lnTo>
                  <a:lnTo>
                    <a:pt x="3" y="8194"/>
                  </a:lnTo>
                  <a:lnTo>
                    <a:pt x="0" y="8094"/>
                  </a:lnTo>
                  <a:lnTo>
                    <a:pt x="3" y="7994"/>
                  </a:lnTo>
                  <a:lnTo>
                    <a:pt x="10" y="7895"/>
                  </a:lnTo>
                  <a:lnTo>
                    <a:pt x="22" y="7798"/>
                  </a:lnTo>
                  <a:lnTo>
                    <a:pt x="39" y="7701"/>
                  </a:lnTo>
                  <a:lnTo>
                    <a:pt x="61" y="7606"/>
                  </a:lnTo>
                  <a:lnTo>
                    <a:pt x="88" y="7514"/>
                  </a:lnTo>
                  <a:lnTo>
                    <a:pt x="119" y="7423"/>
                  </a:lnTo>
                  <a:lnTo>
                    <a:pt x="153" y="7334"/>
                  </a:lnTo>
                  <a:lnTo>
                    <a:pt x="193" y="7248"/>
                  </a:lnTo>
                  <a:lnTo>
                    <a:pt x="236" y="7164"/>
                  </a:lnTo>
                  <a:lnTo>
                    <a:pt x="283" y="7082"/>
                  </a:lnTo>
                  <a:lnTo>
                    <a:pt x="334" y="7002"/>
                  </a:lnTo>
                  <a:lnTo>
                    <a:pt x="388" y="6925"/>
                  </a:lnTo>
                  <a:lnTo>
                    <a:pt x="447" y="6852"/>
                  </a:lnTo>
                  <a:lnTo>
                    <a:pt x="508" y="6781"/>
                  </a:lnTo>
                  <a:lnTo>
                    <a:pt x="573" y="6713"/>
                  </a:lnTo>
                  <a:lnTo>
                    <a:pt x="640" y="6648"/>
                  </a:lnTo>
                  <a:lnTo>
                    <a:pt x="711" y="6586"/>
                  </a:lnTo>
                  <a:lnTo>
                    <a:pt x="784" y="6528"/>
                  </a:lnTo>
                  <a:lnTo>
                    <a:pt x="861" y="6473"/>
                  </a:lnTo>
                  <a:lnTo>
                    <a:pt x="941" y="6423"/>
                  </a:lnTo>
                  <a:lnTo>
                    <a:pt x="1021" y="6375"/>
                  </a:lnTo>
                  <a:lnTo>
                    <a:pt x="1106" y="6332"/>
                  </a:lnTo>
                  <a:lnTo>
                    <a:pt x="1192" y="6293"/>
                  </a:lnTo>
                  <a:lnTo>
                    <a:pt x="1280" y="6258"/>
                  </a:lnTo>
                  <a:lnTo>
                    <a:pt x="1371" y="6226"/>
                  </a:lnTo>
                  <a:lnTo>
                    <a:pt x="1463" y="6200"/>
                  </a:lnTo>
                  <a:lnTo>
                    <a:pt x="1558" y="6179"/>
                  </a:lnTo>
                  <a:lnTo>
                    <a:pt x="1653" y="6161"/>
                  </a:lnTo>
                  <a:lnTo>
                    <a:pt x="1750" y="6148"/>
                  </a:lnTo>
                  <a:lnTo>
                    <a:pt x="1849" y="6141"/>
                  </a:lnTo>
                  <a:lnTo>
                    <a:pt x="1949" y="6138"/>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sp>
        <p:nvSpPr>
          <p:cNvPr id="78" name="任意多边形 77"/>
          <p:cNvSpPr>
            <a:spLocks noChangeAspect="1"/>
          </p:cNvSpPr>
          <p:nvPr/>
        </p:nvSpPr>
        <p:spPr bwMode="auto">
          <a:xfrm rot="5400000" flipH="1">
            <a:off x="1206204" y="5100620"/>
            <a:ext cx="815519" cy="957120"/>
          </a:xfrm>
          <a:custGeom>
            <a:avLst/>
            <a:gdLst>
              <a:gd name="connsiteX0" fmla="*/ 871741 w 871741"/>
              <a:gd name="connsiteY0" fmla="*/ 587234 h 1023104"/>
              <a:gd name="connsiteX1" fmla="*/ 435871 w 871741"/>
              <a:gd name="connsiteY1" fmla="*/ 1023104 h 1023104"/>
              <a:gd name="connsiteX2" fmla="*/ 0 w 871741"/>
              <a:gd name="connsiteY2" fmla="*/ 587234 h 1023104"/>
              <a:gd name="connsiteX3" fmla="*/ 266211 w 871741"/>
              <a:gd name="connsiteY3" fmla="*/ 185617 h 1023104"/>
              <a:gd name="connsiteX4" fmla="*/ 324440 w 871741"/>
              <a:gd name="connsiteY4" fmla="*/ 167542 h 1023104"/>
              <a:gd name="connsiteX5" fmla="*/ 435870 w 871741"/>
              <a:gd name="connsiteY5" fmla="*/ 0 h 1023104"/>
              <a:gd name="connsiteX6" fmla="*/ 547301 w 871741"/>
              <a:gd name="connsiteY6" fmla="*/ 167541 h 1023104"/>
              <a:gd name="connsiteX7" fmla="*/ 605531 w 871741"/>
              <a:gd name="connsiteY7" fmla="*/ 185617 h 1023104"/>
              <a:gd name="connsiteX8" fmla="*/ 871741 w 871741"/>
              <a:gd name="connsiteY8" fmla="*/ 587234 h 102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1741" h="1023104">
                <a:moveTo>
                  <a:pt x="871741" y="587234"/>
                </a:moveTo>
                <a:cubicBezTo>
                  <a:pt x="871741" y="827958"/>
                  <a:pt x="676595" y="1023104"/>
                  <a:pt x="435871" y="1023104"/>
                </a:cubicBezTo>
                <a:cubicBezTo>
                  <a:pt x="195147" y="1023104"/>
                  <a:pt x="0" y="827958"/>
                  <a:pt x="0" y="587234"/>
                </a:cubicBezTo>
                <a:cubicBezTo>
                  <a:pt x="0" y="406691"/>
                  <a:pt x="109770" y="251786"/>
                  <a:pt x="266211" y="185617"/>
                </a:cubicBezTo>
                <a:lnTo>
                  <a:pt x="324440" y="167542"/>
                </a:lnTo>
                <a:lnTo>
                  <a:pt x="435870" y="0"/>
                </a:lnTo>
                <a:lnTo>
                  <a:pt x="547301" y="167541"/>
                </a:lnTo>
                <a:lnTo>
                  <a:pt x="605531" y="185617"/>
                </a:lnTo>
                <a:cubicBezTo>
                  <a:pt x="761971" y="251786"/>
                  <a:pt x="871741" y="406691"/>
                  <a:pt x="871741" y="587234"/>
                </a:cubicBezTo>
                <a:close/>
              </a:path>
            </a:pathLst>
          </a:cu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79" name="文本框 78"/>
          <p:cNvSpPr txBox="1">
            <a:spLocks/>
          </p:cNvSpPr>
          <p:nvPr/>
        </p:nvSpPr>
        <p:spPr>
          <a:xfrm flipH="1">
            <a:off x="1215355" y="1615491"/>
            <a:ext cx="627095" cy="523220"/>
          </a:xfrm>
          <a:prstGeom prst="rect">
            <a:avLst/>
          </a:prstGeom>
          <a:noFill/>
        </p:spPr>
        <p:txBody>
          <a:bodyPr wrap="square" rtlCol="0" anchor="ctr">
            <a:spAutoFit/>
          </a:bodyPr>
          <a:lstStyle/>
          <a:p>
            <a:pPr algn="ctr"/>
            <a:r>
              <a:rPr lang="en-US" altLang="zh-CN" sz="2550" b="1" dirty="0">
                <a:solidFill>
                  <a:srgbClr val="FFFFFF"/>
                </a:solidFill>
                <a:latin typeface="微软雅黑" panose="020B0503020204020204" pitchFamily="34" charset="-122"/>
                <a:ea typeface="微软雅黑" panose="020B0503020204020204" pitchFamily="34" charset="-122"/>
              </a:rPr>
              <a:t>01</a:t>
            </a:r>
            <a:endParaRPr lang="zh-CN" altLang="en-US" sz="2800" b="1" dirty="0">
              <a:solidFill>
                <a:srgbClr val="FFFFFF"/>
              </a:solidFill>
              <a:latin typeface="微软雅黑" panose="020B0503020204020204" pitchFamily="34" charset="-122"/>
              <a:ea typeface="微软雅黑" panose="020B0503020204020204" pitchFamily="34" charset="-122"/>
            </a:endParaRPr>
          </a:p>
        </p:txBody>
      </p:sp>
      <p:sp>
        <p:nvSpPr>
          <p:cNvPr id="80" name="文本框 79"/>
          <p:cNvSpPr txBox="1">
            <a:spLocks/>
          </p:cNvSpPr>
          <p:nvPr/>
        </p:nvSpPr>
        <p:spPr>
          <a:xfrm flipH="1">
            <a:off x="10340934" y="2541010"/>
            <a:ext cx="627095" cy="523220"/>
          </a:xfrm>
          <a:prstGeom prst="rect">
            <a:avLst/>
          </a:prstGeom>
          <a:noFill/>
        </p:spPr>
        <p:txBody>
          <a:bodyPr wrap="square" rtlCol="0" anchor="ctr">
            <a:spAutoFit/>
          </a:bodyPr>
          <a:lstStyle/>
          <a:p>
            <a:pPr algn="ctr"/>
            <a:r>
              <a:rPr lang="en-US" altLang="zh-CN" sz="2550" b="1" dirty="0">
                <a:solidFill>
                  <a:srgbClr val="FFFFFF"/>
                </a:solidFill>
                <a:latin typeface="微软雅黑" panose="020B0503020204020204" pitchFamily="34" charset="-122"/>
                <a:ea typeface="微软雅黑" panose="020B0503020204020204" pitchFamily="34" charset="-122"/>
              </a:rPr>
              <a:t>02</a:t>
            </a:r>
            <a:endParaRPr lang="zh-CN" altLang="en-US" sz="2800" b="1" dirty="0">
              <a:solidFill>
                <a:srgbClr val="FFFFFF"/>
              </a:solidFill>
              <a:latin typeface="微软雅黑" panose="020B0503020204020204" pitchFamily="34" charset="-122"/>
              <a:ea typeface="微软雅黑" panose="020B0503020204020204" pitchFamily="34" charset="-122"/>
            </a:endParaRPr>
          </a:p>
        </p:txBody>
      </p:sp>
      <p:sp>
        <p:nvSpPr>
          <p:cNvPr id="81" name="文本框 80"/>
          <p:cNvSpPr txBox="1">
            <a:spLocks/>
          </p:cNvSpPr>
          <p:nvPr/>
        </p:nvSpPr>
        <p:spPr>
          <a:xfrm flipH="1">
            <a:off x="1215355" y="3466531"/>
            <a:ext cx="627095" cy="523220"/>
          </a:xfrm>
          <a:prstGeom prst="rect">
            <a:avLst/>
          </a:prstGeom>
          <a:noFill/>
        </p:spPr>
        <p:txBody>
          <a:bodyPr wrap="square" rtlCol="0" anchor="ctr">
            <a:spAutoFit/>
          </a:bodyPr>
          <a:lstStyle/>
          <a:p>
            <a:pPr algn="ctr"/>
            <a:r>
              <a:rPr lang="en-US" altLang="zh-CN" sz="2550" b="1" dirty="0">
                <a:solidFill>
                  <a:srgbClr val="FFFFFF"/>
                </a:solidFill>
                <a:latin typeface="微软雅黑" panose="020B0503020204020204" pitchFamily="34" charset="-122"/>
                <a:ea typeface="微软雅黑" panose="020B0503020204020204" pitchFamily="34" charset="-122"/>
              </a:rPr>
              <a:t>03</a:t>
            </a:r>
            <a:endParaRPr lang="zh-CN" altLang="en-US" sz="2800" b="1" dirty="0">
              <a:solidFill>
                <a:srgbClr val="FFFFFF"/>
              </a:solidFill>
              <a:latin typeface="微软雅黑" panose="020B0503020204020204" pitchFamily="34" charset="-122"/>
              <a:ea typeface="微软雅黑" panose="020B0503020204020204" pitchFamily="34" charset="-122"/>
            </a:endParaRPr>
          </a:p>
        </p:txBody>
      </p:sp>
      <p:sp>
        <p:nvSpPr>
          <p:cNvPr id="82" name="文本框 81"/>
          <p:cNvSpPr txBox="1">
            <a:spLocks/>
          </p:cNvSpPr>
          <p:nvPr/>
        </p:nvSpPr>
        <p:spPr>
          <a:xfrm flipH="1">
            <a:off x="10340934" y="4392050"/>
            <a:ext cx="627095" cy="523220"/>
          </a:xfrm>
          <a:prstGeom prst="rect">
            <a:avLst/>
          </a:prstGeom>
          <a:noFill/>
        </p:spPr>
        <p:txBody>
          <a:bodyPr wrap="square" rtlCol="0" anchor="ctr">
            <a:spAutoFit/>
          </a:bodyPr>
          <a:lstStyle/>
          <a:p>
            <a:pPr algn="ctr"/>
            <a:r>
              <a:rPr lang="en-US" altLang="zh-CN" sz="2550" b="1" dirty="0">
                <a:solidFill>
                  <a:srgbClr val="FFFFFF"/>
                </a:solidFill>
                <a:latin typeface="微软雅黑" panose="020B0503020204020204" pitchFamily="34" charset="-122"/>
                <a:ea typeface="微软雅黑" panose="020B0503020204020204" pitchFamily="34" charset="-122"/>
              </a:rPr>
              <a:t>04</a:t>
            </a:r>
            <a:endParaRPr lang="zh-CN" altLang="en-US" sz="2800" b="1" dirty="0">
              <a:solidFill>
                <a:srgbClr val="FFFFFF"/>
              </a:solidFill>
              <a:latin typeface="微软雅黑" panose="020B0503020204020204" pitchFamily="34" charset="-122"/>
              <a:ea typeface="微软雅黑" panose="020B0503020204020204" pitchFamily="34" charset="-122"/>
            </a:endParaRPr>
          </a:p>
        </p:txBody>
      </p:sp>
      <p:sp>
        <p:nvSpPr>
          <p:cNvPr id="83" name="文本框 82"/>
          <p:cNvSpPr txBox="1">
            <a:spLocks/>
          </p:cNvSpPr>
          <p:nvPr/>
        </p:nvSpPr>
        <p:spPr>
          <a:xfrm flipH="1">
            <a:off x="1215355" y="5317570"/>
            <a:ext cx="627095" cy="523220"/>
          </a:xfrm>
          <a:prstGeom prst="rect">
            <a:avLst/>
          </a:prstGeom>
          <a:noFill/>
        </p:spPr>
        <p:txBody>
          <a:bodyPr wrap="square" rtlCol="0" anchor="ctr">
            <a:spAutoFit/>
          </a:bodyPr>
          <a:lstStyle/>
          <a:p>
            <a:pPr algn="ctr"/>
            <a:r>
              <a:rPr lang="en-US" altLang="zh-CN" sz="2550" b="1" dirty="0">
                <a:solidFill>
                  <a:srgbClr val="FFFFFF"/>
                </a:solidFill>
                <a:latin typeface="微软雅黑" panose="020B0503020204020204" pitchFamily="34" charset="-122"/>
                <a:ea typeface="微软雅黑" panose="020B0503020204020204" pitchFamily="34" charset="-122"/>
              </a:rPr>
              <a:t>05</a:t>
            </a:r>
            <a:endParaRPr lang="zh-CN" altLang="en-US" sz="2800" b="1" dirty="0">
              <a:solidFill>
                <a:srgbClr val="FFFFFF"/>
              </a:solidFill>
              <a:latin typeface="微软雅黑" panose="020B0503020204020204" pitchFamily="34" charset="-122"/>
              <a:ea typeface="微软雅黑" panose="020B0503020204020204" pitchFamily="34" charset="-122"/>
            </a:endParaRPr>
          </a:p>
        </p:txBody>
      </p:sp>
      <p:sp>
        <p:nvSpPr>
          <p:cNvPr id="84" name="文本框 83"/>
          <p:cNvSpPr txBox="1">
            <a:spLocks/>
          </p:cNvSpPr>
          <p:nvPr/>
        </p:nvSpPr>
        <p:spPr>
          <a:xfrm flipH="1">
            <a:off x="6481980" y="1702211"/>
            <a:ext cx="2880207"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85" name="文本框 84"/>
          <p:cNvSpPr txBox="1">
            <a:spLocks/>
          </p:cNvSpPr>
          <p:nvPr/>
        </p:nvSpPr>
        <p:spPr>
          <a:xfrm flipH="1">
            <a:off x="6482339" y="1322819"/>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86" name="文本框 85"/>
          <p:cNvSpPr txBox="1">
            <a:spLocks/>
          </p:cNvSpPr>
          <p:nvPr/>
        </p:nvSpPr>
        <p:spPr>
          <a:xfrm flipH="1">
            <a:off x="6481980" y="3573161"/>
            <a:ext cx="2880207"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87" name="文本框 86"/>
          <p:cNvSpPr txBox="1">
            <a:spLocks/>
          </p:cNvSpPr>
          <p:nvPr/>
        </p:nvSpPr>
        <p:spPr>
          <a:xfrm flipH="1">
            <a:off x="6482339" y="3193769"/>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88" name="文本框 87"/>
          <p:cNvSpPr txBox="1">
            <a:spLocks/>
          </p:cNvSpPr>
          <p:nvPr/>
        </p:nvSpPr>
        <p:spPr>
          <a:xfrm flipH="1">
            <a:off x="6481980" y="5442684"/>
            <a:ext cx="2880207"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89" name="文本框 88"/>
          <p:cNvSpPr txBox="1">
            <a:spLocks/>
          </p:cNvSpPr>
          <p:nvPr/>
        </p:nvSpPr>
        <p:spPr>
          <a:xfrm flipH="1">
            <a:off x="6482339" y="5063292"/>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90" name="文本框 89"/>
          <p:cNvSpPr txBox="1">
            <a:spLocks/>
          </p:cNvSpPr>
          <p:nvPr/>
        </p:nvSpPr>
        <p:spPr>
          <a:xfrm flipH="1">
            <a:off x="2834897" y="2623921"/>
            <a:ext cx="2880207"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91" name="文本框 90"/>
          <p:cNvSpPr txBox="1">
            <a:spLocks/>
          </p:cNvSpPr>
          <p:nvPr/>
        </p:nvSpPr>
        <p:spPr>
          <a:xfrm flipH="1">
            <a:off x="2835256" y="2244529"/>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92" name="文本框 91"/>
          <p:cNvSpPr txBox="1">
            <a:spLocks/>
          </p:cNvSpPr>
          <p:nvPr/>
        </p:nvSpPr>
        <p:spPr>
          <a:xfrm flipH="1">
            <a:off x="2834897" y="4485647"/>
            <a:ext cx="2880207" cy="738664"/>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93" name="文本框 92"/>
          <p:cNvSpPr txBox="1">
            <a:spLocks/>
          </p:cNvSpPr>
          <p:nvPr/>
        </p:nvSpPr>
        <p:spPr>
          <a:xfrm flipH="1">
            <a:off x="2835256" y="4106255"/>
            <a:ext cx="2879848" cy="405588"/>
          </a:xfrm>
          <a:prstGeom prst="rect">
            <a:avLst/>
          </a:prstGeom>
          <a:noFill/>
        </p:spPr>
        <p:txBody>
          <a:bodyPr wrap="square" rtlCol="0">
            <a:spAutoFit/>
          </a:bodyPr>
          <a:lstStyle/>
          <a:p>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Tree>
    <p:extLst>
      <p:ext uri="{BB962C8B-B14F-4D97-AF65-F5344CB8AC3E}">
        <p14:creationId xmlns:p14="http://schemas.microsoft.com/office/powerpoint/2010/main" val="596860217"/>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p:cTn id="7" dur="500" fill="hold"/>
                                        <p:tgtEl>
                                          <p:spTgt spid="48"/>
                                        </p:tgtEl>
                                        <p:attrNameLst>
                                          <p:attrName>ppt_w</p:attrName>
                                        </p:attrNameLst>
                                      </p:cBhvr>
                                      <p:tavLst>
                                        <p:tav tm="0">
                                          <p:val>
                                            <p:fltVal val="0"/>
                                          </p:val>
                                        </p:tav>
                                        <p:tav tm="100000">
                                          <p:val>
                                            <p:strVal val="#ppt_w"/>
                                          </p:val>
                                        </p:tav>
                                      </p:tavLst>
                                    </p:anim>
                                    <p:anim calcmode="lin" valueType="num">
                                      <p:cBhvr>
                                        <p:cTn id="8" dur="500" fill="hold"/>
                                        <p:tgtEl>
                                          <p:spTgt spid="48"/>
                                        </p:tgtEl>
                                        <p:attrNameLst>
                                          <p:attrName>ppt_h</p:attrName>
                                        </p:attrNameLst>
                                      </p:cBhvr>
                                      <p:tavLst>
                                        <p:tav tm="0">
                                          <p:val>
                                            <p:fltVal val="0"/>
                                          </p:val>
                                        </p:tav>
                                        <p:tav tm="100000">
                                          <p:val>
                                            <p:strVal val="#ppt_h"/>
                                          </p:val>
                                        </p:tav>
                                      </p:tavLst>
                                    </p:anim>
                                    <p:animEffect transition="in" filter="fade">
                                      <p:cBhvr>
                                        <p:cTn id="9" dur="500"/>
                                        <p:tgtEl>
                                          <p:spTgt spid="48"/>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48"/>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51"/>
                                        </p:tgtEl>
                                        <p:attrNameLst>
                                          <p:attrName>style.visibility</p:attrName>
                                        </p:attrNameLst>
                                      </p:cBhvr>
                                      <p:to>
                                        <p:strVal val="visible"/>
                                      </p:to>
                                    </p:set>
                                    <p:anim calcmode="lin" valueType="num">
                                      <p:cBhvr>
                                        <p:cTn id="14" dur="500" fill="hold"/>
                                        <p:tgtEl>
                                          <p:spTgt spid="51"/>
                                        </p:tgtEl>
                                        <p:attrNameLst>
                                          <p:attrName>ppt_w</p:attrName>
                                        </p:attrNameLst>
                                      </p:cBhvr>
                                      <p:tavLst>
                                        <p:tav tm="0">
                                          <p:val>
                                            <p:fltVal val="0"/>
                                          </p:val>
                                        </p:tav>
                                        <p:tav tm="100000">
                                          <p:val>
                                            <p:strVal val="#ppt_w"/>
                                          </p:val>
                                        </p:tav>
                                      </p:tavLst>
                                    </p:anim>
                                    <p:anim calcmode="lin" valueType="num">
                                      <p:cBhvr>
                                        <p:cTn id="15" dur="500" fill="hold"/>
                                        <p:tgtEl>
                                          <p:spTgt spid="51"/>
                                        </p:tgtEl>
                                        <p:attrNameLst>
                                          <p:attrName>ppt_h</p:attrName>
                                        </p:attrNameLst>
                                      </p:cBhvr>
                                      <p:tavLst>
                                        <p:tav tm="0">
                                          <p:val>
                                            <p:fltVal val="0"/>
                                          </p:val>
                                        </p:tav>
                                        <p:tav tm="100000">
                                          <p:val>
                                            <p:strVal val="#ppt_h"/>
                                          </p:val>
                                        </p:tav>
                                      </p:tavLst>
                                    </p:anim>
                                    <p:animEffect transition="in" filter="fade">
                                      <p:cBhvr>
                                        <p:cTn id="16" dur="500"/>
                                        <p:tgtEl>
                                          <p:spTgt spid="51"/>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51"/>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52"/>
                                        </p:tgtEl>
                                        <p:attrNameLst>
                                          <p:attrName>style.visibility</p:attrName>
                                        </p:attrNameLst>
                                      </p:cBhvr>
                                      <p:to>
                                        <p:strVal val="visible"/>
                                      </p:to>
                                    </p:set>
                                    <p:anim calcmode="lin" valueType="num">
                                      <p:cBhvr>
                                        <p:cTn id="21" dur="500" fill="hold"/>
                                        <p:tgtEl>
                                          <p:spTgt spid="52"/>
                                        </p:tgtEl>
                                        <p:attrNameLst>
                                          <p:attrName>ppt_w</p:attrName>
                                        </p:attrNameLst>
                                      </p:cBhvr>
                                      <p:tavLst>
                                        <p:tav tm="0">
                                          <p:val>
                                            <p:fltVal val="0"/>
                                          </p:val>
                                        </p:tav>
                                        <p:tav tm="100000">
                                          <p:val>
                                            <p:strVal val="#ppt_w"/>
                                          </p:val>
                                        </p:tav>
                                      </p:tavLst>
                                    </p:anim>
                                    <p:anim calcmode="lin" valueType="num">
                                      <p:cBhvr>
                                        <p:cTn id="22" dur="500" fill="hold"/>
                                        <p:tgtEl>
                                          <p:spTgt spid="52"/>
                                        </p:tgtEl>
                                        <p:attrNameLst>
                                          <p:attrName>ppt_h</p:attrName>
                                        </p:attrNameLst>
                                      </p:cBhvr>
                                      <p:tavLst>
                                        <p:tav tm="0">
                                          <p:val>
                                            <p:fltVal val="0"/>
                                          </p:val>
                                        </p:tav>
                                        <p:tav tm="100000">
                                          <p:val>
                                            <p:strVal val="#ppt_h"/>
                                          </p:val>
                                        </p:tav>
                                      </p:tavLst>
                                    </p:anim>
                                    <p:animEffect transition="in" filter="fade">
                                      <p:cBhvr>
                                        <p:cTn id="23" dur="500"/>
                                        <p:tgtEl>
                                          <p:spTgt spid="52"/>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52"/>
                                        </p:tgtEl>
                                        <p:attrNameLst>
                                          <p:attrName>ppt_x</p:attrName>
                                          <p:attrName>ppt_y</p:attrName>
                                        </p:attrNameLst>
                                      </p:cBhvr>
                                      <p:rCtr x="12500" y="0"/>
                                    </p:animMotion>
                                  </p:childTnLst>
                                </p:cTn>
                              </p:par>
                            </p:childTnLst>
                          </p:cTn>
                        </p:par>
                        <p:par>
                          <p:cTn id="26" fill="hold">
                            <p:stCondLst>
                              <p:cond delay="1500"/>
                            </p:stCondLst>
                            <p:childTnLst>
                              <p:par>
                                <p:cTn id="27" presetID="22" presetClass="entr" presetSubtype="1" fill="hold" nodeType="afterEffect">
                                  <p:stCondLst>
                                    <p:cond delay="0"/>
                                  </p:stCondLst>
                                  <p:childTnLst>
                                    <p:set>
                                      <p:cBhvr>
                                        <p:cTn id="28" dur="1" fill="hold">
                                          <p:stCondLst>
                                            <p:cond delay="0"/>
                                          </p:stCondLst>
                                        </p:cTn>
                                        <p:tgtEl>
                                          <p:spTgt spid="53"/>
                                        </p:tgtEl>
                                        <p:attrNameLst>
                                          <p:attrName>style.visibility</p:attrName>
                                        </p:attrNameLst>
                                      </p:cBhvr>
                                      <p:to>
                                        <p:strVal val="visible"/>
                                      </p:to>
                                    </p:set>
                                    <p:animEffect transition="in" filter="wipe(up)">
                                      <p:cBhvr>
                                        <p:cTn id="29" dur="500"/>
                                        <p:tgtEl>
                                          <p:spTgt spid="53"/>
                                        </p:tgtEl>
                                      </p:cBhvr>
                                    </p:animEffect>
                                  </p:childTnLst>
                                </p:cTn>
                              </p:par>
                            </p:childTnLst>
                          </p:cTn>
                        </p:par>
                        <p:par>
                          <p:cTn id="30" fill="hold">
                            <p:stCondLst>
                              <p:cond delay="2000"/>
                            </p:stCondLst>
                            <p:childTnLst>
                              <p:par>
                                <p:cTn id="31" presetID="53" presetClass="entr" presetSubtype="16" fill="hold" grpId="0" nodeType="afterEffect">
                                  <p:stCondLst>
                                    <p:cond delay="0"/>
                                  </p:stCondLst>
                                  <p:childTnLst>
                                    <p:set>
                                      <p:cBhvr>
                                        <p:cTn id="32" dur="1" fill="hold">
                                          <p:stCondLst>
                                            <p:cond delay="0"/>
                                          </p:stCondLst>
                                        </p:cTn>
                                        <p:tgtEl>
                                          <p:spTgt spid="58"/>
                                        </p:tgtEl>
                                        <p:attrNameLst>
                                          <p:attrName>style.visibility</p:attrName>
                                        </p:attrNameLst>
                                      </p:cBhvr>
                                      <p:to>
                                        <p:strVal val="visible"/>
                                      </p:to>
                                    </p:set>
                                    <p:anim calcmode="lin" valueType="num">
                                      <p:cBhvr>
                                        <p:cTn id="33" dur="500" fill="hold"/>
                                        <p:tgtEl>
                                          <p:spTgt spid="58"/>
                                        </p:tgtEl>
                                        <p:attrNameLst>
                                          <p:attrName>ppt_w</p:attrName>
                                        </p:attrNameLst>
                                      </p:cBhvr>
                                      <p:tavLst>
                                        <p:tav tm="0">
                                          <p:val>
                                            <p:fltVal val="0"/>
                                          </p:val>
                                        </p:tav>
                                        <p:tav tm="100000">
                                          <p:val>
                                            <p:strVal val="#ppt_w"/>
                                          </p:val>
                                        </p:tav>
                                      </p:tavLst>
                                    </p:anim>
                                    <p:anim calcmode="lin" valueType="num">
                                      <p:cBhvr>
                                        <p:cTn id="34" dur="500" fill="hold"/>
                                        <p:tgtEl>
                                          <p:spTgt spid="58"/>
                                        </p:tgtEl>
                                        <p:attrNameLst>
                                          <p:attrName>ppt_h</p:attrName>
                                        </p:attrNameLst>
                                      </p:cBhvr>
                                      <p:tavLst>
                                        <p:tav tm="0">
                                          <p:val>
                                            <p:fltVal val="0"/>
                                          </p:val>
                                        </p:tav>
                                        <p:tav tm="100000">
                                          <p:val>
                                            <p:strVal val="#ppt_h"/>
                                          </p:val>
                                        </p:tav>
                                      </p:tavLst>
                                    </p:anim>
                                    <p:animEffect transition="in" filter="fade">
                                      <p:cBhvr>
                                        <p:cTn id="35" dur="500"/>
                                        <p:tgtEl>
                                          <p:spTgt spid="58"/>
                                        </p:tgtEl>
                                      </p:cBhvr>
                                    </p:animEffect>
                                  </p:childTnLst>
                                </p:cTn>
                              </p:par>
                              <p:par>
                                <p:cTn id="36" presetID="35" presetClass="path" presetSubtype="0" accel="50000" decel="50000" fill="hold" grpId="1" nodeType="withEffect">
                                  <p:stCondLst>
                                    <p:cond delay="0"/>
                                  </p:stCondLst>
                                  <p:childTnLst>
                                    <p:animMotion origin="layout" path="M -1.875E-6 -1.11111E-6 L -0.08281 -1.11111E-6 " pathEditMode="relative" rAng="0" ptsTypes="AA">
                                      <p:cBhvr>
                                        <p:cTn id="37" dur="1000" spd="-100000" fill="hold"/>
                                        <p:tgtEl>
                                          <p:spTgt spid="58"/>
                                        </p:tgtEl>
                                        <p:attrNameLst>
                                          <p:attrName>ppt_x</p:attrName>
                                          <p:attrName>ppt_y</p:attrName>
                                        </p:attrNameLst>
                                      </p:cBhvr>
                                      <p:rCtr x="-4141" y="0"/>
                                    </p:animMotion>
                                  </p:childTnLst>
                                </p:cTn>
                              </p:par>
                              <p:par>
                                <p:cTn id="38" presetID="53" presetClass="entr" presetSubtype="16" fill="hold" grpId="0" nodeType="withEffect">
                                  <p:stCondLst>
                                    <p:cond delay="250"/>
                                  </p:stCondLst>
                                  <p:childTnLst>
                                    <p:set>
                                      <p:cBhvr>
                                        <p:cTn id="39" dur="1" fill="hold">
                                          <p:stCondLst>
                                            <p:cond delay="0"/>
                                          </p:stCondLst>
                                        </p:cTn>
                                        <p:tgtEl>
                                          <p:spTgt spid="79"/>
                                        </p:tgtEl>
                                        <p:attrNameLst>
                                          <p:attrName>style.visibility</p:attrName>
                                        </p:attrNameLst>
                                      </p:cBhvr>
                                      <p:to>
                                        <p:strVal val="visible"/>
                                      </p:to>
                                    </p:set>
                                    <p:anim calcmode="lin" valueType="num">
                                      <p:cBhvr>
                                        <p:cTn id="40" dur="500" fill="hold"/>
                                        <p:tgtEl>
                                          <p:spTgt spid="79"/>
                                        </p:tgtEl>
                                        <p:attrNameLst>
                                          <p:attrName>ppt_w</p:attrName>
                                        </p:attrNameLst>
                                      </p:cBhvr>
                                      <p:tavLst>
                                        <p:tav tm="0">
                                          <p:val>
                                            <p:fltVal val="0"/>
                                          </p:val>
                                        </p:tav>
                                        <p:tav tm="100000">
                                          <p:val>
                                            <p:strVal val="#ppt_w"/>
                                          </p:val>
                                        </p:tav>
                                      </p:tavLst>
                                    </p:anim>
                                    <p:anim calcmode="lin" valueType="num">
                                      <p:cBhvr>
                                        <p:cTn id="41" dur="500" fill="hold"/>
                                        <p:tgtEl>
                                          <p:spTgt spid="79"/>
                                        </p:tgtEl>
                                        <p:attrNameLst>
                                          <p:attrName>ppt_h</p:attrName>
                                        </p:attrNameLst>
                                      </p:cBhvr>
                                      <p:tavLst>
                                        <p:tav tm="0">
                                          <p:val>
                                            <p:fltVal val="0"/>
                                          </p:val>
                                        </p:tav>
                                        <p:tav tm="100000">
                                          <p:val>
                                            <p:strVal val="#ppt_h"/>
                                          </p:val>
                                        </p:tav>
                                      </p:tavLst>
                                    </p:anim>
                                    <p:animEffect transition="in" filter="fade">
                                      <p:cBhvr>
                                        <p:cTn id="42" dur="500"/>
                                        <p:tgtEl>
                                          <p:spTgt spid="79"/>
                                        </p:tgtEl>
                                      </p:cBhvr>
                                    </p:animEffect>
                                  </p:childTnLst>
                                </p:cTn>
                              </p:par>
                              <p:par>
                                <p:cTn id="43" presetID="35" presetClass="path" presetSubtype="0" accel="50000" decel="50000" fill="hold" grpId="1" nodeType="withEffect">
                                  <p:stCondLst>
                                    <p:cond delay="250"/>
                                  </p:stCondLst>
                                  <p:childTnLst>
                                    <p:animMotion origin="layout" path="M -6.25E-7 -1.11111E-6 L -0.05273 -1.11111E-6 " pathEditMode="relative" rAng="0" ptsTypes="AA">
                                      <p:cBhvr>
                                        <p:cTn id="44" dur="1000" spd="-100000" fill="hold"/>
                                        <p:tgtEl>
                                          <p:spTgt spid="79"/>
                                        </p:tgtEl>
                                        <p:attrNameLst>
                                          <p:attrName>ppt_x</p:attrName>
                                          <p:attrName>ppt_y</p:attrName>
                                        </p:attrNameLst>
                                      </p:cBhvr>
                                      <p:rCtr x="-2643" y="0"/>
                                    </p:animMotion>
                                  </p:childTnLst>
                                </p:cTn>
                              </p:par>
                              <p:par>
                                <p:cTn id="45" presetID="22" presetClass="entr" presetSubtype="8" fill="hold" nodeType="withEffect">
                                  <p:stCondLst>
                                    <p:cond delay="750"/>
                                  </p:stCondLst>
                                  <p:childTnLst>
                                    <p:set>
                                      <p:cBhvr>
                                        <p:cTn id="46" dur="1" fill="hold">
                                          <p:stCondLst>
                                            <p:cond delay="0"/>
                                          </p:stCondLst>
                                        </p:cTn>
                                        <p:tgtEl>
                                          <p:spTgt spid="54"/>
                                        </p:tgtEl>
                                        <p:attrNameLst>
                                          <p:attrName>style.visibility</p:attrName>
                                        </p:attrNameLst>
                                      </p:cBhvr>
                                      <p:to>
                                        <p:strVal val="visible"/>
                                      </p:to>
                                    </p:set>
                                    <p:animEffect transition="in" filter="wipe(left)">
                                      <p:cBhvr>
                                        <p:cTn id="47" dur="500"/>
                                        <p:tgtEl>
                                          <p:spTgt spid="54"/>
                                        </p:tgtEl>
                                      </p:cBhvr>
                                    </p:animEffect>
                                  </p:childTnLst>
                                </p:cTn>
                              </p:par>
                            </p:childTnLst>
                          </p:cTn>
                        </p:par>
                        <p:par>
                          <p:cTn id="48" fill="hold">
                            <p:stCondLst>
                              <p:cond delay="3250"/>
                            </p:stCondLst>
                            <p:childTnLst>
                              <p:par>
                                <p:cTn id="49" presetID="10" presetClass="entr" presetSubtype="0" fill="hold" nodeType="after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fade">
                                      <p:cBhvr>
                                        <p:cTn id="51" dur="500"/>
                                        <p:tgtEl>
                                          <p:spTgt spid="55"/>
                                        </p:tgtEl>
                                      </p:cBhvr>
                                    </p:animEffect>
                                  </p:childTnLst>
                                </p:cTn>
                              </p:par>
                            </p:childTnLst>
                          </p:cTn>
                        </p:par>
                        <p:par>
                          <p:cTn id="52" fill="hold">
                            <p:stCondLst>
                              <p:cond delay="3750"/>
                            </p:stCondLst>
                            <p:childTnLst>
                              <p:par>
                                <p:cTn id="53" presetID="53" presetClass="entr" presetSubtype="16" fill="hold" grpId="0" nodeType="afterEffect">
                                  <p:stCondLst>
                                    <p:cond delay="0"/>
                                  </p:stCondLst>
                                  <p:childTnLst>
                                    <p:set>
                                      <p:cBhvr>
                                        <p:cTn id="54" dur="1" fill="hold">
                                          <p:stCondLst>
                                            <p:cond delay="0"/>
                                          </p:stCondLst>
                                        </p:cTn>
                                        <p:tgtEl>
                                          <p:spTgt spid="85"/>
                                        </p:tgtEl>
                                        <p:attrNameLst>
                                          <p:attrName>style.visibility</p:attrName>
                                        </p:attrNameLst>
                                      </p:cBhvr>
                                      <p:to>
                                        <p:strVal val="visible"/>
                                      </p:to>
                                    </p:set>
                                    <p:anim calcmode="lin" valueType="num">
                                      <p:cBhvr>
                                        <p:cTn id="55" dur="500" fill="hold"/>
                                        <p:tgtEl>
                                          <p:spTgt spid="85"/>
                                        </p:tgtEl>
                                        <p:attrNameLst>
                                          <p:attrName>ppt_w</p:attrName>
                                        </p:attrNameLst>
                                      </p:cBhvr>
                                      <p:tavLst>
                                        <p:tav tm="0">
                                          <p:val>
                                            <p:fltVal val="0"/>
                                          </p:val>
                                        </p:tav>
                                        <p:tav tm="100000">
                                          <p:val>
                                            <p:strVal val="#ppt_w"/>
                                          </p:val>
                                        </p:tav>
                                      </p:tavLst>
                                    </p:anim>
                                    <p:anim calcmode="lin" valueType="num">
                                      <p:cBhvr>
                                        <p:cTn id="56" dur="500" fill="hold"/>
                                        <p:tgtEl>
                                          <p:spTgt spid="85"/>
                                        </p:tgtEl>
                                        <p:attrNameLst>
                                          <p:attrName>ppt_h</p:attrName>
                                        </p:attrNameLst>
                                      </p:cBhvr>
                                      <p:tavLst>
                                        <p:tav tm="0">
                                          <p:val>
                                            <p:fltVal val="0"/>
                                          </p:val>
                                        </p:tav>
                                        <p:tav tm="100000">
                                          <p:val>
                                            <p:strVal val="#ppt_h"/>
                                          </p:val>
                                        </p:tav>
                                      </p:tavLst>
                                    </p:anim>
                                    <p:animEffect transition="in" filter="fade">
                                      <p:cBhvr>
                                        <p:cTn id="57" dur="500"/>
                                        <p:tgtEl>
                                          <p:spTgt spid="85"/>
                                        </p:tgtEl>
                                      </p:cBhvr>
                                    </p:animEffect>
                                  </p:childTnLst>
                                </p:cTn>
                              </p:par>
                              <p:par>
                                <p:cTn id="58" presetID="63" presetClass="path" presetSubtype="0" accel="50000" decel="50000" fill="hold" grpId="1" nodeType="withEffect">
                                  <p:stCondLst>
                                    <p:cond delay="0"/>
                                  </p:stCondLst>
                                  <p:childTnLst>
                                    <p:animMotion origin="layout" path="M 4.16667E-7 -3.7037E-6 L 0.13828 -3.7037E-6 " pathEditMode="relative" rAng="0" ptsTypes="AA">
                                      <p:cBhvr>
                                        <p:cTn id="59" dur="1000" spd="-100000" fill="hold"/>
                                        <p:tgtEl>
                                          <p:spTgt spid="85"/>
                                        </p:tgtEl>
                                        <p:attrNameLst>
                                          <p:attrName>ppt_x</p:attrName>
                                          <p:attrName>ppt_y</p:attrName>
                                        </p:attrNameLst>
                                      </p:cBhvr>
                                      <p:rCtr x="6914" y="0"/>
                                    </p:animMotion>
                                  </p:childTnLst>
                                </p:cTn>
                              </p:par>
                              <p:par>
                                <p:cTn id="60" presetID="53" presetClass="entr" presetSubtype="16" fill="hold" grpId="0" nodeType="withEffect">
                                  <p:stCondLst>
                                    <p:cond delay="500"/>
                                  </p:stCondLst>
                                  <p:iterate type="lt">
                                    <p:tmPct val="10000"/>
                                  </p:iterate>
                                  <p:childTnLst>
                                    <p:set>
                                      <p:cBhvr>
                                        <p:cTn id="61" dur="1" fill="hold">
                                          <p:stCondLst>
                                            <p:cond delay="0"/>
                                          </p:stCondLst>
                                        </p:cTn>
                                        <p:tgtEl>
                                          <p:spTgt spid="84"/>
                                        </p:tgtEl>
                                        <p:attrNameLst>
                                          <p:attrName>style.visibility</p:attrName>
                                        </p:attrNameLst>
                                      </p:cBhvr>
                                      <p:to>
                                        <p:strVal val="visible"/>
                                      </p:to>
                                    </p:set>
                                    <p:anim calcmode="lin" valueType="num">
                                      <p:cBhvr>
                                        <p:cTn id="62" dur="250" fill="hold"/>
                                        <p:tgtEl>
                                          <p:spTgt spid="84"/>
                                        </p:tgtEl>
                                        <p:attrNameLst>
                                          <p:attrName>ppt_w</p:attrName>
                                        </p:attrNameLst>
                                      </p:cBhvr>
                                      <p:tavLst>
                                        <p:tav tm="0">
                                          <p:val>
                                            <p:fltVal val="0"/>
                                          </p:val>
                                        </p:tav>
                                        <p:tav tm="100000">
                                          <p:val>
                                            <p:strVal val="#ppt_w"/>
                                          </p:val>
                                        </p:tav>
                                      </p:tavLst>
                                    </p:anim>
                                    <p:anim calcmode="lin" valueType="num">
                                      <p:cBhvr>
                                        <p:cTn id="63" dur="250" fill="hold"/>
                                        <p:tgtEl>
                                          <p:spTgt spid="84"/>
                                        </p:tgtEl>
                                        <p:attrNameLst>
                                          <p:attrName>ppt_h</p:attrName>
                                        </p:attrNameLst>
                                      </p:cBhvr>
                                      <p:tavLst>
                                        <p:tav tm="0">
                                          <p:val>
                                            <p:fltVal val="0"/>
                                          </p:val>
                                        </p:tav>
                                        <p:tav tm="100000">
                                          <p:val>
                                            <p:strVal val="#ppt_h"/>
                                          </p:val>
                                        </p:tav>
                                      </p:tavLst>
                                    </p:anim>
                                    <p:animEffect transition="in" filter="fade">
                                      <p:cBhvr>
                                        <p:cTn id="64" dur="250"/>
                                        <p:tgtEl>
                                          <p:spTgt spid="84"/>
                                        </p:tgtEl>
                                      </p:cBhvr>
                                    </p:animEffect>
                                  </p:childTnLst>
                                </p:cTn>
                              </p:par>
                            </p:childTnLst>
                          </p:cTn>
                        </p:par>
                        <p:par>
                          <p:cTn id="65" fill="hold">
                            <p:stCondLst>
                              <p:cond delay="5425"/>
                            </p:stCondLst>
                            <p:childTnLst>
                              <p:par>
                                <p:cTn id="66" presetID="53" presetClass="entr" presetSubtype="16" fill="hold" grpId="0" nodeType="afterEffect">
                                  <p:stCondLst>
                                    <p:cond delay="0"/>
                                  </p:stCondLst>
                                  <p:childTnLst>
                                    <p:set>
                                      <p:cBhvr>
                                        <p:cTn id="67" dur="1" fill="hold">
                                          <p:stCondLst>
                                            <p:cond delay="0"/>
                                          </p:stCondLst>
                                        </p:cTn>
                                        <p:tgtEl>
                                          <p:spTgt spid="60"/>
                                        </p:tgtEl>
                                        <p:attrNameLst>
                                          <p:attrName>style.visibility</p:attrName>
                                        </p:attrNameLst>
                                      </p:cBhvr>
                                      <p:to>
                                        <p:strVal val="visible"/>
                                      </p:to>
                                    </p:set>
                                    <p:anim calcmode="lin" valueType="num">
                                      <p:cBhvr>
                                        <p:cTn id="68" dur="500" fill="hold"/>
                                        <p:tgtEl>
                                          <p:spTgt spid="60"/>
                                        </p:tgtEl>
                                        <p:attrNameLst>
                                          <p:attrName>ppt_w</p:attrName>
                                        </p:attrNameLst>
                                      </p:cBhvr>
                                      <p:tavLst>
                                        <p:tav tm="0">
                                          <p:val>
                                            <p:fltVal val="0"/>
                                          </p:val>
                                        </p:tav>
                                        <p:tav tm="100000">
                                          <p:val>
                                            <p:strVal val="#ppt_w"/>
                                          </p:val>
                                        </p:tav>
                                      </p:tavLst>
                                    </p:anim>
                                    <p:anim calcmode="lin" valueType="num">
                                      <p:cBhvr>
                                        <p:cTn id="69" dur="500" fill="hold"/>
                                        <p:tgtEl>
                                          <p:spTgt spid="60"/>
                                        </p:tgtEl>
                                        <p:attrNameLst>
                                          <p:attrName>ppt_h</p:attrName>
                                        </p:attrNameLst>
                                      </p:cBhvr>
                                      <p:tavLst>
                                        <p:tav tm="0">
                                          <p:val>
                                            <p:fltVal val="0"/>
                                          </p:val>
                                        </p:tav>
                                        <p:tav tm="100000">
                                          <p:val>
                                            <p:strVal val="#ppt_h"/>
                                          </p:val>
                                        </p:tav>
                                      </p:tavLst>
                                    </p:anim>
                                    <p:animEffect transition="in" filter="fade">
                                      <p:cBhvr>
                                        <p:cTn id="70" dur="500"/>
                                        <p:tgtEl>
                                          <p:spTgt spid="60"/>
                                        </p:tgtEl>
                                      </p:cBhvr>
                                    </p:animEffect>
                                  </p:childTnLst>
                                </p:cTn>
                              </p:par>
                              <p:par>
                                <p:cTn id="71" presetID="63" presetClass="path" presetSubtype="0" accel="50000" decel="50000" fill="hold" grpId="1" nodeType="withEffect">
                                  <p:stCondLst>
                                    <p:cond delay="0"/>
                                  </p:stCondLst>
                                  <p:childTnLst>
                                    <p:animMotion origin="layout" path="M 1.875E-6 -4.81481E-6 L 0.08086 -4.81481E-6 " pathEditMode="relative" rAng="0" ptsTypes="AA">
                                      <p:cBhvr>
                                        <p:cTn id="72" dur="1000" spd="-100000" fill="hold"/>
                                        <p:tgtEl>
                                          <p:spTgt spid="60"/>
                                        </p:tgtEl>
                                        <p:attrNameLst>
                                          <p:attrName>ppt_x</p:attrName>
                                          <p:attrName>ppt_y</p:attrName>
                                        </p:attrNameLst>
                                      </p:cBhvr>
                                      <p:rCtr x="4036" y="0"/>
                                    </p:animMotion>
                                  </p:childTnLst>
                                </p:cTn>
                              </p:par>
                              <p:par>
                                <p:cTn id="73" presetID="53" presetClass="entr" presetSubtype="16" fill="hold" grpId="0" nodeType="withEffect">
                                  <p:stCondLst>
                                    <p:cond delay="250"/>
                                  </p:stCondLst>
                                  <p:childTnLst>
                                    <p:set>
                                      <p:cBhvr>
                                        <p:cTn id="74" dur="1" fill="hold">
                                          <p:stCondLst>
                                            <p:cond delay="0"/>
                                          </p:stCondLst>
                                        </p:cTn>
                                        <p:tgtEl>
                                          <p:spTgt spid="80"/>
                                        </p:tgtEl>
                                        <p:attrNameLst>
                                          <p:attrName>style.visibility</p:attrName>
                                        </p:attrNameLst>
                                      </p:cBhvr>
                                      <p:to>
                                        <p:strVal val="visible"/>
                                      </p:to>
                                    </p:set>
                                    <p:anim calcmode="lin" valueType="num">
                                      <p:cBhvr>
                                        <p:cTn id="75" dur="500" fill="hold"/>
                                        <p:tgtEl>
                                          <p:spTgt spid="80"/>
                                        </p:tgtEl>
                                        <p:attrNameLst>
                                          <p:attrName>ppt_w</p:attrName>
                                        </p:attrNameLst>
                                      </p:cBhvr>
                                      <p:tavLst>
                                        <p:tav tm="0">
                                          <p:val>
                                            <p:fltVal val="0"/>
                                          </p:val>
                                        </p:tav>
                                        <p:tav tm="100000">
                                          <p:val>
                                            <p:strVal val="#ppt_w"/>
                                          </p:val>
                                        </p:tav>
                                      </p:tavLst>
                                    </p:anim>
                                    <p:anim calcmode="lin" valueType="num">
                                      <p:cBhvr>
                                        <p:cTn id="76" dur="500" fill="hold"/>
                                        <p:tgtEl>
                                          <p:spTgt spid="80"/>
                                        </p:tgtEl>
                                        <p:attrNameLst>
                                          <p:attrName>ppt_h</p:attrName>
                                        </p:attrNameLst>
                                      </p:cBhvr>
                                      <p:tavLst>
                                        <p:tav tm="0">
                                          <p:val>
                                            <p:fltVal val="0"/>
                                          </p:val>
                                        </p:tav>
                                        <p:tav tm="100000">
                                          <p:val>
                                            <p:strVal val="#ppt_h"/>
                                          </p:val>
                                        </p:tav>
                                      </p:tavLst>
                                    </p:anim>
                                    <p:animEffect transition="in" filter="fade">
                                      <p:cBhvr>
                                        <p:cTn id="77" dur="500"/>
                                        <p:tgtEl>
                                          <p:spTgt spid="80"/>
                                        </p:tgtEl>
                                      </p:cBhvr>
                                    </p:animEffect>
                                  </p:childTnLst>
                                </p:cTn>
                              </p:par>
                              <p:par>
                                <p:cTn id="78" presetID="63" presetClass="path" presetSubtype="0" accel="50000" decel="50000" fill="hold" grpId="1" nodeType="withEffect">
                                  <p:stCondLst>
                                    <p:cond delay="250"/>
                                  </p:stCondLst>
                                  <p:childTnLst>
                                    <p:animMotion origin="layout" path="M 1.875E-6 -4.81481E-6 L 0.05182 -4.81481E-6 " pathEditMode="relative" rAng="0" ptsTypes="AA">
                                      <p:cBhvr>
                                        <p:cTn id="79" dur="1000" spd="-100000" fill="hold"/>
                                        <p:tgtEl>
                                          <p:spTgt spid="80"/>
                                        </p:tgtEl>
                                        <p:attrNameLst>
                                          <p:attrName>ppt_x</p:attrName>
                                          <p:attrName>ppt_y</p:attrName>
                                        </p:attrNameLst>
                                      </p:cBhvr>
                                      <p:rCtr x="2591" y="0"/>
                                    </p:animMotion>
                                  </p:childTnLst>
                                </p:cTn>
                              </p:par>
                              <p:par>
                                <p:cTn id="80" presetID="22" presetClass="entr" presetSubtype="2" fill="hold" nodeType="withEffect">
                                  <p:stCondLst>
                                    <p:cond delay="750"/>
                                  </p:stCondLst>
                                  <p:childTnLst>
                                    <p:set>
                                      <p:cBhvr>
                                        <p:cTn id="81" dur="1" fill="hold">
                                          <p:stCondLst>
                                            <p:cond delay="0"/>
                                          </p:stCondLst>
                                        </p:cTn>
                                        <p:tgtEl>
                                          <p:spTgt spid="59"/>
                                        </p:tgtEl>
                                        <p:attrNameLst>
                                          <p:attrName>style.visibility</p:attrName>
                                        </p:attrNameLst>
                                      </p:cBhvr>
                                      <p:to>
                                        <p:strVal val="visible"/>
                                      </p:to>
                                    </p:set>
                                    <p:animEffect transition="in" filter="wipe(right)">
                                      <p:cBhvr>
                                        <p:cTn id="82" dur="500"/>
                                        <p:tgtEl>
                                          <p:spTgt spid="59"/>
                                        </p:tgtEl>
                                      </p:cBhvr>
                                    </p:animEffect>
                                  </p:childTnLst>
                                </p:cTn>
                              </p:par>
                            </p:childTnLst>
                          </p:cTn>
                        </p:par>
                        <p:par>
                          <p:cTn id="83" fill="hold">
                            <p:stCondLst>
                              <p:cond delay="6675"/>
                            </p:stCondLst>
                            <p:childTnLst>
                              <p:par>
                                <p:cTn id="84" presetID="10" presetClass="entr" presetSubtype="0" fill="hold" nodeType="afterEffect">
                                  <p:stCondLst>
                                    <p:cond delay="0"/>
                                  </p:stCondLst>
                                  <p:childTnLst>
                                    <p:set>
                                      <p:cBhvr>
                                        <p:cTn id="85" dur="1" fill="hold">
                                          <p:stCondLst>
                                            <p:cond delay="0"/>
                                          </p:stCondLst>
                                        </p:cTn>
                                        <p:tgtEl>
                                          <p:spTgt spid="61"/>
                                        </p:tgtEl>
                                        <p:attrNameLst>
                                          <p:attrName>style.visibility</p:attrName>
                                        </p:attrNameLst>
                                      </p:cBhvr>
                                      <p:to>
                                        <p:strVal val="visible"/>
                                      </p:to>
                                    </p:set>
                                    <p:animEffect transition="in" filter="fade">
                                      <p:cBhvr>
                                        <p:cTn id="86" dur="500"/>
                                        <p:tgtEl>
                                          <p:spTgt spid="61"/>
                                        </p:tgtEl>
                                      </p:cBhvr>
                                    </p:animEffect>
                                  </p:childTnLst>
                                </p:cTn>
                              </p:par>
                            </p:childTnLst>
                          </p:cTn>
                        </p:par>
                        <p:par>
                          <p:cTn id="87" fill="hold">
                            <p:stCondLst>
                              <p:cond delay="7175"/>
                            </p:stCondLst>
                            <p:childTnLst>
                              <p:par>
                                <p:cTn id="88" presetID="53" presetClass="entr" presetSubtype="16" fill="hold" grpId="0" nodeType="afterEffect">
                                  <p:stCondLst>
                                    <p:cond delay="0"/>
                                  </p:stCondLst>
                                  <p:childTnLst>
                                    <p:set>
                                      <p:cBhvr>
                                        <p:cTn id="89" dur="1" fill="hold">
                                          <p:stCondLst>
                                            <p:cond delay="0"/>
                                          </p:stCondLst>
                                        </p:cTn>
                                        <p:tgtEl>
                                          <p:spTgt spid="91"/>
                                        </p:tgtEl>
                                        <p:attrNameLst>
                                          <p:attrName>style.visibility</p:attrName>
                                        </p:attrNameLst>
                                      </p:cBhvr>
                                      <p:to>
                                        <p:strVal val="visible"/>
                                      </p:to>
                                    </p:set>
                                    <p:anim calcmode="lin" valueType="num">
                                      <p:cBhvr>
                                        <p:cTn id="90" dur="500" fill="hold"/>
                                        <p:tgtEl>
                                          <p:spTgt spid="91"/>
                                        </p:tgtEl>
                                        <p:attrNameLst>
                                          <p:attrName>ppt_w</p:attrName>
                                        </p:attrNameLst>
                                      </p:cBhvr>
                                      <p:tavLst>
                                        <p:tav tm="0">
                                          <p:val>
                                            <p:fltVal val="0"/>
                                          </p:val>
                                        </p:tav>
                                        <p:tav tm="100000">
                                          <p:val>
                                            <p:strVal val="#ppt_w"/>
                                          </p:val>
                                        </p:tav>
                                      </p:tavLst>
                                    </p:anim>
                                    <p:anim calcmode="lin" valueType="num">
                                      <p:cBhvr>
                                        <p:cTn id="91" dur="500" fill="hold"/>
                                        <p:tgtEl>
                                          <p:spTgt spid="91"/>
                                        </p:tgtEl>
                                        <p:attrNameLst>
                                          <p:attrName>ppt_h</p:attrName>
                                        </p:attrNameLst>
                                      </p:cBhvr>
                                      <p:tavLst>
                                        <p:tav tm="0">
                                          <p:val>
                                            <p:fltVal val="0"/>
                                          </p:val>
                                        </p:tav>
                                        <p:tav tm="100000">
                                          <p:val>
                                            <p:strVal val="#ppt_h"/>
                                          </p:val>
                                        </p:tav>
                                      </p:tavLst>
                                    </p:anim>
                                    <p:animEffect transition="in" filter="fade">
                                      <p:cBhvr>
                                        <p:cTn id="92" dur="500"/>
                                        <p:tgtEl>
                                          <p:spTgt spid="91"/>
                                        </p:tgtEl>
                                      </p:cBhvr>
                                    </p:animEffect>
                                  </p:childTnLst>
                                </p:cTn>
                              </p:par>
                              <p:par>
                                <p:cTn id="93" presetID="63" presetClass="path" presetSubtype="0" accel="50000" decel="50000" fill="hold" grpId="1" nodeType="withEffect">
                                  <p:stCondLst>
                                    <p:cond delay="0"/>
                                  </p:stCondLst>
                                  <p:childTnLst>
                                    <p:animMotion origin="layout" path="M -1.04167E-6 -2.96296E-6 L 0.13828 -2.96296E-6 " pathEditMode="relative" rAng="0" ptsTypes="AA">
                                      <p:cBhvr>
                                        <p:cTn id="94" dur="1000" spd="-100000" fill="hold"/>
                                        <p:tgtEl>
                                          <p:spTgt spid="91"/>
                                        </p:tgtEl>
                                        <p:attrNameLst>
                                          <p:attrName>ppt_x</p:attrName>
                                          <p:attrName>ppt_y</p:attrName>
                                        </p:attrNameLst>
                                      </p:cBhvr>
                                      <p:rCtr x="6914" y="0"/>
                                    </p:animMotion>
                                  </p:childTnLst>
                                </p:cTn>
                              </p:par>
                              <p:par>
                                <p:cTn id="95" presetID="53" presetClass="entr" presetSubtype="16" fill="hold" grpId="0" nodeType="withEffect">
                                  <p:stCondLst>
                                    <p:cond delay="500"/>
                                  </p:stCondLst>
                                  <p:iterate type="lt">
                                    <p:tmPct val="10000"/>
                                  </p:iterate>
                                  <p:childTnLst>
                                    <p:set>
                                      <p:cBhvr>
                                        <p:cTn id="96" dur="1" fill="hold">
                                          <p:stCondLst>
                                            <p:cond delay="0"/>
                                          </p:stCondLst>
                                        </p:cTn>
                                        <p:tgtEl>
                                          <p:spTgt spid="90"/>
                                        </p:tgtEl>
                                        <p:attrNameLst>
                                          <p:attrName>style.visibility</p:attrName>
                                        </p:attrNameLst>
                                      </p:cBhvr>
                                      <p:to>
                                        <p:strVal val="visible"/>
                                      </p:to>
                                    </p:set>
                                    <p:anim calcmode="lin" valueType="num">
                                      <p:cBhvr>
                                        <p:cTn id="97" dur="250" fill="hold"/>
                                        <p:tgtEl>
                                          <p:spTgt spid="90"/>
                                        </p:tgtEl>
                                        <p:attrNameLst>
                                          <p:attrName>ppt_w</p:attrName>
                                        </p:attrNameLst>
                                      </p:cBhvr>
                                      <p:tavLst>
                                        <p:tav tm="0">
                                          <p:val>
                                            <p:fltVal val="0"/>
                                          </p:val>
                                        </p:tav>
                                        <p:tav tm="100000">
                                          <p:val>
                                            <p:strVal val="#ppt_w"/>
                                          </p:val>
                                        </p:tav>
                                      </p:tavLst>
                                    </p:anim>
                                    <p:anim calcmode="lin" valueType="num">
                                      <p:cBhvr>
                                        <p:cTn id="98" dur="250" fill="hold"/>
                                        <p:tgtEl>
                                          <p:spTgt spid="90"/>
                                        </p:tgtEl>
                                        <p:attrNameLst>
                                          <p:attrName>ppt_h</p:attrName>
                                        </p:attrNameLst>
                                      </p:cBhvr>
                                      <p:tavLst>
                                        <p:tav tm="0">
                                          <p:val>
                                            <p:fltVal val="0"/>
                                          </p:val>
                                        </p:tav>
                                        <p:tav tm="100000">
                                          <p:val>
                                            <p:strVal val="#ppt_h"/>
                                          </p:val>
                                        </p:tav>
                                      </p:tavLst>
                                    </p:anim>
                                    <p:animEffect transition="in" filter="fade">
                                      <p:cBhvr>
                                        <p:cTn id="99" dur="250"/>
                                        <p:tgtEl>
                                          <p:spTgt spid="90"/>
                                        </p:tgtEl>
                                      </p:cBhvr>
                                    </p:animEffect>
                                  </p:childTnLst>
                                </p:cTn>
                              </p:par>
                            </p:childTnLst>
                          </p:cTn>
                        </p:par>
                        <p:par>
                          <p:cTn id="100" fill="hold">
                            <p:stCondLst>
                              <p:cond delay="8850"/>
                            </p:stCondLst>
                            <p:childTnLst>
                              <p:par>
                                <p:cTn id="101" presetID="53" presetClass="entr" presetSubtype="16" fill="hold" grpId="0" nodeType="afterEffect">
                                  <p:stCondLst>
                                    <p:cond delay="0"/>
                                  </p:stCondLst>
                                  <p:childTnLst>
                                    <p:set>
                                      <p:cBhvr>
                                        <p:cTn id="102" dur="1" fill="hold">
                                          <p:stCondLst>
                                            <p:cond delay="0"/>
                                          </p:stCondLst>
                                        </p:cTn>
                                        <p:tgtEl>
                                          <p:spTgt spid="68"/>
                                        </p:tgtEl>
                                        <p:attrNameLst>
                                          <p:attrName>style.visibility</p:attrName>
                                        </p:attrNameLst>
                                      </p:cBhvr>
                                      <p:to>
                                        <p:strVal val="visible"/>
                                      </p:to>
                                    </p:set>
                                    <p:anim calcmode="lin" valueType="num">
                                      <p:cBhvr>
                                        <p:cTn id="103" dur="500" fill="hold"/>
                                        <p:tgtEl>
                                          <p:spTgt spid="68"/>
                                        </p:tgtEl>
                                        <p:attrNameLst>
                                          <p:attrName>ppt_w</p:attrName>
                                        </p:attrNameLst>
                                      </p:cBhvr>
                                      <p:tavLst>
                                        <p:tav tm="0">
                                          <p:val>
                                            <p:fltVal val="0"/>
                                          </p:val>
                                        </p:tav>
                                        <p:tav tm="100000">
                                          <p:val>
                                            <p:strVal val="#ppt_w"/>
                                          </p:val>
                                        </p:tav>
                                      </p:tavLst>
                                    </p:anim>
                                    <p:anim calcmode="lin" valueType="num">
                                      <p:cBhvr>
                                        <p:cTn id="104" dur="500" fill="hold"/>
                                        <p:tgtEl>
                                          <p:spTgt spid="68"/>
                                        </p:tgtEl>
                                        <p:attrNameLst>
                                          <p:attrName>ppt_h</p:attrName>
                                        </p:attrNameLst>
                                      </p:cBhvr>
                                      <p:tavLst>
                                        <p:tav tm="0">
                                          <p:val>
                                            <p:fltVal val="0"/>
                                          </p:val>
                                        </p:tav>
                                        <p:tav tm="100000">
                                          <p:val>
                                            <p:strVal val="#ppt_h"/>
                                          </p:val>
                                        </p:tav>
                                      </p:tavLst>
                                    </p:anim>
                                    <p:animEffect transition="in" filter="fade">
                                      <p:cBhvr>
                                        <p:cTn id="105" dur="500"/>
                                        <p:tgtEl>
                                          <p:spTgt spid="68"/>
                                        </p:tgtEl>
                                      </p:cBhvr>
                                    </p:animEffect>
                                  </p:childTnLst>
                                </p:cTn>
                              </p:par>
                              <p:par>
                                <p:cTn id="106" presetID="35" presetClass="path" presetSubtype="0" accel="50000" decel="50000" fill="hold" grpId="1" nodeType="withEffect">
                                  <p:stCondLst>
                                    <p:cond delay="0"/>
                                  </p:stCondLst>
                                  <p:childTnLst>
                                    <p:animMotion origin="layout" path="M -1.875E-6 1.48148E-6 L -0.08281 1.48148E-6 " pathEditMode="relative" rAng="0" ptsTypes="AA">
                                      <p:cBhvr>
                                        <p:cTn id="107" dur="1000" spd="-100000" fill="hold"/>
                                        <p:tgtEl>
                                          <p:spTgt spid="68"/>
                                        </p:tgtEl>
                                        <p:attrNameLst>
                                          <p:attrName>ppt_x</p:attrName>
                                          <p:attrName>ppt_y</p:attrName>
                                        </p:attrNameLst>
                                      </p:cBhvr>
                                      <p:rCtr x="-4141" y="0"/>
                                    </p:animMotion>
                                  </p:childTnLst>
                                </p:cTn>
                              </p:par>
                              <p:par>
                                <p:cTn id="108" presetID="53" presetClass="entr" presetSubtype="16" fill="hold" grpId="0" nodeType="withEffect">
                                  <p:stCondLst>
                                    <p:cond delay="250"/>
                                  </p:stCondLst>
                                  <p:childTnLst>
                                    <p:set>
                                      <p:cBhvr>
                                        <p:cTn id="109" dur="1" fill="hold">
                                          <p:stCondLst>
                                            <p:cond delay="0"/>
                                          </p:stCondLst>
                                        </p:cTn>
                                        <p:tgtEl>
                                          <p:spTgt spid="81"/>
                                        </p:tgtEl>
                                        <p:attrNameLst>
                                          <p:attrName>style.visibility</p:attrName>
                                        </p:attrNameLst>
                                      </p:cBhvr>
                                      <p:to>
                                        <p:strVal val="visible"/>
                                      </p:to>
                                    </p:set>
                                    <p:anim calcmode="lin" valueType="num">
                                      <p:cBhvr>
                                        <p:cTn id="110" dur="500" fill="hold"/>
                                        <p:tgtEl>
                                          <p:spTgt spid="81"/>
                                        </p:tgtEl>
                                        <p:attrNameLst>
                                          <p:attrName>ppt_w</p:attrName>
                                        </p:attrNameLst>
                                      </p:cBhvr>
                                      <p:tavLst>
                                        <p:tav tm="0">
                                          <p:val>
                                            <p:fltVal val="0"/>
                                          </p:val>
                                        </p:tav>
                                        <p:tav tm="100000">
                                          <p:val>
                                            <p:strVal val="#ppt_w"/>
                                          </p:val>
                                        </p:tav>
                                      </p:tavLst>
                                    </p:anim>
                                    <p:anim calcmode="lin" valueType="num">
                                      <p:cBhvr>
                                        <p:cTn id="111" dur="500" fill="hold"/>
                                        <p:tgtEl>
                                          <p:spTgt spid="81"/>
                                        </p:tgtEl>
                                        <p:attrNameLst>
                                          <p:attrName>ppt_h</p:attrName>
                                        </p:attrNameLst>
                                      </p:cBhvr>
                                      <p:tavLst>
                                        <p:tav tm="0">
                                          <p:val>
                                            <p:fltVal val="0"/>
                                          </p:val>
                                        </p:tav>
                                        <p:tav tm="100000">
                                          <p:val>
                                            <p:strVal val="#ppt_h"/>
                                          </p:val>
                                        </p:tav>
                                      </p:tavLst>
                                    </p:anim>
                                    <p:animEffect transition="in" filter="fade">
                                      <p:cBhvr>
                                        <p:cTn id="112" dur="500"/>
                                        <p:tgtEl>
                                          <p:spTgt spid="81"/>
                                        </p:tgtEl>
                                      </p:cBhvr>
                                    </p:animEffect>
                                  </p:childTnLst>
                                </p:cTn>
                              </p:par>
                              <p:par>
                                <p:cTn id="113" presetID="35" presetClass="path" presetSubtype="0" accel="50000" decel="50000" fill="hold" grpId="1" nodeType="withEffect">
                                  <p:stCondLst>
                                    <p:cond delay="250"/>
                                  </p:stCondLst>
                                  <p:childTnLst>
                                    <p:animMotion origin="layout" path="M -6.25E-7 1.48148E-6 L -0.05273 1.48148E-6 " pathEditMode="relative" rAng="0" ptsTypes="AA">
                                      <p:cBhvr>
                                        <p:cTn id="114" dur="1000" spd="-100000" fill="hold"/>
                                        <p:tgtEl>
                                          <p:spTgt spid="81"/>
                                        </p:tgtEl>
                                        <p:attrNameLst>
                                          <p:attrName>ppt_x</p:attrName>
                                          <p:attrName>ppt_y</p:attrName>
                                        </p:attrNameLst>
                                      </p:cBhvr>
                                      <p:rCtr x="-2643" y="0"/>
                                    </p:animMotion>
                                  </p:childTnLst>
                                </p:cTn>
                              </p:par>
                              <p:par>
                                <p:cTn id="115" presetID="22" presetClass="entr" presetSubtype="8" fill="hold" nodeType="withEffect">
                                  <p:stCondLst>
                                    <p:cond delay="750"/>
                                  </p:stCondLst>
                                  <p:childTnLst>
                                    <p:set>
                                      <p:cBhvr>
                                        <p:cTn id="116" dur="1" fill="hold">
                                          <p:stCondLst>
                                            <p:cond delay="0"/>
                                          </p:stCondLst>
                                        </p:cTn>
                                        <p:tgtEl>
                                          <p:spTgt spid="64"/>
                                        </p:tgtEl>
                                        <p:attrNameLst>
                                          <p:attrName>style.visibility</p:attrName>
                                        </p:attrNameLst>
                                      </p:cBhvr>
                                      <p:to>
                                        <p:strVal val="visible"/>
                                      </p:to>
                                    </p:set>
                                    <p:animEffect transition="in" filter="wipe(left)">
                                      <p:cBhvr>
                                        <p:cTn id="117" dur="500"/>
                                        <p:tgtEl>
                                          <p:spTgt spid="64"/>
                                        </p:tgtEl>
                                      </p:cBhvr>
                                    </p:animEffect>
                                  </p:childTnLst>
                                </p:cTn>
                              </p:par>
                            </p:childTnLst>
                          </p:cTn>
                        </p:par>
                        <p:par>
                          <p:cTn id="118" fill="hold">
                            <p:stCondLst>
                              <p:cond delay="10100"/>
                            </p:stCondLst>
                            <p:childTnLst>
                              <p:par>
                                <p:cTn id="119" presetID="10" presetClass="entr" presetSubtype="0" fill="hold" nodeType="afterEffect">
                                  <p:stCondLst>
                                    <p:cond delay="0"/>
                                  </p:stCondLst>
                                  <p:childTnLst>
                                    <p:set>
                                      <p:cBhvr>
                                        <p:cTn id="120" dur="1" fill="hold">
                                          <p:stCondLst>
                                            <p:cond delay="0"/>
                                          </p:stCondLst>
                                        </p:cTn>
                                        <p:tgtEl>
                                          <p:spTgt spid="65"/>
                                        </p:tgtEl>
                                        <p:attrNameLst>
                                          <p:attrName>style.visibility</p:attrName>
                                        </p:attrNameLst>
                                      </p:cBhvr>
                                      <p:to>
                                        <p:strVal val="visible"/>
                                      </p:to>
                                    </p:set>
                                    <p:animEffect transition="in" filter="fade">
                                      <p:cBhvr>
                                        <p:cTn id="121" dur="500"/>
                                        <p:tgtEl>
                                          <p:spTgt spid="65"/>
                                        </p:tgtEl>
                                      </p:cBhvr>
                                    </p:animEffect>
                                  </p:childTnLst>
                                </p:cTn>
                              </p:par>
                            </p:childTnLst>
                          </p:cTn>
                        </p:par>
                        <p:par>
                          <p:cTn id="122" fill="hold">
                            <p:stCondLst>
                              <p:cond delay="10600"/>
                            </p:stCondLst>
                            <p:childTnLst>
                              <p:par>
                                <p:cTn id="123" presetID="53" presetClass="entr" presetSubtype="16" fill="hold" grpId="0" nodeType="afterEffect">
                                  <p:stCondLst>
                                    <p:cond delay="0"/>
                                  </p:stCondLst>
                                  <p:childTnLst>
                                    <p:set>
                                      <p:cBhvr>
                                        <p:cTn id="124" dur="1" fill="hold">
                                          <p:stCondLst>
                                            <p:cond delay="0"/>
                                          </p:stCondLst>
                                        </p:cTn>
                                        <p:tgtEl>
                                          <p:spTgt spid="87"/>
                                        </p:tgtEl>
                                        <p:attrNameLst>
                                          <p:attrName>style.visibility</p:attrName>
                                        </p:attrNameLst>
                                      </p:cBhvr>
                                      <p:to>
                                        <p:strVal val="visible"/>
                                      </p:to>
                                    </p:set>
                                    <p:anim calcmode="lin" valueType="num">
                                      <p:cBhvr>
                                        <p:cTn id="125" dur="500" fill="hold"/>
                                        <p:tgtEl>
                                          <p:spTgt spid="87"/>
                                        </p:tgtEl>
                                        <p:attrNameLst>
                                          <p:attrName>ppt_w</p:attrName>
                                        </p:attrNameLst>
                                      </p:cBhvr>
                                      <p:tavLst>
                                        <p:tav tm="0">
                                          <p:val>
                                            <p:fltVal val="0"/>
                                          </p:val>
                                        </p:tav>
                                        <p:tav tm="100000">
                                          <p:val>
                                            <p:strVal val="#ppt_w"/>
                                          </p:val>
                                        </p:tav>
                                      </p:tavLst>
                                    </p:anim>
                                    <p:anim calcmode="lin" valueType="num">
                                      <p:cBhvr>
                                        <p:cTn id="126" dur="500" fill="hold"/>
                                        <p:tgtEl>
                                          <p:spTgt spid="87"/>
                                        </p:tgtEl>
                                        <p:attrNameLst>
                                          <p:attrName>ppt_h</p:attrName>
                                        </p:attrNameLst>
                                      </p:cBhvr>
                                      <p:tavLst>
                                        <p:tav tm="0">
                                          <p:val>
                                            <p:fltVal val="0"/>
                                          </p:val>
                                        </p:tav>
                                        <p:tav tm="100000">
                                          <p:val>
                                            <p:strVal val="#ppt_h"/>
                                          </p:val>
                                        </p:tav>
                                      </p:tavLst>
                                    </p:anim>
                                    <p:animEffect transition="in" filter="fade">
                                      <p:cBhvr>
                                        <p:cTn id="127" dur="500"/>
                                        <p:tgtEl>
                                          <p:spTgt spid="87"/>
                                        </p:tgtEl>
                                      </p:cBhvr>
                                    </p:animEffect>
                                  </p:childTnLst>
                                </p:cTn>
                              </p:par>
                              <p:par>
                                <p:cTn id="128" presetID="63" presetClass="path" presetSubtype="0" accel="50000" decel="50000" fill="hold" grpId="1" nodeType="withEffect">
                                  <p:stCondLst>
                                    <p:cond delay="0"/>
                                  </p:stCondLst>
                                  <p:childTnLst>
                                    <p:animMotion origin="layout" path="M 4.16667E-7 1.11111E-6 L 0.13828 1.11111E-6 " pathEditMode="relative" rAng="0" ptsTypes="AA">
                                      <p:cBhvr>
                                        <p:cTn id="129" dur="1000" spd="-100000" fill="hold"/>
                                        <p:tgtEl>
                                          <p:spTgt spid="87"/>
                                        </p:tgtEl>
                                        <p:attrNameLst>
                                          <p:attrName>ppt_x</p:attrName>
                                          <p:attrName>ppt_y</p:attrName>
                                        </p:attrNameLst>
                                      </p:cBhvr>
                                      <p:rCtr x="6914" y="0"/>
                                    </p:animMotion>
                                  </p:childTnLst>
                                </p:cTn>
                              </p:par>
                              <p:par>
                                <p:cTn id="130" presetID="53" presetClass="entr" presetSubtype="16" fill="hold" grpId="0" nodeType="withEffect">
                                  <p:stCondLst>
                                    <p:cond delay="500"/>
                                  </p:stCondLst>
                                  <p:iterate type="lt">
                                    <p:tmPct val="10000"/>
                                  </p:iterate>
                                  <p:childTnLst>
                                    <p:set>
                                      <p:cBhvr>
                                        <p:cTn id="131" dur="1" fill="hold">
                                          <p:stCondLst>
                                            <p:cond delay="0"/>
                                          </p:stCondLst>
                                        </p:cTn>
                                        <p:tgtEl>
                                          <p:spTgt spid="86"/>
                                        </p:tgtEl>
                                        <p:attrNameLst>
                                          <p:attrName>style.visibility</p:attrName>
                                        </p:attrNameLst>
                                      </p:cBhvr>
                                      <p:to>
                                        <p:strVal val="visible"/>
                                      </p:to>
                                    </p:set>
                                    <p:anim calcmode="lin" valueType="num">
                                      <p:cBhvr>
                                        <p:cTn id="132" dur="250" fill="hold"/>
                                        <p:tgtEl>
                                          <p:spTgt spid="86"/>
                                        </p:tgtEl>
                                        <p:attrNameLst>
                                          <p:attrName>ppt_w</p:attrName>
                                        </p:attrNameLst>
                                      </p:cBhvr>
                                      <p:tavLst>
                                        <p:tav tm="0">
                                          <p:val>
                                            <p:fltVal val="0"/>
                                          </p:val>
                                        </p:tav>
                                        <p:tav tm="100000">
                                          <p:val>
                                            <p:strVal val="#ppt_w"/>
                                          </p:val>
                                        </p:tav>
                                      </p:tavLst>
                                    </p:anim>
                                    <p:anim calcmode="lin" valueType="num">
                                      <p:cBhvr>
                                        <p:cTn id="133" dur="250" fill="hold"/>
                                        <p:tgtEl>
                                          <p:spTgt spid="86"/>
                                        </p:tgtEl>
                                        <p:attrNameLst>
                                          <p:attrName>ppt_h</p:attrName>
                                        </p:attrNameLst>
                                      </p:cBhvr>
                                      <p:tavLst>
                                        <p:tav tm="0">
                                          <p:val>
                                            <p:fltVal val="0"/>
                                          </p:val>
                                        </p:tav>
                                        <p:tav tm="100000">
                                          <p:val>
                                            <p:strVal val="#ppt_h"/>
                                          </p:val>
                                        </p:tav>
                                      </p:tavLst>
                                    </p:anim>
                                    <p:animEffect transition="in" filter="fade">
                                      <p:cBhvr>
                                        <p:cTn id="134" dur="250"/>
                                        <p:tgtEl>
                                          <p:spTgt spid="86"/>
                                        </p:tgtEl>
                                      </p:cBhvr>
                                    </p:animEffect>
                                  </p:childTnLst>
                                </p:cTn>
                              </p:par>
                            </p:childTnLst>
                          </p:cTn>
                        </p:par>
                        <p:par>
                          <p:cTn id="135" fill="hold">
                            <p:stCondLst>
                              <p:cond delay="12275"/>
                            </p:stCondLst>
                            <p:childTnLst>
                              <p:par>
                                <p:cTn id="136" presetID="53" presetClass="entr" presetSubtype="16" fill="hold" grpId="0" nodeType="afterEffect">
                                  <p:stCondLst>
                                    <p:cond delay="0"/>
                                  </p:stCondLst>
                                  <p:childTnLst>
                                    <p:set>
                                      <p:cBhvr>
                                        <p:cTn id="137" dur="1" fill="hold">
                                          <p:stCondLst>
                                            <p:cond delay="0"/>
                                          </p:stCondLst>
                                        </p:cTn>
                                        <p:tgtEl>
                                          <p:spTgt spid="70"/>
                                        </p:tgtEl>
                                        <p:attrNameLst>
                                          <p:attrName>style.visibility</p:attrName>
                                        </p:attrNameLst>
                                      </p:cBhvr>
                                      <p:to>
                                        <p:strVal val="visible"/>
                                      </p:to>
                                    </p:set>
                                    <p:anim calcmode="lin" valueType="num">
                                      <p:cBhvr>
                                        <p:cTn id="138" dur="500" fill="hold"/>
                                        <p:tgtEl>
                                          <p:spTgt spid="70"/>
                                        </p:tgtEl>
                                        <p:attrNameLst>
                                          <p:attrName>ppt_w</p:attrName>
                                        </p:attrNameLst>
                                      </p:cBhvr>
                                      <p:tavLst>
                                        <p:tav tm="0">
                                          <p:val>
                                            <p:fltVal val="0"/>
                                          </p:val>
                                        </p:tav>
                                        <p:tav tm="100000">
                                          <p:val>
                                            <p:strVal val="#ppt_w"/>
                                          </p:val>
                                        </p:tav>
                                      </p:tavLst>
                                    </p:anim>
                                    <p:anim calcmode="lin" valueType="num">
                                      <p:cBhvr>
                                        <p:cTn id="139" dur="500" fill="hold"/>
                                        <p:tgtEl>
                                          <p:spTgt spid="70"/>
                                        </p:tgtEl>
                                        <p:attrNameLst>
                                          <p:attrName>ppt_h</p:attrName>
                                        </p:attrNameLst>
                                      </p:cBhvr>
                                      <p:tavLst>
                                        <p:tav tm="0">
                                          <p:val>
                                            <p:fltVal val="0"/>
                                          </p:val>
                                        </p:tav>
                                        <p:tav tm="100000">
                                          <p:val>
                                            <p:strVal val="#ppt_h"/>
                                          </p:val>
                                        </p:tav>
                                      </p:tavLst>
                                    </p:anim>
                                    <p:animEffect transition="in" filter="fade">
                                      <p:cBhvr>
                                        <p:cTn id="140" dur="500"/>
                                        <p:tgtEl>
                                          <p:spTgt spid="70"/>
                                        </p:tgtEl>
                                      </p:cBhvr>
                                    </p:animEffect>
                                  </p:childTnLst>
                                </p:cTn>
                              </p:par>
                              <p:par>
                                <p:cTn id="141" presetID="63" presetClass="path" presetSubtype="0" accel="50000" decel="50000" fill="hold" grpId="1" nodeType="withEffect">
                                  <p:stCondLst>
                                    <p:cond delay="0"/>
                                  </p:stCondLst>
                                  <p:childTnLst>
                                    <p:animMotion origin="layout" path="M 1.875E-6 -2.22222E-6 L 0.08086 -2.22222E-6 " pathEditMode="relative" rAng="0" ptsTypes="AA">
                                      <p:cBhvr>
                                        <p:cTn id="142" dur="1000" spd="-100000" fill="hold"/>
                                        <p:tgtEl>
                                          <p:spTgt spid="70"/>
                                        </p:tgtEl>
                                        <p:attrNameLst>
                                          <p:attrName>ppt_x</p:attrName>
                                          <p:attrName>ppt_y</p:attrName>
                                        </p:attrNameLst>
                                      </p:cBhvr>
                                      <p:rCtr x="4036" y="0"/>
                                    </p:animMotion>
                                  </p:childTnLst>
                                </p:cTn>
                              </p:par>
                              <p:par>
                                <p:cTn id="143" presetID="53" presetClass="entr" presetSubtype="16" fill="hold" grpId="0" nodeType="withEffect">
                                  <p:stCondLst>
                                    <p:cond delay="250"/>
                                  </p:stCondLst>
                                  <p:childTnLst>
                                    <p:set>
                                      <p:cBhvr>
                                        <p:cTn id="144" dur="1" fill="hold">
                                          <p:stCondLst>
                                            <p:cond delay="0"/>
                                          </p:stCondLst>
                                        </p:cTn>
                                        <p:tgtEl>
                                          <p:spTgt spid="82"/>
                                        </p:tgtEl>
                                        <p:attrNameLst>
                                          <p:attrName>style.visibility</p:attrName>
                                        </p:attrNameLst>
                                      </p:cBhvr>
                                      <p:to>
                                        <p:strVal val="visible"/>
                                      </p:to>
                                    </p:set>
                                    <p:anim calcmode="lin" valueType="num">
                                      <p:cBhvr>
                                        <p:cTn id="145" dur="500" fill="hold"/>
                                        <p:tgtEl>
                                          <p:spTgt spid="82"/>
                                        </p:tgtEl>
                                        <p:attrNameLst>
                                          <p:attrName>ppt_w</p:attrName>
                                        </p:attrNameLst>
                                      </p:cBhvr>
                                      <p:tavLst>
                                        <p:tav tm="0">
                                          <p:val>
                                            <p:fltVal val="0"/>
                                          </p:val>
                                        </p:tav>
                                        <p:tav tm="100000">
                                          <p:val>
                                            <p:strVal val="#ppt_w"/>
                                          </p:val>
                                        </p:tav>
                                      </p:tavLst>
                                    </p:anim>
                                    <p:anim calcmode="lin" valueType="num">
                                      <p:cBhvr>
                                        <p:cTn id="146" dur="500" fill="hold"/>
                                        <p:tgtEl>
                                          <p:spTgt spid="82"/>
                                        </p:tgtEl>
                                        <p:attrNameLst>
                                          <p:attrName>ppt_h</p:attrName>
                                        </p:attrNameLst>
                                      </p:cBhvr>
                                      <p:tavLst>
                                        <p:tav tm="0">
                                          <p:val>
                                            <p:fltVal val="0"/>
                                          </p:val>
                                        </p:tav>
                                        <p:tav tm="100000">
                                          <p:val>
                                            <p:strVal val="#ppt_h"/>
                                          </p:val>
                                        </p:tav>
                                      </p:tavLst>
                                    </p:anim>
                                    <p:animEffect transition="in" filter="fade">
                                      <p:cBhvr>
                                        <p:cTn id="147" dur="500"/>
                                        <p:tgtEl>
                                          <p:spTgt spid="82"/>
                                        </p:tgtEl>
                                      </p:cBhvr>
                                    </p:animEffect>
                                  </p:childTnLst>
                                </p:cTn>
                              </p:par>
                              <p:par>
                                <p:cTn id="148" presetID="63" presetClass="path" presetSubtype="0" accel="50000" decel="50000" fill="hold" grpId="1" nodeType="withEffect">
                                  <p:stCondLst>
                                    <p:cond delay="250"/>
                                  </p:stCondLst>
                                  <p:childTnLst>
                                    <p:animMotion origin="layout" path="M 1.875E-6 -2.22222E-6 L 0.05182 -2.22222E-6 " pathEditMode="relative" rAng="0" ptsTypes="AA">
                                      <p:cBhvr>
                                        <p:cTn id="149" dur="1000" spd="-100000" fill="hold"/>
                                        <p:tgtEl>
                                          <p:spTgt spid="82"/>
                                        </p:tgtEl>
                                        <p:attrNameLst>
                                          <p:attrName>ppt_x</p:attrName>
                                          <p:attrName>ppt_y</p:attrName>
                                        </p:attrNameLst>
                                      </p:cBhvr>
                                      <p:rCtr x="2591" y="0"/>
                                    </p:animMotion>
                                  </p:childTnLst>
                                </p:cTn>
                              </p:par>
                              <p:par>
                                <p:cTn id="150" presetID="22" presetClass="entr" presetSubtype="2" fill="hold" nodeType="withEffect">
                                  <p:stCondLst>
                                    <p:cond delay="750"/>
                                  </p:stCondLst>
                                  <p:childTnLst>
                                    <p:set>
                                      <p:cBhvr>
                                        <p:cTn id="151" dur="1" fill="hold">
                                          <p:stCondLst>
                                            <p:cond delay="0"/>
                                          </p:stCondLst>
                                        </p:cTn>
                                        <p:tgtEl>
                                          <p:spTgt spid="69"/>
                                        </p:tgtEl>
                                        <p:attrNameLst>
                                          <p:attrName>style.visibility</p:attrName>
                                        </p:attrNameLst>
                                      </p:cBhvr>
                                      <p:to>
                                        <p:strVal val="visible"/>
                                      </p:to>
                                    </p:set>
                                    <p:animEffect transition="in" filter="wipe(right)">
                                      <p:cBhvr>
                                        <p:cTn id="152" dur="500"/>
                                        <p:tgtEl>
                                          <p:spTgt spid="69"/>
                                        </p:tgtEl>
                                      </p:cBhvr>
                                    </p:animEffect>
                                  </p:childTnLst>
                                </p:cTn>
                              </p:par>
                            </p:childTnLst>
                          </p:cTn>
                        </p:par>
                        <p:par>
                          <p:cTn id="153" fill="hold">
                            <p:stCondLst>
                              <p:cond delay="13525"/>
                            </p:stCondLst>
                            <p:childTnLst>
                              <p:par>
                                <p:cTn id="154" presetID="10" presetClass="entr" presetSubtype="0" fill="hold" nodeType="afterEffect">
                                  <p:stCondLst>
                                    <p:cond delay="0"/>
                                  </p:stCondLst>
                                  <p:childTnLst>
                                    <p:set>
                                      <p:cBhvr>
                                        <p:cTn id="155" dur="1" fill="hold">
                                          <p:stCondLst>
                                            <p:cond delay="0"/>
                                          </p:stCondLst>
                                        </p:cTn>
                                        <p:tgtEl>
                                          <p:spTgt spid="71"/>
                                        </p:tgtEl>
                                        <p:attrNameLst>
                                          <p:attrName>style.visibility</p:attrName>
                                        </p:attrNameLst>
                                      </p:cBhvr>
                                      <p:to>
                                        <p:strVal val="visible"/>
                                      </p:to>
                                    </p:set>
                                    <p:animEffect transition="in" filter="fade">
                                      <p:cBhvr>
                                        <p:cTn id="156" dur="500"/>
                                        <p:tgtEl>
                                          <p:spTgt spid="71"/>
                                        </p:tgtEl>
                                      </p:cBhvr>
                                    </p:animEffect>
                                  </p:childTnLst>
                                </p:cTn>
                              </p:par>
                            </p:childTnLst>
                          </p:cTn>
                        </p:par>
                        <p:par>
                          <p:cTn id="157" fill="hold">
                            <p:stCondLst>
                              <p:cond delay="14025"/>
                            </p:stCondLst>
                            <p:childTnLst>
                              <p:par>
                                <p:cTn id="158" presetID="53" presetClass="entr" presetSubtype="16" fill="hold" grpId="0" nodeType="afterEffect">
                                  <p:stCondLst>
                                    <p:cond delay="0"/>
                                  </p:stCondLst>
                                  <p:childTnLst>
                                    <p:set>
                                      <p:cBhvr>
                                        <p:cTn id="159" dur="1" fill="hold">
                                          <p:stCondLst>
                                            <p:cond delay="0"/>
                                          </p:stCondLst>
                                        </p:cTn>
                                        <p:tgtEl>
                                          <p:spTgt spid="93"/>
                                        </p:tgtEl>
                                        <p:attrNameLst>
                                          <p:attrName>style.visibility</p:attrName>
                                        </p:attrNameLst>
                                      </p:cBhvr>
                                      <p:to>
                                        <p:strVal val="visible"/>
                                      </p:to>
                                    </p:set>
                                    <p:anim calcmode="lin" valueType="num">
                                      <p:cBhvr>
                                        <p:cTn id="160" dur="500" fill="hold"/>
                                        <p:tgtEl>
                                          <p:spTgt spid="93"/>
                                        </p:tgtEl>
                                        <p:attrNameLst>
                                          <p:attrName>ppt_w</p:attrName>
                                        </p:attrNameLst>
                                      </p:cBhvr>
                                      <p:tavLst>
                                        <p:tav tm="0">
                                          <p:val>
                                            <p:fltVal val="0"/>
                                          </p:val>
                                        </p:tav>
                                        <p:tav tm="100000">
                                          <p:val>
                                            <p:strVal val="#ppt_w"/>
                                          </p:val>
                                        </p:tav>
                                      </p:tavLst>
                                    </p:anim>
                                    <p:anim calcmode="lin" valueType="num">
                                      <p:cBhvr>
                                        <p:cTn id="161" dur="500" fill="hold"/>
                                        <p:tgtEl>
                                          <p:spTgt spid="93"/>
                                        </p:tgtEl>
                                        <p:attrNameLst>
                                          <p:attrName>ppt_h</p:attrName>
                                        </p:attrNameLst>
                                      </p:cBhvr>
                                      <p:tavLst>
                                        <p:tav tm="0">
                                          <p:val>
                                            <p:fltVal val="0"/>
                                          </p:val>
                                        </p:tav>
                                        <p:tav tm="100000">
                                          <p:val>
                                            <p:strVal val="#ppt_h"/>
                                          </p:val>
                                        </p:tav>
                                      </p:tavLst>
                                    </p:anim>
                                    <p:animEffect transition="in" filter="fade">
                                      <p:cBhvr>
                                        <p:cTn id="162" dur="500"/>
                                        <p:tgtEl>
                                          <p:spTgt spid="93"/>
                                        </p:tgtEl>
                                      </p:cBhvr>
                                    </p:animEffect>
                                  </p:childTnLst>
                                </p:cTn>
                              </p:par>
                              <p:par>
                                <p:cTn id="163" presetID="63" presetClass="path" presetSubtype="0" accel="50000" decel="50000" fill="hold" grpId="1" nodeType="withEffect">
                                  <p:stCondLst>
                                    <p:cond delay="0"/>
                                  </p:stCondLst>
                                  <p:childTnLst>
                                    <p:animMotion origin="layout" path="M -1.04167E-6 -7.40741E-7 L 0.13828 -7.40741E-7 " pathEditMode="relative" rAng="0" ptsTypes="AA">
                                      <p:cBhvr>
                                        <p:cTn id="164" dur="1000" spd="-100000" fill="hold"/>
                                        <p:tgtEl>
                                          <p:spTgt spid="93"/>
                                        </p:tgtEl>
                                        <p:attrNameLst>
                                          <p:attrName>ppt_x</p:attrName>
                                          <p:attrName>ppt_y</p:attrName>
                                        </p:attrNameLst>
                                      </p:cBhvr>
                                      <p:rCtr x="6914" y="0"/>
                                    </p:animMotion>
                                  </p:childTnLst>
                                </p:cTn>
                              </p:par>
                              <p:par>
                                <p:cTn id="165" presetID="53" presetClass="entr" presetSubtype="16" fill="hold" grpId="0" nodeType="withEffect">
                                  <p:stCondLst>
                                    <p:cond delay="500"/>
                                  </p:stCondLst>
                                  <p:iterate type="lt">
                                    <p:tmPct val="10000"/>
                                  </p:iterate>
                                  <p:childTnLst>
                                    <p:set>
                                      <p:cBhvr>
                                        <p:cTn id="166" dur="1" fill="hold">
                                          <p:stCondLst>
                                            <p:cond delay="0"/>
                                          </p:stCondLst>
                                        </p:cTn>
                                        <p:tgtEl>
                                          <p:spTgt spid="92"/>
                                        </p:tgtEl>
                                        <p:attrNameLst>
                                          <p:attrName>style.visibility</p:attrName>
                                        </p:attrNameLst>
                                      </p:cBhvr>
                                      <p:to>
                                        <p:strVal val="visible"/>
                                      </p:to>
                                    </p:set>
                                    <p:anim calcmode="lin" valueType="num">
                                      <p:cBhvr>
                                        <p:cTn id="167" dur="250" fill="hold"/>
                                        <p:tgtEl>
                                          <p:spTgt spid="92"/>
                                        </p:tgtEl>
                                        <p:attrNameLst>
                                          <p:attrName>ppt_w</p:attrName>
                                        </p:attrNameLst>
                                      </p:cBhvr>
                                      <p:tavLst>
                                        <p:tav tm="0">
                                          <p:val>
                                            <p:fltVal val="0"/>
                                          </p:val>
                                        </p:tav>
                                        <p:tav tm="100000">
                                          <p:val>
                                            <p:strVal val="#ppt_w"/>
                                          </p:val>
                                        </p:tav>
                                      </p:tavLst>
                                    </p:anim>
                                    <p:anim calcmode="lin" valueType="num">
                                      <p:cBhvr>
                                        <p:cTn id="168" dur="250" fill="hold"/>
                                        <p:tgtEl>
                                          <p:spTgt spid="92"/>
                                        </p:tgtEl>
                                        <p:attrNameLst>
                                          <p:attrName>ppt_h</p:attrName>
                                        </p:attrNameLst>
                                      </p:cBhvr>
                                      <p:tavLst>
                                        <p:tav tm="0">
                                          <p:val>
                                            <p:fltVal val="0"/>
                                          </p:val>
                                        </p:tav>
                                        <p:tav tm="100000">
                                          <p:val>
                                            <p:strVal val="#ppt_h"/>
                                          </p:val>
                                        </p:tav>
                                      </p:tavLst>
                                    </p:anim>
                                    <p:animEffect transition="in" filter="fade">
                                      <p:cBhvr>
                                        <p:cTn id="169" dur="250"/>
                                        <p:tgtEl>
                                          <p:spTgt spid="92"/>
                                        </p:tgtEl>
                                      </p:cBhvr>
                                    </p:animEffect>
                                  </p:childTnLst>
                                </p:cTn>
                              </p:par>
                            </p:childTnLst>
                          </p:cTn>
                        </p:par>
                        <p:par>
                          <p:cTn id="170" fill="hold">
                            <p:stCondLst>
                              <p:cond delay="15700"/>
                            </p:stCondLst>
                            <p:childTnLst>
                              <p:par>
                                <p:cTn id="171" presetID="53" presetClass="entr" presetSubtype="16" fill="hold" grpId="0" nodeType="afterEffect">
                                  <p:stCondLst>
                                    <p:cond delay="0"/>
                                  </p:stCondLst>
                                  <p:childTnLst>
                                    <p:set>
                                      <p:cBhvr>
                                        <p:cTn id="172" dur="1" fill="hold">
                                          <p:stCondLst>
                                            <p:cond delay="0"/>
                                          </p:stCondLst>
                                        </p:cTn>
                                        <p:tgtEl>
                                          <p:spTgt spid="78"/>
                                        </p:tgtEl>
                                        <p:attrNameLst>
                                          <p:attrName>style.visibility</p:attrName>
                                        </p:attrNameLst>
                                      </p:cBhvr>
                                      <p:to>
                                        <p:strVal val="visible"/>
                                      </p:to>
                                    </p:set>
                                    <p:anim calcmode="lin" valueType="num">
                                      <p:cBhvr>
                                        <p:cTn id="173" dur="500" fill="hold"/>
                                        <p:tgtEl>
                                          <p:spTgt spid="78"/>
                                        </p:tgtEl>
                                        <p:attrNameLst>
                                          <p:attrName>ppt_w</p:attrName>
                                        </p:attrNameLst>
                                      </p:cBhvr>
                                      <p:tavLst>
                                        <p:tav tm="0">
                                          <p:val>
                                            <p:fltVal val="0"/>
                                          </p:val>
                                        </p:tav>
                                        <p:tav tm="100000">
                                          <p:val>
                                            <p:strVal val="#ppt_w"/>
                                          </p:val>
                                        </p:tav>
                                      </p:tavLst>
                                    </p:anim>
                                    <p:anim calcmode="lin" valueType="num">
                                      <p:cBhvr>
                                        <p:cTn id="174" dur="500" fill="hold"/>
                                        <p:tgtEl>
                                          <p:spTgt spid="78"/>
                                        </p:tgtEl>
                                        <p:attrNameLst>
                                          <p:attrName>ppt_h</p:attrName>
                                        </p:attrNameLst>
                                      </p:cBhvr>
                                      <p:tavLst>
                                        <p:tav tm="0">
                                          <p:val>
                                            <p:fltVal val="0"/>
                                          </p:val>
                                        </p:tav>
                                        <p:tav tm="100000">
                                          <p:val>
                                            <p:strVal val="#ppt_h"/>
                                          </p:val>
                                        </p:tav>
                                      </p:tavLst>
                                    </p:anim>
                                    <p:animEffect transition="in" filter="fade">
                                      <p:cBhvr>
                                        <p:cTn id="175" dur="500"/>
                                        <p:tgtEl>
                                          <p:spTgt spid="78"/>
                                        </p:tgtEl>
                                      </p:cBhvr>
                                    </p:animEffect>
                                  </p:childTnLst>
                                </p:cTn>
                              </p:par>
                              <p:par>
                                <p:cTn id="176" presetID="35" presetClass="path" presetSubtype="0" accel="50000" decel="50000" fill="hold" grpId="1" nodeType="withEffect">
                                  <p:stCondLst>
                                    <p:cond delay="0"/>
                                  </p:stCondLst>
                                  <p:childTnLst>
                                    <p:animMotion origin="layout" path="M -1.875E-6 4.07407E-6 L -0.08281 4.07407E-6 " pathEditMode="relative" rAng="0" ptsTypes="AA">
                                      <p:cBhvr>
                                        <p:cTn id="177" dur="1000" spd="-100000" fill="hold"/>
                                        <p:tgtEl>
                                          <p:spTgt spid="78"/>
                                        </p:tgtEl>
                                        <p:attrNameLst>
                                          <p:attrName>ppt_x</p:attrName>
                                          <p:attrName>ppt_y</p:attrName>
                                        </p:attrNameLst>
                                      </p:cBhvr>
                                      <p:rCtr x="-4141" y="0"/>
                                    </p:animMotion>
                                  </p:childTnLst>
                                </p:cTn>
                              </p:par>
                              <p:par>
                                <p:cTn id="178" presetID="53" presetClass="entr" presetSubtype="16" fill="hold" grpId="0" nodeType="withEffect">
                                  <p:stCondLst>
                                    <p:cond delay="250"/>
                                  </p:stCondLst>
                                  <p:childTnLst>
                                    <p:set>
                                      <p:cBhvr>
                                        <p:cTn id="179" dur="1" fill="hold">
                                          <p:stCondLst>
                                            <p:cond delay="0"/>
                                          </p:stCondLst>
                                        </p:cTn>
                                        <p:tgtEl>
                                          <p:spTgt spid="83"/>
                                        </p:tgtEl>
                                        <p:attrNameLst>
                                          <p:attrName>style.visibility</p:attrName>
                                        </p:attrNameLst>
                                      </p:cBhvr>
                                      <p:to>
                                        <p:strVal val="visible"/>
                                      </p:to>
                                    </p:set>
                                    <p:anim calcmode="lin" valueType="num">
                                      <p:cBhvr>
                                        <p:cTn id="180" dur="500" fill="hold"/>
                                        <p:tgtEl>
                                          <p:spTgt spid="83"/>
                                        </p:tgtEl>
                                        <p:attrNameLst>
                                          <p:attrName>ppt_w</p:attrName>
                                        </p:attrNameLst>
                                      </p:cBhvr>
                                      <p:tavLst>
                                        <p:tav tm="0">
                                          <p:val>
                                            <p:fltVal val="0"/>
                                          </p:val>
                                        </p:tav>
                                        <p:tav tm="100000">
                                          <p:val>
                                            <p:strVal val="#ppt_w"/>
                                          </p:val>
                                        </p:tav>
                                      </p:tavLst>
                                    </p:anim>
                                    <p:anim calcmode="lin" valueType="num">
                                      <p:cBhvr>
                                        <p:cTn id="181" dur="500" fill="hold"/>
                                        <p:tgtEl>
                                          <p:spTgt spid="83"/>
                                        </p:tgtEl>
                                        <p:attrNameLst>
                                          <p:attrName>ppt_h</p:attrName>
                                        </p:attrNameLst>
                                      </p:cBhvr>
                                      <p:tavLst>
                                        <p:tav tm="0">
                                          <p:val>
                                            <p:fltVal val="0"/>
                                          </p:val>
                                        </p:tav>
                                        <p:tav tm="100000">
                                          <p:val>
                                            <p:strVal val="#ppt_h"/>
                                          </p:val>
                                        </p:tav>
                                      </p:tavLst>
                                    </p:anim>
                                    <p:animEffect transition="in" filter="fade">
                                      <p:cBhvr>
                                        <p:cTn id="182" dur="500"/>
                                        <p:tgtEl>
                                          <p:spTgt spid="83"/>
                                        </p:tgtEl>
                                      </p:cBhvr>
                                    </p:animEffect>
                                  </p:childTnLst>
                                </p:cTn>
                              </p:par>
                              <p:par>
                                <p:cTn id="183" presetID="35" presetClass="path" presetSubtype="0" accel="50000" decel="50000" fill="hold" grpId="1" nodeType="withEffect">
                                  <p:stCondLst>
                                    <p:cond delay="250"/>
                                  </p:stCondLst>
                                  <p:childTnLst>
                                    <p:animMotion origin="layout" path="M -6.25E-7 4.07407E-6 L -0.05273 4.07407E-6 " pathEditMode="relative" rAng="0" ptsTypes="AA">
                                      <p:cBhvr>
                                        <p:cTn id="184" dur="1000" spd="-100000" fill="hold"/>
                                        <p:tgtEl>
                                          <p:spTgt spid="83"/>
                                        </p:tgtEl>
                                        <p:attrNameLst>
                                          <p:attrName>ppt_x</p:attrName>
                                          <p:attrName>ppt_y</p:attrName>
                                        </p:attrNameLst>
                                      </p:cBhvr>
                                      <p:rCtr x="-2643" y="0"/>
                                    </p:animMotion>
                                  </p:childTnLst>
                                </p:cTn>
                              </p:par>
                              <p:par>
                                <p:cTn id="185" presetID="22" presetClass="entr" presetSubtype="8" fill="hold" nodeType="withEffect">
                                  <p:stCondLst>
                                    <p:cond delay="750"/>
                                  </p:stCondLst>
                                  <p:childTnLst>
                                    <p:set>
                                      <p:cBhvr>
                                        <p:cTn id="186" dur="1" fill="hold">
                                          <p:stCondLst>
                                            <p:cond delay="0"/>
                                          </p:stCondLst>
                                        </p:cTn>
                                        <p:tgtEl>
                                          <p:spTgt spid="74"/>
                                        </p:tgtEl>
                                        <p:attrNameLst>
                                          <p:attrName>style.visibility</p:attrName>
                                        </p:attrNameLst>
                                      </p:cBhvr>
                                      <p:to>
                                        <p:strVal val="visible"/>
                                      </p:to>
                                    </p:set>
                                    <p:animEffect transition="in" filter="wipe(left)">
                                      <p:cBhvr>
                                        <p:cTn id="187" dur="500"/>
                                        <p:tgtEl>
                                          <p:spTgt spid="74"/>
                                        </p:tgtEl>
                                      </p:cBhvr>
                                    </p:animEffect>
                                  </p:childTnLst>
                                </p:cTn>
                              </p:par>
                            </p:childTnLst>
                          </p:cTn>
                        </p:par>
                        <p:par>
                          <p:cTn id="188" fill="hold">
                            <p:stCondLst>
                              <p:cond delay="16950"/>
                            </p:stCondLst>
                            <p:childTnLst>
                              <p:par>
                                <p:cTn id="189" presetID="10" presetClass="entr" presetSubtype="0" fill="hold" nodeType="afterEffect">
                                  <p:stCondLst>
                                    <p:cond delay="0"/>
                                  </p:stCondLst>
                                  <p:childTnLst>
                                    <p:set>
                                      <p:cBhvr>
                                        <p:cTn id="190" dur="1" fill="hold">
                                          <p:stCondLst>
                                            <p:cond delay="0"/>
                                          </p:stCondLst>
                                        </p:cTn>
                                        <p:tgtEl>
                                          <p:spTgt spid="75"/>
                                        </p:tgtEl>
                                        <p:attrNameLst>
                                          <p:attrName>style.visibility</p:attrName>
                                        </p:attrNameLst>
                                      </p:cBhvr>
                                      <p:to>
                                        <p:strVal val="visible"/>
                                      </p:to>
                                    </p:set>
                                    <p:animEffect transition="in" filter="fade">
                                      <p:cBhvr>
                                        <p:cTn id="191" dur="500"/>
                                        <p:tgtEl>
                                          <p:spTgt spid="75"/>
                                        </p:tgtEl>
                                      </p:cBhvr>
                                    </p:animEffect>
                                  </p:childTnLst>
                                </p:cTn>
                              </p:par>
                            </p:childTnLst>
                          </p:cTn>
                        </p:par>
                        <p:par>
                          <p:cTn id="192" fill="hold">
                            <p:stCondLst>
                              <p:cond delay="17450"/>
                            </p:stCondLst>
                            <p:childTnLst>
                              <p:par>
                                <p:cTn id="193" presetID="53" presetClass="entr" presetSubtype="16" fill="hold" grpId="0" nodeType="afterEffect">
                                  <p:stCondLst>
                                    <p:cond delay="0"/>
                                  </p:stCondLst>
                                  <p:childTnLst>
                                    <p:set>
                                      <p:cBhvr>
                                        <p:cTn id="194" dur="1" fill="hold">
                                          <p:stCondLst>
                                            <p:cond delay="0"/>
                                          </p:stCondLst>
                                        </p:cTn>
                                        <p:tgtEl>
                                          <p:spTgt spid="89"/>
                                        </p:tgtEl>
                                        <p:attrNameLst>
                                          <p:attrName>style.visibility</p:attrName>
                                        </p:attrNameLst>
                                      </p:cBhvr>
                                      <p:to>
                                        <p:strVal val="visible"/>
                                      </p:to>
                                    </p:set>
                                    <p:anim calcmode="lin" valueType="num">
                                      <p:cBhvr>
                                        <p:cTn id="195" dur="500" fill="hold"/>
                                        <p:tgtEl>
                                          <p:spTgt spid="89"/>
                                        </p:tgtEl>
                                        <p:attrNameLst>
                                          <p:attrName>ppt_w</p:attrName>
                                        </p:attrNameLst>
                                      </p:cBhvr>
                                      <p:tavLst>
                                        <p:tav tm="0">
                                          <p:val>
                                            <p:fltVal val="0"/>
                                          </p:val>
                                        </p:tav>
                                        <p:tav tm="100000">
                                          <p:val>
                                            <p:strVal val="#ppt_w"/>
                                          </p:val>
                                        </p:tav>
                                      </p:tavLst>
                                    </p:anim>
                                    <p:anim calcmode="lin" valueType="num">
                                      <p:cBhvr>
                                        <p:cTn id="196" dur="500" fill="hold"/>
                                        <p:tgtEl>
                                          <p:spTgt spid="89"/>
                                        </p:tgtEl>
                                        <p:attrNameLst>
                                          <p:attrName>ppt_h</p:attrName>
                                        </p:attrNameLst>
                                      </p:cBhvr>
                                      <p:tavLst>
                                        <p:tav tm="0">
                                          <p:val>
                                            <p:fltVal val="0"/>
                                          </p:val>
                                        </p:tav>
                                        <p:tav tm="100000">
                                          <p:val>
                                            <p:strVal val="#ppt_h"/>
                                          </p:val>
                                        </p:tav>
                                      </p:tavLst>
                                    </p:anim>
                                    <p:animEffect transition="in" filter="fade">
                                      <p:cBhvr>
                                        <p:cTn id="197" dur="500"/>
                                        <p:tgtEl>
                                          <p:spTgt spid="89"/>
                                        </p:tgtEl>
                                      </p:cBhvr>
                                    </p:animEffect>
                                  </p:childTnLst>
                                </p:cTn>
                              </p:par>
                              <p:par>
                                <p:cTn id="198" presetID="63" presetClass="path" presetSubtype="0" accel="50000" decel="50000" fill="hold" grpId="1" nodeType="withEffect">
                                  <p:stCondLst>
                                    <p:cond delay="0"/>
                                  </p:stCondLst>
                                  <p:childTnLst>
                                    <p:animMotion origin="layout" path="M 4.16667E-7 -4.07407E-6 L 0.13828 -4.07407E-6 " pathEditMode="relative" rAng="0" ptsTypes="AA">
                                      <p:cBhvr>
                                        <p:cTn id="199" dur="1000" spd="-100000" fill="hold"/>
                                        <p:tgtEl>
                                          <p:spTgt spid="89"/>
                                        </p:tgtEl>
                                        <p:attrNameLst>
                                          <p:attrName>ppt_x</p:attrName>
                                          <p:attrName>ppt_y</p:attrName>
                                        </p:attrNameLst>
                                      </p:cBhvr>
                                      <p:rCtr x="6914" y="0"/>
                                    </p:animMotion>
                                  </p:childTnLst>
                                </p:cTn>
                              </p:par>
                              <p:par>
                                <p:cTn id="200" presetID="53" presetClass="entr" presetSubtype="16" fill="hold" grpId="0" nodeType="withEffect">
                                  <p:stCondLst>
                                    <p:cond delay="500"/>
                                  </p:stCondLst>
                                  <p:iterate type="lt">
                                    <p:tmPct val="10000"/>
                                  </p:iterate>
                                  <p:childTnLst>
                                    <p:set>
                                      <p:cBhvr>
                                        <p:cTn id="201" dur="1" fill="hold">
                                          <p:stCondLst>
                                            <p:cond delay="0"/>
                                          </p:stCondLst>
                                        </p:cTn>
                                        <p:tgtEl>
                                          <p:spTgt spid="88"/>
                                        </p:tgtEl>
                                        <p:attrNameLst>
                                          <p:attrName>style.visibility</p:attrName>
                                        </p:attrNameLst>
                                      </p:cBhvr>
                                      <p:to>
                                        <p:strVal val="visible"/>
                                      </p:to>
                                    </p:set>
                                    <p:anim calcmode="lin" valueType="num">
                                      <p:cBhvr>
                                        <p:cTn id="202" dur="250" fill="hold"/>
                                        <p:tgtEl>
                                          <p:spTgt spid="88"/>
                                        </p:tgtEl>
                                        <p:attrNameLst>
                                          <p:attrName>ppt_w</p:attrName>
                                        </p:attrNameLst>
                                      </p:cBhvr>
                                      <p:tavLst>
                                        <p:tav tm="0">
                                          <p:val>
                                            <p:fltVal val="0"/>
                                          </p:val>
                                        </p:tav>
                                        <p:tav tm="100000">
                                          <p:val>
                                            <p:strVal val="#ppt_w"/>
                                          </p:val>
                                        </p:tav>
                                      </p:tavLst>
                                    </p:anim>
                                    <p:anim calcmode="lin" valueType="num">
                                      <p:cBhvr>
                                        <p:cTn id="203" dur="250" fill="hold"/>
                                        <p:tgtEl>
                                          <p:spTgt spid="88"/>
                                        </p:tgtEl>
                                        <p:attrNameLst>
                                          <p:attrName>ppt_h</p:attrName>
                                        </p:attrNameLst>
                                      </p:cBhvr>
                                      <p:tavLst>
                                        <p:tav tm="0">
                                          <p:val>
                                            <p:fltVal val="0"/>
                                          </p:val>
                                        </p:tav>
                                        <p:tav tm="100000">
                                          <p:val>
                                            <p:strVal val="#ppt_h"/>
                                          </p:val>
                                        </p:tav>
                                      </p:tavLst>
                                    </p:anim>
                                    <p:animEffect transition="in" filter="fade">
                                      <p:cBhvr>
                                        <p:cTn id="204" dur="25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1" grpId="1"/>
      <p:bldP spid="58" grpId="0" animBg="1"/>
      <p:bldP spid="58" grpId="1" animBg="1"/>
      <p:bldP spid="60" grpId="0" animBg="1"/>
      <p:bldP spid="60" grpId="1" animBg="1"/>
      <p:bldP spid="68" grpId="0" animBg="1"/>
      <p:bldP spid="68" grpId="1" animBg="1"/>
      <p:bldP spid="70" grpId="0" animBg="1"/>
      <p:bldP spid="70" grpId="1" animBg="1"/>
      <p:bldP spid="78" grpId="0" animBg="1"/>
      <p:bldP spid="78" grpId="1" animBg="1"/>
      <p:bldP spid="79" grpId="0"/>
      <p:bldP spid="79" grpId="1"/>
      <p:bldP spid="80" grpId="0"/>
      <p:bldP spid="80" grpId="1"/>
      <p:bldP spid="81" grpId="0"/>
      <p:bldP spid="81" grpId="1"/>
      <p:bldP spid="82" grpId="0"/>
      <p:bldP spid="82" grpId="1"/>
      <p:bldP spid="83" grpId="0"/>
      <p:bldP spid="83" grpId="1"/>
      <p:bldP spid="84" grpId="0"/>
      <p:bldP spid="85" grpId="0"/>
      <p:bldP spid="85" grpId="1"/>
      <p:bldP spid="86" grpId="0"/>
      <p:bldP spid="87" grpId="0"/>
      <p:bldP spid="87" grpId="1"/>
      <p:bldP spid="88" grpId="0"/>
      <p:bldP spid="89" grpId="0"/>
      <p:bldP spid="89" grpId="1"/>
      <p:bldP spid="90" grpId="0"/>
      <p:bldP spid="91" grpId="0"/>
      <p:bldP spid="91" grpId="1"/>
      <p:bldP spid="92" grpId="0"/>
      <p:bldP spid="93" grpId="0"/>
      <p:bldP spid="93"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450633" y="228814"/>
            <a:ext cx="720000" cy="720000"/>
            <a:chOff x="450633" y="228814"/>
            <a:chExt cx="720000" cy="720000"/>
          </a:xfrm>
        </p:grpSpPr>
        <p:sp>
          <p:nvSpPr>
            <p:cNvPr id="33" name="椭圆 32"/>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4"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5" name="文本框 34"/>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新年工作实施计划</a:t>
            </a:r>
          </a:p>
        </p:txBody>
      </p:sp>
      <p:cxnSp>
        <p:nvCxnSpPr>
          <p:cNvPr id="36" name="直接连接符 35"/>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37" name="任意形状 64"/>
          <p:cNvSpPr>
            <a:spLocks noChangeAspect="1"/>
          </p:cNvSpPr>
          <p:nvPr/>
        </p:nvSpPr>
        <p:spPr>
          <a:xfrm flipV="1">
            <a:off x="8776986" y="2602465"/>
            <a:ext cx="2370630" cy="1369907"/>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rgbClr val="17406D"/>
          </a:solidFill>
          <a:ln w="25400" cap="flat" cmpd="sng" algn="ctr">
            <a:noFill/>
            <a:prstDash val="solid"/>
            <a:miter lim="800000"/>
          </a:ln>
          <a:effectLst>
            <a:outerShdw blurRad="381000" dist="2540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38" name="矩形 37"/>
          <p:cNvSpPr/>
          <p:nvPr/>
        </p:nvSpPr>
        <p:spPr>
          <a:xfrm>
            <a:off x="1192869" y="4719067"/>
            <a:ext cx="1922787" cy="400110"/>
          </a:xfrm>
          <a:prstGeom prst="rect">
            <a:avLst/>
          </a:prstGeom>
        </p:spPr>
        <p:txBody>
          <a:bodyPr wrap="square">
            <a:spAutoFit/>
          </a:bodyPr>
          <a:lstStyle/>
          <a:p>
            <a:pPr algn="ctr"/>
            <a:r>
              <a:rPr lang="zh-CN" altLang="en-US" sz="2000" b="1" dirty="0">
                <a:solidFill>
                  <a:srgbClr val="000000"/>
                </a:solidFill>
                <a:latin typeface="微软雅黑" panose="020B0503020204020204" pitchFamily="34" charset="-122"/>
                <a:ea typeface="微软雅黑" panose="020B0503020204020204" pitchFamily="34" charset="-122"/>
              </a:rPr>
              <a:t>添加标题</a:t>
            </a:r>
          </a:p>
        </p:txBody>
      </p:sp>
      <p:sp>
        <p:nvSpPr>
          <p:cNvPr id="39" name="矩形 38"/>
          <p:cNvSpPr/>
          <p:nvPr/>
        </p:nvSpPr>
        <p:spPr>
          <a:xfrm>
            <a:off x="1092269" y="5064036"/>
            <a:ext cx="2123987" cy="95410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
        <p:nvSpPr>
          <p:cNvPr id="40" name="矩形 39"/>
          <p:cNvSpPr/>
          <p:nvPr/>
        </p:nvSpPr>
        <p:spPr>
          <a:xfrm>
            <a:off x="5095944" y="4719067"/>
            <a:ext cx="1922787" cy="400110"/>
          </a:xfrm>
          <a:prstGeom prst="rect">
            <a:avLst/>
          </a:prstGeom>
        </p:spPr>
        <p:txBody>
          <a:bodyPr wrap="square">
            <a:spAutoFit/>
          </a:bodyPr>
          <a:lstStyle/>
          <a:p>
            <a:pPr algn="ctr"/>
            <a:r>
              <a:rPr lang="zh-CN" altLang="en-US" sz="2000" b="1" dirty="0">
                <a:solidFill>
                  <a:srgbClr val="000000"/>
                </a:solidFill>
                <a:latin typeface="微软雅黑" panose="020B0503020204020204" pitchFamily="34" charset="-122"/>
                <a:ea typeface="微软雅黑" panose="020B0503020204020204" pitchFamily="34" charset="-122"/>
              </a:rPr>
              <a:t>添加标题</a:t>
            </a:r>
          </a:p>
        </p:txBody>
      </p:sp>
      <p:sp>
        <p:nvSpPr>
          <p:cNvPr id="41" name="矩形 40"/>
          <p:cNvSpPr/>
          <p:nvPr/>
        </p:nvSpPr>
        <p:spPr>
          <a:xfrm>
            <a:off x="4995344" y="5064036"/>
            <a:ext cx="2123987" cy="95410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
        <p:nvSpPr>
          <p:cNvPr id="42" name="矩形 41"/>
          <p:cNvSpPr/>
          <p:nvPr/>
        </p:nvSpPr>
        <p:spPr>
          <a:xfrm>
            <a:off x="8957460" y="4719067"/>
            <a:ext cx="1922787" cy="400110"/>
          </a:xfrm>
          <a:prstGeom prst="rect">
            <a:avLst/>
          </a:prstGeom>
        </p:spPr>
        <p:txBody>
          <a:bodyPr wrap="square">
            <a:spAutoFit/>
          </a:bodyPr>
          <a:lstStyle/>
          <a:p>
            <a:pPr algn="ctr"/>
            <a:r>
              <a:rPr lang="zh-CN" altLang="en-US" sz="2000" b="1" dirty="0">
                <a:solidFill>
                  <a:srgbClr val="000000"/>
                </a:solidFill>
                <a:latin typeface="微软雅黑" panose="020B0503020204020204" pitchFamily="34" charset="-122"/>
                <a:ea typeface="微软雅黑" panose="020B0503020204020204" pitchFamily="34" charset="-122"/>
              </a:rPr>
              <a:t>添加标题</a:t>
            </a:r>
          </a:p>
        </p:txBody>
      </p:sp>
      <p:sp>
        <p:nvSpPr>
          <p:cNvPr id="43" name="矩形 42"/>
          <p:cNvSpPr/>
          <p:nvPr/>
        </p:nvSpPr>
        <p:spPr>
          <a:xfrm>
            <a:off x="8856860" y="5064036"/>
            <a:ext cx="2123987" cy="95410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
        <p:nvSpPr>
          <p:cNvPr id="44" name="矩形 43"/>
          <p:cNvSpPr/>
          <p:nvPr/>
        </p:nvSpPr>
        <p:spPr>
          <a:xfrm>
            <a:off x="3140731" y="1477299"/>
            <a:ext cx="1922787" cy="400110"/>
          </a:xfrm>
          <a:prstGeom prst="rect">
            <a:avLst/>
          </a:prstGeom>
        </p:spPr>
        <p:txBody>
          <a:bodyPr wrap="square">
            <a:spAutoFit/>
          </a:bodyPr>
          <a:lstStyle/>
          <a:p>
            <a:pPr algn="ctr"/>
            <a:r>
              <a:rPr lang="zh-CN" altLang="en-US" sz="2000" b="1" dirty="0">
                <a:solidFill>
                  <a:srgbClr val="000000"/>
                </a:solidFill>
                <a:latin typeface="微软雅黑" panose="020B0503020204020204" pitchFamily="34" charset="-122"/>
                <a:ea typeface="微软雅黑" panose="020B0503020204020204" pitchFamily="34" charset="-122"/>
              </a:rPr>
              <a:t>添加标题</a:t>
            </a:r>
          </a:p>
        </p:txBody>
      </p:sp>
      <p:sp>
        <p:nvSpPr>
          <p:cNvPr id="45" name="矩形 44"/>
          <p:cNvSpPr/>
          <p:nvPr/>
        </p:nvSpPr>
        <p:spPr>
          <a:xfrm>
            <a:off x="3040131" y="1822268"/>
            <a:ext cx="2123987" cy="95410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
        <p:nvSpPr>
          <p:cNvPr id="46" name="矩形 45"/>
          <p:cNvSpPr/>
          <p:nvPr/>
        </p:nvSpPr>
        <p:spPr>
          <a:xfrm>
            <a:off x="6984873" y="1477299"/>
            <a:ext cx="1922787" cy="400110"/>
          </a:xfrm>
          <a:prstGeom prst="rect">
            <a:avLst/>
          </a:prstGeom>
        </p:spPr>
        <p:txBody>
          <a:bodyPr wrap="square">
            <a:spAutoFit/>
          </a:bodyPr>
          <a:lstStyle/>
          <a:p>
            <a:pPr algn="ctr"/>
            <a:r>
              <a:rPr lang="zh-CN" altLang="en-US" sz="2000" b="1" dirty="0">
                <a:solidFill>
                  <a:srgbClr val="000000"/>
                </a:solidFill>
                <a:latin typeface="微软雅黑" panose="020B0503020204020204" pitchFamily="34" charset="-122"/>
                <a:ea typeface="微软雅黑" panose="020B0503020204020204" pitchFamily="34" charset="-122"/>
              </a:rPr>
              <a:t>添加标题</a:t>
            </a:r>
          </a:p>
        </p:txBody>
      </p:sp>
      <p:sp>
        <p:nvSpPr>
          <p:cNvPr id="47" name="矩形 46"/>
          <p:cNvSpPr/>
          <p:nvPr/>
        </p:nvSpPr>
        <p:spPr>
          <a:xfrm>
            <a:off x="6884273" y="1822268"/>
            <a:ext cx="2123987" cy="954107"/>
          </a:xfrm>
          <a:prstGeom prst="rect">
            <a:avLst/>
          </a:prstGeom>
        </p:spPr>
        <p:txBody>
          <a:bodyPr wrap="square">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p>
        </p:txBody>
      </p:sp>
      <p:sp>
        <p:nvSpPr>
          <p:cNvPr id="48" name="任意形状 65"/>
          <p:cNvSpPr>
            <a:spLocks noChangeAspect="1"/>
          </p:cNvSpPr>
          <p:nvPr/>
        </p:nvSpPr>
        <p:spPr>
          <a:xfrm>
            <a:off x="6842676" y="3431928"/>
            <a:ext cx="2370630" cy="1369907"/>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rgbClr val="C00000"/>
          </a:solidFill>
          <a:ln w="25400" cap="flat" cmpd="sng" algn="ctr">
            <a:noFill/>
            <a:prstDash val="solid"/>
            <a:miter lim="800000"/>
          </a:ln>
          <a:effectLst>
            <a:outerShdw blurRad="381000" dist="2540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49" name="任意形状 66"/>
          <p:cNvSpPr>
            <a:spLocks noChangeAspect="1"/>
          </p:cNvSpPr>
          <p:nvPr/>
        </p:nvSpPr>
        <p:spPr>
          <a:xfrm flipV="1">
            <a:off x="4910686" y="2624104"/>
            <a:ext cx="2370630" cy="1369907"/>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rgbClr val="17406D"/>
          </a:solidFill>
          <a:ln w="25400" cap="flat" cmpd="sng" algn="ctr">
            <a:noFill/>
            <a:prstDash val="solid"/>
            <a:miter lim="800000"/>
          </a:ln>
          <a:effectLst>
            <a:outerShdw blurRad="381000" dist="2540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50" name="任意形状 67"/>
          <p:cNvSpPr>
            <a:spLocks noChangeAspect="1"/>
          </p:cNvSpPr>
          <p:nvPr/>
        </p:nvSpPr>
        <p:spPr>
          <a:xfrm>
            <a:off x="2976375" y="3445844"/>
            <a:ext cx="2370630" cy="1369907"/>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rgbClr val="C00000"/>
          </a:solidFill>
          <a:ln w="25400" cap="flat" cmpd="sng" algn="ctr">
            <a:noFill/>
            <a:prstDash val="solid"/>
            <a:miter lim="800000"/>
          </a:ln>
          <a:effectLst>
            <a:outerShdw blurRad="381000" dist="2540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51" name="任意形状 68"/>
          <p:cNvSpPr>
            <a:spLocks noChangeAspect="1"/>
          </p:cNvSpPr>
          <p:nvPr/>
        </p:nvSpPr>
        <p:spPr>
          <a:xfrm flipV="1">
            <a:off x="1044385" y="2638020"/>
            <a:ext cx="2370630" cy="1369907"/>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rgbClr val="17406D"/>
          </a:solidFill>
          <a:ln w="25400" cap="flat" cmpd="sng" algn="ctr">
            <a:noFill/>
            <a:prstDash val="solid"/>
            <a:miter lim="800000"/>
          </a:ln>
          <a:effectLst>
            <a:outerShdw blurRad="381000" dist="2540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endParaRPr>
          </a:p>
        </p:txBody>
      </p:sp>
      <p:sp>
        <p:nvSpPr>
          <p:cNvPr id="52" name="椭圆 51"/>
          <p:cNvSpPr>
            <a:spLocks noChangeAspect="1"/>
          </p:cNvSpPr>
          <p:nvPr/>
        </p:nvSpPr>
        <p:spPr>
          <a:xfrm>
            <a:off x="1618445" y="3213004"/>
            <a:ext cx="1080000" cy="108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3" name="Freeform 60"/>
          <p:cNvSpPr>
            <a:spLocks noChangeAspect="1" noEditPoints="1"/>
          </p:cNvSpPr>
          <p:nvPr/>
        </p:nvSpPr>
        <p:spPr bwMode="auto">
          <a:xfrm>
            <a:off x="1972607" y="3508341"/>
            <a:ext cx="495247" cy="489327"/>
          </a:xfrm>
          <a:custGeom>
            <a:avLst/>
            <a:gdLst>
              <a:gd name="T0" fmla="*/ 0 w 1100"/>
              <a:gd name="T1" fmla="*/ 0 h 1087"/>
              <a:gd name="T2" fmla="*/ 137 w 1100"/>
              <a:gd name="T3" fmla="*/ 0 h 1087"/>
              <a:gd name="T4" fmla="*/ 137 w 1100"/>
              <a:gd name="T5" fmla="*/ 1087 h 1087"/>
              <a:gd name="T6" fmla="*/ 0 w 1100"/>
              <a:gd name="T7" fmla="*/ 1087 h 1087"/>
              <a:gd name="T8" fmla="*/ 0 w 1100"/>
              <a:gd name="T9" fmla="*/ 0 h 1087"/>
              <a:gd name="T10" fmla="*/ 547 w 1100"/>
              <a:gd name="T11" fmla="*/ 129 h 1087"/>
              <a:gd name="T12" fmla="*/ 206 w 1100"/>
              <a:gd name="T13" fmla="*/ 0 h 1087"/>
              <a:gd name="T14" fmla="*/ 206 w 1100"/>
              <a:gd name="T15" fmla="*/ 543 h 1087"/>
              <a:gd name="T16" fmla="*/ 687 w 1100"/>
              <a:gd name="T17" fmla="*/ 546 h 1087"/>
              <a:gd name="T18" fmla="*/ 1100 w 1100"/>
              <a:gd name="T19" fmla="*/ 272 h 1087"/>
              <a:gd name="T20" fmla="*/ 547 w 1100"/>
              <a:gd name="T21" fmla="*/ 129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0" h="1087">
                <a:moveTo>
                  <a:pt x="0" y="0"/>
                </a:moveTo>
                <a:lnTo>
                  <a:pt x="137" y="0"/>
                </a:lnTo>
                <a:lnTo>
                  <a:pt x="137" y="1087"/>
                </a:lnTo>
                <a:lnTo>
                  <a:pt x="0" y="1087"/>
                </a:lnTo>
                <a:lnTo>
                  <a:pt x="0" y="0"/>
                </a:lnTo>
                <a:close/>
                <a:moveTo>
                  <a:pt x="547" y="129"/>
                </a:moveTo>
                <a:cubicBezTo>
                  <a:pt x="443" y="8"/>
                  <a:pt x="364" y="0"/>
                  <a:pt x="206" y="0"/>
                </a:cubicBezTo>
                <a:lnTo>
                  <a:pt x="206" y="543"/>
                </a:lnTo>
                <a:cubicBezTo>
                  <a:pt x="482" y="408"/>
                  <a:pt x="513" y="562"/>
                  <a:pt x="687" y="546"/>
                </a:cubicBezTo>
                <a:cubicBezTo>
                  <a:pt x="858" y="531"/>
                  <a:pt x="1004" y="401"/>
                  <a:pt x="1100" y="272"/>
                </a:cubicBezTo>
                <a:cubicBezTo>
                  <a:pt x="827" y="335"/>
                  <a:pt x="690" y="297"/>
                  <a:pt x="547" y="129"/>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4" name="椭圆 53"/>
          <p:cNvSpPr>
            <a:spLocks noChangeAspect="1"/>
          </p:cNvSpPr>
          <p:nvPr/>
        </p:nvSpPr>
        <p:spPr>
          <a:xfrm>
            <a:off x="3550435" y="3213004"/>
            <a:ext cx="1080000" cy="108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5" name="椭圆 54"/>
          <p:cNvSpPr>
            <a:spLocks noChangeAspect="1"/>
          </p:cNvSpPr>
          <p:nvPr/>
        </p:nvSpPr>
        <p:spPr>
          <a:xfrm>
            <a:off x="5484746" y="3213004"/>
            <a:ext cx="1080000" cy="108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6" name="椭圆 55"/>
          <p:cNvSpPr>
            <a:spLocks noChangeAspect="1"/>
          </p:cNvSpPr>
          <p:nvPr/>
        </p:nvSpPr>
        <p:spPr>
          <a:xfrm>
            <a:off x="7416736" y="3213004"/>
            <a:ext cx="1080000" cy="108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7" name="椭圆 56"/>
          <p:cNvSpPr>
            <a:spLocks noChangeAspect="1"/>
          </p:cNvSpPr>
          <p:nvPr/>
        </p:nvSpPr>
        <p:spPr>
          <a:xfrm>
            <a:off x="9351046" y="3213004"/>
            <a:ext cx="1080000" cy="108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8" name="Freeform 28"/>
          <p:cNvSpPr>
            <a:spLocks noChangeAspect="1" noEditPoints="1"/>
          </p:cNvSpPr>
          <p:nvPr/>
        </p:nvSpPr>
        <p:spPr bwMode="auto">
          <a:xfrm>
            <a:off x="9666114" y="3529058"/>
            <a:ext cx="449865" cy="447893"/>
          </a:xfrm>
          <a:custGeom>
            <a:avLst/>
            <a:gdLst>
              <a:gd name="T0" fmla="*/ 614 w 999"/>
              <a:gd name="T1" fmla="*/ 588 h 994"/>
              <a:gd name="T2" fmla="*/ 750 w 999"/>
              <a:gd name="T3" fmla="*/ 695 h 994"/>
              <a:gd name="T4" fmla="*/ 750 w 999"/>
              <a:gd name="T5" fmla="*/ 888 h 994"/>
              <a:gd name="T6" fmla="*/ 382 w 999"/>
              <a:gd name="T7" fmla="*/ 789 h 994"/>
              <a:gd name="T8" fmla="*/ 282 w 999"/>
              <a:gd name="T9" fmla="*/ 738 h 994"/>
              <a:gd name="T10" fmla="*/ 476 w 999"/>
              <a:gd name="T11" fmla="*/ 994 h 994"/>
              <a:gd name="T12" fmla="*/ 957 w 999"/>
              <a:gd name="T13" fmla="*/ 789 h 994"/>
              <a:gd name="T14" fmla="*/ 5 w 999"/>
              <a:gd name="T15" fmla="*/ 385 h 994"/>
              <a:gd name="T16" fmla="*/ 55 w 999"/>
              <a:gd name="T17" fmla="*/ 427 h 994"/>
              <a:gd name="T18" fmla="*/ 98 w 999"/>
              <a:gd name="T19" fmla="*/ 486 h 994"/>
              <a:gd name="T20" fmla="*/ 153 w 999"/>
              <a:gd name="T21" fmla="*/ 427 h 994"/>
              <a:gd name="T22" fmla="*/ 98 w 999"/>
              <a:gd name="T23" fmla="*/ 385 h 994"/>
              <a:gd name="T24" fmla="*/ 55 w 999"/>
              <a:gd name="T25" fmla="*/ 338 h 994"/>
              <a:gd name="T26" fmla="*/ 5 w 999"/>
              <a:gd name="T27" fmla="*/ 385 h 994"/>
              <a:gd name="T28" fmla="*/ 749 w 999"/>
              <a:gd name="T29" fmla="*/ 423 h 994"/>
              <a:gd name="T30" fmla="*/ 838 w 999"/>
              <a:gd name="T31" fmla="*/ 512 h 994"/>
              <a:gd name="T32" fmla="*/ 910 w 999"/>
              <a:gd name="T33" fmla="*/ 423 h 994"/>
              <a:gd name="T34" fmla="*/ 999 w 999"/>
              <a:gd name="T35" fmla="*/ 351 h 994"/>
              <a:gd name="T36" fmla="*/ 910 w 999"/>
              <a:gd name="T37" fmla="*/ 262 h 994"/>
              <a:gd name="T38" fmla="*/ 838 w 999"/>
              <a:gd name="T39" fmla="*/ 351 h 994"/>
              <a:gd name="T40" fmla="*/ 480 w 999"/>
              <a:gd name="T41" fmla="*/ 0 h 994"/>
              <a:gd name="T42" fmla="*/ 480 w 999"/>
              <a:gd name="T43" fmla="*/ 499 h 994"/>
              <a:gd name="T44" fmla="*/ 480 w 999"/>
              <a:gd name="T45" fmla="*/ 0 h 994"/>
              <a:gd name="T46" fmla="*/ 518 w 999"/>
              <a:gd name="T47" fmla="*/ 288 h 994"/>
              <a:gd name="T48" fmla="*/ 436 w 999"/>
              <a:gd name="T49" fmla="*/ 393 h 994"/>
              <a:gd name="T50" fmla="*/ 336 w 999"/>
              <a:gd name="T51" fmla="*/ 288 h 994"/>
              <a:gd name="T52" fmla="*/ 436 w 999"/>
              <a:gd name="T53" fmla="*/ 212 h 994"/>
              <a:gd name="T54" fmla="*/ 518 w 999"/>
              <a:gd name="T55" fmla="*/ 107 h 994"/>
              <a:gd name="T56" fmla="*/ 625 w 999"/>
              <a:gd name="T57" fmla="*/ 212 h 994"/>
              <a:gd name="T58" fmla="*/ 257 w 999"/>
              <a:gd name="T59" fmla="*/ 888 h 994"/>
              <a:gd name="T60" fmla="*/ 113 w 999"/>
              <a:gd name="T61" fmla="*/ 789 h 994"/>
              <a:gd name="T62" fmla="*/ 232 w 999"/>
              <a:gd name="T63" fmla="*/ 695 h 994"/>
              <a:gd name="T64" fmla="*/ 576 w 999"/>
              <a:gd name="T65" fmla="*/ 789 h 994"/>
              <a:gd name="T66" fmla="*/ 557 w 999"/>
              <a:gd name="T67" fmla="*/ 851 h 994"/>
              <a:gd name="T68" fmla="*/ 682 w 999"/>
              <a:gd name="T69" fmla="*/ 807 h 994"/>
              <a:gd name="T70" fmla="*/ 682 w 999"/>
              <a:gd name="T71" fmla="*/ 789 h 994"/>
              <a:gd name="T72" fmla="*/ 232 w 999"/>
              <a:gd name="T73" fmla="*/ 588 h 994"/>
              <a:gd name="T74" fmla="*/ 0 w 999"/>
              <a:gd name="T75" fmla="*/ 789 h 994"/>
              <a:gd name="T76" fmla="*/ 350 w 999"/>
              <a:gd name="T77" fmla="*/ 994 h 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99" h="994">
                <a:moveTo>
                  <a:pt x="750" y="588"/>
                </a:moveTo>
                <a:cubicBezTo>
                  <a:pt x="614" y="588"/>
                  <a:pt x="614" y="588"/>
                  <a:pt x="614" y="588"/>
                </a:cubicBezTo>
                <a:cubicBezTo>
                  <a:pt x="657" y="613"/>
                  <a:pt x="688" y="651"/>
                  <a:pt x="707" y="695"/>
                </a:cubicBezTo>
                <a:cubicBezTo>
                  <a:pt x="750" y="695"/>
                  <a:pt x="750" y="695"/>
                  <a:pt x="750" y="695"/>
                </a:cubicBezTo>
                <a:cubicBezTo>
                  <a:pt x="808" y="695"/>
                  <a:pt x="845" y="738"/>
                  <a:pt x="845" y="789"/>
                </a:cubicBezTo>
                <a:cubicBezTo>
                  <a:pt x="845" y="845"/>
                  <a:pt x="808" y="888"/>
                  <a:pt x="750" y="888"/>
                </a:cubicBezTo>
                <a:cubicBezTo>
                  <a:pt x="476" y="888"/>
                  <a:pt x="476" y="888"/>
                  <a:pt x="476" y="888"/>
                </a:cubicBezTo>
                <a:cubicBezTo>
                  <a:pt x="426" y="888"/>
                  <a:pt x="382" y="845"/>
                  <a:pt x="382" y="789"/>
                </a:cubicBezTo>
                <a:cubicBezTo>
                  <a:pt x="382" y="770"/>
                  <a:pt x="389" y="751"/>
                  <a:pt x="401" y="738"/>
                </a:cubicBezTo>
                <a:cubicBezTo>
                  <a:pt x="282" y="738"/>
                  <a:pt x="282" y="738"/>
                  <a:pt x="282" y="738"/>
                </a:cubicBezTo>
                <a:cubicBezTo>
                  <a:pt x="275" y="757"/>
                  <a:pt x="275" y="776"/>
                  <a:pt x="275" y="789"/>
                </a:cubicBezTo>
                <a:cubicBezTo>
                  <a:pt x="275" y="901"/>
                  <a:pt x="363" y="994"/>
                  <a:pt x="476" y="994"/>
                </a:cubicBezTo>
                <a:cubicBezTo>
                  <a:pt x="750" y="994"/>
                  <a:pt x="750" y="994"/>
                  <a:pt x="750" y="994"/>
                </a:cubicBezTo>
                <a:cubicBezTo>
                  <a:pt x="864" y="994"/>
                  <a:pt x="957" y="901"/>
                  <a:pt x="957" y="789"/>
                </a:cubicBezTo>
                <a:cubicBezTo>
                  <a:pt x="957" y="682"/>
                  <a:pt x="864" y="588"/>
                  <a:pt x="750" y="588"/>
                </a:cubicBezTo>
                <a:close/>
                <a:moveTo>
                  <a:pt x="5" y="385"/>
                </a:moveTo>
                <a:lnTo>
                  <a:pt x="5" y="427"/>
                </a:lnTo>
                <a:lnTo>
                  <a:pt x="55" y="427"/>
                </a:lnTo>
                <a:lnTo>
                  <a:pt x="55" y="486"/>
                </a:lnTo>
                <a:lnTo>
                  <a:pt x="98" y="486"/>
                </a:lnTo>
                <a:lnTo>
                  <a:pt x="98" y="427"/>
                </a:lnTo>
                <a:lnTo>
                  <a:pt x="153" y="427"/>
                </a:lnTo>
                <a:lnTo>
                  <a:pt x="153" y="385"/>
                </a:lnTo>
                <a:lnTo>
                  <a:pt x="98" y="385"/>
                </a:lnTo>
                <a:lnTo>
                  <a:pt x="98" y="338"/>
                </a:lnTo>
                <a:lnTo>
                  <a:pt x="55" y="338"/>
                </a:lnTo>
                <a:lnTo>
                  <a:pt x="55" y="385"/>
                </a:lnTo>
                <a:lnTo>
                  <a:pt x="5" y="385"/>
                </a:lnTo>
                <a:close/>
                <a:moveTo>
                  <a:pt x="749" y="351"/>
                </a:moveTo>
                <a:lnTo>
                  <a:pt x="749" y="423"/>
                </a:lnTo>
                <a:lnTo>
                  <a:pt x="838" y="423"/>
                </a:lnTo>
                <a:lnTo>
                  <a:pt x="838" y="512"/>
                </a:lnTo>
                <a:lnTo>
                  <a:pt x="910" y="512"/>
                </a:lnTo>
                <a:lnTo>
                  <a:pt x="910" y="423"/>
                </a:lnTo>
                <a:lnTo>
                  <a:pt x="999" y="423"/>
                </a:lnTo>
                <a:lnTo>
                  <a:pt x="999" y="351"/>
                </a:lnTo>
                <a:lnTo>
                  <a:pt x="910" y="351"/>
                </a:lnTo>
                <a:lnTo>
                  <a:pt x="910" y="262"/>
                </a:lnTo>
                <a:lnTo>
                  <a:pt x="838" y="262"/>
                </a:lnTo>
                <a:lnTo>
                  <a:pt x="838" y="351"/>
                </a:lnTo>
                <a:lnTo>
                  <a:pt x="749" y="351"/>
                </a:lnTo>
                <a:close/>
                <a:moveTo>
                  <a:pt x="480" y="0"/>
                </a:moveTo>
                <a:cubicBezTo>
                  <a:pt x="342" y="0"/>
                  <a:pt x="229" y="113"/>
                  <a:pt x="229" y="249"/>
                </a:cubicBezTo>
                <a:cubicBezTo>
                  <a:pt x="229" y="387"/>
                  <a:pt x="342" y="499"/>
                  <a:pt x="480" y="499"/>
                </a:cubicBezTo>
                <a:cubicBezTo>
                  <a:pt x="618" y="499"/>
                  <a:pt x="724" y="387"/>
                  <a:pt x="724" y="249"/>
                </a:cubicBezTo>
                <a:cubicBezTo>
                  <a:pt x="724" y="113"/>
                  <a:pt x="618" y="0"/>
                  <a:pt x="480" y="0"/>
                </a:cubicBezTo>
                <a:close/>
                <a:moveTo>
                  <a:pt x="625" y="288"/>
                </a:moveTo>
                <a:cubicBezTo>
                  <a:pt x="518" y="288"/>
                  <a:pt x="518" y="288"/>
                  <a:pt x="518" y="288"/>
                </a:cubicBezTo>
                <a:cubicBezTo>
                  <a:pt x="518" y="393"/>
                  <a:pt x="518" y="393"/>
                  <a:pt x="518" y="393"/>
                </a:cubicBezTo>
                <a:cubicBezTo>
                  <a:pt x="436" y="393"/>
                  <a:pt x="436" y="393"/>
                  <a:pt x="436" y="393"/>
                </a:cubicBezTo>
                <a:cubicBezTo>
                  <a:pt x="436" y="288"/>
                  <a:pt x="436" y="288"/>
                  <a:pt x="436" y="288"/>
                </a:cubicBezTo>
                <a:cubicBezTo>
                  <a:pt x="336" y="288"/>
                  <a:pt x="336" y="288"/>
                  <a:pt x="336" y="288"/>
                </a:cubicBezTo>
                <a:cubicBezTo>
                  <a:pt x="336" y="212"/>
                  <a:pt x="336" y="212"/>
                  <a:pt x="336" y="212"/>
                </a:cubicBezTo>
                <a:cubicBezTo>
                  <a:pt x="436" y="212"/>
                  <a:pt x="436" y="212"/>
                  <a:pt x="436" y="212"/>
                </a:cubicBezTo>
                <a:cubicBezTo>
                  <a:pt x="436" y="107"/>
                  <a:pt x="436" y="107"/>
                  <a:pt x="436" y="107"/>
                </a:cubicBezTo>
                <a:cubicBezTo>
                  <a:pt x="518" y="107"/>
                  <a:pt x="518" y="107"/>
                  <a:pt x="518" y="107"/>
                </a:cubicBezTo>
                <a:cubicBezTo>
                  <a:pt x="518" y="212"/>
                  <a:pt x="518" y="212"/>
                  <a:pt x="518" y="212"/>
                </a:cubicBezTo>
                <a:cubicBezTo>
                  <a:pt x="625" y="212"/>
                  <a:pt x="625" y="212"/>
                  <a:pt x="625" y="212"/>
                </a:cubicBezTo>
                <a:lnTo>
                  <a:pt x="625" y="288"/>
                </a:lnTo>
                <a:close/>
                <a:moveTo>
                  <a:pt x="257" y="888"/>
                </a:moveTo>
                <a:cubicBezTo>
                  <a:pt x="207" y="888"/>
                  <a:pt x="207" y="888"/>
                  <a:pt x="207" y="888"/>
                </a:cubicBezTo>
                <a:cubicBezTo>
                  <a:pt x="151" y="888"/>
                  <a:pt x="113" y="845"/>
                  <a:pt x="113" y="789"/>
                </a:cubicBezTo>
                <a:cubicBezTo>
                  <a:pt x="113" y="738"/>
                  <a:pt x="151" y="695"/>
                  <a:pt x="207" y="695"/>
                </a:cubicBezTo>
                <a:cubicBezTo>
                  <a:pt x="232" y="695"/>
                  <a:pt x="232" y="695"/>
                  <a:pt x="232" y="695"/>
                </a:cubicBezTo>
                <a:cubicBezTo>
                  <a:pt x="482" y="695"/>
                  <a:pt x="482" y="695"/>
                  <a:pt x="482" y="695"/>
                </a:cubicBezTo>
                <a:cubicBezTo>
                  <a:pt x="532" y="695"/>
                  <a:pt x="576" y="738"/>
                  <a:pt x="576" y="789"/>
                </a:cubicBezTo>
                <a:cubicBezTo>
                  <a:pt x="576" y="794"/>
                  <a:pt x="576" y="801"/>
                  <a:pt x="576" y="807"/>
                </a:cubicBezTo>
                <a:cubicBezTo>
                  <a:pt x="569" y="826"/>
                  <a:pt x="563" y="839"/>
                  <a:pt x="557" y="851"/>
                </a:cubicBezTo>
                <a:cubicBezTo>
                  <a:pt x="676" y="851"/>
                  <a:pt x="676" y="851"/>
                  <a:pt x="676" y="851"/>
                </a:cubicBezTo>
                <a:cubicBezTo>
                  <a:pt x="676" y="839"/>
                  <a:pt x="682" y="826"/>
                  <a:pt x="682" y="807"/>
                </a:cubicBezTo>
                <a:cubicBezTo>
                  <a:pt x="682" y="807"/>
                  <a:pt x="682" y="807"/>
                  <a:pt x="682" y="807"/>
                </a:cubicBezTo>
                <a:cubicBezTo>
                  <a:pt x="682" y="801"/>
                  <a:pt x="682" y="794"/>
                  <a:pt x="682" y="789"/>
                </a:cubicBezTo>
                <a:cubicBezTo>
                  <a:pt x="682" y="682"/>
                  <a:pt x="595" y="588"/>
                  <a:pt x="482" y="588"/>
                </a:cubicBezTo>
                <a:cubicBezTo>
                  <a:pt x="232" y="588"/>
                  <a:pt x="232" y="588"/>
                  <a:pt x="232" y="588"/>
                </a:cubicBezTo>
                <a:cubicBezTo>
                  <a:pt x="207" y="588"/>
                  <a:pt x="207" y="588"/>
                  <a:pt x="207" y="588"/>
                </a:cubicBezTo>
                <a:cubicBezTo>
                  <a:pt x="94" y="588"/>
                  <a:pt x="0" y="682"/>
                  <a:pt x="0" y="789"/>
                </a:cubicBezTo>
                <a:cubicBezTo>
                  <a:pt x="0" y="901"/>
                  <a:pt x="94" y="994"/>
                  <a:pt x="207" y="994"/>
                </a:cubicBezTo>
                <a:cubicBezTo>
                  <a:pt x="350" y="994"/>
                  <a:pt x="350" y="994"/>
                  <a:pt x="350" y="994"/>
                </a:cubicBezTo>
                <a:cubicBezTo>
                  <a:pt x="313" y="970"/>
                  <a:pt x="275" y="932"/>
                  <a:pt x="257" y="888"/>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9" name="Freeform 102"/>
          <p:cNvSpPr>
            <a:spLocks noChangeAspect="1" noEditPoints="1"/>
          </p:cNvSpPr>
          <p:nvPr/>
        </p:nvSpPr>
        <p:spPr bwMode="auto">
          <a:xfrm>
            <a:off x="5799814" y="3526099"/>
            <a:ext cx="449865" cy="453811"/>
          </a:xfrm>
          <a:custGeom>
            <a:avLst/>
            <a:gdLst>
              <a:gd name="T0" fmla="*/ 775 w 999"/>
              <a:gd name="T1" fmla="*/ 879 h 1007"/>
              <a:gd name="T2" fmla="*/ 567 w 999"/>
              <a:gd name="T3" fmla="*/ 517 h 1007"/>
              <a:gd name="T4" fmla="*/ 889 w 999"/>
              <a:gd name="T5" fmla="*/ 251 h 1007"/>
              <a:gd name="T6" fmla="*/ 962 w 999"/>
              <a:gd name="T7" fmla="*/ 504 h 1007"/>
              <a:gd name="T8" fmla="*/ 775 w 999"/>
              <a:gd name="T9" fmla="*/ 879 h 1007"/>
              <a:gd name="T10" fmla="*/ 857 w 999"/>
              <a:gd name="T11" fmla="*/ 153 h 1007"/>
              <a:gd name="T12" fmla="*/ 515 w 999"/>
              <a:gd name="T13" fmla="*/ 431 h 1007"/>
              <a:gd name="T14" fmla="*/ 515 w 999"/>
              <a:gd name="T15" fmla="*/ 466 h 1007"/>
              <a:gd name="T16" fmla="*/ 874 w 999"/>
              <a:gd name="T17" fmla="*/ 171 h 1007"/>
              <a:gd name="T18" fmla="*/ 857 w 999"/>
              <a:gd name="T19" fmla="*/ 153 h 1007"/>
              <a:gd name="T20" fmla="*/ 820 w 999"/>
              <a:gd name="T21" fmla="*/ 117 h 1007"/>
              <a:gd name="T22" fmla="*/ 515 w 999"/>
              <a:gd name="T23" fmla="*/ 366 h 1007"/>
              <a:gd name="T24" fmla="*/ 515 w 999"/>
              <a:gd name="T25" fmla="*/ 403 h 1007"/>
              <a:gd name="T26" fmla="*/ 842 w 999"/>
              <a:gd name="T27" fmla="*/ 137 h 1007"/>
              <a:gd name="T28" fmla="*/ 820 w 999"/>
              <a:gd name="T29" fmla="*/ 117 h 1007"/>
              <a:gd name="T30" fmla="*/ 779 w 999"/>
              <a:gd name="T31" fmla="*/ 86 h 1007"/>
              <a:gd name="T32" fmla="*/ 515 w 999"/>
              <a:gd name="T33" fmla="*/ 301 h 1007"/>
              <a:gd name="T34" fmla="*/ 515 w 999"/>
              <a:gd name="T35" fmla="*/ 338 h 1007"/>
              <a:gd name="T36" fmla="*/ 803 w 999"/>
              <a:gd name="T37" fmla="*/ 104 h 1007"/>
              <a:gd name="T38" fmla="*/ 779 w 999"/>
              <a:gd name="T39" fmla="*/ 86 h 1007"/>
              <a:gd name="T40" fmla="*/ 733 w 999"/>
              <a:gd name="T41" fmla="*/ 58 h 1007"/>
              <a:gd name="T42" fmla="*/ 515 w 999"/>
              <a:gd name="T43" fmla="*/ 236 h 1007"/>
              <a:gd name="T44" fmla="*/ 515 w 999"/>
              <a:gd name="T45" fmla="*/ 273 h 1007"/>
              <a:gd name="T46" fmla="*/ 759 w 999"/>
              <a:gd name="T47" fmla="*/ 74 h 1007"/>
              <a:gd name="T48" fmla="*/ 733 w 999"/>
              <a:gd name="T49" fmla="*/ 58 h 1007"/>
              <a:gd name="T50" fmla="*/ 682 w 999"/>
              <a:gd name="T51" fmla="*/ 35 h 1007"/>
              <a:gd name="T52" fmla="*/ 515 w 999"/>
              <a:gd name="T53" fmla="*/ 171 h 1007"/>
              <a:gd name="T54" fmla="*/ 515 w 999"/>
              <a:gd name="T55" fmla="*/ 208 h 1007"/>
              <a:gd name="T56" fmla="*/ 711 w 999"/>
              <a:gd name="T57" fmla="*/ 47 h 1007"/>
              <a:gd name="T58" fmla="*/ 682 w 999"/>
              <a:gd name="T59" fmla="*/ 35 h 1007"/>
              <a:gd name="T60" fmla="*/ 624 w 999"/>
              <a:gd name="T61" fmla="*/ 17 h 1007"/>
              <a:gd name="T62" fmla="*/ 515 w 999"/>
              <a:gd name="T63" fmla="*/ 106 h 1007"/>
              <a:gd name="T64" fmla="*/ 515 w 999"/>
              <a:gd name="T65" fmla="*/ 143 h 1007"/>
              <a:gd name="T66" fmla="*/ 658 w 999"/>
              <a:gd name="T67" fmla="*/ 27 h 1007"/>
              <a:gd name="T68" fmla="*/ 624 w 999"/>
              <a:gd name="T69" fmla="*/ 17 h 1007"/>
              <a:gd name="T70" fmla="*/ 560 w 999"/>
              <a:gd name="T71" fmla="*/ 4 h 1007"/>
              <a:gd name="T72" fmla="*/ 515 w 999"/>
              <a:gd name="T73" fmla="*/ 41 h 1007"/>
              <a:gd name="T74" fmla="*/ 515 w 999"/>
              <a:gd name="T75" fmla="*/ 77 h 1007"/>
              <a:gd name="T76" fmla="*/ 598 w 999"/>
              <a:gd name="T77" fmla="*/ 11 h 1007"/>
              <a:gd name="T78" fmla="*/ 560 w 999"/>
              <a:gd name="T79" fmla="*/ 4 h 1007"/>
              <a:gd name="T80" fmla="*/ 515 w 999"/>
              <a:gd name="T81" fmla="*/ 0 h 1007"/>
              <a:gd name="T82" fmla="*/ 515 w 999"/>
              <a:gd name="T83" fmla="*/ 13 h 1007"/>
              <a:gd name="T84" fmla="*/ 529 w 999"/>
              <a:gd name="T85" fmla="*/ 1 h 1007"/>
              <a:gd name="T86" fmla="*/ 515 w 999"/>
              <a:gd name="T87" fmla="*/ 0 h 1007"/>
              <a:gd name="T88" fmla="*/ 481 w 999"/>
              <a:gd name="T89" fmla="*/ 511 h 1007"/>
              <a:gd name="T90" fmla="*/ 480 w 999"/>
              <a:gd name="T91" fmla="*/ 508 h 1007"/>
              <a:gd name="T92" fmla="*/ 479 w 999"/>
              <a:gd name="T93" fmla="*/ 504 h 1007"/>
              <a:gd name="T94" fmla="*/ 479 w 999"/>
              <a:gd name="T95" fmla="*/ 0 h 1007"/>
              <a:gd name="T96" fmla="*/ 0 w 999"/>
              <a:gd name="T97" fmla="*/ 504 h 1007"/>
              <a:gd name="T98" fmla="*/ 500 w 999"/>
              <a:gd name="T99" fmla="*/ 1007 h 1007"/>
              <a:gd name="T100" fmla="*/ 732 w 999"/>
              <a:gd name="T101" fmla="*/ 950 h 1007"/>
              <a:gd name="T102" fmla="*/ 482 w 999"/>
              <a:gd name="T103" fmla="*/ 512 h 1007"/>
              <a:gd name="T104" fmla="*/ 481 w 999"/>
              <a:gd name="T105" fmla="*/ 511 h 1007"/>
              <a:gd name="T106" fmla="*/ 897 w 999"/>
              <a:gd name="T107" fmla="*/ 199 h 1007"/>
              <a:gd name="T108" fmla="*/ 520 w 999"/>
              <a:gd name="T109" fmla="*/ 508 h 1007"/>
              <a:gd name="T110" fmla="*/ 763 w 999"/>
              <a:gd name="T111" fmla="*/ 931 h 1007"/>
              <a:gd name="T112" fmla="*/ 999 w 999"/>
              <a:gd name="T113" fmla="*/ 504 h 1007"/>
              <a:gd name="T114" fmla="*/ 897 w 999"/>
              <a:gd name="T115" fmla="*/ 199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99" h="1007">
                <a:moveTo>
                  <a:pt x="775" y="879"/>
                </a:moveTo>
                <a:lnTo>
                  <a:pt x="567" y="517"/>
                </a:lnTo>
                <a:lnTo>
                  <a:pt x="889" y="251"/>
                </a:lnTo>
                <a:cubicBezTo>
                  <a:pt x="938" y="327"/>
                  <a:pt x="962" y="413"/>
                  <a:pt x="962" y="504"/>
                </a:cubicBezTo>
                <a:cubicBezTo>
                  <a:pt x="962" y="654"/>
                  <a:pt x="893" y="791"/>
                  <a:pt x="775" y="879"/>
                </a:cubicBezTo>
                <a:close/>
                <a:moveTo>
                  <a:pt x="857" y="153"/>
                </a:moveTo>
                <a:lnTo>
                  <a:pt x="515" y="431"/>
                </a:lnTo>
                <a:lnTo>
                  <a:pt x="515" y="466"/>
                </a:lnTo>
                <a:lnTo>
                  <a:pt x="874" y="171"/>
                </a:lnTo>
                <a:lnTo>
                  <a:pt x="857" y="153"/>
                </a:lnTo>
                <a:close/>
                <a:moveTo>
                  <a:pt x="820" y="117"/>
                </a:moveTo>
                <a:lnTo>
                  <a:pt x="515" y="366"/>
                </a:lnTo>
                <a:lnTo>
                  <a:pt x="515" y="403"/>
                </a:lnTo>
                <a:lnTo>
                  <a:pt x="842" y="137"/>
                </a:lnTo>
                <a:lnTo>
                  <a:pt x="820" y="117"/>
                </a:lnTo>
                <a:close/>
                <a:moveTo>
                  <a:pt x="779" y="86"/>
                </a:moveTo>
                <a:lnTo>
                  <a:pt x="515" y="301"/>
                </a:lnTo>
                <a:lnTo>
                  <a:pt x="515" y="338"/>
                </a:lnTo>
                <a:lnTo>
                  <a:pt x="803" y="104"/>
                </a:lnTo>
                <a:lnTo>
                  <a:pt x="779" y="86"/>
                </a:lnTo>
                <a:close/>
                <a:moveTo>
                  <a:pt x="733" y="58"/>
                </a:moveTo>
                <a:lnTo>
                  <a:pt x="515" y="236"/>
                </a:lnTo>
                <a:lnTo>
                  <a:pt x="515" y="273"/>
                </a:lnTo>
                <a:lnTo>
                  <a:pt x="759" y="74"/>
                </a:lnTo>
                <a:cubicBezTo>
                  <a:pt x="750" y="68"/>
                  <a:pt x="742" y="63"/>
                  <a:pt x="733" y="58"/>
                </a:cubicBezTo>
                <a:close/>
                <a:moveTo>
                  <a:pt x="682" y="35"/>
                </a:moveTo>
                <a:lnTo>
                  <a:pt x="515" y="171"/>
                </a:lnTo>
                <a:lnTo>
                  <a:pt x="515" y="208"/>
                </a:lnTo>
                <a:lnTo>
                  <a:pt x="711" y="47"/>
                </a:lnTo>
                <a:cubicBezTo>
                  <a:pt x="702" y="43"/>
                  <a:pt x="692" y="39"/>
                  <a:pt x="682" y="35"/>
                </a:cubicBezTo>
                <a:close/>
                <a:moveTo>
                  <a:pt x="624" y="17"/>
                </a:moveTo>
                <a:lnTo>
                  <a:pt x="515" y="106"/>
                </a:lnTo>
                <a:lnTo>
                  <a:pt x="515" y="143"/>
                </a:lnTo>
                <a:lnTo>
                  <a:pt x="658" y="27"/>
                </a:lnTo>
                <a:cubicBezTo>
                  <a:pt x="647" y="22"/>
                  <a:pt x="636" y="19"/>
                  <a:pt x="624" y="17"/>
                </a:cubicBezTo>
                <a:close/>
                <a:moveTo>
                  <a:pt x="560" y="4"/>
                </a:moveTo>
                <a:lnTo>
                  <a:pt x="515" y="41"/>
                </a:lnTo>
                <a:lnTo>
                  <a:pt x="515" y="77"/>
                </a:lnTo>
                <a:lnTo>
                  <a:pt x="598" y="11"/>
                </a:lnTo>
                <a:cubicBezTo>
                  <a:pt x="586" y="8"/>
                  <a:pt x="573" y="5"/>
                  <a:pt x="560" y="4"/>
                </a:cubicBezTo>
                <a:close/>
                <a:moveTo>
                  <a:pt x="515" y="0"/>
                </a:moveTo>
                <a:lnTo>
                  <a:pt x="515" y="13"/>
                </a:lnTo>
                <a:lnTo>
                  <a:pt x="529" y="1"/>
                </a:lnTo>
                <a:lnTo>
                  <a:pt x="515" y="0"/>
                </a:lnTo>
                <a:close/>
                <a:moveTo>
                  <a:pt x="481" y="511"/>
                </a:moveTo>
                <a:lnTo>
                  <a:pt x="480" y="508"/>
                </a:lnTo>
                <a:lnTo>
                  <a:pt x="479" y="504"/>
                </a:lnTo>
                <a:lnTo>
                  <a:pt x="479" y="0"/>
                </a:lnTo>
                <a:cubicBezTo>
                  <a:pt x="213" y="11"/>
                  <a:pt x="0" y="233"/>
                  <a:pt x="0" y="504"/>
                </a:cubicBezTo>
                <a:cubicBezTo>
                  <a:pt x="0" y="782"/>
                  <a:pt x="223" y="1007"/>
                  <a:pt x="500" y="1007"/>
                </a:cubicBezTo>
                <a:cubicBezTo>
                  <a:pt x="584" y="1007"/>
                  <a:pt x="663" y="987"/>
                  <a:pt x="732" y="950"/>
                </a:cubicBezTo>
                <a:lnTo>
                  <a:pt x="482" y="512"/>
                </a:lnTo>
                <a:lnTo>
                  <a:pt x="481" y="511"/>
                </a:lnTo>
                <a:close/>
                <a:moveTo>
                  <a:pt x="897" y="199"/>
                </a:moveTo>
                <a:lnTo>
                  <a:pt x="520" y="508"/>
                </a:lnTo>
                <a:lnTo>
                  <a:pt x="763" y="931"/>
                </a:lnTo>
                <a:cubicBezTo>
                  <a:pt x="904" y="842"/>
                  <a:pt x="999" y="685"/>
                  <a:pt x="999" y="504"/>
                </a:cubicBezTo>
                <a:cubicBezTo>
                  <a:pt x="999" y="389"/>
                  <a:pt x="961" y="283"/>
                  <a:pt x="897" y="199"/>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0" name="Freeform 116"/>
          <p:cNvSpPr>
            <a:spLocks noChangeAspect="1" noEditPoints="1"/>
          </p:cNvSpPr>
          <p:nvPr/>
        </p:nvSpPr>
        <p:spPr bwMode="auto">
          <a:xfrm>
            <a:off x="3799982" y="3424364"/>
            <a:ext cx="580907" cy="657280"/>
          </a:xfrm>
          <a:custGeom>
            <a:avLst/>
            <a:gdLst>
              <a:gd name="T0" fmla="*/ 526 w 1096"/>
              <a:gd name="T1" fmla="*/ 656 h 1241"/>
              <a:gd name="T2" fmla="*/ 570 w 1096"/>
              <a:gd name="T3" fmla="*/ 586 h 1241"/>
              <a:gd name="T4" fmla="*/ 760 w 1096"/>
              <a:gd name="T5" fmla="*/ 754 h 1241"/>
              <a:gd name="T6" fmla="*/ 415 w 1096"/>
              <a:gd name="T7" fmla="*/ 833 h 1241"/>
              <a:gd name="T8" fmla="*/ 337 w 1096"/>
              <a:gd name="T9" fmla="*/ 487 h 1241"/>
              <a:gd name="T10" fmla="*/ 682 w 1096"/>
              <a:gd name="T11" fmla="*/ 409 h 1241"/>
              <a:gd name="T12" fmla="*/ 742 w 1096"/>
              <a:gd name="T13" fmla="*/ 314 h 1241"/>
              <a:gd name="T14" fmla="*/ 355 w 1096"/>
              <a:gd name="T15" fmla="*/ 928 h 1241"/>
              <a:gd name="T16" fmla="*/ 742 w 1096"/>
              <a:gd name="T17" fmla="*/ 314 h 1241"/>
              <a:gd name="T18" fmla="*/ 1034 w 1096"/>
              <a:gd name="T19" fmla="*/ 945 h 1241"/>
              <a:gd name="T20" fmla="*/ 906 w 1096"/>
              <a:gd name="T21" fmla="*/ 875 h 1241"/>
              <a:gd name="T22" fmla="*/ 894 w 1096"/>
              <a:gd name="T23" fmla="*/ 838 h 1241"/>
              <a:gd name="T24" fmla="*/ 948 w 1096"/>
              <a:gd name="T25" fmla="*/ 802 h 1241"/>
              <a:gd name="T26" fmla="*/ 1071 w 1096"/>
              <a:gd name="T27" fmla="*/ 879 h 1241"/>
              <a:gd name="T28" fmla="*/ 549 w 1096"/>
              <a:gd name="T29" fmla="*/ 1029 h 1241"/>
              <a:gd name="T30" fmla="*/ 590 w 1096"/>
              <a:gd name="T31" fmla="*/ 1057 h 1241"/>
              <a:gd name="T32" fmla="*/ 585 w 1096"/>
              <a:gd name="T33" fmla="*/ 1203 h 1241"/>
              <a:gd name="T34" fmla="*/ 509 w 1096"/>
              <a:gd name="T35" fmla="*/ 1203 h 1241"/>
              <a:gd name="T36" fmla="*/ 506 w 1096"/>
              <a:gd name="T37" fmla="*/ 1057 h 1241"/>
              <a:gd name="T38" fmla="*/ 549 w 1096"/>
              <a:gd name="T39" fmla="*/ 1029 h 1241"/>
              <a:gd name="T40" fmla="*/ 549 w 1096"/>
              <a:gd name="T41" fmla="*/ 708 h 1241"/>
              <a:gd name="T42" fmla="*/ 464 w 1096"/>
              <a:gd name="T43" fmla="*/ 640 h 1241"/>
              <a:gd name="T44" fmla="*/ 549 w 1096"/>
              <a:gd name="T45" fmla="*/ 534 h 1241"/>
              <a:gd name="T46" fmla="*/ 633 w 1096"/>
              <a:gd name="T47" fmla="*/ 601 h 1241"/>
              <a:gd name="T48" fmla="*/ 684 w 1096"/>
              <a:gd name="T49" fmla="*/ 591 h 1241"/>
              <a:gd name="T50" fmla="*/ 701 w 1096"/>
              <a:gd name="T51" fmla="*/ 484 h 1241"/>
              <a:gd name="T52" fmla="*/ 623 w 1096"/>
              <a:gd name="T53" fmla="*/ 503 h 1241"/>
              <a:gd name="T54" fmla="*/ 590 w 1096"/>
              <a:gd name="T55" fmla="*/ 420 h 1241"/>
              <a:gd name="T56" fmla="*/ 506 w 1096"/>
              <a:gd name="T57" fmla="*/ 420 h 1241"/>
              <a:gd name="T58" fmla="*/ 455 w 1096"/>
              <a:gd name="T59" fmla="*/ 518 h 1241"/>
              <a:gd name="T60" fmla="*/ 375 w 1096"/>
              <a:gd name="T61" fmla="*/ 511 h 1241"/>
              <a:gd name="T62" fmla="*/ 413 w 1096"/>
              <a:gd name="T63" fmla="*/ 591 h 1241"/>
              <a:gd name="T64" fmla="*/ 354 w 1096"/>
              <a:gd name="T65" fmla="*/ 684 h 1241"/>
              <a:gd name="T66" fmla="*/ 454 w 1096"/>
              <a:gd name="T67" fmla="*/ 723 h 1241"/>
              <a:gd name="T68" fmla="*/ 506 w 1096"/>
              <a:gd name="T69" fmla="*/ 753 h 1241"/>
              <a:gd name="T70" fmla="*/ 549 w 1096"/>
              <a:gd name="T71" fmla="*/ 826 h 1241"/>
              <a:gd name="T72" fmla="*/ 590 w 1096"/>
              <a:gd name="T73" fmla="*/ 753 h 1241"/>
              <a:gd name="T74" fmla="*/ 700 w 1096"/>
              <a:gd name="T75" fmla="*/ 758 h 1241"/>
              <a:gd name="T76" fmla="*/ 743 w 1096"/>
              <a:gd name="T77" fmla="*/ 685 h 1241"/>
              <a:gd name="T78" fmla="*/ 684 w 1096"/>
              <a:gd name="T79" fmla="*/ 591 h 1241"/>
              <a:gd name="T80" fmla="*/ 217 w 1096"/>
              <a:gd name="T81" fmla="*/ 860 h 1241"/>
              <a:gd name="T82" fmla="*/ 151 w 1096"/>
              <a:gd name="T83" fmla="*/ 877 h 1241"/>
              <a:gd name="T84" fmla="*/ 11 w 1096"/>
              <a:gd name="T85" fmla="*/ 930 h 1241"/>
              <a:gd name="T86" fmla="*/ 128 w 1096"/>
              <a:gd name="T87" fmla="*/ 836 h 1241"/>
              <a:gd name="T88" fmla="*/ 175 w 1096"/>
              <a:gd name="T89" fmla="*/ 787 h 1241"/>
              <a:gd name="T90" fmla="*/ 879 w 1096"/>
              <a:gd name="T91" fmla="*/ 381 h 1241"/>
              <a:gd name="T92" fmla="*/ 945 w 1096"/>
              <a:gd name="T93" fmla="*/ 364 h 1241"/>
              <a:gd name="T94" fmla="*/ 1085 w 1096"/>
              <a:gd name="T95" fmla="*/ 311 h 1241"/>
              <a:gd name="T96" fmla="*/ 969 w 1096"/>
              <a:gd name="T97" fmla="*/ 405 h 1241"/>
              <a:gd name="T98" fmla="*/ 921 w 1096"/>
              <a:gd name="T99" fmla="*/ 454 h 1241"/>
              <a:gd name="T100" fmla="*/ 63 w 1096"/>
              <a:gd name="T101" fmla="*/ 296 h 1241"/>
              <a:gd name="T102" fmla="*/ 190 w 1096"/>
              <a:gd name="T103" fmla="*/ 366 h 1241"/>
              <a:gd name="T104" fmla="*/ 203 w 1096"/>
              <a:gd name="T105" fmla="*/ 403 h 1241"/>
              <a:gd name="T106" fmla="*/ 149 w 1096"/>
              <a:gd name="T107" fmla="*/ 439 h 1241"/>
              <a:gd name="T108" fmla="*/ 25 w 1096"/>
              <a:gd name="T109" fmla="*/ 362 h 1241"/>
              <a:gd name="T110" fmla="*/ 549 w 1096"/>
              <a:gd name="T111" fmla="*/ 213 h 1241"/>
              <a:gd name="T112" fmla="*/ 506 w 1096"/>
              <a:gd name="T113" fmla="*/ 184 h 1241"/>
              <a:gd name="T114" fmla="*/ 511 w 1096"/>
              <a:gd name="T115" fmla="*/ 39 h 1241"/>
              <a:gd name="T116" fmla="*/ 587 w 1096"/>
              <a:gd name="T117" fmla="*/ 39 h 1241"/>
              <a:gd name="T118" fmla="*/ 590 w 1096"/>
              <a:gd name="T119" fmla="*/ 184 h 1241"/>
              <a:gd name="T120" fmla="*/ 549 w 1096"/>
              <a:gd name="T121" fmla="*/ 213 h 1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96" h="1241">
                <a:moveTo>
                  <a:pt x="583" y="642"/>
                </a:moveTo>
                <a:cubicBezTo>
                  <a:pt x="571" y="661"/>
                  <a:pt x="545" y="667"/>
                  <a:pt x="526" y="656"/>
                </a:cubicBezTo>
                <a:cubicBezTo>
                  <a:pt x="507" y="643"/>
                  <a:pt x="501" y="618"/>
                  <a:pt x="513" y="599"/>
                </a:cubicBezTo>
                <a:cubicBezTo>
                  <a:pt x="525" y="580"/>
                  <a:pt x="551" y="574"/>
                  <a:pt x="570" y="586"/>
                </a:cubicBezTo>
                <a:cubicBezTo>
                  <a:pt x="589" y="598"/>
                  <a:pt x="595" y="623"/>
                  <a:pt x="583" y="642"/>
                </a:cubicBezTo>
                <a:close/>
                <a:moveTo>
                  <a:pt x="760" y="754"/>
                </a:moveTo>
                <a:cubicBezTo>
                  <a:pt x="714" y="827"/>
                  <a:pt x="634" y="871"/>
                  <a:pt x="549" y="871"/>
                </a:cubicBezTo>
                <a:cubicBezTo>
                  <a:pt x="501" y="871"/>
                  <a:pt x="455" y="857"/>
                  <a:pt x="415" y="833"/>
                </a:cubicBezTo>
                <a:cubicBezTo>
                  <a:pt x="358" y="797"/>
                  <a:pt x="320" y="741"/>
                  <a:pt x="305" y="676"/>
                </a:cubicBezTo>
                <a:cubicBezTo>
                  <a:pt x="290" y="611"/>
                  <a:pt x="301" y="544"/>
                  <a:pt x="337" y="487"/>
                </a:cubicBezTo>
                <a:cubicBezTo>
                  <a:pt x="383" y="414"/>
                  <a:pt x="463" y="371"/>
                  <a:pt x="549" y="371"/>
                </a:cubicBezTo>
                <a:cubicBezTo>
                  <a:pt x="596" y="371"/>
                  <a:pt x="642" y="385"/>
                  <a:pt x="682" y="409"/>
                </a:cubicBezTo>
                <a:cubicBezTo>
                  <a:pt x="798" y="483"/>
                  <a:pt x="833" y="637"/>
                  <a:pt x="760" y="754"/>
                </a:cubicBezTo>
                <a:close/>
                <a:moveTo>
                  <a:pt x="742" y="314"/>
                </a:moveTo>
                <a:cubicBezTo>
                  <a:pt x="573" y="207"/>
                  <a:pt x="348" y="258"/>
                  <a:pt x="241" y="427"/>
                </a:cubicBezTo>
                <a:cubicBezTo>
                  <a:pt x="135" y="596"/>
                  <a:pt x="185" y="821"/>
                  <a:pt x="355" y="928"/>
                </a:cubicBezTo>
                <a:cubicBezTo>
                  <a:pt x="524" y="1034"/>
                  <a:pt x="749" y="984"/>
                  <a:pt x="856" y="814"/>
                </a:cubicBezTo>
                <a:cubicBezTo>
                  <a:pt x="962" y="645"/>
                  <a:pt x="912" y="420"/>
                  <a:pt x="742" y="314"/>
                </a:cubicBezTo>
                <a:close/>
                <a:moveTo>
                  <a:pt x="1085" y="931"/>
                </a:moveTo>
                <a:cubicBezTo>
                  <a:pt x="1074" y="949"/>
                  <a:pt x="1051" y="955"/>
                  <a:pt x="1034" y="945"/>
                </a:cubicBezTo>
                <a:cubicBezTo>
                  <a:pt x="1019" y="937"/>
                  <a:pt x="989" y="911"/>
                  <a:pt x="945" y="877"/>
                </a:cubicBezTo>
                <a:cubicBezTo>
                  <a:pt x="933" y="883"/>
                  <a:pt x="918" y="883"/>
                  <a:pt x="906" y="875"/>
                </a:cubicBezTo>
                <a:lnTo>
                  <a:pt x="879" y="860"/>
                </a:lnTo>
                <a:cubicBezTo>
                  <a:pt x="884" y="854"/>
                  <a:pt x="889" y="846"/>
                  <a:pt x="894" y="838"/>
                </a:cubicBezTo>
                <a:cubicBezTo>
                  <a:pt x="904" y="822"/>
                  <a:pt x="913" y="805"/>
                  <a:pt x="921" y="787"/>
                </a:cubicBezTo>
                <a:lnTo>
                  <a:pt x="948" y="802"/>
                </a:lnTo>
                <a:cubicBezTo>
                  <a:pt x="960" y="810"/>
                  <a:pt x="967" y="823"/>
                  <a:pt x="969" y="836"/>
                </a:cubicBezTo>
                <a:cubicBezTo>
                  <a:pt x="1019" y="857"/>
                  <a:pt x="1056" y="871"/>
                  <a:pt x="1071" y="879"/>
                </a:cubicBezTo>
                <a:cubicBezTo>
                  <a:pt x="1089" y="890"/>
                  <a:pt x="1095" y="913"/>
                  <a:pt x="1085" y="931"/>
                </a:cubicBezTo>
                <a:close/>
                <a:moveTo>
                  <a:pt x="549" y="1029"/>
                </a:moveTo>
                <a:cubicBezTo>
                  <a:pt x="562" y="1029"/>
                  <a:pt x="576" y="1028"/>
                  <a:pt x="590" y="1027"/>
                </a:cubicBezTo>
                <a:lnTo>
                  <a:pt x="590" y="1057"/>
                </a:lnTo>
                <a:cubicBezTo>
                  <a:pt x="590" y="1072"/>
                  <a:pt x="583" y="1085"/>
                  <a:pt x="571" y="1092"/>
                </a:cubicBezTo>
                <a:cubicBezTo>
                  <a:pt x="579" y="1146"/>
                  <a:pt x="585" y="1185"/>
                  <a:pt x="585" y="1203"/>
                </a:cubicBezTo>
                <a:cubicBezTo>
                  <a:pt x="585" y="1224"/>
                  <a:pt x="569" y="1241"/>
                  <a:pt x="548" y="1241"/>
                </a:cubicBezTo>
                <a:cubicBezTo>
                  <a:pt x="527" y="1241"/>
                  <a:pt x="509" y="1224"/>
                  <a:pt x="509" y="1203"/>
                </a:cubicBezTo>
                <a:cubicBezTo>
                  <a:pt x="509" y="1185"/>
                  <a:pt x="517" y="1147"/>
                  <a:pt x="525" y="1092"/>
                </a:cubicBezTo>
                <a:cubicBezTo>
                  <a:pt x="513" y="1085"/>
                  <a:pt x="506" y="1072"/>
                  <a:pt x="506" y="1057"/>
                </a:cubicBezTo>
                <a:lnTo>
                  <a:pt x="506" y="1026"/>
                </a:lnTo>
                <a:cubicBezTo>
                  <a:pt x="520" y="1028"/>
                  <a:pt x="534" y="1029"/>
                  <a:pt x="549" y="1029"/>
                </a:cubicBezTo>
                <a:close/>
                <a:moveTo>
                  <a:pt x="621" y="667"/>
                </a:moveTo>
                <a:cubicBezTo>
                  <a:pt x="605" y="692"/>
                  <a:pt x="578" y="708"/>
                  <a:pt x="549" y="708"/>
                </a:cubicBezTo>
                <a:cubicBezTo>
                  <a:pt x="532" y="708"/>
                  <a:pt x="516" y="702"/>
                  <a:pt x="502" y="694"/>
                </a:cubicBezTo>
                <a:cubicBezTo>
                  <a:pt x="483" y="682"/>
                  <a:pt x="469" y="662"/>
                  <a:pt x="464" y="640"/>
                </a:cubicBezTo>
                <a:cubicBezTo>
                  <a:pt x="458" y="617"/>
                  <a:pt x="463" y="594"/>
                  <a:pt x="475" y="575"/>
                </a:cubicBezTo>
                <a:cubicBezTo>
                  <a:pt x="491" y="550"/>
                  <a:pt x="518" y="534"/>
                  <a:pt x="549" y="534"/>
                </a:cubicBezTo>
                <a:cubicBezTo>
                  <a:pt x="564" y="534"/>
                  <a:pt x="580" y="539"/>
                  <a:pt x="595" y="547"/>
                </a:cubicBezTo>
                <a:cubicBezTo>
                  <a:pt x="614" y="560"/>
                  <a:pt x="627" y="579"/>
                  <a:pt x="633" y="601"/>
                </a:cubicBezTo>
                <a:cubicBezTo>
                  <a:pt x="638" y="624"/>
                  <a:pt x="634" y="647"/>
                  <a:pt x="621" y="667"/>
                </a:cubicBezTo>
                <a:close/>
                <a:moveTo>
                  <a:pt x="684" y="591"/>
                </a:moveTo>
                <a:lnTo>
                  <a:pt x="743" y="556"/>
                </a:lnTo>
                <a:cubicBezTo>
                  <a:pt x="734" y="530"/>
                  <a:pt x="720" y="505"/>
                  <a:pt x="701" y="484"/>
                </a:cubicBezTo>
                <a:lnTo>
                  <a:pt x="642" y="518"/>
                </a:lnTo>
                <a:cubicBezTo>
                  <a:pt x="636" y="513"/>
                  <a:pt x="629" y="508"/>
                  <a:pt x="623" y="503"/>
                </a:cubicBezTo>
                <a:cubicBezTo>
                  <a:pt x="612" y="496"/>
                  <a:pt x="601" y="492"/>
                  <a:pt x="590" y="488"/>
                </a:cubicBezTo>
                <a:lnTo>
                  <a:pt x="590" y="420"/>
                </a:lnTo>
                <a:cubicBezTo>
                  <a:pt x="577" y="418"/>
                  <a:pt x="563" y="416"/>
                  <a:pt x="549" y="416"/>
                </a:cubicBezTo>
                <a:cubicBezTo>
                  <a:pt x="534" y="416"/>
                  <a:pt x="520" y="418"/>
                  <a:pt x="506" y="420"/>
                </a:cubicBezTo>
                <a:lnTo>
                  <a:pt x="506" y="489"/>
                </a:lnTo>
                <a:cubicBezTo>
                  <a:pt x="488" y="495"/>
                  <a:pt x="470" y="505"/>
                  <a:pt x="455" y="518"/>
                </a:cubicBezTo>
                <a:lnTo>
                  <a:pt x="396" y="485"/>
                </a:lnTo>
                <a:cubicBezTo>
                  <a:pt x="388" y="493"/>
                  <a:pt x="382" y="502"/>
                  <a:pt x="375" y="511"/>
                </a:cubicBezTo>
                <a:cubicBezTo>
                  <a:pt x="367" y="526"/>
                  <a:pt x="359" y="541"/>
                  <a:pt x="354" y="557"/>
                </a:cubicBezTo>
                <a:lnTo>
                  <a:pt x="413" y="591"/>
                </a:lnTo>
                <a:cubicBezTo>
                  <a:pt x="408" y="611"/>
                  <a:pt x="408" y="631"/>
                  <a:pt x="413" y="651"/>
                </a:cubicBezTo>
                <a:lnTo>
                  <a:pt x="354" y="684"/>
                </a:lnTo>
                <a:cubicBezTo>
                  <a:pt x="362" y="711"/>
                  <a:pt x="377" y="736"/>
                  <a:pt x="396" y="757"/>
                </a:cubicBezTo>
                <a:lnTo>
                  <a:pt x="454" y="723"/>
                </a:lnTo>
                <a:cubicBezTo>
                  <a:pt x="461" y="728"/>
                  <a:pt x="467" y="734"/>
                  <a:pt x="474" y="738"/>
                </a:cubicBezTo>
                <a:cubicBezTo>
                  <a:pt x="484" y="745"/>
                  <a:pt x="495" y="749"/>
                  <a:pt x="506" y="753"/>
                </a:cubicBezTo>
                <a:lnTo>
                  <a:pt x="506" y="821"/>
                </a:lnTo>
                <a:cubicBezTo>
                  <a:pt x="520" y="824"/>
                  <a:pt x="534" y="826"/>
                  <a:pt x="549" y="826"/>
                </a:cubicBezTo>
                <a:cubicBezTo>
                  <a:pt x="563" y="826"/>
                  <a:pt x="576" y="823"/>
                  <a:pt x="590" y="821"/>
                </a:cubicBezTo>
                <a:lnTo>
                  <a:pt x="590" y="753"/>
                </a:lnTo>
                <a:cubicBezTo>
                  <a:pt x="609" y="747"/>
                  <a:pt x="627" y="737"/>
                  <a:pt x="642" y="723"/>
                </a:cubicBezTo>
                <a:lnTo>
                  <a:pt x="700" y="758"/>
                </a:lnTo>
                <a:cubicBezTo>
                  <a:pt x="709" y="748"/>
                  <a:pt x="715" y="740"/>
                  <a:pt x="721" y="730"/>
                </a:cubicBezTo>
                <a:cubicBezTo>
                  <a:pt x="730" y="716"/>
                  <a:pt x="738" y="701"/>
                  <a:pt x="743" y="685"/>
                </a:cubicBezTo>
                <a:lnTo>
                  <a:pt x="684" y="651"/>
                </a:lnTo>
                <a:cubicBezTo>
                  <a:pt x="689" y="631"/>
                  <a:pt x="689" y="610"/>
                  <a:pt x="684" y="591"/>
                </a:cubicBezTo>
                <a:close/>
                <a:moveTo>
                  <a:pt x="175" y="787"/>
                </a:moveTo>
                <a:cubicBezTo>
                  <a:pt x="187" y="813"/>
                  <a:pt x="201" y="838"/>
                  <a:pt x="217" y="860"/>
                </a:cubicBezTo>
                <a:lnTo>
                  <a:pt x="191" y="875"/>
                </a:lnTo>
                <a:cubicBezTo>
                  <a:pt x="178" y="883"/>
                  <a:pt x="164" y="883"/>
                  <a:pt x="151" y="877"/>
                </a:cubicBezTo>
                <a:cubicBezTo>
                  <a:pt x="109" y="909"/>
                  <a:pt x="78" y="935"/>
                  <a:pt x="63" y="945"/>
                </a:cubicBezTo>
                <a:cubicBezTo>
                  <a:pt x="44" y="954"/>
                  <a:pt x="21" y="948"/>
                  <a:pt x="11" y="930"/>
                </a:cubicBezTo>
                <a:cubicBezTo>
                  <a:pt x="0" y="912"/>
                  <a:pt x="7" y="888"/>
                  <a:pt x="24" y="878"/>
                </a:cubicBezTo>
                <a:cubicBezTo>
                  <a:pt x="39" y="870"/>
                  <a:pt x="76" y="857"/>
                  <a:pt x="128" y="836"/>
                </a:cubicBezTo>
                <a:cubicBezTo>
                  <a:pt x="129" y="823"/>
                  <a:pt x="136" y="810"/>
                  <a:pt x="149" y="802"/>
                </a:cubicBezTo>
                <a:lnTo>
                  <a:pt x="175" y="787"/>
                </a:lnTo>
                <a:close/>
                <a:moveTo>
                  <a:pt x="921" y="454"/>
                </a:moveTo>
                <a:cubicBezTo>
                  <a:pt x="910" y="428"/>
                  <a:pt x="896" y="404"/>
                  <a:pt x="879" y="381"/>
                </a:cubicBezTo>
                <a:lnTo>
                  <a:pt x="906" y="366"/>
                </a:lnTo>
                <a:cubicBezTo>
                  <a:pt x="918" y="359"/>
                  <a:pt x="933" y="359"/>
                  <a:pt x="945" y="364"/>
                </a:cubicBezTo>
                <a:cubicBezTo>
                  <a:pt x="988" y="332"/>
                  <a:pt x="1019" y="306"/>
                  <a:pt x="1034" y="297"/>
                </a:cubicBezTo>
                <a:cubicBezTo>
                  <a:pt x="1052" y="287"/>
                  <a:pt x="1075" y="293"/>
                  <a:pt x="1085" y="311"/>
                </a:cubicBezTo>
                <a:cubicBezTo>
                  <a:pt x="1096" y="329"/>
                  <a:pt x="1090" y="353"/>
                  <a:pt x="1072" y="363"/>
                </a:cubicBezTo>
                <a:cubicBezTo>
                  <a:pt x="1057" y="372"/>
                  <a:pt x="1020" y="385"/>
                  <a:pt x="969" y="405"/>
                </a:cubicBezTo>
                <a:cubicBezTo>
                  <a:pt x="967" y="419"/>
                  <a:pt x="960" y="431"/>
                  <a:pt x="948" y="439"/>
                </a:cubicBezTo>
                <a:lnTo>
                  <a:pt x="921" y="454"/>
                </a:lnTo>
                <a:close/>
                <a:moveTo>
                  <a:pt x="11" y="310"/>
                </a:moveTo>
                <a:cubicBezTo>
                  <a:pt x="22" y="292"/>
                  <a:pt x="45" y="286"/>
                  <a:pt x="63" y="296"/>
                </a:cubicBezTo>
                <a:cubicBezTo>
                  <a:pt x="78" y="304"/>
                  <a:pt x="107" y="330"/>
                  <a:pt x="151" y="364"/>
                </a:cubicBezTo>
                <a:cubicBezTo>
                  <a:pt x="164" y="359"/>
                  <a:pt x="178" y="359"/>
                  <a:pt x="190" y="366"/>
                </a:cubicBezTo>
                <a:lnTo>
                  <a:pt x="218" y="381"/>
                </a:lnTo>
                <a:cubicBezTo>
                  <a:pt x="213" y="389"/>
                  <a:pt x="208" y="395"/>
                  <a:pt x="203" y="403"/>
                </a:cubicBezTo>
                <a:cubicBezTo>
                  <a:pt x="193" y="419"/>
                  <a:pt x="184" y="436"/>
                  <a:pt x="175" y="454"/>
                </a:cubicBezTo>
                <a:lnTo>
                  <a:pt x="149" y="439"/>
                </a:lnTo>
                <a:cubicBezTo>
                  <a:pt x="136" y="431"/>
                  <a:pt x="129" y="419"/>
                  <a:pt x="128" y="405"/>
                </a:cubicBezTo>
                <a:cubicBezTo>
                  <a:pt x="78" y="385"/>
                  <a:pt x="40" y="370"/>
                  <a:pt x="25" y="362"/>
                </a:cubicBezTo>
                <a:cubicBezTo>
                  <a:pt x="7" y="351"/>
                  <a:pt x="1" y="328"/>
                  <a:pt x="11" y="310"/>
                </a:cubicBezTo>
                <a:close/>
                <a:moveTo>
                  <a:pt x="549" y="213"/>
                </a:moveTo>
                <a:cubicBezTo>
                  <a:pt x="534" y="213"/>
                  <a:pt x="520" y="213"/>
                  <a:pt x="506" y="215"/>
                </a:cubicBezTo>
                <a:lnTo>
                  <a:pt x="506" y="184"/>
                </a:lnTo>
                <a:cubicBezTo>
                  <a:pt x="506" y="169"/>
                  <a:pt x="513" y="157"/>
                  <a:pt x="525" y="149"/>
                </a:cubicBezTo>
                <a:cubicBezTo>
                  <a:pt x="518" y="96"/>
                  <a:pt x="511" y="56"/>
                  <a:pt x="511" y="39"/>
                </a:cubicBezTo>
                <a:cubicBezTo>
                  <a:pt x="511" y="17"/>
                  <a:pt x="528" y="0"/>
                  <a:pt x="549" y="0"/>
                </a:cubicBezTo>
                <a:cubicBezTo>
                  <a:pt x="569" y="0"/>
                  <a:pt x="587" y="17"/>
                  <a:pt x="587" y="39"/>
                </a:cubicBezTo>
                <a:cubicBezTo>
                  <a:pt x="587" y="56"/>
                  <a:pt x="579" y="94"/>
                  <a:pt x="572" y="149"/>
                </a:cubicBezTo>
                <a:cubicBezTo>
                  <a:pt x="583" y="157"/>
                  <a:pt x="590" y="169"/>
                  <a:pt x="590" y="184"/>
                </a:cubicBezTo>
                <a:lnTo>
                  <a:pt x="590" y="215"/>
                </a:lnTo>
                <a:cubicBezTo>
                  <a:pt x="576" y="213"/>
                  <a:pt x="563" y="213"/>
                  <a:pt x="549" y="213"/>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61" name="Freeform 118"/>
          <p:cNvSpPr>
            <a:spLocks noChangeAspect="1" noEditPoints="1"/>
          </p:cNvSpPr>
          <p:nvPr/>
        </p:nvSpPr>
        <p:spPr bwMode="auto">
          <a:xfrm>
            <a:off x="7730817" y="3592197"/>
            <a:ext cx="451839" cy="321615"/>
          </a:xfrm>
          <a:custGeom>
            <a:avLst/>
            <a:gdLst>
              <a:gd name="T0" fmla="*/ 132 w 1003"/>
              <a:gd name="T1" fmla="*/ 715 h 715"/>
              <a:gd name="T2" fmla="*/ 0 w 1003"/>
              <a:gd name="T3" fmla="*/ 715 h 715"/>
              <a:gd name="T4" fmla="*/ 0 w 1003"/>
              <a:gd name="T5" fmla="*/ 395 h 715"/>
              <a:gd name="T6" fmla="*/ 132 w 1003"/>
              <a:gd name="T7" fmla="*/ 395 h 715"/>
              <a:gd name="T8" fmla="*/ 132 w 1003"/>
              <a:gd name="T9" fmla="*/ 715 h 715"/>
              <a:gd name="T10" fmla="*/ 1003 w 1003"/>
              <a:gd name="T11" fmla="*/ 715 h 715"/>
              <a:gd name="T12" fmla="*/ 878 w 1003"/>
              <a:gd name="T13" fmla="*/ 715 h 715"/>
              <a:gd name="T14" fmla="*/ 878 w 1003"/>
              <a:gd name="T15" fmla="*/ 81 h 715"/>
              <a:gd name="T16" fmla="*/ 1003 w 1003"/>
              <a:gd name="T17" fmla="*/ 81 h 715"/>
              <a:gd name="T18" fmla="*/ 1003 w 1003"/>
              <a:gd name="T19" fmla="*/ 715 h 715"/>
              <a:gd name="T20" fmla="*/ 791 w 1003"/>
              <a:gd name="T21" fmla="*/ 715 h 715"/>
              <a:gd name="T22" fmla="*/ 655 w 1003"/>
              <a:gd name="T23" fmla="*/ 715 h 715"/>
              <a:gd name="T24" fmla="*/ 655 w 1003"/>
              <a:gd name="T25" fmla="*/ 292 h 715"/>
              <a:gd name="T26" fmla="*/ 791 w 1003"/>
              <a:gd name="T27" fmla="*/ 292 h 715"/>
              <a:gd name="T28" fmla="*/ 791 w 1003"/>
              <a:gd name="T29" fmla="*/ 715 h 715"/>
              <a:gd name="T30" fmla="*/ 567 w 1003"/>
              <a:gd name="T31" fmla="*/ 715 h 715"/>
              <a:gd name="T32" fmla="*/ 442 w 1003"/>
              <a:gd name="T33" fmla="*/ 715 h 715"/>
              <a:gd name="T34" fmla="*/ 442 w 1003"/>
              <a:gd name="T35" fmla="*/ 168 h 715"/>
              <a:gd name="T36" fmla="*/ 567 w 1003"/>
              <a:gd name="T37" fmla="*/ 168 h 715"/>
              <a:gd name="T38" fmla="*/ 567 w 1003"/>
              <a:gd name="T39" fmla="*/ 715 h 715"/>
              <a:gd name="T40" fmla="*/ 354 w 1003"/>
              <a:gd name="T41" fmla="*/ 715 h 715"/>
              <a:gd name="T42" fmla="*/ 223 w 1003"/>
              <a:gd name="T43" fmla="*/ 715 h 715"/>
              <a:gd name="T44" fmla="*/ 223 w 1003"/>
              <a:gd name="T45" fmla="*/ 0 h 715"/>
              <a:gd name="T46" fmla="*/ 354 w 1003"/>
              <a:gd name="T47" fmla="*/ 0 h 715"/>
              <a:gd name="T48" fmla="*/ 354 w 1003"/>
              <a:gd name="T49" fmla="*/ 715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03" h="715">
                <a:moveTo>
                  <a:pt x="132" y="715"/>
                </a:moveTo>
                <a:lnTo>
                  <a:pt x="0" y="715"/>
                </a:lnTo>
                <a:lnTo>
                  <a:pt x="0" y="395"/>
                </a:lnTo>
                <a:lnTo>
                  <a:pt x="132" y="395"/>
                </a:lnTo>
                <a:lnTo>
                  <a:pt x="132" y="715"/>
                </a:lnTo>
                <a:close/>
                <a:moveTo>
                  <a:pt x="1003" y="715"/>
                </a:moveTo>
                <a:lnTo>
                  <a:pt x="878" y="715"/>
                </a:lnTo>
                <a:lnTo>
                  <a:pt x="878" y="81"/>
                </a:lnTo>
                <a:lnTo>
                  <a:pt x="1003" y="81"/>
                </a:lnTo>
                <a:lnTo>
                  <a:pt x="1003" y="715"/>
                </a:lnTo>
                <a:close/>
                <a:moveTo>
                  <a:pt x="791" y="715"/>
                </a:moveTo>
                <a:lnTo>
                  <a:pt x="655" y="715"/>
                </a:lnTo>
                <a:lnTo>
                  <a:pt x="655" y="292"/>
                </a:lnTo>
                <a:lnTo>
                  <a:pt x="791" y="292"/>
                </a:lnTo>
                <a:lnTo>
                  <a:pt x="791" y="715"/>
                </a:lnTo>
                <a:close/>
                <a:moveTo>
                  <a:pt x="567" y="715"/>
                </a:moveTo>
                <a:lnTo>
                  <a:pt x="442" y="715"/>
                </a:lnTo>
                <a:lnTo>
                  <a:pt x="442" y="168"/>
                </a:lnTo>
                <a:lnTo>
                  <a:pt x="567" y="168"/>
                </a:lnTo>
                <a:lnTo>
                  <a:pt x="567" y="715"/>
                </a:lnTo>
                <a:close/>
                <a:moveTo>
                  <a:pt x="354" y="715"/>
                </a:moveTo>
                <a:lnTo>
                  <a:pt x="223" y="715"/>
                </a:lnTo>
                <a:lnTo>
                  <a:pt x="223" y="0"/>
                </a:lnTo>
                <a:lnTo>
                  <a:pt x="354" y="0"/>
                </a:lnTo>
                <a:lnTo>
                  <a:pt x="354" y="715"/>
                </a:ln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3058552300"/>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32"/>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5"/>
                                        </p:tgtEl>
                                        <p:attrNameLst>
                                          <p:attrName>style.visibility</p:attrName>
                                        </p:attrNameLst>
                                      </p:cBhvr>
                                      <p:to>
                                        <p:strVal val="visible"/>
                                      </p:to>
                                    </p:set>
                                    <p:anim calcmode="lin" valueType="num">
                                      <p:cBhvr>
                                        <p:cTn id="14" dur="500" fill="hold"/>
                                        <p:tgtEl>
                                          <p:spTgt spid="35"/>
                                        </p:tgtEl>
                                        <p:attrNameLst>
                                          <p:attrName>ppt_w</p:attrName>
                                        </p:attrNameLst>
                                      </p:cBhvr>
                                      <p:tavLst>
                                        <p:tav tm="0">
                                          <p:val>
                                            <p:fltVal val="0"/>
                                          </p:val>
                                        </p:tav>
                                        <p:tav tm="100000">
                                          <p:val>
                                            <p:strVal val="#ppt_w"/>
                                          </p:val>
                                        </p:tav>
                                      </p:tavLst>
                                    </p:anim>
                                    <p:anim calcmode="lin" valueType="num">
                                      <p:cBhvr>
                                        <p:cTn id="15" dur="500" fill="hold"/>
                                        <p:tgtEl>
                                          <p:spTgt spid="35"/>
                                        </p:tgtEl>
                                        <p:attrNameLst>
                                          <p:attrName>ppt_h</p:attrName>
                                        </p:attrNameLst>
                                      </p:cBhvr>
                                      <p:tavLst>
                                        <p:tav tm="0">
                                          <p:val>
                                            <p:fltVal val="0"/>
                                          </p:val>
                                        </p:tav>
                                        <p:tav tm="100000">
                                          <p:val>
                                            <p:strVal val="#ppt_h"/>
                                          </p:val>
                                        </p:tav>
                                      </p:tavLst>
                                    </p:anim>
                                    <p:animEffect transition="in" filter="fade">
                                      <p:cBhvr>
                                        <p:cTn id="16" dur="500"/>
                                        <p:tgtEl>
                                          <p:spTgt spid="35"/>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5"/>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6"/>
                                        </p:tgtEl>
                                        <p:attrNameLst>
                                          <p:attrName>style.visibility</p:attrName>
                                        </p:attrNameLst>
                                      </p:cBhvr>
                                      <p:to>
                                        <p:strVal val="visible"/>
                                      </p:to>
                                    </p:set>
                                    <p:anim calcmode="lin" valueType="num">
                                      <p:cBhvr>
                                        <p:cTn id="21" dur="500" fill="hold"/>
                                        <p:tgtEl>
                                          <p:spTgt spid="36"/>
                                        </p:tgtEl>
                                        <p:attrNameLst>
                                          <p:attrName>ppt_w</p:attrName>
                                        </p:attrNameLst>
                                      </p:cBhvr>
                                      <p:tavLst>
                                        <p:tav tm="0">
                                          <p:val>
                                            <p:fltVal val="0"/>
                                          </p:val>
                                        </p:tav>
                                        <p:tav tm="100000">
                                          <p:val>
                                            <p:strVal val="#ppt_w"/>
                                          </p:val>
                                        </p:tav>
                                      </p:tavLst>
                                    </p:anim>
                                    <p:anim calcmode="lin" valueType="num">
                                      <p:cBhvr>
                                        <p:cTn id="22" dur="500" fill="hold"/>
                                        <p:tgtEl>
                                          <p:spTgt spid="36"/>
                                        </p:tgtEl>
                                        <p:attrNameLst>
                                          <p:attrName>ppt_h</p:attrName>
                                        </p:attrNameLst>
                                      </p:cBhvr>
                                      <p:tavLst>
                                        <p:tav tm="0">
                                          <p:val>
                                            <p:fltVal val="0"/>
                                          </p:val>
                                        </p:tav>
                                        <p:tav tm="100000">
                                          <p:val>
                                            <p:strVal val="#ppt_h"/>
                                          </p:val>
                                        </p:tav>
                                      </p:tavLst>
                                    </p:anim>
                                    <p:animEffect transition="in" filter="fade">
                                      <p:cBhvr>
                                        <p:cTn id="23" dur="500"/>
                                        <p:tgtEl>
                                          <p:spTgt spid="36"/>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6"/>
                                        </p:tgtEl>
                                        <p:attrNameLst>
                                          <p:attrName>ppt_x</p:attrName>
                                          <p:attrName>ppt_y</p:attrName>
                                        </p:attrNameLst>
                                      </p:cBhvr>
                                      <p:rCtr x="12500" y="0"/>
                                    </p:animMotion>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wipe(left)">
                                      <p:cBhvr>
                                        <p:cTn id="29" dur="250"/>
                                        <p:tgtEl>
                                          <p:spTgt spid="51"/>
                                        </p:tgtEl>
                                      </p:cBhvr>
                                    </p:animEffect>
                                  </p:childTnLst>
                                </p:cTn>
                              </p:par>
                            </p:childTnLst>
                          </p:cTn>
                        </p:par>
                        <p:par>
                          <p:cTn id="30" fill="hold">
                            <p:stCondLst>
                              <p:cond delay="1750"/>
                            </p:stCondLst>
                            <p:childTnLst>
                              <p:par>
                                <p:cTn id="31" presetID="22" presetClass="entr" presetSubtype="8" fill="hold" grpId="0" nodeType="afterEffect">
                                  <p:stCondLst>
                                    <p:cond delay="0"/>
                                  </p:stCondLst>
                                  <p:childTnLst>
                                    <p:set>
                                      <p:cBhvr>
                                        <p:cTn id="32" dur="1" fill="hold">
                                          <p:stCondLst>
                                            <p:cond delay="0"/>
                                          </p:stCondLst>
                                        </p:cTn>
                                        <p:tgtEl>
                                          <p:spTgt spid="50"/>
                                        </p:tgtEl>
                                        <p:attrNameLst>
                                          <p:attrName>style.visibility</p:attrName>
                                        </p:attrNameLst>
                                      </p:cBhvr>
                                      <p:to>
                                        <p:strVal val="visible"/>
                                      </p:to>
                                    </p:set>
                                    <p:animEffect transition="in" filter="wipe(left)">
                                      <p:cBhvr>
                                        <p:cTn id="33" dur="250"/>
                                        <p:tgtEl>
                                          <p:spTgt spid="50"/>
                                        </p:tgtEl>
                                      </p:cBhvr>
                                    </p:animEffect>
                                  </p:childTnLst>
                                </p:cTn>
                              </p:par>
                            </p:childTnLst>
                          </p:cTn>
                        </p:par>
                        <p:par>
                          <p:cTn id="34" fill="hold">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wipe(left)">
                                      <p:cBhvr>
                                        <p:cTn id="37" dur="250"/>
                                        <p:tgtEl>
                                          <p:spTgt spid="49"/>
                                        </p:tgtEl>
                                      </p:cBhvr>
                                    </p:animEffect>
                                  </p:childTnLst>
                                </p:cTn>
                              </p:par>
                            </p:childTnLst>
                          </p:cTn>
                        </p:par>
                        <p:par>
                          <p:cTn id="38" fill="hold">
                            <p:stCondLst>
                              <p:cond delay="2250"/>
                            </p:stCondLst>
                            <p:childTnLst>
                              <p:par>
                                <p:cTn id="39" presetID="22" presetClass="entr" presetSubtype="8" fill="hold" grpId="0"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left)">
                                      <p:cBhvr>
                                        <p:cTn id="41" dur="250"/>
                                        <p:tgtEl>
                                          <p:spTgt spid="48"/>
                                        </p:tgtEl>
                                      </p:cBhvr>
                                    </p:animEffect>
                                  </p:childTnLst>
                                </p:cTn>
                              </p:par>
                            </p:childTnLst>
                          </p:cTn>
                        </p:par>
                        <p:par>
                          <p:cTn id="42" fill="hold">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left)">
                                      <p:cBhvr>
                                        <p:cTn id="45" dur="250"/>
                                        <p:tgtEl>
                                          <p:spTgt spid="37"/>
                                        </p:tgtEl>
                                      </p:cBhvr>
                                    </p:animEffect>
                                  </p:childTnLst>
                                </p:cTn>
                              </p:par>
                            </p:childTnLst>
                          </p:cTn>
                        </p:par>
                        <p:par>
                          <p:cTn id="46" fill="hold">
                            <p:stCondLst>
                              <p:cond delay="2750"/>
                            </p:stCondLst>
                            <p:childTnLst>
                              <p:par>
                                <p:cTn id="47" presetID="53" presetClass="entr" presetSubtype="16" fill="hold" grpId="0" nodeType="afterEffect">
                                  <p:stCondLst>
                                    <p:cond delay="0"/>
                                  </p:stCondLst>
                                  <p:childTnLst>
                                    <p:set>
                                      <p:cBhvr>
                                        <p:cTn id="48" dur="1" fill="hold">
                                          <p:stCondLst>
                                            <p:cond delay="0"/>
                                          </p:stCondLst>
                                        </p:cTn>
                                        <p:tgtEl>
                                          <p:spTgt spid="52"/>
                                        </p:tgtEl>
                                        <p:attrNameLst>
                                          <p:attrName>style.visibility</p:attrName>
                                        </p:attrNameLst>
                                      </p:cBhvr>
                                      <p:to>
                                        <p:strVal val="visible"/>
                                      </p:to>
                                    </p:set>
                                    <p:anim calcmode="lin" valueType="num">
                                      <p:cBhvr>
                                        <p:cTn id="49" dur="250" fill="hold"/>
                                        <p:tgtEl>
                                          <p:spTgt spid="52"/>
                                        </p:tgtEl>
                                        <p:attrNameLst>
                                          <p:attrName>ppt_w</p:attrName>
                                        </p:attrNameLst>
                                      </p:cBhvr>
                                      <p:tavLst>
                                        <p:tav tm="0">
                                          <p:val>
                                            <p:fltVal val="0"/>
                                          </p:val>
                                        </p:tav>
                                        <p:tav tm="100000">
                                          <p:val>
                                            <p:strVal val="#ppt_w"/>
                                          </p:val>
                                        </p:tav>
                                      </p:tavLst>
                                    </p:anim>
                                    <p:anim calcmode="lin" valueType="num">
                                      <p:cBhvr>
                                        <p:cTn id="50" dur="250" fill="hold"/>
                                        <p:tgtEl>
                                          <p:spTgt spid="52"/>
                                        </p:tgtEl>
                                        <p:attrNameLst>
                                          <p:attrName>ppt_h</p:attrName>
                                        </p:attrNameLst>
                                      </p:cBhvr>
                                      <p:tavLst>
                                        <p:tav tm="0">
                                          <p:val>
                                            <p:fltVal val="0"/>
                                          </p:val>
                                        </p:tav>
                                        <p:tav tm="100000">
                                          <p:val>
                                            <p:strVal val="#ppt_h"/>
                                          </p:val>
                                        </p:tav>
                                      </p:tavLst>
                                    </p:anim>
                                    <p:animEffect transition="in" filter="fade">
                                      <p:cBhvr>
                                        <p:cTn id="51" dur="250"/>
                                        <p:tgtEl>
                                          <p:spTgt spid="52"/>
                                        </p:tgtEl>
                                      </p:cBhvr>
                                    </p:animEffect>
                                  </p:childTnLst>
                                </p:cTn>
                              </p:par>
                              <p:par>
                                <p:cTn id="52" presetID="6" presetClass="emph" presetSubtype="0" decel="100000" fill="hold" grpId="1" nodeType="withEffect">
                                  <p:stCondLst>
                                    <p:cond delay="200"/>
                                  </p:stCondLst>
                                  <p:childTnLst>
                                    <p:animScale>
                                      <p:cBhvr>
                                        <p:cTn id="53" dur="250" fill="hold"/>
                                        <p:tgtEl>
                                          <p:spTgt spid="52"/>
                                        </p:tgtEl>
                                      </p:cBhvr>
                                      <p:by x="120000" y="120000"/>
                                    </p:animScale>
                                  </p:childTnLst>
                                </p:cTn>
                              </p:par>
                              <p:par>
                                <p:cTn id="54" presetID="6" presetClass="emph" presetSubtype="0" decel="100000" fill="hold" grpId="2" nodeType="withEffect">
                                  <p:stCondLst>
                                    <p:cond delay="400"/>
                                  </p:stCondLst>
                                  <p:childTnLst>
                                    <p:animScale>
                                      <p:cBhvr>
                                        <p:cTn id="55" dur="250" fill="hold"/>
                                        <p:tgtEl>
                                          <p:spTgt spid="52"/>
                                        </p:tgtEl>
                                      </p:cBhvr>
                                      <p:by x="83000" y="83000"/>
                                    </p:animScale>
                                  </p:childTnLst>
                                </p:cTn>
                              </p:par>
                              <p:par>
                                <p:cTn id="56" presetID="53" presetClass="entr" presetSubtype="16" fill="hold" grpId="0" nodeType="withEffect">
                                  <p:stCondLst>
                                    <p:cond delay="400"/>
                                  </p:stCondLst>
                                  <p:childTnLst>
                                    <p:set>
                                      <p:cBhvr>
                                        <p:cTn id="57" dur="1" fill="hold">
                                          <p:stCondLst>
                                            <p:cond delay="0"/>
                                          </p:stCondLst>
                                        </p:cTn>
                                        <p:tgtEl>
                                          <p:spTgt spid="53"/>
                                        </p:tgtEl>
                                        <p:attrNameLst>
                                          <p:attrName>style.visibility</p:attrName>
                                        </p:attrNameLst>
                                      </p:cBhvr>
                                      <p:to>
                                        <p:strVal val="visible"/>
                                      </p:to>
                                    </p:set>
                                    <p:anim calcmode="lin" valueType="num">
                                      <p:cBhvr>
                                        <p:cTn id="58" dur="250" fill="hold"/>
                                        <p:tgtEl>
                                          <p:spTgt spid="53"/>
                                        </p:tgtEl>
                                        <p:attrNameLst>
                                          <p:attrName>ppt_w</p:attrName>
                                        </p:attrNameLst>
                                      </p:cBhvr>
                                      <p:tavLst>
                                        <p:tav tm="0">
                                          <p:val>
                                            <p:fltVal val="0"/>
                                          </p:val>
                                        </p:tav>
                                        <p:tav tm="100000">
                                          <p:val>
                                            <p:strVal val="#ppt_w"/>
                                          </p:val>
                                        </p:tav>
                                      </p:tavLst>
                                    </p:anim>
                                    <p:anim calcmode="lin" valueType="num">
                                      <p:cBhvr>
                                        <p:cTn id="59" dur="250" fill="hold"/>
                                        <p:tgtEl>
                                          <p:spTgt spid="53"/>
                                        </p:tgtEl>
                                        <p:attrNameLst>
                                          <p:attrName>ppt_h</p:attrName>
                                        </p:attrNameLst>
                                      </p:cBhvr>
                                      <p:tavLst>
                                        <p:tav tm="0">
                                          <p:val>
                                            <p:fltVal val="0"/>
                                          </p:val>
                                        </p:tav>
                                        <p:tav tm="100000">
                                          <p:val>
                                            <p:strVal val="#ppt_h"/>
                                          </p:val>
                                        </p:tav>
                                      </p:tavLst>
                                    </p:anim>
                                    <p:animEffect transition="in" filter="fade">
                                      <p:cBhvr>
                                        <p:cTn id="60" dur="250"/>
                                        <p:tgtEl>
                                          <p:spTgt spid="53"/>
                                        </p:tgtEl>
                                      </p:cBhvr>
                                    </p:animEffect>
                                  </p:childTnLst>
                                </p:cTn>
                              </p:par>
                              <p:par>
                                <p:cTn id="61" presetID="6" presetClass="emph" presetSubtype="0" decel="100000" fill="hold" grpId="1" nodeType="withEffect">
                                  <p:stCondLst>
                                    <p:cond delay="600"/>
                                  </p:stCondLst>
                                  <p:childTnLst>
                                    <p:animScale>
                                      <p:cBhvr>
                                        <p:cTn id="62" dur="250" fill="hold"/>
                                        <p:tgtEl>
                                          <p:spTgt spid="53"/>
                                        </p:tgtEl>
                                      </p:cBhvr>
                                      <p:by x="120000" y="120000"/>
                                    </p:animScale>
                                  </p:childTnLst>
                                </p:cTn>
                              </p:par>
                              <p:par>
                                <p:cTn id="63" presetID="6" presetClass="emph" presetSubtype="0" decel="100000" fill="hold" grpId="2" nodeType="withEffect">
                                  <p:stCondLst>
                                    <p:cond delay="800"/>
                                  </p:stCondLst>
                                  <p:childTnLst>
                                    <p:animScale>
                                      <p:cBhvr>
                                        <p:cTn id="64" dur="250" fill="hold"/>
                                        <p:tgtEl>
                                          <p:spTgt spid="53"/>
                                        </p:tgtEl>
                                      </p:cBhvr>
                                      <p:by x="83000" y="83000"/>
                                    </p:animScale>
                                  </p:childTnLst>
                                </p:cTn>
                              </p:par>
                              <p:par>
                                <p:cTn id="65" presetID="53" presetClass="entr" presetSubtype="16" fill="hold" grpId="0" nodeType="withEffect">
                                  <p:stCondLst>
                                    <p:cond delay="600"/>
                                  </p:stCondLst>
                                  <p:childTnLst>
                                    <p:set>
                                      <p:cBhvr>
                                        <p:cTn id="66" dur="1" fill="hold">
                                          <p:stCondLst>
                                            <p:cond delay="0"/>
                                          </p:stCondLst>
                                        </p:cTn>
                                        <p:tgtEl>
                                          <p:spTgt spid="38"/>
                                        </p:tgtEl>
                                        <p:attrNameLst>
                                          <p:attrName>style.visibility</p:attrName>
                                        </p:attrNameLst>
                                      </p:cBhvr>
                                      <p:to>
                                        <p:strVal val="visible"/>
                                      </p:to>
                                    </p:set>
                                    <p:anim calcmode="lin" valueType="num">
                                      <p:cBhvr>
                                        <p:cTn id="67" dur="250" fill="hold"/>
                                        <p:tgtEl>
                                          <p:spTgt spid="38"/>
                                        </p:tgtEl>
                                        <p:attrNameLst>
                                          <p:attrName>ppt_w</p:attrName>
                                        </p:attrNameLst>
                                      </p:cBhvr>
                                      <p:tavLst>
                                        <p:tav tm="0">
                                          <p:val>
                                            <p:fltVal val="0"/>
                                          </p:val>
                                        </p:tav>
                                        <p:tav tm="100000">
                                          <p:val>
                                            <p:strVal val="#ppt_w"/>
                                          </p:val>
                                        </p:tav>
                                      </p:tavLst>
                                    </p:anim>
                                    <p:anim calcmode="lin" valueType="num">
                                      <p:cBhvr>
                                        <p:cTn id="68" dur="250" fill="hold"/>
                                        <p:tgtEl>
                                          <p:spTgt spid="38"/>
                                        </p:tgtEl>
                                        <p:attrNameLst>
                                          <p:attrName>ppt_h</p:attrName>
                                        </p:attrNameLst>
                                      </p:cBhvr>
                                      <p:tavLst>
                                        <p:tav tm="0">
                                          <p:val>
                                            <p:fltVal val="0"/>
                                          </p:val>
                                        </p:tav>
                                        <p:tav tm="100000">
                                          <p:val>
                                            <p:strVal val="#ppt_h"/>
                                          </p:val>
                                        </p:tav>
                                      </p:tavLst>
                                    </p:anim>
                                    <p:animEffect transition="in" filter="fade">
                                      <p:cBhvr>
                                        <p:cTn id="69" dur="250"/>
                                        <p:tgtEl>
                                          <p:spTgt spid="38"/>
                                        </p:tgtEl>
                                      </p:cBhvr>
                                    </p:animEffect>
                                  </p:childTnLst>
                                </p:cTn>
                              </p:par>
                              <p:par>
                                <p:cTn id="70" presetID="6" presetClass="emph" presetSubtype="0" decel="100000" fill="hold" grpId="1" nodeType="withEffect">
                                  <p:stCondLst>
                                    <p:cond delay="800"/>
                                  </p:stCondLst>
                                  <p:childTnLst>
                                    <p:animScale>
                                      <p:cBhvr>
                                        <p:cTn id="71" dur="250" fill="hold"/>
                                        <p:tgtEl>
                                          <p:spTgt spid="38"/>
                                        </p:tgtEl>
                                      </p:cBhvr>
                                      <p:by x="120000" y="120000"/>
                                    </p:animScale>
                                  </p:childTnLst>
                                </p:cTn>
                              </p:par>
                              <p:par>
                                <p:cTn id="72" presetID="6" presetClass="emph" presetSubtype="0" decel="100000" fill="hold" grpId="2" nodeType="withEffect">
                                  <p:stCondLst>
                                    <p:cond delay="1000"/>
                                  </p:stCondLst>
                                  <p:childTnLst>
                                    <p:animScale>
                                      <p:cBhvr>
                                        <p:cTn id="73" dur="250" fill="hold"/>
                                        <p:tgtEl>
                                          <p:spTgt spid="38"/>
                                        </p:tgtEl>
                                      </p:cBhvr>
                                      <p:by x="83000" y="83000"/>
                                    </p:animScale>
                                  </p:childTnLst>
                                </p:cTn>
                              </p:par>
                            </p:childTnLst>
                          </p:cTn>
                        </p:par>
                        <p:par>
                          <p:cTn id="74" fill="hold">
                            <p:stCondLst>
                              <p:cond delay="4000"/>
                            </p:stCondLst>
                            <p:childTnLst>
                              <p:par>
                                <p:cTn id="75" presetID="53" presetClass="entr" presetSubtype="16" fill="hold" grpId="0" nodeType="afterEffect">
                                  <p:stCondLst>
                                    <p:cond delay="0"/>
                                  </p:stCondLst>
                                  <p:iterate type="lt">
                                    <p:tmPct val="10000"/>
                                  </p:iterate>
                                  <p:childTnLst>
                                    <p:set>
                                      <p:cBhvr>
                                        <p:cTn id="76" dur="1" fill="hold">
                                          <p:stCondLst>
                                            <p:cond delay="0"/>
                                          </p:stCondLst>
                                        </p:cTn>
                                        <p:tgtEl>
                                          <p:spTgt spid="39"/>
                                        </p:tgtEl>
                                        <p:attrNameLst>
                                          <p:attrName>style.visibility</p:attrName>
                                        </p:attrNameLst>
                                      </p:cBhvr>
                                      <p:to>
                                        <p:strVal val="visible"/>
                                      </p:to>
                                    </p:set>
                                    <p:anim calcmode="lin" valueType="num">
                                      <p:cBhvr>
                                        <p:cTn id="77" dur="250" fill="hold"/>
                                        <p:tgtEl>
                                          <p:spTgt spid="39"/>
                                        </p:tgtEl>
                                        <p:attrNameLst>
                                          <p:attrName>ppt_w</p:attrName>
                                        </p:attrNameLst>
                                      </p:cBhvr>
                                      <p:tavLst>
                                        <p:tav tm="0">
                                          <p:val>
                                            <p:fltVal val="0"/>
                                          </p:val>
                                        </p:tav>
                                        <p:tav tm="100000">
                                          <p:val>
                                            <p:strVal val="#ppt_w"/>
                                          </p:val>
                                        </p:tav>
                                      </p:tavLst>
                                    </p:anim>
                                    <p:anim calcmode="lin" valueType="num">
                                      <p:cBhvr>
                                        <p:cTn id="78" dur="250" fill="hold"/>
                                        <p:tgtEl>
                                          <p:spTgt spid="39"/>
                                        </p:tgtEl>
                                        <p:attrNameLst>
                                          <p:attrName>ppt_h</p:attrName>
                                        </p:attrNameLst>
                                      </p:cBhvr>
                                      <p:tavLst>
                                        <p:tav tm="0">
                                          <p:val>
                                            <p:fltVal val="0"/>
                                          </p:val>
                                        </p:tav>
                                        <p:tav tm="100000">
                                          <p:val>
                                            <p:strVal val="#ppt_h"/>
                                          </p:val>
                                        </p:tav>
                                      </p:tavLst>
                                    </p:anim>
                                    <p:animEffect transition="in" filter="fade">
                                      <p:cBhvr>
                                        <p:cTn id="79" dur="250"/>
                                        <p:tgtEl>
                                          <p:spTgt spid="39"/>
                                        </p:tgtEl>
                                      </p:cBhvr>
                                    </p:animEffect>
                                  </p:childTnLst>
                                </p:cTn>
                              </p:par>
                            </p:childTnLst>
                          </p:cTn>
                        </p:par>
                        <p:par>
                          <p:cTn id="80" fill="hold">
                            <p:stCondLst>
                              <p:cond delay="5175"/>
                            </p:stCondLst>
                            <p:childTnLst>
                              <p:par>
                                <p:cTn id="81" presetID="53" presetClass="entr" presetSubtype="16" fill="hold" grpId="0" nodeType="afterEffect">
                                  <p:stCondLst>
                                    <p:cond delay="0"/>
                                  </p:stCondLst>
                                  <p:childTnLst>
                                    <p:set>
                                      <p:cBhvr>
                                        <p:cTn id="82" dur="1" fill="hold">
                                          <p:stCondLst>
                                            <p:cond delay="0"/>
                                          </p:stCondLst>
                                        </p:cTn>
                                        <p:tgtEl>
                                          <p:spTgt spid="54"/>
                                        </p:tgtEl>
                                        <p:attrNameLst>
                                          <p:attrName>style.visibility</p:attrName>
                                        </p:attrNameLst>
                                      </p:cBhvr>
                                      <p:to>
                                        <p:strVal val="visible"/>
                                      </p:to>
                                    </p:set>
                                    <p:anim calcmode="lin" valueType="num">
                                      <p:cBhvr>
                                        <p:cTn id="83" dur="250" fill="hold"/>
                                        <p:tgtEl>
                                          <p:spTgt spid="54"/>
                                        </p:tgtEl>
                                        <p:attrNameLst>
                                          <p:attrName>ppt_w</p:attrName>
                                        </p:attrNameLst>
                                      </p:cBhvr>
                                      <p:tavLst>
                                        <p:tav tm="0">
                                          <p:val>
                                            <p:fltVal val="0"/>
                                          </p:val>
                                        </p:tav>
                                        <p:tav tm="100000">
                                          <p:val>
                                            <p:strVal val="#ppt_w"/>
                                          </p:val>
                                        </p:tav>
                                      </p:tavLst>
                                    </p:anim>
                                    <p:anim calcmode="lin" valueType="num">
                                      <p:cBhvr>
                                        <p:cTn id="84" dur="250" fill="hold"/>
                                        <p:tgtEl>
                                          <p:spTgt spid="54"/>
                                        </p:tgtEl>
                                        <p:attrNameLst>
                                          <p:attrName>ppt_h</p:attrName>
                                        </p:attrNameLst>
                                      </p:cBhvr>
                                      <p:tavLst>
                                        <p:tav tm="0">
                                          <p:val>
                                            <p:fltVal val="0"/>
                                          </p:val>
                                        </p:tav>
                                        <p:tav tm="100000">
                                          <p:val>
                                            <p:strVal val="#ppt_h"/>
                                          </p:val>
                                        </p:tav>
                                      </p:tavLst>
                                    </p:anim>
                                    <p:animEffect transition="in" filter="fade">
                                      <p:cBhvr>
                                        <p:cTn id="85" dur="250"/>
                                        <p:tgtEl>
                                          <p:spTgt spid="54"/>
                                        </p:tgtEl>
                                      </p:cBhvr>
                                    </p:animEffect>
                                  </p:childTnLst>
                                </p:cTn>
                              </p:par>
                              <p:par>
                                <p:cTn id="86" presetID="6" presetClass="emph" presetSubtype="0" decel="100000" fill="hold" grpId="1" nodeType="withEffect">
                                  <p:stCondLst>
                                    <p:cond delay="200"/>
                                  </p:stCondLst>
                                  <p:childTnLst>
                                    <p:animScale>
                                      <p:cBhvr>
                                        <p:cTn id="87" dur="250" fill="hold"/>
                                        <p:tgtEl>
                                          <p:spTgt spid="54"/>
                                        </p:tgtEl>
                                      </p:cBhvr>
                                      <p:by x="120000" y="120000"/>
                                    </p:animScale>
                                  </p:childTnLst>
                                </p:cTn>
                              </p:par>
                              <p:par>
                                <p:cTn id="88" presetID="6" presetClass="emph" presetSubtype="0" decel="100000" fill="hold" grpId="2" nodeType="withEffect">
                                  <p:stCondLst>
                                    <p:cond delay="400"/>
                                  </p:stCondLst>
                                  <p:childTnLst>
                                    <p:animScale>
                                      <p:cBhvr>
                                        <p:cTn id="89" dur="250" fill="hold"/>
                                        <p:tgtEl>
                                          <p:spTgt spid="54"/>
                                        </p:tgtEl>
                                      </p:cBhvr>
                                      <p:by x="83000" y="83000"/>
                                    </p:animScale>
                                  </p:childTnLst>
                                </p:cTn>
                              </p:par>
                              <p:par>
                                <p:cTn id="90" presetID="53" presetClass="entr" presetSubtype="16" fill="hold" grpId="0" nodeType="withEffect">
                                  <p:stCondLst>
                                    <p:cond delay="400"/>
                                  </p:stCondLst>
                                  <p:childTnLst>
                                    <p:set>
                                      <p:cBhvr>
                                        <p:cTn id="91" dur="1" fill="hold">
                                          <p:stCondLst>
                                            <p:cond delay="0"/>
                                          </p:stCondLst>
                                        </p:cTn>
                                        <p:tgtEl>
                                          <p:spTgt spid="60"/>
                                        </p:tgtEl>
                                        <p:attrNameLst>
                                          <p:attrName>style.visibility</p:attrName>
                                        </p:attrNameLst>
                                      </p:cBhvr>
                                      <p:to>
                                        <p:strVal val="visible"/>
                                      </p:to>
                                    </p:set>
                                    <p:anim calcmode="lin" valueType="num">
                                      <p:cBhvr>
                                        <p:cTn id="92" dur="250" fill="hold"/>
                                        <p:tgtEl>
                                          <p:spTgt spid="60"/>
                                        </p:tgtEl>
                                        <p:attrNameLst>
                                          <p:attrName>ppt_w</p:attrName>
                                        </p:attrNameLst>
                                      </p:cBhvr>
                                      <p:tavLst>
                                        <p:tav tm="0">
                                          <p:val>
                                            <p:fltVal val="0"/>
                                          </p:val>
                                        </p:tav>
                                        <p:tav tm="100000">
                                          <p:val>
                                            <p:strVal val="#ppt_w"/>
                                          </p:val>
                                        </p:tav>
                                      </p:tavLst>
                                    </p:anim>
                                    <p:anim calcmode="lin" valueType="num">
                                      <p:cBhvr>
                                        <p:cTn id="93" dur="250" fill="hold"/>
                                        <p:tgtEl>
                                          <p:spTgt spid="60"/>
                                        </p:tgtEl>
                                        <p:attrNameLst>
                                          <p:attrName>ppt_h</p:attrName>
                                        </p:attrNameLst>
                                      </p:cBhvr>
                                      <p:tavLst>
                                        <p:tav tm="0">
                                          <p:val>
                                            <p:fltVal val="0"/>
                                          </p:val>
                                        </p:tav>
                                        <p:tav tm="100000">
                                          <p:val>
                                            <p:strVal val="#ppt_h"/>
                                          </p:val>
                                        </p:tav>
                                      </p:tavLst>
                                    </p:anim>
                                    <p:animEffect transition="in" filter="fade">
                                      <p:cBhvr>
                                        <p:cTn id="94" dur="250"/>
                                        <p:tgtEl>
                                          <p:spTgt spid="60"/>
                                        </p:tgtEl>
                                      </p:cBhvr>
                                    </p:animEffect>
                                  </p:childTnLst>
                                </p:cTn>
                              </p:par>
                              <p:par>
                                <p:cTn id="95" presetID="6" presetClass="emph" presetSubtype="0" decel="100000" fill="hold" grpId="1" nodeType="withEffect">
                                  <p:stCondLst>
                                    <p:cond delay="600"/>
                                  </p:stCondLst>
                                  <p:childTnLst>
                                    <p:animScale>
                                      <p:cBhvr>
                                        <p:cTn id="96" dur="250" fill="hold"/>
                                        <p:tgtEl>
                                          <p:spTgt spid="60"/>
                                        </p:tgtEl>
                                      </p:cBhvr>
                                      <p:by x="120000" y="120000"/>
                                    </p:animScale>
                                  </p:childTnLst>
                                </p:cTn>
                              </p:par>
                              <p:par>
                                <p:cTn id="97" presetID="6" presetClass="emph" presetSubtype="0" decel="100000" fill="hold" grpId="2" nodeType="withEffect">
                                  <p:stCondLst>
                                    <p:cond delay="800"/>
                                  </p:stCondLst>
                                  <p:childTnLst>
                                    <p:animScale>
                                      <p:cBhvr>
                                        <p:cTn id="98" dur="250" fill="hold"/>
                                        <p:tgtEl>
                                          <p:spTgt spid="60"/>
                                        </p:tgtEl>
                                      </p:cBhvr>
                                      <p:by x="83000" y="83000"/>
                                    </p:animScale>
                                  </p:childTnLst>
                                </p:cTn>
                              </p:par>
                              <p:par>
                                <p:cTn id="99" presetID="53" presetClass="entr" presetSubtype="16" fill="hold" grpId="0" nodeType="withEffect">
                                  <p:stCondLst>
                                    <p:cond delay="600"/>
                                  </p:stCondLst>
                                  <p:childTnLst>
                                    <p:set>
                                      <p:cBhvr>
                                        <p:cTn id="100" dur="1" fill="hold">
                                          <p:stCondLst>
                                            <p:cond delay="0"/>
                                          </p:stCondLst>
                                        </p:cTn>
                                        <p:tgtEl>
                                          <p:spTgt spid="44"/>
                                        </p:tgtEl>
                                        <p:attrNameLst>
                                          <p:attrName>style.visibility</p:attrName>
                                        </p:attrNameLst>
                                      </p:cBhvr>
                                      <p:to>
                                        <p:strVal val="visible"/>
                                      </p:to>
                                    </p:set>
                                    <p:anim calcmode="lin" valueType="num">
                                      <p:cBhvr>
                                        <p:cTn id="101" dur="250" fill="hold"/>
                                        <p:tgtEl>
                                          <p:spTgt spid="44"/>
                                        </p:tgtEl>
                                        <p:attrNameLst>
                                          <p:attrName>ppt_w</p:attrName>
                                        </p:attrNameLst>
                                      </p:cBhvr>
                                      <p:tavLst>
                                        <p:tav tm="0">
                                          <p:val>
                                            <p:fltVal val="0"/>
                                          </p:val>
                                        </p:tav>
                                        <p:tav tm="100000">
                                          <p:val>
                                            <p:strVal val="#ppt_w"/>
                                          </p:val>
                                        </p:tav>
                                      </p:tavLst>
                                    </p:anim>
                                    <p:anim calcmode="lin" valueType="num">
                                      <p:cBhvr>
                                        <p:cTn id="102" dur="250" fill="hold"/>
                                        <p:tgtEl>
                                          <p:spTgt spid="44"/>
                                        </p:tgtEl>
                                        <p:attrNameLst>
                                          <p:attrName>ppt_h</p:attrName>
                                        </p:attrNameLst>
                                      </p:cBhvr>
                                      <p:tavLst>
                                        <p:tav tm="0">
                                          <p:val>
                                            <p:fltVal val="0"/>
                                          </p:val>
                                        </p:tav>
                                        <p:tav tm="100000">
                                          <p:val>
                                            <p:strVal val="#ppt_h"/>
                                          </p:val>
                                        </p:tav>
                                      </p:tavLst>
                                    </p:anim>
                                    <p:animEffect transition="in" filter="fade">
                                      <p:cBhvr>
                                        <p:cTn id="103" dur="250"/>
                                        <p:tgtEl>
                                          <p:spTgt spid="44"/>
                                        </p:tgtEl>
                                      </p:cBhvr>
                                    </p:animEffect>
                                  </p:childTnLst>
                                </p:cTn>
                              </p:par>
                              <p:par>
                                <p:cTn id="104" presetID="6" presetClass="emph" presetSubtype="0" decel="100000" fill="hold" grpId="1" nodeType="withEffect">
                                  <p:stCondLst>
                                    <p:cond delay="800"/>
                                  </p:stCondLst>
                                  <p:childTnLst>
                                    <p:animScale>
                                      <p:cBhvr>
                                        <p:cTn id="105" dur="250" fill="hold"/>
                                        <p:tgtEl>
                                          <p:spTgt spid="44"/>
                                        </p:tgtEl>
                                      </p:cBhvr>
                                      <p:by x="120000" y="120000"/>
                                    </p:animScale>
                                  </p:childTnLst>
                                </p:cTn>
                              </p:par>
                              <p:par>
                                <p:cTn id="106" presetID="6" presetClass="emph" presetSubtype="0" decel="100000" fill="hold" grpId="2" nodeType="withEffect">
                                  <p:stCondLst>
                                    <p:cond delay="1000"/>
                                  </p:stCondLst>
                                  <p:childTnLst>
                                    <p:animScale>
                                      <p:cBhvr>
                                        <p:cTn id="107" dur="250" fill="hold"/>
                                        <p:tgtEl>
                                          <p:spTgt spid="44"/>
                                        </p:tgtEl>
                                      </p:cBhvr>
                                      <p:by x="83000" y="83000"/>
                                    </p:animScale>
                                  </p:childTnLst>
                                </p:cTn>
                              </p:par>
                            </p:childTnLst>
                          </p:cTn>
                        </p:par>
                        <p:par>
                          <p:cTn id="108" fill="hold">
                            <p:stCondLst>
                              <p:cond delay="6425"/>
                            </p:stCondLst>
                            <p:childTnLst>
                              <p:par>
                                <p:cTn id="109" presetID="53" presetClass="entr" presetSubtype="16" fill="hold" grpId="0" nodeType="afterEffect">
                                  <p:stCondLst>
                                    <p:cond delay="0"/>
                                  </p:stCondLst>
                                  <p:iterate type="lt">
                                    <p:tmPct val="10000"/>
                                  </p:iterate>
                                  <p:childTnLst>
                                    <p:set>
                                      <p:cBhvr>
                                        <p:cTn id="110" dur="1" fill="hold">
                                          <p:stCondLst>
                                            <p:cond delay="0"/>
                                          </p:stCondLst>
                                        </p:cTn>
                                        <p:tgtEl>
                                          <p:spTgt spid="45"/>
                                        </p:tgtEl>
                                        <p:attrNameLst>
                                          <p:attrName>style.visibility</p:attrName>
                                        </p:attrNameLst>
                                      </p:cBhvr>
                                      <p:to>
                                        <p:strVal val="visible"/>
                                      </p:to>
                                    </p:set>
                                    <p:anim calcmode="lin" valueType="num">
                                      <p:cBhvr>
                                        <p:cTn id="111" dur="250" fill="hold"/>
                                        <p:tgtEl>
                                          <p:spTgt spid="45"/>
                                        </p:tgtEl>
                                        <p:attrNameLst>
                                          <p:attrName>ppt_w</p:attrName>
                                        </p:attrNameLst>
                                      </p:cBhvr>
                                      <p:tavLst>
                                        <p:tav tm="0">
                                          <p:val>
                                            <p:fltVal val="0"/>
                                          </p:val>
                                        </p:tav>
                                        <p:tav tm="100000">
                                          <p:val>
                                            <p:strVal val="#ppt_w"/>
                                          </p:val>
                                        </p:tav>
                                      </p:tavLst>
                                    </p:anim>
                                    <p:anim calcmode="lin" valueType="num">
                                      <p:cBhvr>
                                        <p:cTn id="112" dur="250" fill="hold"/>
                                        <p:tgtEl>
                                          <p:spTgt spid="45"/>
                                        </p:tgtEl>
                                        <p:attrNameLst>
                                          <p:attrName>ppt_h</p:attrName>
                                        </p:attrNameLst>
                                      </p:cBhvr>
                                      <p:tavLst>
                                        <p:tav tm="0">
                                          <p:val>
                                            <p:fltVal val="0"/>
                                          </p:val>
                                        </p:tav>
                                        <p:tav tm="100000">
                                          <p:val>
                                            <p:strVal val="#ppt_h"/>
                                          </p:val>
                                        </p:tav>
                                      </p:tavLst>
                                    </p:anim>
                                    <p:animEffect transition="in" filter="fade">
                                      <p:cBhvr>
                                        <p:cTn id="113" dur="250"/>
                                        <p:tgtEl>
                                          <p:spTgt spid="45"/>
                                        </p:tgtEl>
                                      </p:cBhvr>
                                    </p:animEffect>
                                  </p:childTnLst>
                                </p:cTn>
                              </p:par>
                            </p:childTnLst>
                          </p:cTn>
                        </p:par>
                        <p:par>
                          <p:cTn id="114" fill="hold">
                            <p:stCondLst>
                              <p:cond delay="7600"/>
                            </p:stCondLst>
                            <p:childTnLst>
                              <p:par>
                                <p:cTn id="115" presetID="53" presetClass="entr" presetSubtype="16" fill="hold" grpId="0" nodeType="afterEffect">
                                  <p:stCondLst>
                                    <p:cond delay="0"/>
                                  </p:stCondLst>
                                  <p:childTnLst>
                                    <p:set>
                                      <p:cBhvr>
                                        <p:cTn id="116" dur="1" fill="hold">
                                          <p:stCondLst>
                                            <p:cond delay="0"/>
                                          </p:stCondLst>
                                        </p:cTn>
                                        <p:tgtEl>
                                          <p:spTgt spid="55"/>
                                        </p:tgtEl>
                                        <p:attrNameLst>
                                          <p:attrName>style.visibility</p:attrName>
                                        </p:attrNameLst>
                                      </p:cBhvr>
                                      <p:to>
                                        <p:strVal val="visible"/>
                                      </p:to>
                                    </p:set>
                                    <p:anim calcmode="lin" valueType="num">
                                      <p:cBhvr>
                                        <p:cTn id="117" dur="250" fill="hold"/>
                                        <p:tgtEl>
                                          <p:spTgt spid="55"/>
                                        </p:tgtEl>
                                        <p:attrNameLst>
                                          <p:attrName>ppt_w</p:attrName>
                                        </p:attrNameLst>
                                      </p:cBhvr>
                                      <p:tavLst>
                                        <p:tav tm="0">
                                          <p:val>
                                            <p:fltVal val="0"/>
                                          </p:val>
                                        </p:tav>
                                        <p:tav tm="100000">
                                          <p:val>
                                            <p:strVal val="#ppt_w"/>
                                          </p:val>
                                        </p:tav>
                                      </p:tavLst>
                                    </p:anim>
                                    <p:anim calcmode="lin" valueType="num">
                                      <p:cBhvr>
                                        <p:cTn id="118" dur="250" fill="hold"/>
                                        <p:tgtEl>
                                          <p:spTgt spid="55"/>
                                        </p:tgtEl>
                                        <p:attrNameLst>
                                          <p:attrName>ppt_h</p:attrName>
                                        </p:attrNameLst>
                                      </p:cBhvr>
                                      <p:tavLst>
                                        <p:tav tm="0">
                                          <p:val>
                                            <p:fltVal val="0"/>
                                          </p:val>
                                        </p:tav>
                                        <p:tav tm="100000">
                                          <p:val>
                                            <p:strVal val="#ppt_h"/>
                                          </p:val>
                                        </p:tav>
                                      </p:tavLst>
                                    </p:anim>
                                    <p:animEffect transition="in" filter="fade">
                                      <p:cBhvr>
                                        <p:cTn id="119" dur="250"/>
                                        <p:tgtEl>
                                          <p:spTgt spid="55"/>
                                        </p:tgtEl>
                                      </p:cBhvr>
                                    </p:animEffect>
                                  </p:childTnLst>
                                </p:cTn>
                              </p:par>
                              <p:par>
                                <p:cTn id="120" presetID="6" presetClass="emph" presetSubtype="0" decel="100000" fill="hold" grpId="1" nodeType="withEffect">
                                  <p:stCondLst>
                                    <p:cond delay="200"/>
                                  </p:stCondLst>
                                  <p:childTnLst>
                                    <p:animScale>
                                      <p:cBhvr>
                                        <p:cTn id="121" dur="250" fill="hold"/>
                                        <p:tgtEl>
                                          <p:spTgt spid="55"/>
                                        </p:tgtEl>
                                      </p:cBhvr>
                                      <p:by x="120000" y="120000"/>
                                    </p:animScale>
                                  </p:childTnLst>
                                </p:cTn>
                              </p:par>
                              <p:par>
                                <p:cTn id="122" presetID="6" presetClass="emph" presetSubtype="0" decel="100000" fill="hold" grpId="2" nodeType="withEffect">
                                  <p:stCondLst>
                                    <p:cond delay="400"/>
                                  </p:stCondLst>
                                  <p:childTnLst>
                                    <p:animScale>
                                      <p:cBhvr>
                                        <p:cTn id="123" dur="250" fill="hold"/>
                                        <p:tgtEl>
                                          <p:spTgt spid="55"/>
                                        </p:tgtEl>
                                      </p:cBhvr>
                                      <p:by x="83000" y="83000"/>
                                    </p:animScale>
                                  </p:childTnLst>
                                </p:cTn>
                              </p:par>
                              <p:par>
                                <p:cTn id="124" presetID="53" presetClass="entr" presetSubtype="16" fill="hold" grpId="0" nodeType="withEffect">
                                  <p:stCondLst>
                                    <p:cond delay="400"/>
                                  </p:stCondLst>
                                  <p:childTnLst>
                                    <p:set>
                                      <p:cBhvr>
                                        <p:cTn id="125" dur="1" fill="hold">
                                          <p:stCondLst>
                                            <p:cond delay="0"/>
                                          </p:stCondLst>
                                        </p:cTn>
                                        <p:tgtEl>
                                          <p:spTgt spid="59"/>
                                        </p:tgtEl>
                                        <p:attrNameLst>
                                          <p:attrName>style.visibility</p:attrName>
                                        </p:attrNameLst>
                                      </p:cBhvr>
                                      <p:to>
                                        <p:strVal val="visible"/>
                                      </p:to>
                                    </p:set>
                                    <p:anim calcmode="lin" valueType="num">
                                      <p:cBhvr>
                                        <p:cTn id="126" dur="250" fill="hold"/>
                                        <p:tgtEl>
                                          <p:spTgt spid="59"/>
                                        </p:tgtEl>
                                        <p:attrNameLst>
                                          <p:attrName>ppt_w</p:attrName>
                                        </p:attrNameLst>
                                      </p:cBhvr>
                                      <p:tavLst>
                                        <p:tav tm="0">
                                          <p:val>
                                            <p:fltVal val="0"/>
                                          </p:val>
                                        </p:tav>
                                        <p:tav tm="100000">
                                          <p:val>
                                            <p:strVal val="#ppt_w"/>
                                          </p:val>
                                        </p:tav>
                                      </p:tavLst>
                                    </p:anim>
                                    <p:anim calcmode="lin" valueType="num">
                                      <p:cBhvr>
                                        <p:cTn id="127" dur="250" fill="hold"/>
                                        <p:tgtEl>
                                          <p:spTgt spid="59"/>
                                        </p:tgtEl>
                                        <p:attrNameLst>
                                          <p:attrName>ppt_h</p:attrName>
                                        </p:attrNameLst>
                                      </p:cBhvr>
                                      <p:tavLst>
                                        <p:tav tm="0">
                                          <p:val>
                                            <p:fltVal val="0"/>
                                          </p:val>
                                        </p:tav>
                                        <p:tav tm="100000">
                                          <p:val>
                                            <p:strVal val="#ppt_h"/>
                                          </p:val>
                                        </p:tav>
                                      </p:tavLst>
                                    </p:anim>
                                    <p:animEffect transition="in" filter="fade">
                                      <p:cBhvr>
                                        <p:cTn id="128" dur="250"/>
                                        <p:tgtEl>
                                          <p:spTgt spid="59"/>
                                        </p:tgtEl>
                                      </p:cBhvr>
                                    </p:animEffect>
                                  </p:childTnLst>
                                </p:cTn>
                              </p:par>
                              <p:par>
                                <p:cTn id="129" presetID="6" presetClass="emph" presetSubtype="0" decel="100000" fill="hold" grpId="1" nodeType="withEffect">
                                  <p:stCondLst>
                                    <p:cond delay="600"/>
                                  </p:stCondLst>
                                  <p:childTnLst>
                                    <p:animScale>
                                      <p:cBhvr>
                                        <p:cTn id="130" dur="250" fill="hold"/>
                                        <p:tgtEl>
                                          <p:spTgt spid="59"/>
                                        </p:tgtEl>
                                      </p:cBhvr>
                                      <p:by x="120000" y="120000"/>
                                    </p:animScale>
                                  </p:childTnLst>
                                </p:cTn>
                              </p:par>
                              <p:par>
                                <p:cTn id="131" presetID="6" presetClass="emph" presetSubtype="0" decel="100000" fill="hold" grpId="2" nodeType="withEffect">
                                  <p:stCondLst>
                                    <p:cond delay="800"/>
                                  </p:stCondLst>
                                  <p:childTnLst>
                                    <p:animScale>
                                      <p:cBhvr>
                                        <p:cTn id="132" dur="250" fill="hold"/>
                                        <p:tgtEl>
                                          <p:spTgt spid="59"/>
                                        </p:tgtEl>
                                      </p:cBhvr>
                                      <p:by x="83000" y="83000"/>
                                    </p:animScale>
                                  </p:childTnLst>
                                </p:cTn>
                              </p:par>
                              <p:par>
                                <p:cTn id="133" presetID="53" presetClass="entr" presetSubtype="16" fill="hold" grpId="0" nodeType="withEffect">
                                  <p:stCondLst>
                                    <p:cond delay="600"/>
                                  </p:stCondLst>
                                  <p:childTnLst>
                                    <p:set>
                                      <p:cBhvr>
                                        <p:cTn id="134" dur="1" fill="hold">
                                          <p:stCondLst>
                                            <p:cond delay="0"/>
                                          </p:stCondLst>
                                        </p:cTn>
                                        <p:tgtEl>
                                          <p:spTgt spid="40"/>
                                        </p:tgtEl>
                                        <p:attrNameLst>
                                          <p:attrName>style.visibility</p:attrName>
                                        </p:attrNameLst>
                                      </p:cBhvr>
                                      <p:to>
                                        <p:strVal val="visible"/>
                                      </p:to>
                                    </p:set>
                                    <p:anim calcmode="lin" valueType="num">
                                      <p:cBhvr>
                                        <p:cTn id="135" dur="250" fill="hold"/>
                                        <p:tgtEl>
                                          <p:spTgt spid="40"/>
                                        </p:tgtEl>
                                        <p:attrNameLst>
                                          <p:attrName>ppt_w</p:attrName>
                                        </p:attrNameLst>
                                      </p:cBhvr>
                                      <p:tavLst>
                                        <p:tav tm="0">
                                          <p:val>
                                            <p:fltVal val="0"/>
                                          </p:val>
                                        </p:tav>
                                        <p:tav tm="100000">
                                          <p:val>
                                            <p:strVal val="#ppt_w"/>
                                          </p:val>
                                        </p:tav>
                                      </p:tavLst>
                                    </p:anim>
                                    <p:anim calcmode="lin" valueType="num">
                                      <p:cBhvr>
                                        <p:cTn id="136" dur="250" fill="hold"/>
                                        <p:tgtEl>
                                          <p:spTgt spid="40"/>
                                        </p:tgtEl>
                                        <p:attrNameLst>
                                          <p:attrName>ppt_h</p:attrName>
                                        </p:attrNameLst>
                                      </p:cBhvr>
                                      <p:tavLst>
                                        <p:tav tm="0">
                                          <p:val>
                                            <p:fltVal val="0"/>
                                          </p:val>
                                        </p:tav>
                                        <p:tav tm="100000">
                                          <p:val>
                                            <p:strVal val="#ppt_h"/>
                                          </p:val>
                                        </p:tav>
                                      </p:tavLst>
                                    </p:anim>
                                    <p:animEffect transition="in" filter="fade">
                                      <p:cBhvr>
                                        <p:cTn id="137" dur="250"/>
                                        <p:tgtEl>
                                          <p:spTgt spid="40"/>
                                        </p:tgtEl>
                                      </p:cBhvr>
                                    </p:animEffect>
                                  </p:childTnLst>
                                </p:cTn>
                              </p:par>
                              <p:par>
                                <p:cTn id="138" presetID="6" presetClass="emph" presetSubtype="0" decel="100000" fill="hold" grpId="1" nodeType="withEffect">
                                  <p:stCondLst>
                                    <p:cond delay="800"/>
                                  </p:stCondLst>
                                  <p:childTnLst>
                                    <p:animScale>
                                      <p:cBhvr>
                                        <p:cTn id="139" dur="250" fill="hold"/>
                                        <p:tgtEl>
                                          <p:spTgt spid="40"/>
                                        </p:tgtEl>
                                      </p:cBhvr>
                                      <p:by x="120000" y="120000"/>
                                    </p:animScale>
                                  </p:childTnLst>
                                </p:cTn>
                              </p:par>
                              <p:par>
                                <p:cTn id="140" presetID="6" presetClass="emph" presetSubtype="0" decel="100000" fill="hold" grpId="2" nodeType="withEffect">
                                  <p:stCondLst>
                                    <p:cond delay="1000"/>
                                  </p:stCondLst>
                                  <p:childTnLst>
                                    <p:animScale>
                                      <p:cBhvr>
                                        <p:cTn id="141" dur="250" fill="hold"/>
                                        <p:tgtEl>
                                          <p:spTgt spid="40"/>
                                        </p:tgtEl>
                                      </p:cBhvr>
                                      <p:by x="83000" y="83000"/>
                                    </p:animScale>
                                  </p:childTnLst>
                                </p:cTn>
                              </p:par>
                            </p:childTnLst>
                          </p:cTn>
                        </p:par>
                        <p:par>
                          <p:cTn id="142" fill="hold">
                            <p:stCondLst>
                              <p:cond delay="8850"/>
                            </p:stCondLst>
                            <p:childTnLst>
                              <p:par>
                                <p:cTn id="143" presetID="53" presetClass="entr" presetSubtype="16" fill="hold" grpId="0" nodeType="afterEffect">
                                  <p:stCondLst>
                                    <p:cond delay="0"/>
                                  </p:stCondLst>
                                  <p:iterate type="lt">
                                    <p:tmPct val="10000"/>
                                  </p:iterate>
                                  <p:childTnLst>
                                    <p:set>
                                      <p:cBhvr>
                                        <p:cTn id="144" dur="1" fill="hold">
                                          <p:stCondLst>
                                            <p:cond delay="0"/>
                                          </p:stCondLst>
                                        </p:cTn>
                                        <p:tgtEl>
                                          <p:spTgt spid="41"/>
                                        </p:tgtEl>
                                        <p:attrNameLst>
                                          <p:attrName>style.visibility</p:attrName>
                                        </p:attrNameLst>
                                      </p:cBhvr>
                                      <p:to>
                                        <p:strVal val="visible"/>
                                      </p:to>
                                    </p:set>
                                    <p:anim calcmode="lin" valueType="num">
                                      <p:cBhvr>
                                        <p:cTn id="145" dur="250" fill="hold"/>
                                        <p:tgtEl>
                                          <p:spTgt spid="41"/>
                                        </p:tgtEl>
                                        <p:attrNameLst>
                                          <p:attrName>ppt_w</p:attrName>
                                        </p:attrNameLst>
                                      </p:cBhvr>
                                      <p:tavLst>
                                        <p:tav tm="0">
                                          <p:val>
                                            <p:fltVal val="0"/>
                                          </p:val>
                                        </p:tav>
                                        <p:tav tm="100000">
                                          <p:val>
                                            <p:strVal val="#ppt_w"/>
                                          </p:val>
                                        </p:tav>
                                      </p:tavLst>
                                    </p:anim>
                                    <p:anim calcmode="lin" valueType="num">
                                      <p:cBhvr>
                                        <p:cTn id="146" dur="250" fill="hold"/>
                                        <p:tgtEl>
                                          <p:spTgt spid="41"/>
                                        </p:tgtEl>
                                        <p:attrNameLst>
                                          <p:attrName>ppt_h</p:attrName>
                                        </p:attrNameLst>
                                      </p:cBhvr>
                                      <p:tavLst>
                                        <p:tav tm="0">
                                          <p:val>
                                            <p:fltVal val="0"/>
                                          </p:val>
                                        </p:tav>
                                        <p:tav tm="100000">
                                          <p:val>
                                            <p:strVal val="#ppt_h"/>
                                          </p:val>
                                        </p:tav>
                                      </p:tavLst>
                                    </p:anim>
                                    <p:animEffect transition="in" filter="fade">
                                      <p:cBhvr>
                                        <p:cTn id="147" dur="250"/>
                                        <p:tgtEl>
                                          <p:spTgt spid="41"/>
                                        </p:tgtEl>
                                      </p:cBhvr>
                                    </p:animEffect>
                                  </p:childTnLst>
                                </p:cTn>
                              </p:par>
                            </p:childTnLst>
                          </p:cTn>
                        </p:par>
                        <p:par>
                          <p:cTn id="148" fill="hold">
                            <p:stCondLst>
                              <p:cond delay="10025"/>
                            </p:stCondLst>
                            <p:childTnLst>
                              <p:par>
                                <p:cTn id="149" presetID="53" presetClass="entr" presetSubtype="16" fill="hold" grpId="0" nodeType="afterEffect">
                                  <p:stCondLst>
                                    <p:cond delay="0"/>
                                  </p:stCondLst>
                                  <p:childTnLst>
                                    <p:set>
                                      <p:cBhvr>
                                        <p:cTn id="150" dur="1" fill="hold">
                                          <p:stCondLst>
                                            <p:cond delay="0"/>
                                          </p:stCondLst>
                                        </p:cTn>
                                        <p:tgtEl>
                                          <p:spTgt spid="56"/>
                                        </p:tgtEl>
                                        <p:attrNameLst>
                                          <p:attrName>style.visibility</p:attrName>
                                        </p:attrNameLst>
                                      </p:cBhvr>
                                      <p:to>
                                        <p:strVal val="visible"/>
                                      </p:to>
                                    </p:set>
                                    <p:anim calcmode="lin" valueType="num">
                                      <p:cBhvr>
                                        <p:cTn id="151" dur="250" fill="hold"/>
                                        <p:tgtEl>
                                          <p:spTgt spid="56"/>
                                        </p:tgtEl>
                                        <p:attrNameLst>
                                          <p:attrName>ppt_w</p:attrName>
                                        </p:attrNameLst>
                                      </p:cBhvr>
                                      <p:tavLst>
                                        <p:tav tm="0">
                                          <p:val>
                                            <p:fltVal val="0"/>
                                          </p:val>
                                        </p:tav>
                                        <p:tav tm="100000">
                                          <p:val>
                                            <p:strVal val="#ppt_w"/>
                                          </p:val>
                                        </p:tav>
                                      </p:tavLst>
                                    </p:anim>
                                    <p:anim calcmode="lin" valueType="num">
                                      <p:cBhvr>
                                        <p:cTn id="152" dur="250" fill="hold"/>
                                        <p:tgtEl>
                                          <p:spTgt spid="56"/>
                                        </p:tgtEl>
                                        <p:attrNameLst>
                                          <p:attrName>ppt_h</p:attrName>
                                        </p:attrNameLst>
                                      </p:cBhvr>
                                      <p:tavLst>
                                        <p:tav tm="0">
                                          <p:val>
                                            <p:fltVal val="0"/>
                                          </p:val>
                                        </p:tav>
                                        <p:tav tm="100000">
                                          <p:val>
                                            <p:strVal val="#ppt_h"/>
                                          </p:val>
                                        </p:tav>
                                      </p:tavLst>
                                    </p:anim>
                                    <p:animEffect transition="in" filter="fade">
                                      <p:cBhvr>
                                        <p:cTn id="153" dur="250"/>
                                        <p:tgtEl>
                                          <p:spTgt spid="56"/>
                                        </p:tgtEl>
                                      </p:cBhvr>
                                    </p:animEffect>
                                  </p:childTnLst>
                                </p:cTn>
                              </p:par>
                              <p:par>
                                <p:cTn id="154" presetID="6" presetClass="emph" presetSubtype="0" decel="100000" fill="hold" grpId="1" nodeType="withEffect">
                                  <p:stCondLst>
                                    <p:cond delay="200"/>
                                  </p:stCondLst>
                                  <p:childTnLst>
                                    <p:animScale>
                                      <p:cBhvr>
                                        <p:cTn id="155" dur="250" fill="hold"/>
                                        <p:tgtEl>
                                          <p:spTgt spid="56"/>
                                        </p:tgtEl>
                                      </p:cBhvr>
                                      <p:by x="120000" y="120000"/>
                                    </p:animScale>
                                  </p:childTnLst>
                                </p:cTn>
                              </p:par>
                              <p:par>
                                <p:cTn id="156" presetID="6" presetClass="emph" presetSubtype="0" decel="100000" fill="hold" grpId="2" nodeType="withEffect">
                                  <p:stCondLst>
                                    <p:cond delay="400"/>
                                  </p:stCondLst>
                                  <p:childTnLst>
                                    <p:animScale>
                                      <p:cBhvr>
                                        <p:cTn id="157" dur="250" fill="hold"/>
                                        <p:tgtEl>
                                          <p:spTgt spid="56"/>
                                        </p:tgtEl>
                                      </p:cBhvr>
                                      <p:by x="83000" y="83000"/>
                                    </p:animScale>
                                  </p:childTnLst>
                                </p:cTn>
                              </p:par>
                              <p:par>
                                <p:cTn id="158" presetID="53" presetClass="entr" presetSubtype="16" fill="hold" grpId="0" nodeType="withEffect">
                                  <p:stCondLst>
                                    <p:cond delay="400"/>
                                  </p:stCondLst>
                                  <p:childTnLst>
                                    <p:set>
                                      <p:cBhvr>
                                        <p:cTn id="159" dur="1" fill="hold">
                                          <p:stCondLst>
                                            <p:cond delay="0"/>
                                          </p:stCondLst>
                                        </p:cTn>
                                        <p:tgtEl>
                                          <p:spTgt spid="61"/>
                                        </p:tgtEl>
                                        <p:attrNameLst>
                                          <p:attrName>style.visibility</p:attrName>
                                        </p:attrNameLst>
                                      </p:cBhvr>
                                      <p:to>
                                        <p:strVal val="visible"/>
                                      </p:to>
                                    </p:set>
                                    <p:anim calcmode="lin" valueType="num">
                                      <p:cBhvr>
                                        <p:cTn id="160" dur="250" fill="hold"/>
                                        <p:tgtEl>
                                          <p:spTgt spid="61"/>
                                        </p:tgtEl>
                                        <p:attrNameLst>
                                          <p:attrName>ppt_w</p:attrName>
                                        </p:attrNameLst>
                                      </p:cBhvr>
                                      <p:tavLst>
                                        <p:tav tm="0">
                                          <p:val>
                                            <p:fltVal val="0"/>
                                          </p:val>
                                        </p:tav>
                                        <p:tav tm="100000">
                                          <p:val>
                                            <p:strVal val="#ppt_w"/>
                                          </p:val>
                                        </p:tav>
                                      </p:tavLst>
                                    </p:anim>
                                    <p:anim calcmode="lin" valueType="num">
                                      <p:cBhvr>
                                        <p:cTn id="161" dur="250" fill="hold"/>
                                        <p:tgtEl>
                                          <p:spTgt spid="61"/>
                                        </p:tgtEl>
                                        <p:attrNameLst>
                                          <p:attrName>ppt_h</p:attrName>
                                        </p:attrNameLst>
                                      </p:cBhvr>
                                      <p:tavLst>
                                        <p:tav tm="0">
                                          <p:val>
                                            <p:fltVal val="0"/>
                                          </p:val>
                                        </p:tav>
                                        <p:tav tm="100000">
                                          <p:val>
                                            <p:strVal val="#ppt_h"/>
                                          </p:val>
                                        </p:tav>
                                      </p:tavLst>
                                    </p:anim>
                                    <p:animEffect transition="in" filter="fade">
                                      <p:cBhvr>
                                        <p:cTn id="162" dur="250"/>
                                        <p:tgtEl>
                                          <p:spTgt spid="61"/>
                                        </p:tgtEl>
                                      </p:cBhvr>
                                    </p:animEffect>
                                  </p:childTnLst>
                                </p:cTn>
                              </p:par>
                              <p:par>
                                <p:cTn id="163" presetID="6" presetClass="emph" presetSubtype="0" decel="100000" fill="hold" grpId="1" nodeType="withEffect">
                                  <p:stCondLst>
                                    <p:cond delay="600"/>
                                  </p:stCondLst>
                                  <p:childTnLst>
                                    <p:animScale>
                                      <p:cBhvr>
                                        <p:cTn id="164" dur="250" fill="hold"/>
                                        <p:tgtEl>
                                          <p:spTgt spid="61"/>
                                        </p:tgtEl>
                                      </p:cBhvr>
                                      <p:by x="120000" y="120000"/>
                                    </p:animScale>
                                  </p:childTnLst>
                                </p:cTn>
                              </p:par>
                              <p:par>
                                <p:cTn id="165" presetID="6" presetClass="emph" presetSubtype="0" decel="100000" fill="hold" grpId="2" nodeType="withEffect">
                                  <p:stCondLst>
                                    <p:cond delay="800"/>
                                  </p:stCondLst>
                                  <p:childTnLst>
                                    <p:animScale>
                                      <p:cBhvr>
                                        <p:cTn id="166" dur="250" fill="hold"/>
                                        <p:tgtEl>
                                          <p:spTgt spid="61"/>
                                        </p:tgtEl>
                                      </p:cBhvr>
                                      <p:by x="83000" y="83000"/>
                                    </p:animScale>
                                  </p:childTnLst>
                                </p:cTn>
                              </p:par>
                              <p:par>
                                <p:cTn id="167" presetID="53" presetClass="entr" presetSubtype="16" fill="hold" grpId="0" nodeType="withEffect">
                                  <p:stCondLst>
                                    <p:cond delay="600"/>
                                  </p:stCondLst>
                                  <p:childTnLst>
                                    <p:set>
                                      <p:cBhvr>
                                        <p:cTn id="168" dur="1" fill="hold">
                                          <p:stCondLst>
                                            <p:cond delay="0"/>
                                          </p:stCondLst>
                                        </p:cTn>
                                        <p:tgtEl>
                                          <p:spTgt spid="46"/>
                                        </p:tgtEl>
                                        <p:attrNameLst>
                                          <p:attrName>style.visibility</p:attrName>
                                        </p:attrNameLst>
                                      </p:cBhvr>
                                      <p:to>
                                        <p:strVal val="visible"/>
                                      </p:to>
                                    </p:set>
                                    <p:anim calcmode="lin" valueType="num">
                                      <p:cBhvr>
                                        <p:cTn id="169" dur="250" fill="hold"/>
                                        <p:tgtEl>
                                          <p:spTgt spid="46"/>
                                        </p:tgtEl>
                                        <p:attrNameLst>
                                          <p:attrName>ppt_w</p:attrName>
                                        </p:attrNameLst>
                                      </p:cBhvr>
                                      <p:tavLst>
                                        <p:tav tm="0">
                                          <p:val>
                                            <p:fltVal val="0"/>
                                          </p:val>
                                        </p:tav>
                                        <p:tav tm="100000">
                                          <p:val>
                                            <p:strVal val="#ppt_w"/>
                                          </p:val>
                                        </p:tav>
                                      </p:tavLst>
                                    </p:anim>
                                    <p:anim calcmode="lin" valueType="num">
                                      <p:cBhvr>
                                        <p:cTn id="170" dur="250" fill="hold"/>
                                        <p:tgtEl>
                                          <p:spTgt spid="46"/>
                                        </p:tgtEl>
                                        <p:attrNameLst>
                                          <p:attrName>ppt_h</p:attrName>
                                        </p:attrNameLst>
                                      </p:cBhvr>
                                      <p:tavLst>
                                        <p:tav tm="0">
                                          <p:val>
                                            <p:fltVal val="0"/>
                                          </p:val>
                                        </p:tav>
                                        <p:tav tm="100000">
                                          <p:val>
                                            <p:strVal val="#ppt_h"/>
                                          </p:val>
                                        </p:tav>
                                      </p:tavLst>
                                    </p:anim>
                                    <p:animEffect transition="in" filter="fade">
                                      <p:cBhvr>
                                        <p:cTn id="171" dur="250"/>
                                        <p:tgtEl>
                                          <p:spTgt spid="46"/>
                                        </p:tgtEl>
                                      </p:cBhvr>
                                    </p:animEffect>
                                  </p:childTnLst>
                                </p:cTn>
                              </p:par>
                              <p:par>
                                <p:cTn id="172" presetID="6" presetClass="emph" presetSubtype="0" decel="100000" fill="hold" grpId="1" nodeType="withEffect">
                                  <p:stCondLst>
                                    <p:cond delay="800"/>
                                  </p:stCondLst>
                                  <p:childTnLst>
                                    <p:animScale>
                                      <p:cBhvr>
                                        <p:cTn id="173" dur="250" fill="hold"/>
                                        <p:tgtEl>
                                          <p:spTgt spid="46"/>
                                        </p:tgtEl>
                                      </p:cBhvr>
                                      <p:by x="120000" y="120000"/>
                                    </p:animScale>
                                  </p:childTnLst>
                                </p:cTn>
                              </p:par>
                              <p:par>
                                <p:cTn id="174" presetID="6" presetClass="emph" presetSubtype="0" decel="100000" fill="hold" grpId="2" nodeType="withEffect">
                                  <p:stCondLst>
                                    <p:cond delay="1000"/>
                                  </p:stCondLst>
                                  <p:childTnLst>
                                    <p:animScale>
                                      <p:cBhvr>
                                        <p:cTn id="175" dur="250" fill="hold"/>
                                        <p:tgtEl>
                                          <p:spTgt spid="46"/>
                                        </p:tgtEl>
                                      </p:cBhvr>
                                      <p:by x="83000" y="83000"/>
                                    </p:animScale>
                                  </p:childTnLst>
                                </p:cTn>
                              </p:par>
                            </p:childTnLst>
                          </p:cTn>
                        </p:par>
                        <p:par>
                          <p:cTn id="176" fill="hold">
                            <p:stCondLst>
                              <p:cond delay="11275"/>
                            </p:stCondLst>
                            <p:childTnLst>
                              <p:par>
                                <p:cTn id="177" presetID="53" presetClass="entr" presetSubtype="16" fill="hold" grpId="0" nodeType="afterEffect">
                                  <p:stCondLst>
                                    <p:cond delay="0"/>
                                  </p:stCondLst>
                                  <p:iterate type="lt">
                                    <p:tmPct val="10000"/>
                                  </p:iterate>
                                  <p:childTnLst>
                                    <p:set>
                                      <p:cBhvr>
                                        <p:cTn id="178" dur="1" fill="hold">
                                          <p:stCondLst>
                                            <p:cond delay="0"/>
                                          </p:stCondLst>
                                        </p:cTn>
                                        <p:tgtEl>
                                          <p:spTgt spid="47"/>
                                        </p:tgtEl>
                                        <p:attrNameLst>
                                          <p:attrName>style.visibility</p:attrName>
                                        </p:attrNameLst>
                                      </p:cBhvr>
                                      <p:to>
                                        <p:strVal val="visible"/>
                                      </p:to>
                                    </p:set>
                                    <p:anim calcmode="lin" valueType="num">
                                      <p:cBhvr>
                                        <p:cTn id="179" dur="250" fill="hold"/>
                                        <p:tgtEl>
                                          <p:spTgt spid="47"/>
                                        </p:tgtEl>
                                        <p:attrNameLst>
                                          <p:attrName>ppt_w</p:attrName>
                                        </p:attrNameLst>
                                      </p:cBhvr>
                                      <p:tavLst>
                                        <p:tav tm="0">
                                          <p:val>
                                            <p:fltVal val="0"/>
                                          </p:val>
                                        </p:tav>
                                        <p:tav tm="100000">
                                          <p:val>
                                            <p:strVal val="#ppt_w"/>
                                          </p:val>
                                        </p:tav>
                                      </p:tavLst>
                                    </p:anim>
                                    <p:anim calcmode="lin" valueType="num">
                                      <p:cBhvr>
                                        <p:cTn id="180" dur="250" fill="hold"/>
                                        <p:tgtEl>
                                          <p:spTgt spid="47"/>
                                        </p:tgtEl>
                                        <p:attrNameLst>
                                          <p:attrName>ppt_h</p:attrName>
                                        </p:attrNameLst>
                                      </p:cBhvr>
                                      <p:tavLst>
                                        <p:tav tm="0">
                                          <p:val>
                                            <p:fltVal val="0"/>
                                          </p:val>
                                        </p:tav>
                                        <p:tav tm="100000">
                                          <p:val>
                                            <p:strVal val="#ppt_h"/>
                                          </p:val>
                                        </p:tav>
                                      </p:tavLst>
                                    </p:anim>
                                    <p:animEffect transition="in" filter="fade">
                                      <p:cBhvr>
                                        <p:cTn id="181" dur="250"/>
                                        <p:tgtEl>
                                          <p:spTgt spid="47"/>
                                        </p:tgtEl>
                                      </p:cBhvr>
                                    </p:animEffect>
                                  </p:childTnLst>
                                </p:cTn>
                              </p:par>
                            </p:childTnLst>
                          </p:cTn>
                        </p:par>
                        <p:par>
                          <p:cTn id="182" fill="hold">
                            <p:stCondLst>
                              <p:cond delay="12450"/>
                            </p:stCondLst>
                            <p:childTnLst>
                              <p:par>
                                <p:cTn id="183" presetID="53" presetClass="entr" presetSubtype="16" fill="hold" grpId="0" nodeType="afterEffect">
                                  <p:stCondLst>
                                    <p:cond delay="0"/>
                                  </p:stCondLst>
                                  <p:childTnLst>
                                    <p:set>
                                      <p:cBhvr>
                                        <p:cTn id="184" dur="1" fill="hold">
                                          <p:stCondLst>
                                            <p:cond delay="0"/>
                                          </p:stCondLst>
                                        </p:cTn>
                                        <p:tgtEl>
                                          <p:spTgt spid="57"/>
                                        </p:tgtEl>
                                        <p:attrNameLst>
                                          <p:attrName>style.visibility</p:attrName>
                                        </p:attrNameLst>
                                      </p:cBhvr>
                                      <p:to>
                                        <p:strVal val="visible"/>
                                      </p:to>
                                    </p:set>
                                    <p:anim calcmode="lin" valueType="num">
                                      <p:cBhvr>
                                        <p:cTn id="185" dur="250" fill="hold"/>
                                        <p:tgtEl>
                                          <p:spTgt spid="57"/>
                                        </p:tgtEl>
                                        <p:attrNameLst>
                                          <p:attrName>ppt_w</p:attrName>
                                        </p:attrNameLst>
                                      </p:cBhvr>
                                      <p:tavLst>
                                        <p:tav tm="0">
                                          <p:val>
                                            <p:fltVal val="0"/>
                                          </p:val>
                                        </p:tav>
                                        <p:tav tm="100000">
                                          <p:val>
                                            <p:strVal val="#ppt_w"/>
                                          </p:val>
                                        </p:tav>
                                      </p:tavLst>
                                    </p:anim>
                                    <p:anim calcmode="lin" valueType="num">
                                      <p:cBhvr>
                                        <p:cTn id="186" dur="250" fill="hold"/>
                                        <p:tgtEl>
                                          <p:spTgt spid="57"/>
                                        </p:tgtEl>
                                        <p:attrNameLst>
                                          <p:attrName>ppt_h</p:attrName>
                                        </p:attrNameLst>
                                      </p:cBhvr>
                                      <p:tavLst>
                                        <p:tav tm="0">
                                          <p:val>
                                            <p:fltVal val="0"/>
                                          </p:val>
                                        </p:tav>
                                        <p:tav tm="100000">
                                          <p:val>
                                            <p:strVal val="#ppt_h"/>
                                          </p:val>
                                        </p:tav>
                                      </p:tavLst>
                                    </p:anim>
                                    <p:animEffect transition="in" filter="fade">
                                      <p:cBhvr>
                                        <p:cTn id="187" dur="250"/>
                                        <p:tgtEl>
                                          <p:spTgt spid="57"/>
                                        </p:tgtEl>
                                      </p:cBhvr>
                                    </p:animEffect>
                                  </p:childTnLst>
                                </p:cTn>
                              </p:par>
                              <p:par>
                                <p:cTn id="188" presetID="6" presetClass="emph" presetSubtype="0" decel="100000" fill="hold" grpId="1" nodeType="withEffect">
                                  <p:stCondLst>
                                    <p:cond delay="200"/>
                                  </p:stCondLst>
                                  <p:childTnLst>
                                    <p:animScale>
                                      <p:cBhvr>
                                        <p:cTn id="189" dur="250" fill="hold"/>
                                        <p:tgtEl>
                                          <p:spTgt spid="57"/>
                                        </p:tgtEl>
                                      </p:cBhvr>
                                      <p:by x="120000" y="120000"/>
                                    </p:animScale>
                                  </p:childTnLst>
                                </p:cTn>
                              </p:par>
                              <p:par>
                                <p:cTn id="190" presetID="6" presetClass="emph" presetSubtype="0" decel="100000" fill="hold" grpId="2" nodeType="withEffect">
                                  <p:stCondLst>
                                    <p:cond delay="400"/>
                                  </p:stCondLst>
                                  <p:childTnLst>
                                    <p:animScale>
                                      <p:cBhvr>
                                        <p:cTn id="191" dur="250" fill="hold"/>
                                        <p:tgtEl>
                                          <p:spTgt spid="57"/>
                                        </p:tgtEl>
                                      </p:cBhvr>
                                      <p:by x="83000" y="83000"/>
                                    </p:animScale>
                                  </p:childTnLst>
                                </p:cTn>
                              </p:par>
                              <p:par>
                                <p:cTn id="192" presetID="53" presetClass="entr" presetSubtype="16" fill="hold" grpId="0" nodeType="withEffect">
                                  <p:stCondLst>
                                    <p:cond delay="400"/>
                                  </p:stCondLst>
                                  <p:childTnLst>
                                    <p:set>
                                      <p:cBhvr>
                                        <p:cTn id="193" dur="1" fill="hold">
                                          <p:stCondLst>
                                            <p:cond delay="0"/>
                                          </p:stCondLst>
                                        </p:cTn>
                                        <p:tgtEl>
                                          <p:spTgt spid="58"/>
                                        </p:tgtEl>
                                        <p:attrNameLst>
                                          <p:attrName>style.visibility</p:attrName>
                                        </p:attrNameLst>
                                      </p:cBhvr>
                                      <p:to>
                                        <p:strVal val="visible"/>
                                      </p:to>
                                    </p:set>
                                    <p:anim calcmode="lin" valueType="num">
                                      <p:cBhvr>
                                        <p:cTn id="194" dur="250" fill="hold"/>
                                        <p:tgtEl>
                                          <p:spTgt spid="58"/>
                                        </p:tgtEl>
                                        <p:attrNameLst>
                                          <p:attrName>ppt_w</p:attrName>
                                        </p:attrNameLst>
                                      </p:cBhvr>
                                      <p:tavLst>
                                        <p:tav tm="0">
                                          <p:val>
                                            <p:fltVal val="0"/>
                                          </p:val>
                                        </p:tav>
                                        <p:tav tm="100000">
                                          <p:val>
                                            <p:strVal val="#ppt_w"/>
                                          </p:val>
                                        </p:tav>
                                      </p:tavLst>
                                    </p:anim>
                                    <p:anim calcmode="lin" valueType="num">
                                      <p:cBhvr>
                                        <p:cTn id="195" dur="250" fill="hold"/>
                                        <p:tgtEl>
                                          <p:spTgt spid="58"/>
                                        </p:tgtEl>
                                        <p:attrNameLst>
                                          <p:attrName>ppt_h</p:attrName>
                                        </p:attrNameLst>
                                      </p:cBhvr>
                                      <p:tavLst>
                                        <p:tav tm="0">
                                          <p:val>
                                            <p:fltVal val="0"/>
                                          </p:val>
                                        </p:tav>
                                        <p:tav tm="100000">
                                          <p:val>
                                            <p:strVal val="#ppt_h"/>
                                          </p:val>
                                        </p:tav>
                                      </p:tavLst>
                                    </p:anim>
                                    <p:animEffect transition="in" filter="fade">
                                      <p:cBhvr>
                                        <p:cTn id="196" dur="250"/>
                                        <p:tgtEl>
                                          <p:spTgt spid="58"/>
                                        </p:tgtEl>
                                      </p:cBhvr>
                                    </p:animEffect>
                                  </p:childTnLst>
                                </p:cTn>
                              </p:par>
                              <p:par>
                                <p:cTn id="197" presetID="6" presetClass="emph" presetSubtype="0" decel="100000" fill="hold" grpId="1" nodeType="withEffect">
                                  <p:stCondLst>
                                    <p:cond delay="600"/>
                                  </p:stCondLst>
                                  <p:childTnLst>
                                    <p:animScale>
                                      <p:cBhvr>
                                        <p:cTn id="198" dur="250" fill="hold"/>
                                        <p:tgtEl>
                                          <p:spTgt spid="58"/>
                                        </p:tgtEl>
                                      </p:cBhvr>
                                      <p:by x="120000" y="120000"/>
                                    </p:animScale>
                                  </p:childTnLst>
                                </p:cTn>
                              </p:par>
                              <p:par>
                                <p:cTn id="199" presetID="6" presetClass="emph" presetSubtype="0" decel="100000" fill="hold" grpId="2" nodeType="withEffect">
                                  <p:stCondLst>
                                    <p:cond delay="800"/>
                                  </p:stCondLst>
                                  <p:childTnLst>
                                    <p:animScale>
                                      <p:cBhvr>
                                        <p:cTn id="200" dur="250" fill="hold"/>
                                        <p:tgtEl>
                                          <p:spTgt spid="58"/>
                                        </p:tgtEl>
                                      </p:cBhvr>
                                      <p:by x="83000" y="83000"/>
                                    </p:animScale>
                                  </p:childTnLst>
                                </p:cTn>
                              </p:par>
                              <p:par>
                                <p:cTn id="201" presetID="53" presetClass="entr" presetSubtype="16" fill="hold" grpId="0" nodeType="withEffect">
                                  <p:stCondLst>
                                    <p:cond delay="600"/>
                                  </p:stCondLst>
                                  <p:childTnLst>
                                    <p:set>
                                      <p:cBhvr>
                                        <p:cTn id="202" dur="1" fill="hold">
                                          <p:stCondLst>
                                            <p:cond delay="0"/>
                                          </p:stCondLst>
                                        </p:cTn>
                                        <p:tgtEl>
                                          <p:spTgt spid="42"/>
                                        </p:tgtEl>
                                        <p:attrNameLst>
                                          <p:attrName>style.visibility</p:attrName>
                                        </p:attrNameLst>
                                      </p:cBhvr>
                                      <p:to>
                                        <p:strVal val="visible"/>
                                      </p:to>
                                    </p:set>
                                    <p:anim calcmode="lin" valueType="num">
                                      <p:cBhvr>
                                        <p:cTn id="203" dur="250" fill="hold"/>
                                        <p:tgtEl>
                                          <p:spTgt spid="42"/>
                                        </p:tgtEl>
                                        <p:attrNameLst>
                                          <p:attrName>ppt_w</p:attrName>
                                        </p:attrNameLst>
                                      </p:cBhvr>
                                      <p:tavLst>
                                        <p:tav tm="0">
                                          <p:val>
                                            <p:fltVal val="0"/>
                                          </p:val>
                                        </p:tav>
                                        <p:tav tm="100000">
                                          <p:val>
                                            <p:strVal val="#ppt_w"/>
                                          </p:val>
                                        </p:tav>
                                      </p:tavLst>
                                    </p:anim>
                                    <p:anim calcmode="lin" valueType="num">
                                      <p:cBhvr>
                                        <p:cTn id="204" dur="250" fill="hold"/>
                                        <p:tgtEl>
                                          <p:spTgt spid="42"/>
                                        </p:tgtEl>
                                        <p:attrNameLst>
                                          <p:attrName>ppt_h</p:attrName>
                                        </p:attrNameLst>
                                      </p:cBhvr>
                                      <p:tavLst>
                                        <p:tav tm="0">
                                          <p:val>
                                            <p:fltVal val="0"/>
                                          </p:val>
                                        </p:tav>
                                        <p:tav tm="100000">
                                          <p:val>
                                            <p:strVal val="#ppt_h"/>
                                          </p:val>
                                        </p:tav>
                                      </p:tavLst>
                                    </p:anim>
                                    <p:animEffect transition="in" filter="fade">
                                      <p:cBhvr>
                                        <p:cTn id="205" dur="250"/>
                                        <p:tgtEl>
                                          <p:spTgt spid="42"/>
                                        </p:tgtEl>
                                      </p:cBhvr>
                                    </p:animEffect>
                                  </p:childTnLst>
                                </p:cTn>
                              </p:par>
                              <p:par>
                                <p:cTn id="206" presetID="6" presetClass="emph" presetSubtype="0" decel="100000" fill="hold" grpId="1" nodeType="withEffect">
                                  <p:stCondLst>
                                    <p:cond delay="800"/>
                                  </p:stCondLst>
                                  <p:childTnLst>
                                    <p:animScale>
                                      <p:cBhvr>
                                        <p:cTn id="207" dur="250" fill="hold"/>
                                        <p:tgtEl>
                                          <p:spTgt spid="42"/>
                                        </p:tgtEl>
                                      </p:cBhvr>
                                      <p:by x="120000" y="120000"/>
                                    </p:animScale>
                                  </p:childTnLst>
                                </p:cTn>
                              </p:par>
                              <p:par>
                                <p:cTn id="208" presetID="6" presetClass="emph" presetSubtype="0" decel="100000" fill="hold" grpId="2" nodeType="withEffect">
                                  <p:stCondLst>
                                    <p:cond delay="1000"/>
                                  </p:stCondLst>
                                  <p:childTnLst>
                                    <p:animScale>
                                      <p:cBhvr>
                                        <p:cTn id="209" dur="250" fill="hold"/>
                                        <p:tgtEl>
                                          <p:spTgt spid="42"/>
                                        </p:tgtEl>
                                      </p:cBhvr>
                                      <p:by x="83000" y="83000"/>
                                    </p:animScale>
                                  </p:childTnLst>
                                </p:cTn>
                              </p:par>
                            </p:childTnLst>
                          </p:cTn>
                        </p:par>
                        <p:par>
                          <p:cTn id="210" fill="hold">
                            <p:stCondLst>
                              <p:cond delay="13700"/>
                            </p:stCondLst>
                            <p:childTnLst>
                              <p:par>
                                <p:cTn id="211" presetID="53" presetClass="entr" presetSubtype="16" fill="hold" grpId="0" nodeType="afterEffect">
                                  <p:stCondLst>
                                    <p:cond delay="0"/>
                                  </p:stCondLst>
                                  <p:iterate type="lt">
                                    <p:tmPct val="10000"/>
                                  </p:iterate>
                                  <p:childTnLst>
                                    <p:set>
                                      <p:cBhvr>
                                        <p:cTn id="212" dur="1" fill="hold">
                                          <p:stCondLst>
                                            <p:cond delay="0"/>
                                          </p:stCondLst>
                                        </p:cTn>
                                        <p:tgtEl>
                                          <p:spTgt spid="43"/>
                                        </p:tgtEl>
                                        <p:attrNameLst>
                                          <p:attrName>style.visibility</p:attrName>
                                        </p:attrNameLst>
                                      </p:cBhvr>
                                      <p:to>
                                        <p:strVal val="visible"/>
                                      </p:to>
                                    </p:set>
                                    <p:anim calcmode="lin" valueType="num">
                                      <p:cBhvr>
                                        <p:cTn id="213" dur="250" fill="hold"/>
                                        <p:tgtEl>
                                          <p:spTgt spid="43"/>
                                        </p:tgtEl>
                                        <p:attrNameLst>
                                          <p:attrName>ppt_w</p:attrName>
                                        </p:attrNameLst>
                                      </p:cBhvr>
                                      <p:tavLst>
                                        <p:tav tm="0">
                                          <p:val>
                                            <p:fltVal val="0"/>
                                          </p:val>
                                        </p:tav>
                                        <p:tav tm="100000">
                                          <p:val>
                                            <p:strVal val="#ppt_w"/>
                                          </p:val>
                                        </p:tav>
                                      </p:tavLst>
                                    </p:anim>
                                    <p:anim calcmode="lin" valueType="num">
                                      <p:cBhvr>
                                        <p:cTn id="214" dur="250" fill="hold"/>
                                        <p:tgtEl>
                                          <p:spTgt spid="43"/>
                                        </p:tgtEl>
                                        <p:attrNameLst>
                                          <p:attrName>ppt_h</p:attrName>
                                        </p:attrNameLst>
                                      </p:cBhvr>
                                      <p:tavLst>
                                        <p:tav tm="0">
                                          <p:val>
                                            <p:fltVal val="0"/>
                                          </p:val>
                                        </p:tav>
                                        <p:tav tm="100000">
                                          <p:val>
                                            <p:strVal val="#ppt_h"/>
                                          </p:val>
                                        </p:tav>
                                      </p:tavLst>
                                    </p:anim>
                                    <p:animEffect transition="in" filter="fade">
                                      <p:cBhvr>
                                        <p:cTn id="215" dur="2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5" grpId="1"/>
      <p:bldP spid="37" grpId="0" animBg="1"/>
      <p:bldP spid="38" grpId="0"/>
      <p:bldP spid="38" grpId="1"/>
      <p:bldP spid="38" grpId="2"/>
      <p:bldP spid="39" grpId="0"/>
      <p:bldP spid="40" grpId="0"/>
      <p:bldP spid="40" grpId="1"/>
      <p:bldP spid="40" grpId="2"/>
      <p:bldP spid="41" grpId="0"/>
      <p:bldP spid="42" grpId="0"/>
      <p:bldP spid="42" grpId="1"/>
      <p:bldP spid="42" grpId="2"/>
      <p:bldP spid="43" grpId="0"/>
      <p:bldP spid="44" grpId="0"/>
      <p:bldP spid="44" grpId="1"/>
      <p:bldP spid="44" grpId="2"/>
      <p:bldP spid="45" grpId="0"/>
      <p:bldP spid="46" grpId="0"/>
      <p:bldP spid="46" grpId="1"/>
      <p:bldP spid="46" grpId="2"/>
      <p:bldP spid="47" grpId="0"/>
      <p:bldP spid="48" grpId="0" animBg="1"/>
      <p:bldP spid="49" grpId="0" animBg="1"/>
      <p:bldP spid="50" grpId="0" animBg="1"/>
      <p:bldP spid="51" grpId="0" animBg="1"/>
      <p:bldP spid="52" grpId="0" animBg="1"/>
      <p:bldP spid="52" grpId="1" animBg="1"/>
      <p:bldP spid="52" grpId="2" animBg="1"/>
      <p:bldP spid="53" grpId="0" animBg="1"/>
      <p:bldP spid="53" grpId="1" animBg="1"/>
      <p:bldP spid="53" grpId="2" animBg="1"/>
      <p:bldP spid="54" grpId="0" animBg="1"/>
      <p:bldP spid="54" grpId="1" animBg="1"/>
      <p:bldP spid="54" grpId="2" animBg="1"/>
      <p:bldP spid="55" grpId="0" animBg="1"/>
      <p:bldP spid="55" grpId="1" animBg="1"/>
      <p:bldP spid="55" grpId="2" animBg="1"/>
      <p:bldP spid="56" grpId="0" animBg="1"/>
      <p:bldP spid="56" grpId="1" animBg="1"/>
      <p:bldP spid="56" grpId="2" animBg="1"/>
      <p:bldP spid="57" grpId="0" animBg="1"/>
      <p:bldP spid="57" grpId="1" animBg="1"/>
      <p:bldP spid="57" grpId="2" animBg="1"/>
      <p:bldP spid="58" grpId="0" animBg="1"/>
      <p:bldP spid="58" grpId="1" animBg="1"/>
      <p:bldP spid="58" grpId="2" animBg="1"/>
      <p:bldP spid="59" grpId="0" animBg="1"/>
      <p:bldP spid="59" grpId="1" animBg="1"/>
      <p:bldP spid="59" grpId="2" animBg="1"/>
      <p:bldP spid="60" grpId="0" animBg="1"/>
      <p:bldP spid="60" grpId="1" animBg="1"/>
      <p:bldP spid="60" grpId="2" animBg="1"/>
      <p:bldP spid="61" grpId="0" animBg="1"/>
      <p:bldP spid="61" grpId="1" animBg="1"/>
      <p:bldP spid="61" grpId="2"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450633" y="228814"/>
            <a:ext cx="720000" cy="720000"/>
            <a:chOff x="450633" y="228814"/>
            <a:chExt cx="720000" cy="720000"/>
          </a:xfrm>
        </p:grpSpPr>
        <p:sp>
          <p:nvSpPr>
            <p:cNvPr id="29" name="椭圆 28"/>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30"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31" name="文本框 30"/>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新年工作展望</a:t>
            </a:r>
          </a:p>
        </p:txBody>
      </p:sp>
      <p:cxnSp>
        <p:nvCxnSpPr>
          <p:cNvPr id="32" name="直接连接符 31"/>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sp>
        <p:nvSpPr>
          <p:cNvPr id="33" name="Rectangle 5"/>
          <p:cNvSpPr>
            <a:spLocks noChangeAspect="1" noChangeArrowheads="1"/>
          </p:cNvSpPr>
          <p:nvPr/>
        </p:nvSpPr>
        <p:spPr bwMode="auto">
          <a:xfrm>
            <a:off x="8561991" y="1587889"/>
            <a:ext cx="2160588" cy="1439863"/>
          </a:xfrm>
          <a:prstGeom prst="rect">
            <a:avLst/>
          </a:prstGeom>
          <a:blipFill dpi="0" rotWithShape="1">
            <a:blip r:embed="rId3">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a:stretch>
              <a:fillRect/>
            </a:stretch>
          </a:blip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4" name="Rectangle 7"/>
          <p:cNvSpPr>
            <a:spLocks noChangeAspect="1" noChangeArrowheads="1"/>
          </p:cNvSpPr>
          <p:nvPr/>
        </p:nvSpPr>
        <p:spPr bwMode="auto">
          <a:xfrm>
            <a:off x="8561991" y="3098092"/>
            <a:ext cx="2160588" cy="358775"/>
          </a:xfrm>
          <a:prstGeom prst="rect">
            <a:avLst/>
          </a:prstGeom>
          <a:solidFill>
            <a:srgbClr val="C00000"/>
          </a:solid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5" name="Rectangle 6"/>
          <p:cNvSpPr>
            <a:spLocks noChangeAspect="1" noChangeArrowheads="1"/>
          </p:cNvSpPr>
          <p:nvPr/>
        </p:nvSpPr>
        <p:spPr bwMode="auto">
          <a:xfrm>
            <a:off x="1469421" y="1587889"/>
            <a:ext cx="2160588" cy="2159000"/>
          </a:xfrm>
          <a:prstGeom prst="rect">
            <a:avLst/>
          </a:prstGeom>
          <a:blipFill dpi="0" rotWithShape="1">
            <a:blip r:embed="rId5">
              <a:extLst>
                <a:ext uri="{BEBA8EAE-BF5A-486C-A8C5-ECC9F3942E4B}">
                  <a14:imgProps xmlns:a14="http://schemas.microsoft.com/office/drawing/2010/main">
                    <a14:imgLayer r:embed="rId6">
                      <a14:imgEffect>
                        <a14:saturation sat="33000"/>
                      </a14:imgEffect>
                      <a14:imgEffect>
                        <a14:brightnessContrast bright="11000"/>
                      </a14:imgEffect>
                    </a14:imgLayer>
                  </a14:imgProps>
                </a:ext>
                <a:ext uri="{28A0092B-C50C-407E-A947-70E740481C1C}">
                  <a14:useLocalDpi xmlns:a14="http://schemas.microsoft.com/office/drawing/2010/main" val="0"/>
                </a:ext>
              </a:extLst>
            </a:blip>
            <a:srcRect/>
            <a:stretch>
              <a:fillRect/>
            </a:stretch>
          </a:blip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6" name="Rectangle 8"/>
          <p:cNvSpPr>
            <a:spLocks noChangeAspect="1" noChangeArrowheads="1"/>
          </p:cNvSpPr>
          <p:nvPr/>
        </p:nvSpPr>
        <p:spPr bwMode="auto">
          <a:xfrm>
            <a:off x="1469421" y="3817229"/>
            <a:ext cx="2160588" cy="360363"/>
          </a:xfrm>
          <a:prstGeom prst="rect">
            <a:avLst/>
          </a:prstGeom>
          <a:solidFill>
            <a:srgbClr val="17406D"/>
          </a:solid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7" name="Rectangle 9"/>
          <p:cNvSpPr>
            <a:spLocks noChangeAspect="1" noChangeArrowheads="1"/>
          </p:cNvSpPr>
          <p:nvPr/>
        </p:nvSpPr>
        <p:spPr bwMode="auto">
          <a:xfrm>
            <a:off x="3833611" y="1587889"/>
            <a:ext cx="2160588" cy="2878138"/>
          </a:xfrm>
          <a:prstGeom prst="rect">
            <a:avLst/>
          </a:prstGeom>
          <a:blipFill dpi="0" rotWithShape="1">
            <a:blip r:embed="rId7">
              <a:extLst>
                <a:ext uri="{BEBA8EAE-BF5A-486C-A8C5-ECC9F3942E4B}">
                  <a14:imgProps xmlns:a14="http://schemas.microsoft.com/office/drawing/2010/main">
                    <a14:imgLayer r:embed="rId8">
                      <a14:imgEffect>
                        <a14:saturation sat="33000"/>
                      </a14:imgEffect>
                      <a14:imgEffect>
                        <a14:brightnessContrast bright="22000"/>
                      </a14:imgEffect>
                    </a14:imgLayer>
                  </a14:imgProps>
                </a:ext>
                <a:ext uri="{28A0092B-C50C-407E-A947-70E740481C1C}">
                  <a14:useLocalDpi xmlns:a14="http://schemas.microsoft.com/office/drawing/2010/main" val="0"/>
                </a:ext>
              </a:extLst>
            </a:blip>
            <a:srcRect/>
            <a:stretch>
              <a:fillRect/>
            </a:stretch>
          </a:blip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8" name="Rectangle 10"/>
          <p:cNvSpPr>
            <a:spLocks noChangeAspect="1" noChangeArrowheads="1"/>
          </p:cNvSpPr>
          <p:nvPr/>
        </p:nvSpPr>
        <p:spPr bwMode="auto">
          <a:xfrm>
            <a:off x="3833611" y="4536367"/>
            <a:ext cx="2160588" cy="360363"/>
          </a:xfrm>
          <a:prstGeom prst="rect">
            <a:avLst/>
          </a:prstGeom>
          <a:solidFill>
            <a:srgbClr val="C00000"/>
          </a:solid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39" name="Rectangle 11"/>
          <p:cNvSpPr>
            <a:spLocks noChangeAspect="1" noChangeArrowheads="1"/>
          </p:cNvSpPr>
          <p:nvPr/>
        </p:nvSpPr>
        <p:spPr bwMode="auto">
          <a:xfrm>
            <a:off x="6197801" y="1587889"/>
            <a:ext cx="2160588" cy="2159000"/>
          </a:xfrm>
          <a:prstGeom prst="rect">
            <a:avLst/>
          </a:prstGeom>
          <a:blipFill dpi="0" rotWithShape="1">
            <a:blip r:embed="rId9" cstate="print">
              <a:extLst>
                <a:ext uri="{BEBA8EAE-BF5A-486C-A8C5-ECC9F3942E4B}">
                  <a14:imgProps xmlns:a14="http://schemas.microsoft.com/office/drawing/2010/main">
                    <a14:imgLayer r:embed="rId10">
                      <a14:imgEffect>
                        <a14:saturation sat="55000"/>
                      </a14:imgEffect>
                    </a14:imgLayer>
                  </a14:imgProps>
                </a:ext>
                <a:ext uri="{28A0092B-C50C-407E-A947-70E740481C1C}">
                  <a14:useLocalDpi xmlns:a14="http://schemas.microsoft.com/office/drawing/2010/main" val="0"/>
                </a:ext>
              </a:extLst>
            </a:blip>
            <a:srcRect/>
            <a:stretch>
              <a:fillRect/>
            </a:stretch>
          </a:blip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0" name="Rectangle 12"/>
          <p:cNvSpPr>
            <a:spLocks noChangeAspect="1" noChangeArrowheads="1"/>
          </p:cNvSpPr>
          <p:nvPr/>
        </p:nvSpPr>
        <p:spPr bwMode="auto">
          <a:xfrm>
            <a:off x="6197801" y="3817229"/>
            <a:ext cx="2160588" cy="360363"/>
          </a:xfrm>
          <a:prstGeom prst="rect">
            <a:avLst/>
          </a:prstGeom>
          <a:solidFill>
            <a:srgbClr val="17406D"/>
          </a:solid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41" name="Rectangle 35"/>
          <p:cNvSpPr>
            <a:spLocks noChangeArrowheads="1"/>
          </p:cNvSpPr>
          <p:nvPr/>
        </p:nvSpPr>
        <p:spPr bwMode="auto">
          <a:xfrm>
            <a:off x="1606515" y="3874300"/>
            <a:ext cx="18864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600" b="1" dirty="0">
                <a:solidFill>
                  <a:srgbClr val="FFFFFF"/>
                </a:solidFill>
                <a:latin typeface="微软雅黑" panose="020B0503020204020204" pitchFamily="34" charset="-122"/>
                <a:ea typeface="微软雅黑" panose="020B0503020204020204" pitchFamily="34" charset="-122"/>
              </a:rPr>
              <a:t>单击添加标题</a:t>
            </a:r>
            <a:endParaRPr lang="zh-CN" altLang="en-US" sz="1600" b="1" dirty="0">
              <a:solidFill>
                <a:srgbClr val="FFFFFF"/>
              </a:solidFill>
              <a:ea typeface="宋体" panose="02010600030101010101" pitchFamily="2" charset="-122"/>
            </a:endParaRPr>
          </a:p>
        </p:txBody>
      </p:sp>
      <p:sp>
        <p:nvSpPr>
          <p:cNvPr id="42" name="Rectangle 35"/>
          <p:cNvSpPr>
            <a:spLocks noChangeArrowheads="1"/>
          </p:cNvSpPr>
          <p:nvPr/>
        </p:nvSpPr>
        <p:spPr bwMode="auto">
          <a:xfrm>
            <a:off x="3970705" y="4593438"/>
            <a:ext cx="18864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600" b="1" dirty="0">
                <a:solidFill>
                  <a:srgbClr val="FFFFFF"/>
                </a:solidFill>
                <a:latin typeface="微软雅黑" panose="020B0503020204020204" pitchFamily="34" charset="-122"/>
                <a:ea typeface="微软雅黑" panose="020B0503020204020204" pitchFamily="34" charset="-122"/>
              </a:rPr>
              <a:t>单击添加标题</a:t>
            </a:r>
            <a:endParaRPr lang="zh-CN" altLang="en-US" sz="1600" b="1" dirty="0">
              <a:solidFill>
                <a:srgbClr val="FFFFFF"/>
              </a:solidFill>
              <a:ea typeface="宋体" panose="02010600030101010101" pitchFamily="2" charset="-122"/>
            </a:endParaRPr>
          </a:p>
        </p:txBody>
      </p:sp>
      <p:sp>
        <p:nvSpPr>
          <p:cNvPr id="43" name="Rectangle 35"/>
          <p:cNvSpPr>
            <a:spLocks noChangeArrowheads="1"/>
          </p:cNvSpPr>
          <p:nvPr/>
        </p:nvSpPr>
        <p:spPr bwMode="auto">
          <a:xfrm>
            <a:off x="6334895" y="3874300"/>
            <a:ext cx="18864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600" b="1" dirty="0">
                <a:solidFill>
                  <a:srgbClr val="FFFFFF"/>
                </a:solidFill>
                <a:latin typeface="微软雅黑" panose="020B0503020204020204" pitchFamily="34" charset="-122"/>
                <a:ea typeface="微软雅黑" panose="020B0503020204020204" pitchFamily="34" charset="-122"/>
              </a:rPr>
              <a:t>单击添加标题</a:t>
            </a:r>
            <a:endParaRPr lang="zh-CN" altLang="en-US" sz="1600" b="1" dirty="0">
              <a:solidFill>
                <a:srgbClr val="FFFFFF"/>
              </a:solidFill>
              <a:ea typeface="宋体" panose="02010600030101010101" pitchFamily="2" charset="-122"/>
            </a:endParaRPr>
          </a:p>
        </p:txBody>
      </p:sp>
      <p:sp>
        <p:nvSpPr>
          <p:cNvPr id="44" name="Rectangle 35"/>
          <p:cNvSpPr>
            <a:spLocks noChangeArrowheads="1"/>
          </p:cNvSpPr>
          <p:nvPr/>
        </p:nvSpPr>
        <p:spPr bwMode="auto">
          <a:xfrm>
            <a:off x="8699085" y="3154369"/>
            <a:ext cx="18864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200">
                <a:solidFill>
                  <a:srgbClr val="5F5F5F"/>
                </a:solidFill>
                <a:latin typeface="Arial" panose="020B0604020202020204" pitchFamily="34" charset="0"/>
                <a:ea typeface="黑体" panose="02010609060101010101" pitchFamily="49" charset="-122"/>
              </a:defRPr>
            </a:lvl1pPr>
            <a:lvl2pPr marL="742950" indent="-285750" eaLnBrk="0" hangingPunct="0">
              <a:defRPr sz="1200">
                <a:solidFill>
                  <a:srgbClr val="5F5F5F"/>
                </a:solidFill>
                <a:latin typeface="Arial" panose="020B0604020202020204" pitchFamily="34" charset="0"/>
                <a:ea typeface="黑体" panose="02010609060101010101" pitchFamily="49" charset="-122"/>
              </a:defRPr>
            </a:lvl2pPr>
            <a:lvl3pPr marL="1143000" indent="-228600" eaLnBrk="0" hangingPunct="0">
              <a:defRPr sz="1200">
                <a:solidFill>
                  <a:srgbClr val="5F5F5F"/>
                </a:solidFill>
                <a:latin typeface="Arial" panose="020B0604020202020204" pitchFamily="34" charset="0"/>
                <a:ea typeface="黑体" panose="02010609060101010101" pitchFamily="49" charset="-122"/>
              </a:defRPr>
            </a:lvl3pPr>
            <a:lvl4pPr marL="1600200" indent="-228600" eaLnBrk="0" hangingPunct="0">
              <a:defRPr sz="1200">
                <a:solidFill>
                  <a:srgbClr val="5F5F5F"/>
                </a:solidFill>
                <a:latin typeface="Arial" panose="020B0604020202020204" pitchFamily="34" charset="0"/>
                <a:ea typeface="黑体" panose="02010609060101010101" pitchFamily="49" charset="-122"/>
              </a:defRPr>
            </a:lvl4pPr>
            <a:lvl5pPr marL="2057400" indent="-228600" eaLnBrk="0" hangingPunct="0">
              <a:defRPr sz="1200">
                <a:solidFill>
                  <a:srgbClr val="5F5F5F"/>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buClr>
                <a:srgbClr val="FF9900"/>
              </a:buClr>
              <a:buFont typeface="Wingdings" panose="05000000000000000000" pitchFamily="2" charset="2"/>
              <a:buChar char="n"/>
              <a:defRPr sz="1200">
                <a:solidFill>
                  <a:srgbClr val="5F5F5F"/>
                </a:solidFill>
                <a:latin typeface="Arial" panose="020B0604020202020204" pitchFamily="34" charset="0"/>
                <a:ea typeface="黑体" panose="02010609060101010101" pitchFamily="49" charset="-122"/>
              </a:defRPr>
            </a:lvl9pPr>
          </a:lstStyle>
          <a:p>
            <a:pPr algn="ctr" eaLnBrk="1" hangingPunct="1"/>
            <a:r>
              <a:rPr lang="zh-CN" altLang="en-US" sz="1600" b="1" dirty="0">
                <a:solidFill>
                  <a:srgbClr val="FFFFFF"/>
                </a:solidFill>
                <a:latin typeface="微软雅黑" panose="020B0503020204020204" pitchFamily="34" charset="-122"/>
                <a:ea typeface="微软雅黑" panose="020B0503020204020204" pitchFamily="34" charset="-122"/>
              </a:rPr>
              <a:t>单击添加标题</a:t>
            </a:r>
            <a:endParaRPr lang="zh-CN" altLang="en-US" sz="1600" b="1" dirty="0">
              <a:solidFill>
                <a:srgbClr val="FFFFFF"/>
              </a:solidFill>
              <a:ea typeface="宋体" panose="02010600030101010101" pitchFamily="2" charset="-122"/>
            </a:endParaRPr>
          </a:p>
        </p:txBody>
      </p:sp>
      <p:sp>
        <p:nvSpPr>
          <p:cNvPr id="45" name="文本框 44"/>
          <p:cNvSpPr txBox="1">
            <a:spLocks/>
          </p:cNvSpPr>
          <p:nvPr/>
        </p:nvSpPr>
        <p:spPr>
          <a:xfrm>
            <a:off x="3970793" y="5014710"/>
            <a:ext cx="1886225"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46" name="文本框 45"/>
          <p:cNvSpPr txBox="1">
            <a:spLocks/>
          </p:cNvSpPr>
          <p:nvPr/>
        </p:nvSpPr>
        <p:spPr>
          <a:xfrm>
            <a:off x="1606603" y="4307735"/>
            <a:ext cx="1886225"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47" name="文本框 46"/>
          <p:cNvSpPr txBox="1">
            <a:spLocks/>
          </p:cNvSpPr>
          <p:nvPr/>
        </p:nvSpPr>
        <p:spPr>
          <a:xfrm>
            <a:off x="6334983" y="4307735"/>
            <a:ext cx="1886225"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48" name="文本框 47"/>
          <p:cNvSpPr txBox="1">
            <a:spLocks/>
          </p:cNvSpPr>
          <p:nvPr/>
        </p:nvSpPr>
        <p:spPr>
          <a:xfrm>
            <a:off x="8699173" y="3599580"/>
            <a:ext cx="1886225" cy="95410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49" name="文本框 48"/>
          <p:cNvSpPr txBox="1"/>
          <p:nvPr/>
        </p:nvSpPr>
        <p:spPr>
          <a:xfrm>
            <a:off x="6385353" y="5684266"/>
            <a:ext cx="433722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zh-CN"/>
            </a:defPPr>
            <a:lvl1pPr algn="just">
              <a:defRPr sz="1400" b="1">
                <a:solidFill>
                  <a:schemeClr val="bg1"/>
                </a:solidFill>
                <a:latin typeface="微软雅黑" panose="020B0503020204020204" pitchFamily="34" charset="-122"/>
                <a:ea typeface="微软雅黑" panose="020B0503020204020204" pitchFamily="34" charset="-122"/>
              </a:defRPr>
            </a:lvl1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更改图片方法：右键单击图片 </a:t>
            </a: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&gt; </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填充 </a:t>
            </a: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&gt; </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图片 </a:t>
            </a:r>
            <a:r>
              <a:rPr kumimoji="0" lang="en-US" altLang="zh-CN"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&gt; </a:t>
            </a:r>
            <a:r>
              <a:rPr kumimoji="0" lang="zh-CN" altLang="en-US" sz="12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来自文件</a:t>
            </a:r>
          </a:p>
        </p:txBody>
      </p:sp>
      <p:sp>
        <p:nvSpPr>
          <p:cNvPr id="50" name="Rectangle 8"/>
          <p:cNvSpPr>
            <a:spLocks noChangeAspect="1" noChangeArrowheads="1"/>
          </p:cNvSpPr>
          <p:nvPr/>
        </p:nvSpPr>
        <p:spPr bwMode="auto">
          <a:xfrm flipV="1">
            <a:off x="1469421" y="5374425"/>
            <a:ext cx="2160588" cy="36000"/>
          </a:xfrm>
          <a:prstGeom prst="rect">
            <a:avLst/>
          </a:prstGeom>
          <a:solidFill>
            <a:srgbClr val="17406D"/>
          </a:solid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1" name="Rectangle 8"/>
          <p:cNvSpPr>
            <a:spLocks noChangeAspect="1" noChangeArrowheads="1"/>
          </p:cNvSpPr>
          <p:nvPr/>
        </p:nvSpPr>
        <p:spPr bwMode="auto">
          <a:xfrm flipV="1">
            <a:off x="6197801" y="5374425"/>
            <a:ext cx="2160588" cy="36000"/>
          </a:xfrm>
          <a:prstGeom prst="rect">
            <a:avLst/>
          </a:prstGeom>
          <a:solidFill>
            <a:srgbClr val="17406D"/>
          </a:solid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2" name="Rectangle 8"/>
          <p:cNvSpPr>
            <a:spLocks noChangeAspect="1" noChangeArrowheads="1"/>
          </p:cNvSpPr>
          <p:nvPr/>
        </p:nvSpPr>
        <p:spPr bwMode="auto">
          <a:xfrm flipV="1">
            <a:off x="3833611" y="6077292"/>
            <a:ext cx="2160588" cy="36000"/>
          </a:xfrm>
          <a:prstGeom prst="rect">
            <a:avLst/>
          </a:prstGeom>
          <a:solidFill>
            <a:srgbClr val="C00000"/>
          </a:solid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53" name="Rectangle 8"/>
          <p:cNvSpPr>
            <a:spLocks noChangeAspect="1" noChangeArrowheads="1"/>
          </p:cNvSpPr>
          <p:nvPr/>
        </p:nvSpPr>
        <p:spPr bwMode="auto">
          <a:xfrm flipV="1">
            <a:off x="8561991" y="4662877"/>
            <a:ext cx="2160588" cy="36000"/>
          </a:xfrm>
          <a:prstGeom prst="rect">
            <a:avLst/>
          </a:prstGeom>
          <a:solidFill>
            <a:srgbClr val="C00000"/>
          </a:solidFill>
          <a:ln>
            <a:noFill/>
          </a:ln>
          <a:effectLst>
            <a:outerShdw blurRad="152400" dist="76200" dir="2700000" algn="tl" rotWithShape="0">
              <a:prstClr val="black">
                <a:alpha val="60000"/>
              </a:prstClr>
            </a:outerShdw>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409484510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28"/>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31"/>
                                        </p:tgtEl>
                                        <p:attrNameLst>
                                          <p:attrName>style.visibility</p:attrName>
                                        </p:attrNameLst>
                                      </p:cBhvr>
                                      <p:to>
                                        <p:strVal val="visible"/>
                                      </p:to>
                                    </p:set>
                                    <p:anim calcmode="lin" valueType="num">
                                      <p:cBhvr>
                                        <p:cTn id="14" dur="500" fill="hold"/>
                                        <p:tgtEl>
                                          <p:spTgt spid="31"/>
                                        </p:tgtEl>
                                        <p:attrNameLst>
                                          <p:attrName>ppt_w</p:attrName>
                                        </p:attrNameLst>
                                      </p:cBhvr>
                                      <p:tavLst>
                                        <p:tav tm="0">
                                          <p:val>
                                            <p:fltVal val="0"/>
                                          </p:val>
                                        </p:tav>
                                        <p:tav tm="100000">
                                          <p:val>
                                            <p:strVal val="#ppt_w"/>
                                          </p:val>
                                        </p:tav>
                                      </p:tavLst>
                                    </p:anim>
                                    <p:anim calcmode="lin" valueType="num">
                                      <p:cBhvr>
                                        <p:cTn id="15" dur="500" fill="hold"/>
                                        <p:tgtEl>
                                          <p:spTgt spid="31"/>
                                        </p:tgtEl>
                                        <p:attrNameLst>
                                          <p:attrName>ppt_h</p:attrName>
                                        </p:attrNameLst>
                                      </p:cBhvr>
                                      <p:tavLst>
                                        <p:tav tm="0">
                                          <p:val>
                                            <p:fltVal val="0"/>
                                          </p:val>
                                        </p:tav>
                                        <p:tav tm="100000">
                                          <p:val>
                                            <p:strVal val="#ppt_h"/>
                                          </p:val>
                                        </p:tav>
                                      </p:tavLst>
                                    </p:anim>
                                    <p:animEffect transition="in" filter="fade">
                                      <p:cBhvr>
                                        <p:cTn id="16" dur="500"/>
                                        <p:tgtEl>
                                          <p:spTgt spid="31"/>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31"/>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32"/>
                                        </p:tgtEl>
                                        <p:attrNameLst>
                                          <p:attrName>style.visibility</p:attrName>
                                        </p:attrNameLst>
                                      </p:cBhvr>
                                      <p:to>
                                        <p:strVal val="visible"/>
                                      </p:to>
                                    </p:set>
                                    <p:anim calcmode="lin" valueType="num">
                                      <p:cBhvr>
                                        <p:cTn id="21" dur="500" fill="hold"/>
                                        <p:tgtEl>
                                          <p:spTgt spid="32"/>
                                        </p:tgtEl>
                                        <p:attrNameLst>
                                          <p:attrName>ppt_w</p:attrName>
                                        </p:attrNameLst>
                                      </p:cBhvr>
                                      <p:tavLst>
                                        <p:tav tm="0">
                                          <p:val>
                                            <p:fltVal val="0"/>
                                          </p:val>
                                        </p:tav>
                                        <p:tav tm="100000">
                                          <p:val>
                                            <p:strVal val="#ppt_w"/>
                                          </p:val>
                                        </p:tav>
                                      </p:tavLst>
                                    </p:anim>
                                    <p:anim calcmode="lin" valueType="num">
                                      <p:cBhvr>
                                        <p:cTn id="22" dur="500" fill="hold"/>
                                        <p:tgtEl>
                                          <p:spTgt spid="32"/>
                                        </p:tgtEl>
                                        <p:attrNameLst>
                                          <p:attrName>ppt_h</p:attrName>
                                        </p:attrNameLst>
                                      </p:cBhvr>
                                      <p:tavLst>
                                        <p:tav tm="0">
                                          <p:val>
                                            <p:fltVal val="0"/>
                                          </p:val>
                                        </p:tav>
                                        <p:tav tm="100000">
                                          <p:val>
                                            <p:strVal val="#ppt_h"/>
                                          </p:val>
                                        </p:tav>
                                      </p:tavLst>
                                    </p:anim>
                                    <p:animEffect transition="in" filter="fade">
                                      <p:cBhvr>
                                        <p:cTn id="23" dur="500"/>
                                        <p:tgtEl>
                                          <p:spTgt spid="32"/>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32"/>
                                        </p:tgtEl>
                                        <p:attrNameLst>
                                          <p:attrName>ppt_x</p:attrName>
                                          <p:attrName>ppt_y</p:attrName>
                                        </p:attrNameLst>
                                      </p:cBhvr>
                                      <p:rCtr x="12500" y="0"/>
                                    </p:animMotion>
                                  </p:childTnLst>
                                </p:cTn>
                              </p:par>
                            </p:childTnLst>
                          </p:cTn>
                        </p:par>
                        <p:par>
                          <p:cTn id="26" fill="hold">
                            <p:stCondLst>
                              <p:cond delay="1500"/>
                            </p:stCondLst>
                            <p:childTnLst>
                              <p:par>
                                <p:cTn id="27" presetID="17" presetClass="entr" presetSubtype="1" fill="hold" grpId="0" nodeType="after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p:cTn id="29" dur="500" fill="hold"/>
                                        <p:tgtEl>
                                          <p:spTgt spid="35"/>
                                        </p:tgtEl>
                                        <p:attrNameLst>
                                          <p:attrName>ppt_x</p:attrName>
                                        </p:attrNameLst>
                                      </p:cBhvr>
                                      <p:tavLst>
                                        <p:tav tm="0">
                                          <p:val>
                                            <p:strVal val="#ppt_x"/>
                                          </p:val>
                                        </p:tav>
                                        <p:tav tm="100000">
                                          <p:val>
                                            <p:strVal val="#ppt_x"/>
                                          </p:val>
                                        </p:tav>
                                      </p:tavLst>
                                    </p:anim>
                                    <p:anim calcmode="lin" valueType="num">
                                      <p:cBhvr>
                                        <p:cTn id="30" dur="500" fill="hold"/>
                                        <p:tgtEl>
                                          <p:spTgt spid="35"/>
                                        </p:tgtEl>
                                        <p:attrNameLst>
                                          <p:attrName>ppt_y</p:attrName>
                                        </p:attrNameLst>
                                      </p:cBhvr>
                                      <p:tavLst>
                                        <p:tav tm="0">
                                          <p:val>
                                            <p:strVal val="#ppt_y-#ppt_h/2"/>
                                          </p:val>
                                        </p:tav>
                                        <p:tav tm="100000">
                                          <p:val>
                                            <p:strVal val="#ppt_y"/>
                                          </p:val>
                                        </p:tav>
                                      </p:tavLst>
                                    </p:anim>
                                    <p:anim calcmode="lin" valueType="num">
                                      <p:cBhvr>
                                        <p:cTn id="31" dur="500" fill="hold"/>
                                        <p:tgtEl>
                                          <p:spTgt spid="35"/>
                                        </p:tgtEl>
                                        <p:attrNameLst>
                                          <p:attrName>ppt_w</p:attrName>
                                        </p:attrNameLst>
                                      </p:cBhvr>
                                      <p:tavLst>
                                        <p:tav tm="0">
                                          <p:val>
                                            <p:strVal val="#ppt_w"/>
                                          </p:val>
                                        </p:tav>
                                        <p:tav tm="100000">
                                          <p:val>
                                            <p:strVal val="#ppt_w"/>
                                          </p:val>
                                        </p:tav>
                                      </p:tavLst>
                                    </p:anim>
                                    <p:anim calcmode="lin" valueType="num">
                                      <p:cBhvr>
                                        <p:cTn id="32" dur="500" fill="hold"/>
                                        <p:tgtEl>
                                          <p:spTgt spid="35"/>
                                        </p:tgtEl>
                                        <p:attrNameLst>
                                          <p:attrName>ppt_h</p:attrName>
                                        </p:attrNameLst>
                                      </p:cBhvr>
                                      <p:tavLst>
                                        <p:tav tm="0">
                                          <p:val>
                                            <p:fltVal val="0"/>
                                          </p:val>
                                        </p:tav>
                                        <p:tav tm="100000">
                                          <p:val>
                                            <p:strVal val="#ppt_h"/>
                                          </p:val>
                                        </p:tav>
                                      </p:tavLst>
                                    </p:anim>
                                  </p:childTnLst>
                                </p:cTn>
                              </p:par>
                              <p:par>
                                <p:cTn id="33" presetID="64" presetClass="path" presetSubtype="0" accel="50000" decel="50000" fill="hold" grpId="1" nodeType="withEffect">
                                  <p:stCondLst>
                                    <p:cond delay="0"/>
                                  </p:stCondLst>
                                  <p:childTnLst>
                                    <p:animMotion origin="layout" path="M -4.58333E-6 1.11111E-6 L -4.58333E-6 -0.15741 " pathEditMode="relative" rAng="0" ptsTypes="AA">
                                      <p:cBhvr>
                                        <p:cTn id="34" dur="1000" spd="-100000" fill="hold"/>
                                        <p:tgtEl>
                                          <p:spTgt spid="35"/>
                                        </p:tgtEl>
                                        <p:attrNameLst>
                                          <p:attrName>ppt_x</p:attrName>
                                          <p:attrName>ppt_y</p:attrName>
                                        </p:attrNameLst>
                                      </p:cBhvr>
                                      <p:rCtr x="0" y="-7870"/>
                                    </p:animMotion>
                                  </p:childTnLst>
                                </p:cTn>
                              </p:par>
                              <p:par>
                                <p:cTn id="35" presetID="17" presetClass="entr" presetSubtype="1" fill="hold" grpId="0" nodeType="withEffect">
                                  <p:stCondLst>
                                    <p:cond delay="250"/>
                                  </p:stCondLst>
                                  <p:childTnLst>
                                    <p:set>
                                      <p:cBhvr>
                                        <p:cTn id="36" dur="1" fill="hold">
                                          <p:stCondLst>
                                            <p:cond delay="0"/>
                                          </p:stCondLst>
                                        </p:cTn>
                                        <p:tgtEl>
                                          <p:spTgt spid="37"/>
                                        </p:tgtEl>
                                        <p:attrNameLst>
                                          <p:attrName>style.visibility</p:attrName>
                                        </p:attrNameLst>
                                      </p:cBhvr>
                                      <p:to>
                                        <p:strVal val="visible"/>
                                      </p:to>
                                    </p:set>
                                    <p:anim calcmode="lin" valueType="num">
                                      <p:cBhvr>
                                        <p:cTn id="37" dur="500" fill="hold"/>
                                        <p:tgtEl>
                                          <p:spTgt spid="37"/>
                                        </p:tgtEl>
                                        <p:attrNameLst>
                                          <p:attrName>ppt_x</p:attrName>
                                        </p:attrNameLst>
                                      </p:cBhvr>
                                      <p:tavLst>
                                        <p:tav tm="0">
                                          <p:val>
                                            <p:strVal val="#ppt_x"/>
                                          </p:val>
                                        </p:tav>
                                        <p:tav tm="100000">
                                          <p:val>
                                            <p:strVal val="#ppt_x"/>
                                          </p:val>
                                        </p:tav>
                                      </p:tavLst>
                                    </p:anim>
                                    <p:anim calcmode="lin" valueType="num">
                                      <p:cBhvr>
                                        <p:cTn id="38" dur="500" fill="hold"/>
                                        <p:tgtEl>
                                          <p:spTgt spid="37"/>
                                        </p:tgtEl>
                                        <p:attrNameLst>
                                          <p:attrName>ppt_y</p:attrName>
                                        </p:attrNameLst>
                                      </p:cBhvr>
                                      <p:tavLst>
                                        <p:tav tm="0">
                                          <p:val>
                                            <p:strVal val="#ppt_y-#ppt_h/2"/>
                                          </p:val>
                                        </p:tav>
                                        <p:tav tm="100000">
                                          <p:val>
                                            <p:strVal val="#ppt_y"/>
                                          </p:val>
                                        </p:tav>
                                      </p:tavLst>
                                    </p:anim>
                                    <p:anim calcmode="lin" valueType="num">
                                      <p:cBhvr>
                                        <p:cTn id="39" dur="500" fill="hold"/>
                                        <p:tgtEl>
                                          <p:spTgt spid="37"/>
                                        </p:tgtEl>
                                        <p:attrNameLst>
                                          <p:attrName>ppt_w</p:attrName>
                                        </p:attrNameLst>
                                      </p:cBhvr>
                                      <p:tavLst>
                                        <p:tav tm="0">
                                          <p:val>
                                            <p:strVal val="#ppt_w"/>
                                          </p:val>
                                        </p:tav>
                                        <p:tav tm="100000">
                                          <p:val>
                                            <p:strVal val="#ppt_w"/>
                                          </p:val>
                                        </p:tav>
                                      </p:tavLst>
                                    </p:anim>
                                    <p:anim calcmode="lin" valueType="num">
                                      <p:cBhvr>
                                        <p:cTn id="40" dur="500" fill="hold"/>
                                        <p:tgtEl>
                                          <p:spTgt spid="37"/>
                                        </p:tgtEl>
                                        <p:attrNameLst>
                                          <p:attrName>ppt_h</p:attrName>
                                        </p:attrNameLst>
                                      </p:cBhvr>
                                      <p:tavLst>
                                        <p:tav tm="0">
                                          <p:val>
                                            <p:fltVal val="0"/>
                                          </p:val>
                                        </p:tav>
                                        <p:tav tm="100000">
                                          <p:val>
                                            <p:strVal val="#ppt_h"/>
                                          </p:val>
                                        </p:tav>
                                      </p:tavLst>
                                    </p:anim>
                                  </p:childTnLst>
                                </p:cTn>
                              </p:par>
                              <p:par>
                                <p:cTn id="41" presetID="64" presetClass="path" presetSubtype="0" accel="50000" decel="50000" fill="hold" grpId="1" nodeType="withEffect">
                                  <p:stCondLst>
                                    <p:cond delay="250"/>
                                  </p:stCondLst>
                                  <p:childTnLst>
                                    <p:animMotion origin="layout" path="M -4.79167E-6 -3.7037E-6 L -4.79167E-6 -0.1574 " pathEditMode="relative" rAng="0" ptsTypes="AA">
                                      <p:cBhvr>
                                        <p:cTn id="42" dur="1000" spd="-100000" fill="hold"/>
                                        <p:tgtEl>
                                          <p:spTgt spid="37"/>
                                        </p:tgtEl>
                                        <p:attrNameLst>
                                          <p:attrName>ppt_x</p:attrName>
                                          <p:attrName>ppt_y</p:attrName>
                                        </p:attrNameLst>
                                      </p:cBhvr>
                                      <p:rCtr x="0" y="-7870"/>
                                    </p:animMotion>
                                  </p:childTnLst>
                                </p:cTn>
                              </p:par>
                              <p:par>
                                <p:cTn id="43" presetID="17" presetClass="entr" presetSubtype="1" fill="hold" grpId="0" nodeType="withEffect">
                                  <p:stCondLst>
                                    <p:cond delay="500"/>
                                  </p:stCondLst>
                                  <p:childTnLst>
                                    <p:set>
                                      <p:cBhvr>
                                        <p:cTn id="44" dur="1" fill="hold">
                                          <p:stCondLst>
                                            <p:cond delay="0"/>
                                          </p:stCondLst>
                                        </p:cTn>
                                        <p:tgtEl>
                                          <p:spTgt spid="39"/>
                                        </p:tgtEl>
                                        <p:attrNameLst>
                                          <p:attrName>style.visibility</p:attrName>
                                        </p:attrNameLst>
                                      </p:cBhvr>
                                      <p:to>
                                        <p:strVal val="visible"/>
                                      </p:to>
                                    </p:set>
                                    <p:anim calcmode="lin" valueType="num">
                                      <p:cBhvr>
                                        <p:cTn id="45" dur="500" fill="hold"/>
                                        <p:tgtEl>
                                          <p:spTgt spid="39"/>
                                        </p:tgtEl>
                                        <p:attrNameLst>
                                          <p:attrName>ppt_x</p:attrName>
                                        </p:attrNameLst>
                                      </p:cBhvr>
                                      <p:tavLst>
                                        <p:tav tm="0">
                                          <p:val>
                                            <p:strVal val="#ppt_x"/>
                                          </p:val>
                                        </p:tav>
                                        <p:tav tm="100000">
                                          <p:val>
                                            <p:strVal val="#ppt_x"/>
                                          </p:val>
                                        </p:tav>
                                      </p:tavLst>
                                    </p:anim>
                                    <p:anim calcmode="lin" valueType="num">
                                      <p:cBhvr>
                                        <p:cTn id="46" dur="500" fill="hold"/>
                                        <p:tgtEl>
                                          <p:spTgt spid="39"/>
                                        </p:tgtEl>
                                        <p:attrNameLst>
                                          <p:attrName>ppt_y</p:attrName>
                                        </p:attrNameLst>
                                      </p:cBhvr>
                                      <p:tavLst>
                                        <p:tav tm="0">
                                          <p:val>
                                            <p:strVal val="#ppt_y-#ppt_h/2"/>
                                          </p:val>
                                        </p:tav>
                                        <p:tav tm="100000">
                                          <p:val>
                                            <p:strVal val="#ppt_y"/>
                                          </p:val>
                                        </p:tav>
                                      </p:tavLst>
                                    </p:anim>
                                    <p:anim calcmode="lin" valueType="num">
                                      <p:cBhvr>
                                        <p:cTn id="47" dur="500" fill="hold"/>
                                        <p:tgtEl>
                                          <p:spTgt spid="39"/>
                                        </p:tgtEl>
                                        <p:attrNameLst>
                                          <p:attrName>ppt_w</p:attrName>
                                        </p:attrNameLst>
                                      </p:cBhvr>
                                      <p:tavLst>
                                        <p:tav tm="0">
                                          <p:val>
                                            <p:strVal val="#ppt_w"/>
                                          </p:val>
                                        </p:tav>
                                        <p:tav tm="100000">
                                          <p:val>
                                            <p:strVal val="#ppt_w"/>
                                          </p:val>
                                        </p:tav>
                                      </p:tavLst>
                                    </p:anim>
                                    <p:anim calcmode="lin" valueType="num">
                                      <p:cBhvr>
                                        <p:cTn id="48" dur="500" fill="hold"/>
                                        <p:tgtEl>
                                          <p:spTgt spid="39"/>
                                        </p:tgtEl>
                                        <p:attrNameLst>
                                          <p:attrName>ppt_h</p:attrName>
                                        </p:attrNameLst>
                                      </p:cBhvr>
                                      <p:tavLst>
                                        <p:tav tm="0">
                                          <p:val>
                                            <p:fltVal val="0"/>
                                          </p:val>
                                        </p:tav>
                                        <p:tav tm="100000">
                                          <p:val>
                                            <p:strVal val="#ppt_h"/>
                                          </p:val>
                                        </p:tav>
                                      </p:tavLst>
                                    </p:anim>
                                  </p:childTnLst>
                                </p:cTn>
                              </p:par>
                              <p:par>
                                <p:cTn id="49" presetID="64" presetClass="path" presetSubtype="0" accel="50000" decel="50000" fill="hold" grpId="1" nodeType="withEffect">
                                  <p:stCondLst>
                                    <p:cond delay="500"/>
                                  </p:stCondLst>
                                  <p:childTnLst>
                                    <p:animMotion origin="layout" path="M 5E-6 1.11111E-6 L 5E-6 -0.15741 " pathEditMode="relative" rAng="0" ptsTypes="AA">
                                      <p:cBhvr>
                                        <p:cTn id="50" dur="1000" spd="-100000" fill="hold"/>
                                        <p:tgtEl>
                                          <p:spTgt spid="39"/>
                                        </p:tgtEl>
                                        <p:attrNameLst>
                                          <p:attrName>ppt_x</p:attrName>
                                          <p:attrName>ppt_y</p:attrName>
                                        </p:attrNameLst>
                                      </p:cBhvr>
                                      <p:rCtr x="0" y="-7870"/>
                                    </p:animMotion>
                                  </p:childTnLst>
                                </p:cTn>
                              </p:par>
                              <p:par>
                                <p:cTn id="51" presetID="17" presetClass="entr" presetSubtype="1" fill="hold" grpId="0" nodeType="withEffect">
                                  <p:stCondLst>
                                    <p:cond delay="750"/>
                                  </p:stCondLst>
                                  <p:childTnLst>
                                    <p:set>
                                      <p:cBhvr>
                                        <p:cTn id="52" dur="1" fill="hold">
                                          <p:stCondLst>
                                            <p:cond delay="0"/>
                                          </p:stCondLst>
                                        </p:cTn>
                                        <p:tgtEl>
                                          <p:spTgt spid="33"/>
                                        </p:tgtEl>
                                        <p:attrNameLst>
                                          <p:attrName>style.visibility</p:attrName>
                                        </p:attrNameLst>
                                      </p:cBhvr>
                                      <p:to>
                                        <p:strVal val="visible"/>
                                      </p:to>
                                    </p:set>
                                    <p:anim calcmode="lin" valueType="num">
                                      <p:cBhvr>
                                        <p:cTn id="53" dur="500" fill="hold"/>
                                        <p:tgtEl>
                                          <p:spTgt spid="33"/>
                                        </p:tgtEl>
                                        <p:attrNameLst>
                                          <p:attrName>ppt_x</p:attrName>
                                        </p:attrNameLst>
                                      </p:cBhvr>
                                      <p:tavLst>
                                        <p:tav tm="0">
                                          <p:val>
                                            <p:strVal val="#ppt_x"/>
                                          </p:val>
                                        </p:tav>
                                        <p:tav tm="100000">
                                          <p:val>
                                            <p:strVal val="#ppt_x"/>
                                          </p:val>
                                        </p:tav>
                                      </p:tavLst>
                                    </p:anim>
                                    <p:anim calcmode="lin" valueType="num">
                                      <p:cBhvr>
                                        <p:cTn id="54" dur="500" fill="hold"/>
                                        <p:tgtEl>
                                          <p:spTgt spid="33"/>
                                        </p:tgtEl>
                                        <p:attrNameLst>
                                          <p:attrName>ppt_y</p:attrName>
                                        </p:attrNameLst>
                                      </p:cBhvr>
                                      <p:tavLst>
                                        <p:tav tm="0">
                                          <p:val>
                                            <p:strVal val="#ppt_y-#ppt_h/2"/>
                                          </p:val>
                                        </p:tav>
                                        <p:tav tm="100000">
                                          <p:val>
                                            <p:strVal val="#ppt_y"/>
                                          </p:val>
                                        </p:tav>
                                      </p:tavLst>
                                    </p:anim>
                                    <p:anim calcmode="lin" valueType="num">
                                      <p:cBhvr>
                                        <p:cTn id="55" dur="500" fill="hold"/>
                                        <p:tgtEl>
                                          <p:spTgt spid="33"/>
                                        </p:tgtEl>
                                        <p:attrNameLst>
                                          <p:attrName>ppt_w</p:attrName>
                                        </p:attrNameLst>
                                      </p:cBhvr>
                                      <p:tavLst>
                                        <p:tav tm="0">
                                          <p:val>
                                            <p:strVal val="#ppt_w"/>
                                          </p:val>
                                        </p:tav>
                                        <p:tav tm="100000">
                                          <p:val>
                                            <p:strVal val="#ppt_w"/>
                                          </p:val>
                                        </p:tav>
                                      </p:tavLst>
                                    </p:anim>
                                    <p:anim calcmode="lin" valueType="num">
                                      <p:cBhvr>
                                        <p:cTn id="56" dur="500" fill="hold"/>
                                        <p:tgtEl>
                                          <p:spTgt spid="33"/>
                                        </p:tgtEl>
                                        <p:attrNameLst>
                                          <p:attrName>ppt_h</p:attrName>
                                        </p:attrNameLst>
                                      </p:cBhvr>
                                      <p:tavLst>
                                        <p:tav tm="0">
                                          <p:val>
                                            <p:fltVal val="0"/>
                                          </p:val>
                                        </p:tav>
                                        <p:tav tm="100000">
                                          <p:val>
                                            <p:strVal val="#ppt_h"/>
                                          </p:val>
                                        </p:tav>
                                      </p:tavLst>
                                    </p:anim>
                                  </p:childTnLst>
                                </p:cTn>
                              </p:par>
                              <p:par>
                                <p:cTn id="57" presetID="64" presetClass="path" presetSubtype="0" accel="50000" decel="50000" fill="hold" grpId="1" nodeType="withEffect">
                                  <p:stCondLst>
                                    <p:cond delay="750"/>
                                  </p:stCondLst>
                                  <p:childTnLst>
                                    <p:animMotion origin="layout" path="M 4.79167E-6 -2.59259E-6 L 4.79167E-6 -0.1574 " pathEditMode="relative" rAng="0" ptsTypes="AA">
                                      <p:cBhvr>
                                        <p:cTn id="58" dur="1000" spd="-100000" fill="hold"/>
                                        <p:tgtEl>
                                          <p:spTgt spid="33"/>
                                        </p:tgtEl>
                                        <p:attrNameLst>
                                          <p:attrName>ppt_x</p:attrName>
                                          <p:attrName>ppt_y</p:attrName>
                                        </p:attrNameLst>
                                      </p:cBhvr>
                                      <p:rCtr x="0" y="-7870"/>
                                    </p:animMotion>
                                  </p:childTnLst>
                                </p:cTn>
                              </p:par>
                            </p:childTnLst>
                          </p:cTn>
                        </p:par>
                        <p:par>
                          <p:cTn id="59" fill="hold">
                            <p:stCondLst>
                              <p:cond delay="3250"/>
                            </p:stCondLst>
                            <p:childTnLst>
                              <p:par>
                                <p:cTn id="60" presetID="53" presetClass="entr" presetSubtype="16" fill="hold" grpId="0" nodeType="afterEffect">
                                  <p:stCondLst>
                                    <p:cond delay="0"/>
                                  </p:stCondLst>
                                  <p:childTnLst>
                                    <p:set>
                                      <p:cBhvr>
                                        <p:cTn id="61" dur="1" fill="hold">
                                          <p:stCondLst>
                                            <p:cond delay="0"/>
                                          </p:stCondLst>
                                        </p:cTn>
                                        <p:tgtEl>
                                          <p:spTgt spid="36"/>
                                        </p:tgtEl>
                                        <p:attrNameLst>
                                          <p:attrName>style.visibility</p:attrName>
                                        </p:attrNameLst>
                                      </p:cBhvr>
                                      <p:to>
                                        <p:strVal val="visible"/>
                                      </p:to>
                                    </p:set>
                                    <p:anim calcmode="lin" valueType="num">
                                      <p:cBhvr>
                                        <p:cTn id="62" dur="500" fill="hold"/>
                                        <p:tgtEl>
                                          <p:spTgt spid="36"/>
                                        </p:tgtEl>
                                        <p:attrNameLst>
                                          <p:attrName>ppt_w</p:attrName>
                                        </p:attrNameLst>
                                      </p:cBhvr>
                                      <p:tavLst>
                                        <p:tav tm="0">
                                          <p:val>
                                            <p:fltVal val="0"/>
                                          </p:val>
                                        </p:tav>
                                        <p:tav tm="100000">
                                          <p:val>
                                            <p:strVal val="#ppt_w"/>
                                          </p:val>
                                        </p:tav>
                                      </p:tavLst>
                                    </p:anim>
                                    <p:anim calcmode="lin" valueType="num">
                                      <p:cBhvr>
                                        <p:cTn id="63" dur="500" fill="hold"/>
                                        <p:tgtEl>
                                          <p:spTgt spid="36"/>
                                        </p:tgtEl>
                                        <p:attrNameLst>
                                          <p:attrName>ppt_h</p:attrName>
                                        </p:attrNameLst>
                                      </p:cBhvr>
                                      <p:tavLst>
                                        <p:tav tm="0">
                                          <p:val>
                                            <p:fltVal val="0"/>
                                          </p:val>
                                        </p:tav>
                                        <p:tav tm="100000">
                                          <p:val>
                                            <p:strVal val="#ppt_h"/>
                                          </p:val>
                                        </p:tav>
                                      </p:tavLst>
                                    </p:anim>
                                    <p:animEffect transition="in" filter="fade">
                                      <p:cBhvr>
                                        <p:cTn id="64" dur="500"/>
                                        <p:tgtEl>
                                          <p:spTgt spid="36"/>
                                        </p:tgtEl>
                                      </p:cBhvr>
                                    </p:animEffect>
                                  </p:childTnLst>
                                </p:cTn>
                              </p:par>
                              <p:par>
                                <p:cTn id="65" presetID="35" presetClass="path" presetSubtype="0" accel="50000" decel="50000" fill="hold" grpId="1" nodeType="withEffect">
                                  <p:stCondLst>
                                    <p:cond delay="0"/>
                                  </p:stCondLst>
                                  <p:childTnLst>
                                    <p:animMotion origin="layout" path="M -4.58333E-6 -3.7037E-7 L -0.11653 -3.7037E-7 " pathEditMode="relative" rAng="0" ptsTypes="AA">
                                      <p:cBhvr>
                                        <p:cTn id="66" dur="1000" spd="-100000" fill="hold"/>
                                        <p:tgtEl>
                                          <p:spTgt spid="36"/>
                                        </p:tgtEl>
                                        <p:attrNameLst>
                                          <p:attrName>ppt_x</p:attrName>
                                          <p:attrName>ppt_y</p:attrName>
                                        </p:attrNameLst>
                                      </p:cBhvr>
                                      <p:rCtr x="-5833" y="0"/>
                                    </p:animMotion>
                                  </p:childTnLst>
                                </p:cTn>
                              </p:par>
                              <p:par>
                                <p:cTn id="67" presetID="53" presetClass="entr" presetSubtype="16" fill="hold" grpId="0" nodeType="withEffect">
                                  <p:stCondLst>
                                    <p:cond delay="250"/>
                                  </p:stCondLst>
                                  <p:childTnLst>
                                    <p:set>
                                      <p:cBhvr>
                                        <p:cTn id="68" dur="1" fill="hold">
                                          <p:stCondLst>
                                            <p:cond delay="0"/>
                                          </p:stCondLst>
                                        </p:cTn>
                                        <p:tgtEl>
                                          <p:spTgt spid="41"/>
                                        </p:tgtEl>
                                        <p:attrNameLst>
                                          <p:attrName>style.visibility</p:attrName>
                                        </p:attrNameLst>
                                      </p:cBhvr>
                                      <p:to>
                                        <p:strVal val="visible"/>
                                      </p:to>
                                    </p:set>
                                    <p:anim calcmode="lin" valueType="num">
                                      <p:cBhvr>
                                        <p:cTn id="69" dur="500" fill="hold"/>
                                        <p:tgtEl>
                                          <p:spTgt spid="41"/>
                                        </p:tgtEl>
                                        <p:attrNameLst>
                                          <p:attrName>ppt_w</p:attrName>
                                        </p:attrNameLst>
                                      </p:cBhvr>
                                      <p:tavLst>
                                        <p:tav tm="0">
                                          <p:val>
                                            <p:fltVal val="0"/>
                                          </p:val>
                                        </p:tav>
                                        <p:tav tm="100000">
                                          <p:val>
                                            <p:strVal val="#ppt_w"/>
                                          </p:val>
                                        </p:tav>
                                      </p:tavLst>
                                    </p:anim>
                                    <p:anim calcmode="lin" valueType="num">
                                      <p:cBhvr>
                                        <p:cTn id="70" dur="500" fill="hold"/>
                                        <p:tgtEl>
                                          <p:spTgt spid="41"/>
                                        </p:tgtEl>
                                        <p:attrNameLst>
                                          <p:attrName>ppt_h</p:attrName>
                                        </p:attrNameLst>
                                      </p:cBhvr>
                                      <p:tavLst>
                                        <p:tav tm="0">
                                          <p:val>
                                            <p:fltVal val="0"/>
                                          </p:val>
                                        </p:tav>
                                        <p:tav tm="100000">
                                          <p:val>
                                            <p:strVal val="#ppt_h"/>
                                          </p:val>
                                        </p:tav>
                                      </p:tavLst>
                                    </p:anim>
                                    <p:animEffect transition="in" filter="fade">
                                      <p:cBhvr>
                                        <p:cTn id="71" dur="500"/>
                                        <p:tgtEl>
                                          <p:spTgt spid="41"/>
                                        </p:tgtEl>
                                      </p:cBhvr>
                                    </p:animEffect>
                                  </p:childTnLst>
                                </p:cTn>
                              </p:par>
                              <p:par>
                                <p:cTn id="72" presetID="35" presetClass="path" presetSubtype="0" accel="50000" decel="50000" fill="hold" grpId="1" nodeType="withEffect">
                                  <p:stCondLst>
                                    <p:cond delay="250"/>
                                  </p:stCondLst>
                                  <p:childTnLst>
                                    <p:animMotion origin="layout" path="M -4.58333E-6 -3.7037E-7 L -0.11653 -3.7037E-7 " pathEditMode="relative" rAng="0" ptsTypes="AA">
                                      <p:cBhvr>
                                        <p:cTn id="73" dur="1000" spd="-100000" fill="hold"/>
                                        <p:tgtEl>
                                          <p:spTgt spid="41"/>
                                        </p:tgtEl>
                                        <p:attrNameLst>
                                          <p:attrName>ppt_x</p:attrName>
                                          <p:attrName>ppt_y</p:attrName>
                                        </p:attrNameLst>
                                      </p:cBhvr>
                                      <p:rCtr x="-5833" y="0"/>
                                    </p:animMotion>
                                  </p:childTnLst>
                                </p:cTn>
                              </p:par>
                            </p:childTnLst>
                          </p:cTn>
                        </p:par>
                        <p:par>
                          <p:cTn id="74" fill="hold">
                            <p:stCondLst>
                              <p:cond delay="4500"/>
                            </p:stCondLst>
                            <p:childTnLst>
                              <p:par>
                                <p:cTn id="75" presetID="53" presetClass="entr" presetSubtype="16" fill="hold" grpId="0" nodeType="afterEffect">
                                  <p:stCondLst>
                                    <p:cond delay="0"/>
                                  </p:stCondLst>
                                  <p:iterate type="lt">
                                    <p:tmPct val="10000"/>
                                  </p:iterate>
                                  <p:childTnLst>
                                    <p:set>
                                      <p:cBhvr>
                                        <p:cTn id="76" dur="1" fill="hold">
                                          <p:stCondLst>
                                            <p:cond delay="0"/>
                                          </p:stCondLst>
                                        </p:cTn>
                                        <p:tgtEl>
                                          <p:spTgt spid="46"/>
                                        </p:tgtEl>
                                        <p:attrNameLst>
                                          <p:attrName>style.visibility</p:attrName>
                                        </p:attrNameLst>
                                      </p:cBhvr>
                                      <p:to>
                                        <p:strVal val="visible"/>
                                      </p:to>
                                    </p:set>
                                    <p:anim calcmode="lin" valueType="num">
                                      <p:cBhvr>
                                        <p:cTn id="77" dur="250" fill="hold"/>
                                        <p:tgtEl>
                                          <p:spTgt spid="46"/>
                                        </p:tgtEl>
                                        <p:attrNameLst>
                                          <p:attrName>ppt_w</p:attrName>
                                        </p:attrNameLst>
                                      </p:cBhvr>
                                      <p:tavLst>
                                        <p:tav tm="0">
                                          <p:val>
                                            <p:fltVal val="0"/>
                                          </p:val>
                                        </p:tav>
                                        <p:tav tm="100000">
                                          <p:val>
                                            <p:strVal val="#ppt_w"/>
                                          </p:val>
                                        </p:tav>
                                      </p:tavLst>
                                    </p:anim>
                                    <p:anim calcmode="lin" valueType="num">
                                      <p:cBhvr>
                                        <p:cTn id="78" dur="250" fill="hold"/>
                                        <p:tgtEl>
                                          <p:spTgt spid="46"/>
                                        </p:tgtEl>
                                        <p:attrNameLst>
                                          <p:attrName>ppt_h</p:attrName>
                                        </p:attrNameLst>
                                      </p:cBhvr>
                                      <p:tavLst>
                                        <p:tav tm="0">
                                          <p:val>
                                            <p:fltVal val="0"/>
                                          </p:val>
                                        </p:tav>
                                        <p:tav tm="100000">
                                          <p:val>
                                            <p:strVal val="#ppt_h"/>
                                          </p:val>
                                        </p:tav>
                                      </p:tavLst>
                                    </p:anim>
                                    <p:animEffect transition="in" filter="fade">
                                      <p:cBhvr>
                                        <p:cTn id="79" dur="250"/>
                                        <p:tgtEl>
                                          <p:spTgt spid="46"/>
                                        </p:tgtEl>
                                      </p:cBhvr>
                                    </p:animEffect>
                                  </p:childTnLst>
                                </p:cTn>
                              </p:par>
                              <p:par>
                                <p:cTn id="80" presetID="53" presetClass="entr" presetSubtype="16" fill="hold" grpId="0" nodeType="withEffect">
                                  <p:stCondLst>
                                    <p:cond delay="250"/>
                                  </p:stCondLst>
                                  <p:childTnLst>
                                    <p:set>
                                      <p:cBhvr>
                                        <p:cTn id="81" dur="1" fill="hold">
                                          <p:stCondLst>
                                            <p:cond delay="0"/>
                                          </p:stCondLst>
                                        </p:cTn>
                                        <p:tgtEl>
                                          <p:spTgt spid="50"/>
                                        </p:tgtEl>
                                        <p:attrNameLst>
                                          <p:attrName>style.visibility</p:attrName>
                                        </p:attrNameLst>
                                      </p:cBhvr>
                                      <p:to>
                                        <p:strVal val="visible"/>
                                      </p:to>
                                    </p:set>
                                    <p:anim calcmode="lin" valueType="num">
                                      <p:cBhvr>
                                        <p:cTn id="82" dur="500" fill="hold"/>
                                        <p:tgtEl>
                                          <p:spTgt spid="50"/>
                                        </p:tgtEl>
                                        <p:attrNameLst>
                                          <p:attrName>ppt_w</p:attrName>
                                        </p:attrNameLst>
                                      </p:cBhvr>
                                      <p:tavLst>
                                        <p:tav tm="0">
                                          <p:val>
                                            <p:fltVal val="0"/>
                                          </p:val>
                                        </p:tav>
                                        <p:tav tm="100000">
                                          <p:val>
                                            <p:strVal val="#ppt_w"/>
                                          </p:val>
                                        </p:tav>
                                      </p:tavLst>
                                    </p:anim>
                                    <p:anim calcmode="lin" valueType="num">
                                      <p:cBhvr>
                                        <p:cTn id="83" dur="500" fill="hold"/>
                                        <p:tgtEl>
                                          <p:spTgt spid="50"/>
                                        </p:tgtEl>
                                        <p:attrNameLst>
                                          <p:attrName>ppt_h</p:attrName>
                                        </p:attrNameLst>
                                      </p:cBhvr>
                                      <p:tavLst>
                                        <p:tav tm="0">
                                          <p:val>
                                            <p:fltVal val="0"/>
                                          </p:val>
                                        </p:tav>
                                        <p:tav tm="100000">
                                          <p:val>
                                            <p:strVal val="#ppt_h"/>
                                          </p:val>
                                        </p:tav>
                                      </p:tavLst>
                                    </p:anim>
                                    <p:animEffect transition="in" filter="fade">
                                      <p:cBhvr>
                                        <p:cTn id="84" dur="500"/>
                                        <p:tgtEl>
                                          <p:spTgt spid="50"/>
                                        </p:tgtEl>
                                      </p:cBhvr>
                                    </p:animEffect>
                                  </p:childTnLst>
                                </p:cTn>
                              </p:par>
                              <p:par>
                                <p:cTn id="85" presetID="35" presetClass="path" presetSubtype="0" accel="50000" decel="50000" fill="hold" grpId="1" nodeType="withEffect">
                                  <p:stCondLst>
                                    <p:cond delay="250"/>
                                  </p:stCondLst>
                                  <p:childTnLst>
                                    <p:animMotion origin="layout" path="M -4.58333E-6 -1.11111E-6 L -0.11653 -1.11111E-6 " pathEditMode="relative" rAng="0" ptsTypes="AA">
                                      <p:cBhvr>
                                        <p:cTn id="86" dur="1000" spd="-100000" fill="hold"/>
                                        <p:tgtEl>
                                          <p:spTgt spid="50"/>
                                        </p:tgtEl>
                                        <p:attrNameLst>
                                          <p:attrName>ppt_x</p:attrName>
                                          <p:attrName>ppt_y</p:attrName>
                                        </p:attrNameLst>
                                      </p:cBhvr>
                                      <p:rCtr x="-5833" y="0"/>
                                    </p:animMotion>
                                  </p:childTnLst>
                                </p:cTn>
                              </p:par>
                            </p:childTnLst>
                          </p:cTn>
                        </p:par>
                        <p:par>
                          <p:cTn id="87" fill="hold">
                            <p:stCondLst>
                              <p:cond delay="5750"/>
                            </p:stCondLst>
                            <p:childTnLst>
                              <p:par>
                                <p:cTn id="88" presetID="53" presetClass="entr" presetSubtype="16" fill="hold" grpId="0" nodeType="afterEffect">
                                  <p:stCondLst>
                                    <p:cond delay="0"/>
                                  </p:stCondLst>
                                  <p:childTnLst>
                                    <p:set>
                                      <p:cBhvr>
                                        <p:cTn id="89" dur="1" fill="hold">
                                          <p:stCondLst>
                                            <p:cond delay="0"/>
                                          </p:stCondLst>
                                        </p:cTn>
                                        <p:tgtEl>
                                          <p:spTgt spid="38"/>
                                        </p:tgtEl>
                                        <p:attrNameLst>
                                          <p:attrName>style.visibility</p:attrName>
                                        </p:attrNameLst>
                                      </p:cBhvr>
                                      <p:to>
                                        <p:strVal val="visible"/>
                                      </p:to>
                                    </p:set>
                                    <p:anim calcmode="lin" valueType="num">
                                      <p:cBhvr>
                                        <p:cTn id="90" dur="500" fill="hold"/>
                                        <p:tgtEl>
                                          <p:spTgt spid="38"/>
                                        </p:tgtEl>
                                        <p:attrNameLst>
                                          <p:attrName>ppt_w</p:attrName>
                                        </p:attrNameLst>
                                      </p:cBhvr>
                                      <p:tavLst>
                                        <p:tav tm="0">
                                          <p:val>
                                            <p:fltVal val="0"/>
                                          </p:val>
                                        </p:tav>
                                        <p:tav tm="100000">
                                          <p:val>
                                            <p:strVal val="#ppt_w"/>
                                          </p:val>
                                        </p:tav>
                                      </p:tavLst>
                                    </p:anim>
                                    <p:anim calcmode="lin" valueType="num">
                                      <p:cBhvr>
                                        <p:cTn id="91" dur="500" fill="hold"/>
                                        <p:tgtEl>
                                          <p:spTgt spid="38"/>
                                        </p:tgtEl>
                                        <p:attrNameLst>
                                          <p:attrName>ppt_h</p:attrName>
                                        </p:attrNameLst>
                                      </p:cBhvr>
                                      <p:tavLst>
                                        <p:tav tm="0">
                                          <p:val>
                                            <p:fltVal val="0"/>
                                          </p:val>
                                        </p:tav>
                                        <p:tav tm="100000">
                                          <p:val>
                                            <p:strVal val="#ppt_h"/>
                                          </p:val>
                                        </p:tav>
                                      </p:tavLst>
                                    </p:anim>
                                    <p:animEffect transition="in" filter="fade">
                                      <p:cBhvr>
                                        <p:cTn id="92" dur="500"/>
                                        <p:tgtEl>
                                          <p:spTgt spid="38"/>
                                        </p:tgtEl>
                                      </p:cBhvr>
                                    </p:animEffect>
                                  </p:childTnLst>
                                </p:cTn>
                              </p:par>
                              <p:par>
                                <p:cTn id="93" presetID="35" presetClass="path" presetSubtype="0" accel="50000" decel="50000" fill="hold" grpId="1" nodeType="withEffect">
                                  <p:stCondLst>
                                    <p:cond delay="0"/>
                                  </p:stCondLst>
                                  <p:childTnLst>
                                    <p:animMotion origin="layout" path="M -4.79167E-6 -1.48148E-6 L -0.11653 -1.48148E-6 " pathEditMode="relative" rAng="0" ptsTypes="AA">
                                      <p:cBhvr>
                                        <p:cTn id="94" dur="1000" spd="-100000" fill="hold"/>
                                        <p:tgtEl>
                                          <p:spTgt spid="38"/>
                                        </p:tgtEl>
                                        <p:attrNameLst>
                                          <p:attrName>ppt_x</p:attrName>
                                          <p:attrName>ppt_y</p:attrName>
                                        </p:attrNameLst>
                                      </p:cBhvr>
                                      <p:rCtr x="-5833" y="0"/>
                                    </p:animMotion>
                                  </p:childTnLst>
                                </p:cTn>
                              </p:par>
                              <p:par>
                                <p:cTn id="95" presetID="53" presetClass="entr" presetSubtype="16" fill="hold" grpId="0" nodeType="withEffect">
                                  <p:stCondLst>
                                    <p:cond delay="250"/>
                                  </p:stCondLst>
                                  <p:childTnLst>
                                    <p:set>
                                      <p:cBhvr>
                                        <p:cTn id="96" dur="1" fill="hold">
                                          <p:stCondLst>
                                            <p:cond delay="0"/>
                                          </p:stCondLst>
                                        </p:cTn>
                                        <p:tgtEl>
                                          <p:spTgt spid="42"/>
                                        </p:tgtEl>
                                        <p:attrNameLst>
                                          <p:attrName>style.visibility</p:attrName>
                                        </p:attrNameLst>
                                      </p:cBhvr>
                                      <p:to>
                                        <p:strVal val="visible"/>
                                      </p:to>
                                    </p:set>
                                    <p:anim calcmode="lin" valueType="num">
                                      <p:cBhvr>
                                        <p:cTn id="97" dur="500" fill="hold"/>
                                        <p:tgtEl>
                                          <p:spTgt spid="42"/>
                                        </p:tgtEl>
                                        <p:attrNameLst>
                                          <p:attrName>ppt_w</p:attrName>
                                        </p:attrNameLst>
                                      </p:cBhvr>
                                      <p:tavLst>
                                        <p:tav tm="0">
                                          <p:val>
                                            <p:fltVal val="0"/>
                                          </p:val>
                                        </p:tav>
                                        <p:tav tm="100000">
                                          <p:val>
                                            <p:strVal val="#ppt_w"/>
                                          </p:val>
                                        </p:tav>
                                      </p:tavLst>
                                    </p:anim>
                                    <p:anim calcmode="lin" valueType="num">
                                      <p:cBhvr>
                                        <p:cTn id="98" dur="500" fill="hold"/>
                                        <p:tgtEl>
                                          <p:spTgt spid="42"/>
                                        </p:tgtEl>
                                        <p:attrNameLst>
                                          <p:attrName>ppt_h</p:attrName>
                                        </p:attrNameLst>
                                      </p:cBhvr>
                                      <p:tavLst>
                                        <p:tav tm="0">
                                          <p:val>
                                            <p:fltVal val="0"/>
                                          </p:val>
                                        </p:tav>
                                        <p:tav tm="100000">
                                          <p:val>
                                            <p:strVal val="#ppt_h"/>
                                          </p:val>
                                        </p:tav>
                                      </p:tavLst>
                                    </p:anim>
                                    <p:animEffect transition="in" filter="fade">
                                      <p:cBhvr>
                                        <p:cTn id="99" dur="500"/>
                                        <p:tgtEl>
                                          <p:spTgt spid="42"/>
                                        </p:tgtEl>
                                      </p:cBhvr>
                                    </p:animEffect>
                                  </p:childTnLst>
                                </p:cTn>
                              </p:par>
                              <p:par>
                                <p:cTn id="100" presetID="35" presetClass="path" presetSubtype="0" accel="50000" decel="50000" fill="hold" grpId="1" nodeType="withEffect">
                                  <p:stCondLst>
                                    <p:cond delay="250"/>
                                  </p:stCondLst>
                                  <p:childTnLst>
                                    <p:animMotion origin="layout" path="M -4.79167E-6 -1.48148E-6 L -0.11653 -1.48148E-6 " pathEditMode="relative" rAng="0" ptsTypes="AA">
                                      <p:cBhvr>
                                        <p:cTn id="101" dur="1000" spd="-100000" fill="hold"/>
                                        <p:tgtEl>
                                          <p:spTgt spid="42"/>
                                        </p:tgtEl>
                                        <p:attrNameLst>
                                          <p:attrName>ppt_x</p:attrName>
                                          <p:attrName>ppt_y</p:attrName>
                                        </p:attrNameLst>
                                      </p:cBhvr>
                                      <p:rCtr x="-5833" y="0"/>
                                    </p:animMotion>
                                  </p:childTnLst>
                                </p:cTn>
                              </p:par>
                            </p:childTnLst>
                          </p:cTn>
                        </p:par>
                        <p:par>
                          <p:cTn id="102" fill="hold">
                            <p:stCondLst>
                              <p:cond delay="7000"/>
                            </p:stCondLst>
                            <p:childTnLst>
                              <p:par>
                                <p:cTn id="103" presetID="53" presetClass="entr" presetSubtype="16" fill="hold" grpId="0" nodeType="afterEffect">
                                  <p:stCondLst>
                                    <p:cond delay="0"/>
                                  </p:stCondLst>
                                  <p:iterate type="lt">
                                    <p:tmPct val="10000"/>
                                  </p:iterate>
                                  <p:childTnLst>
                                    <p:set>
                                      <p:cBhvr>
                                        <p:cTn id="104" dur="1" fill="hold">
                                          <p:stCondLst>
                                            <p:cond delay="0"/>
                                          </p:stCondLst>
                                        </p:cTn>
                                        <p:tgtEl>
                                          <p:spTgt spid="45"/>
                                        </p:tgtEl>
                                        <p:attrNameLst>
                                          <p:attrName>style.visibility</p:attrName>
                                        </p:attrNameLst>
                                      </p:cBhvr>
                                      <p:to>
                                        <p:strVal val="visible"/>
                                      </p:to>
                                    </p:set>
                                    <p:anim calcmode="lin" valueType="num">
                                      <p:cBhvr>
                                        <p:cTn id="105" dur="250" fill="hold"/>
                                        <p:tgtEl>
                                          <p:spTgt spid="45"/>
                                        </p:tgtEl>
                                        <p:attrNameLst>
                                          <p:attrName>ppt_w</p:attrName>
                                        </p:attrNameLst>
                                      </p:cBhvr>
                                      <p:tavLst>
                                        <p:tav tm="0">
                                          <p:val>
                                            <p:fltVal val="0"/>
                                          </p:val>
                                        </p:tav>
                                        <p:tav tm="100000">
                                          <p:val>
                                            <p:strVal val="#ppt_w"/>
                                          </p:val>
                                        </p:tav>
                                      </p:tavLst>
                                    </p:anim>
                                    <p:anim calcmode="lin" valueType="num">
                                      <p:cBhvr>
                                        <p:cTn id="106" dur="250" fill="hold"/>
                                        <p:tgtEl>
                                          <p:spTgt spid="45"/>
                                        </p:tgtEl>
                                        <p:attrNameLst>
                                          <p:attrName>ppt_h</p:attrName>
                                        </p:attrNameLst>
                                      </p:cBhvr>
                                      <p:tavLst>
                                        <p:tav tm="0">
                                          <p:val>
                                            <p:fltVal val="0"/>
                                          </p:val>
                                        </p:tav>
                                        <p:tav tm="100000">
                                          <p:val>
                                            <p:strVal val="#ppt_h"/>
                                          </p:val>
                                        </p:tav>
                                      </p:tavLst>
                                    </p:anim>
                                    <p:animEffect transition="in" filter="fade">
                                      <p:cBhvr>
                                        <p:cTn id="107" dur="250"/>
                                        <p:tgtEl>
                                          <p:spTgt spid="45"/>
                                        </p:tgtEl>
                                      </p:cBhvr>
                                    </p:animEffect>
                                  </p:childTnLst>
                                </p:cTn>
                              </p:par>
                              <p:par>
                                <p:cTn id="108" presetID="53" presetClass="entr" presetSubtype="16" fill="hold" grpId="0" nodeType="withEffect">
                                  <p:stCondLst>
                                    <p:cond delay="250"/>
                                  </p:stCondLst>
                                  <p:childTnLst>
                                    <p:set>
                                      <p:cBhvr>
                                        <p:cTn id="109" dur="1" fill="hold">
                                          <p:stCondLst>
                                            <p:cond delay="0"/>
                                          </p:stCondLst>
                                        </p:cTn>
                                        <p:tgtEl>
                                          <p:spTgt spid="52"/>
                                        </p:tgtEl>
                                        <p:attrNameLst>
                                          <p:attrName>style.visibility</p:attrName>
                                        </p:attrNameLst>
                                      </p:cBhvr>
                                      <p:to>
                                        <p:strVal val="visible"/>
                                      </p:to>
                                    </p:set>
                                    <p:anim calcmode="lin" valueType="num">
                                      <p:cBhvr>
                                        <p:cTn id="110" dur="500" fill="hold"/>
                                        <p:tgtEl>
                                          <p:spTgt spid="52"/>
                                        </p:tgtEl>
                                        <p:attrNameLst>
                                          <p:attrName>ppt_w</p:attrName>
                                        </p:attrNameLst>
                                      </p:cBhvr>
                                      <p:tavLst>
                                        <p:tav tm="0">
                                          <p:val>
                                            <p:fltVal val="0"/>
                                          </p:val>
                                        </p:tav>
                                        <p:tav tm="100000">
                                          <p:val>
                                            <p:strVal val="#ppt_w"/>
                                          </p:val>
                                        </p:tav>
                                      </p:tavLst>
                                    </p:anim>
                                    <p:anim calcmode="lin" valueType="num">
                                      <p:cBhvr>
                                        <p:cTn id="111" dur="500" fill="hold"/>
                                        <p:tgtEl>
                                          <p:spTgt spid="52"/>
                                        </p:tgtEl>
                                        <p:attrNameLst>
                                          <p:attrName>ppt_h</p:attrName>
                                        </p:attrNameLst>
                                      </p:cBhvr>
                                      <p:tavLst>
                                        <p:tav tm="0">
                                          <p:val>
                                            <p:fltVal val="0"/>
                                          </p:val>
                                        </p:tav>
                                        <p:tav tm="100000">
                                          <p:val>
                                            <p:strVal val="#ppt_h"/>
                                          </p:val>
                                        </p:tav>
                                      </p:tavLst>
                                    </p:anim>
                                    <p:animEffect transition="in" filter="fade">
                                      <p:cBhvr>
                                        <p:cTn id="112" dur="500"/>
                                        <p:tgtEl>
                                          <p:spTgt spid="52"/>
                                        </p:tgtEl>
                                      </p:cBhvr>
                                    </p:animEffect>
                                  </p:childTnLst>
                                </p:cTn>
                              </p:par>
                              <p:par>
                                <p:cTn id="113" presetID="35" presetClass="path" presetSubtype="0" accel="50000" decel="50000" fill="hold" grpId="1" nodeType="withEffect">
                                  <p:stCondLst>
                                    <p:cond delay="250"/>
                                  </p:stCondLst>
                                  <p:childTnLst>
                                    <p:animMotion origin="layout" path="M -4.79167E-6 2.59259E-6 L -0.11653 2.59259E-6 " pathEditMode="relative" rAng="0" ptsTypes="AA">
                                      <p:cBhvr>
                                        <p:cTn id="114" dur="1000" spd="-100000" fill="hold"/>
                                        <p:tgtEl>
                                          <p:spTgt spid="52"/>
                                        </p:tgtEl>
                                        <p:attrNameLst>
                                          <p:attrName>ppt_x</p:attrName>
                                          <p:attrName>ppt_y</p:attrName>
                                        </p:attrNameLst>
                                      </p:cBhvr>
                                      <p:rCtr x="-5833" y="0"/>
                                    </p:animMotion>
                                  </p:childTnLst>
                                </p:cTn>
                              </p:par>
                            </p:childTnLst>
                          </p:cTn>
                        </p:par>
                        <p:par>
                          <p:cTn id="115" fill="hold">
                            <p:stCondLst>
                              <p:cond delay="8250"/>
                            </p:stCondLst>
                            <p:childTnLst>
                              <p:par>
                                <p:cTn id="116" presetID="53" presetClass="entr" presetSubtype="16" fill="hold" grpId="0" nodeType="afterEffect">
                                  <p:stCondLst>
                                    <p:cond delay="0"/>
                                  </p:stCondLst>
                                  <p:childTnLst>
                                    <p:set>
                                      <p:cBhvr>
                                        <p:cTn id="117" dur="1" fill="hold">
                                          <p:stCondLst>
                                            <p:cond delay="0"/>
                                          </p:stCondLst>
                                        </p:cTn>
                                        <p:tgtEl>
                                          <p:spTgt spid="40"/>
                                        </p:tgtEl>
                                        <p:attrNameLst>
                                          <p:attrName>style.visibility</p:attrName>
                                        </p:attrNameLst>
                                      </p:cBhvr>
                                      <p:to>
                                        <p:strVal val="visible"/>
                                      </p:to>
                                    </p:set>
                                    <p:anim calcmode="lin" valueType="num">
                                      <p:cBhvr>
                                        <p:cTn id="118" dur="500" fill="hold"/>
                                        <p:tgtEl>
                                          <p:spTgt spid="40"/>
                                        </p:tgtEl>
                                        <p:attrNameLst>
                                          <p:attrName>ppt_w</p:attrName>
                                        </p:attrNameLst>
                                      </p:cBhvr>
                                      <p:tavLst>
                                        <p:tav tm="0">
                                          <p:val>
                                            <p:fltVal val="0"/>
                                          </p:val>
                                        </p:tav>
                                        <p:tav tm="100000">
                                          <p:val>
                                            <p:strVal val="#ppt_w"/>
                                          </p:val>
                                        </p:tav>
                                      </p:tavLst>
                                    </p:anim>
                                    <p:anim calcmode="lin" valueType="num">
                                      <p:cBhvr>
                                        <p:cTn id="119" dur="500" fill="hold"/>
                                        <p:tgtEl>
                                          <p:spTgt spid="40"/>
                                        </p:tgtEl>
                                        <p:attrNameLst>
                                          <p:attrName>ppt_h</p:attrName>
                                        </p:attrNameLst>
                                      </p:cBhvr>
                                      <p:tavLst>
                                        <p:tav tm="0">
                                          <p:val>
                                            <p:fltVal val="0"/>
                                          </p:val>
                                        </p:tav>
                                        <p:tav tm="100000">
                                          <p:val>
                                            <p:strVal val="#ppt_h"/>
                                          </p:val>
                                        </p:tav>
                                      </p:tavLst>
                                    </p:anim>
                                    <p:animEffect transition="in" filter="fade">
                                      <p:cBhvr>
                                        <p:cTn id="120" dur="500"/>
                                        <p:tgtEl>
                                          <p:spTgt spid="40"/>
                                        </p:tgtEl>
                                      </p:cBhvr>
                                    </p:animEffect>
                                  </p:childTnLst>
                                </p:cTn>
                              </p:par>
                              <p:par>
                                <p:cTn id="121" presetID="35" presetClass="path" presetSubtype="0" accel="50000" decel="50000" fill="hold" grpId="1" nodeType="withEffect">
                                  <p:stCondLst>
                                    <p:cond delay="0"/>
                                  </p:stCondLst>
                                  <p:childTnLst>
                                    <p:animMotion origin="layout" path="M 5E-6 -3.7037E-7 L -0.11654 -3.7037E-7 " pathEditMode="relative" rAng="0" ptsTypes="AA">
                                      <p:cBhvr>
                                        <p:cTn id="122" dur="1000" spd="-100000" fill="hold"/>
                                        <p:tgtEl>
                                          <p:spTgt spid="40"/>
                                        </p:tgtEl>
                                        <p:attrNameLst>
                                          <p:attrName>ppt_x</p:attrName>
                                          <p:attrName>ppt_y</p:attrName>
                                        </p:attrNameLst>
                                      </p:cBhvr>
                                      <p:rCtr x="-5833" y="0"/>
                                    </p:animMotion>
                                  </p:childTnLst>
                                </p:cTn>
                              </p:par>
                              <p:par>
                                <p:cTn id="123" presetID="53" presetClass="entr" presetSubtype="16" fill="hold" grpId="0" nodeType="withEffect">
                                  <p:stCondLst>
                                    <p:cond delay="250"/>
                                  </p:stCondLst>
                                  <p:childTnLst>
                                    <p:set>
                                      <p:cBhvr>
                                        <p:cTn id="124" dur="1" fill="hold">
                                          <p:stCondLst>
                                            <p:cond delay="0"/>
                                          </p:stCondLst>
                                        </p:cTn>
                                        <p:tgtEl>
                                          <p:spTgt spid="43"/>
                                        </p:tgtEl>
                                        <p:attrNameLst>
                                          <p:attrName>style.visibility</p:attrName>
                                        </p:attrNameLst>
                                      </p:cBhvr>
                                      <p:to>
                                        <p:strVal val="visible"/>
                                      </p:to>
                                    </p:set>
                                    <p:anim calcmode="lin" valueType="num">
                                      <p:cBhvr>
                                        <p:cTn id="125" dur="500" fill="hold"/>
                                        <p:tgtEl>
                                          <p:spTgt spid="43"/>
                                        </p:tgtEl>
                                        <p:attrNameLst>
                                          <p:attrName>ppt_w</p:attrName>
                                        </p:attrNameLst>
                                      </p:cBhvr>
                                      <p:tavLst>
                                        <p:tav tm="0">
                                          <p:val>
                                            <p:fltVal val="0"/>
                                          </p:val>
                                        </p:tav>
                                        <p:tav tm="100000">
                                          <p:val>
                                            <p:strVal val="#ppt_w"/>
                                          </p:val>
                                        </p:tav>
                                      </p:tavLst>
                                    </p:anim>
                                    <p:anim calcmode="lin" valueType="num">
                                      <p:cBhvr>
                                        <p:cTn id="126" dur="500" fill="hold"/>
                                        <p:tgtEl>
                                          <p:spTgt spid="43"/>
                                        </p:tgtEl>
                                        <p:attrNameLst>
                                          <p:attrName>ppt_h</p:attrName>
                                        </p:attrNameLst>
                                      </p:cBhvr>
                                      <p:tavLst>
                                        <p:tav tm="0">
                                          <p:val>
                                            <p:fltVal val="0"/>
                                          </p:val>
                                        </p:tav>
                                        <p:tav tm="100000">
                                          <p:val>
                                            <p:strVal val="#ppt_h"/>
                                          </p:val>
                                        </p:tav>
                                      </p:tavLst>
                                    </p:anim>
                                    <p:animEffect transition="in" filter="fade">
                                      <p:cBhvr>
                                        <p:cTn id="127" dur="500"/>
                                        <p:tgtEl>
                                          <p:spTgt spid="43"/>
                                        </p:tgtEl>
                                      </p:cBhvr>
                                    </p:animEffect>
                                  </p:childTnLst>
                                </p:cTn>
                              </p:par>
                              <p:par>
                                <p:cTn id="128" presetID="35" presetClass="path" presetSubtype="0" accel="50000" decel="50000" fill="hold" grpId="1" nodeType="withEffect">
                                  <p:stCondLst>
                                    <p:cond delay="250"/>
                                  </p:stCondLst>
                                  <p:childTnLst>
                                    <p:animMotion origin="layout" path="M 5E-6 -3.7037E-7 L -0.11654 -3.7037E-7 " pathEditMode="relative" rAng="0" ptsTypes="AA">
                                      <p:cBhvr>
                                        <p:cTn id="129" dur="1000" spd="-100000" fill="hold"/>
                                        <p:tgtEl>
                                          <p:spTgt spid="43"/>
                                        </p:tgtEl>
                                        <p:attrNameLst>
                                          <p:attrName>ppt_x</p:attrName>
                                          <p:attrName>ppt_y</p:attrName>
                                        </p:attrNameLst>
                                      </p:cBhvr>
                                      <p:rCtr x="-5833" y="0"/>
                                    </p:animMotion>
                                  </p:childTnLst>
                                </p:cTn>
                              </p:par>
                            </p:childTnLst>
                          </p:cTn>
                        </p:par>
                        <p:par>
                          <p:cTn id="130" fill="hold">
                            <p:stCondLst>
                              <p:cond delay="9500"/>
                            </p:stCondLst>
                            <p:childTnLst>
                              <p:par>
                                <p:cTn id="131" presetID="53" presetClass="entr" presetSubtype="16" fill="hold" grpId="0" nodeType="afterEffect">
                                  <p:stCondLst>
                                    <p:cond delay="0"/>
                                  </p:stCondLst>
                                  <p:iterate type="lt">
                                    <p:tmPct val="10000"/>
                                  </p:iterate>
                                  <p:childTnLst>
                                    <p:set>
                                      <p:cBhvr>
                                        <p:cTn id="132" dur="1" fill="hold">
                                          <p:stCondLst>
                                            <p:cond delay="0"/>
                                          </p:stCondLst>
                                        </p:cTn>
                                        <p:tgtEl>
                                          <p:spTgt spid="47"/>
                                        </p:tgtEl>
                                        <p:attrNameLst>
                                          <p:attrName>style.visibility</p:attrName>
                                        </p:attrNameLst>
                                      </p:cBhvr>
                                      <p:to>
                                        <p:strVal val="visible"/>
                                      </p:to>
                                    </p:set>
                                    <p:anim calcmode="lin" valueType="num">
                                      <p:cBhvr>
                                        <p:cTn id="133" dur="250" fill="hold"/>
                                        <p:tgtEl>
                                          <p:spTgt spid="47"/>
                                        </p:tgtEl>
                                        <p:attrNameLst>
                                          <p:attrName>ppt_w</p:attrName>
                                        </p:attrNameLst>
                                      </p:cBhvr>
                                      <p:tavLst>
                                        <p:tav tm="0">
                                          <p:val>
                                            <p:fltVal val="0"/>
                                          </p:val>
                                        </p:tav>
                                        <p:tav tm="100000">
                                          <p:val>
                                            <p:strVal val="#ppt_w"/>
                                          </p:val>
                                        </p:tav>
                                      </p:tavLst>
                                    </p:anim>
                                    <p:anim calcmode="lin" valueType="num">
                                      <p:cBhvr>
                                        <p:cTn id="134" dur="250" fill="hold"/>
                                        <p:tgtEl>
                                          <p:spTgt spid="47"/>
                                        </p:tgtEl>
                                        <p:attrNameLst>
                                          <p:attrName>ppt_h</p:attrName>
                                        </p:attrNameLst>
                                      </p:cBhvr>
                                      <p:tavLst>
                                        <p:tav tm="0">
                                          <p:val>
                                            <p:fltVal val="0"/>
                                          </p:val>
                                        </p:tav>
                                        <p:tav tm="100000">
                                          <p:val>
                                            <p:strVal val="#ppt_h"/>
                                          </p:val>
                                        </p:tav>
                                      </p:tavLst>
                                    </p:anim>
                                    <p:animEffect transition="in" filter="fade">
                                      <p:cBhvr>
                                        <p:cTn id="135" dur="250"/>
                                        <p:tgtEl>
                                          <p:spTgt spid="47"/>
                                        </p:tgtEl>
                                      </p:cBhvr>
                                    </p:animEffect>
                                  </p:childTnLst>
                                </p:cTn>
                              </p:par>
                              <p:par>
                                <p:cTn id="136" presetID="53" presetClass="entr" presetSubtype="16" fill="hold" grpId="0" nodeType="withEffect">
                                  <p:stCondLst>
                                    <p:cond delay="250"/>
                                  </p:stCondLst>
                                  <p:childTnLst>
                                    <p:set>
                                      <p:cBhvr>
                                        <p:cTn id="137" dur="1" fill="hold">
                                          <p:stCondLst>
                                            <p:cond delay="0"/>
                                          </p:stCondLst>
                                        </p:cTn>
                                        <p:tgtEl>
                                          <p:spTgt spid="51"/>
                                        </p:tgtEl>
                                        <p:attrNameLst>
                                          <p:attrName>style.visibility</p:attrName>
                                        </p:attrNameLst>
                                      </p:cBhvr>
                                      <p:to>
                                        <p:strVal val="visible"/>
                                      </p:to>
                                    </p:set>
                                    <p:anim calcmode="lin" valueType="num">
                                      <p:cBhvr>
                                        <p:cTn id="138" dur="500" fill="hold"/>
                                        <p:tgtEl>
                                          <p:spTgt spid="51"/>
                                        </p:tgtEl>
                                        <p:attrNameLst>
                                          <p:attrName>ppt_w</p:attrName>
                                        </p:attrNameLst>
                                      </p:cBhvr>
                                      <p:tavLst>
                                        <p:tav tm="0">
                                          <p:val>
                                            <p:fltVal val="0"/>
                                          </p:val>
                                        </p:tav>
                                        <p:tav tm="100000">
                                          <p:val>
                                            <p:strVal val="#ppt_w"/>
                                          </p:val>
                                        </p:tav>
                                      </p:tavLst>
                                    </p:anim>
                                    <p:anim calcmode="lin" valueType="num">
                                      <p:cBhvr>
                                        <p:cTn id="139" dur="500" fill="hold"/>
                                        <p:tgtEl>
                                          <p:spTgt spid="51"/>
                                        </p:tgtEl>
                                        <p:attrNameLst>
                                          <p:attrName>ppt_h</p:attrName>
                                        </p:attrNameLst>
                                      </p:cBhvr>
                                      <p:tavLst>
                                        <p:tav tm="0">
                                          <p:val>
                                            <p:fltVal val="0"/>
                                          </p:val>
                                        </p:tav>
                                        <p:tav tm="100000">
                                          <p:val>
                                            <p:strVal val="#ppt_h"/>
                                          </p:val>
                                        </p:tav>
                                      </p:tavLst>
                                    </p:anim>
                                    <p:animEffect transition="in" filter="fade">
                                      <p:cBhvr>
                                        <p:cTn id="140" dur="500"/>
                                        <p:tgtEl>
                                          <p:spTgt spid="51"/>
                                        </p:tgtEl>
                                      </p:cBhvr>
                                    </p:animEffect>
                                  </p:childTnLst>
                                </p:cTn>
                              </p:par>
                              <p:par>
                                <p:cTn id="141" presetID="35" presetClass="path" presetSubtype="0" accel="50000" decel="50000" fill="hold" grpId="1" nodeType="withEffect">
                                  <p:stCondLst>
                                    <p:cond delay="250"/>
                                  </p:stCondLst>
                                  <p:childTnLst>
                                    <p:animMotion origin="layout" path="M 5E-6 -1.11111E-6 L -0.11654 -1.11111E-6 " pathEditMode="relative" rAng="0" ptsTypes="AA">
                                      <p:cBhvr>
                                        <p:cTn id="142" dur="1000" spd="-100000" fill="hold"/>
                                        <p:tgtEl>
                                          <p:spTgt spid="51"/>
                                        </p:tgtEl>
                                        <p:attrNameLst>
                                          <p:attrName>ppt_x</p:attrName>
                                          <p:attrName>ppt_y</p:attrName>
                                        </p:attrNameLst>
                                      </p:cBhvr>
                                      <p:rCtr x="-5833" y="0"/>
                                    </p:animMotion>
                                  </p:childTnLst>
                                </p:cTn>
                              </p:par>
                            </p:childTnLst>
                          </p:cTn>
                        </p:par>
                        <p:par>
                          <p:cTn id="143" fill="hold">
                            <p:stCondLst>
                              <p:cond delay="10750"/>
                            </p:stCondLst>
                            <p:childTnLst>
                              <p:par>
                                <p:cTn id="144" presetID="53" presetClass="entr" presetSubtype="16" fill="hold" grpId="0" nodeType="afterEffect">
                                  <p:stCondLst>
                                    <p:cond delay="0"/>
                                  </p:stCondLst>
                                  <p:childTnLst>
                                    <p:set>
                                      <p:cBhvr>
                                        <p:cTn id="145" dur="1" fill="hold">
                                          <p:stCondLst>
                                            <p:cond delay="0"/>
                                          </p:stCondLst>
                                        </p:cTn>
                                        <p:tgtEl>
                                          <p:spTgt spid="34"/>
                                        </p:tgtEl>
                                        <p:attrNameLst>
                                          <p:attrName>style.visibility</p:attrName>
                                        </p:attrNameLst>
                                      </p:cBhvr>
                                      <p:to>
                                        <p:strVal val="visible"/>
                                      </p:to>
                                    </p:set>
                                    <p:anim calcmode="lin" valueType="num">
                                      <p:cBhvr>
                                        <p:cTn id="146" dur="500" fill="hold"/>
                                        <p:tgtEl>
                                          <p:spTgt spid="34"/>
                                        </p:tgtEl>
                                        <p:attrNameLst>
                                          <p:attrName>ppt_w</p:attrName>
                                        </p:attrNameLst>
                                      </p:cBhvr>
                                      <p:tavLst>
                                        <p:tav tm="0">
                                          <p:val>
                                            <p:fltVal val="0"/>
                                          </p:val>
                                        </p:tav>
                                        <p:tav tm="100000">
                                          <p:val>
                                            <p:strVal val="#ppt_w"/>
                                          </p:val>
                                        </p:tav>
                                      </p:tavLst>
                                    </p:anim>
                                    <p:anim calcmode="lin" valueType="num">
                                      <p:cBhvr>
                                        <p:cTn id="147" dur="500" fill="hold"/>
                                        <p:tgtEl>
                                          <p:spTgt spid="34"/>
                                        </p:tgtEl>
                                        <p:attrNameLst>
                                          <p:attrName>ppt_h</p:attrName>
                                        </p:attrNameLst>
                                      </p:cBhvr>
                                      <p:tavLst>
                                        <p:tav tm="0">
                                          <p:val>
                                            <p:fltVal val="0"/>
                                          </p:val>
                                        </p:tav>
                                        <p:tav tm="100000">
                                          <p:val>
                                            <p:strVal val="#ppt_h"/>
                                          </p:val>
                                        </p:tav>
                                      </p:tavLst>
                                    </p:anim>
                                    <p:animEffect transition="in" filter="fade">
                                      <p:cBhvr>
                                        <p:cTn id="148" dur="500"/>
                                        <p:tgtEl>
                                          <p:spTgt spid="34"/>
                                        </p:tgtEl>
                                      </p:cBhvr>
                                    </p:animEffect>
                                  </p:childTnLst>
                                </p:cTn>
                              </p:par>
                              <p:par>
                                <p:cTn id="149" presetID="35" presetClass="path" presetSubtype="0" accel="50000" decel="50000" fill="hold" grpId="1" nodeType="withEffect">
                                  <p:stCondLst>
                                    <p:cond delay="0"/>
                                  </p:stCondLst>
                                  <p:childTnLst>
                                    <p:animMotion origin="layout" path="M 4.79167E-6 7.40741E-7 L -0.11654 7.40741E-7 " pathEditMode="relative" rAng="0" ptsTypes="AA">
                                      <p:cBhvr>
                                        <p:cTn id="150" dur="1000" spd="-100000" fill="hold"/>
                                        <p:tgtEl>
                                          <p:spTgt spid="34"/>
                                        </p:tgtEl>
                                        <p:attrNameLst>
                                          <p:attrName>ppt_x</p:attrName>
                                          <p:attrName>ppt_y</p:attrName>
                                        </p:attrNameLst>
                                      </p:cBhvr>
                                      <p:rCtr x="-5833" y="0"/>
                                    </p:animMotion>
                                  </p:childTnLst>
                                </p:cTn>
                              </p:par>
                              <p:par>
                                <p:cTn id="151" presetID="53" presetClass="entr" presetSubtype="16" fill="hold" grpId="0" nodeType="withEffect">
                                  <p:stCondLst>
                                    <p:cond delay="250"/>
                                  </p:stCondLst>
                                  <p:childTnLst>
                                    <p:set>
                                      <p:cBhvr>
                                        <p:cTn id="152" dur="1" fill="hold">
                                          <p:stCondLst>
                                            <p:cond delay="0"/>
                                          </p:stCondLst>
                                        </p:cTn>
                                        <p:tgtEl>
                                          <p:spTgt spid="44"/>
                                        </p:tgtEl>
                                        <p:attrNameLst>
                                          <p:attrName>style.visibility</p:attrName>
                                        </p:attrNameLst>
                                      </p:cBhvr>
                                      <p:to>
                                        <p:strVal val="visible"/>
                                      </p:to>
                                    </p:set>
                                    <p:anim calcmode="lin" valueType="num">
                                      <p:cBhvr>
                                        <p:cTn id="153" dur="500" fill="hold"/>
                                        <p:tgtEl>
                                          <p:spTgt spid="44"/>
                                        </p:tgtEl>
                                        <p:attrNameLst>
                                          <p:attrName>ppt_w</p:attrName>
                                        </p:attrNameLst>
                                      </p:cBhvr>
                                      <p:tavLst>
                                        <p:tav tm="0">
                                          <p:val>
                                            <p:fltVal val="0"/>
                                          </p:val>
                                        </p:tav>
                                        <p:tav tm="100000">
                                          <p:val>
                                            <p:strVal val="#ppt_w"/>
                                          </p:val>
                                        </p:tav>
                                      </p:tavLst>
                                    </p:anim>
                                    <p:anim calcmode="lin" valueType="num">
                                      <p:cBhvr>
                                        <p:cTn id="154" dur="500" fill="hold"/>
                                        <p:tgtEl>
                                          <p:spTgt spid="44"/>
                                        </p:tgtEl>
                                        <p:attrNameLst>
                                          <p:attrName>ppt_h</p:attrName>
                                        </p:attrNameLst>
                                      </p:cBhvr>
                                      <p:tavLst>
                                        <p:tav tm="0">
                                          <p:val>
                                            <p:fltVal val="0"/>
                                          </p:val>
                                        </p:tav>
                                        <p:tav tm="100000">
                                          <p:val>
                                            <p:strVal val="#ppt_h"/>
                                          </p:val>
                                        </p:tav>
                                      </p:tavLst>
                                    </p:anim>
                                    <p:animEffect transition="in" filter="fade">
                                      <p:cBhvr>
                                        <p:cTn id="155" dur="500"/>
                                        <p:tgtEl>
                                          <p:spTgt spid="44"/>
                                        </p:tgtEl>
                                      </p:cBhvr>
                                    </p:animEffect>
                                  </p:childTnLst>
                                </p:cTn>
                              </p:par>
                              <p:par>
                                <p:cTn id="156" presetID="35" presetClass="path" presetSubtype="0" accel="50000" decel="50000" fill="hold" grpId="1" nodeType="withEffect">
                                  <p:stCondLst>
                                    <p:cond delay="250"/>
                                  </p:stCondLst>
                                  <p:childTnLst>
                                    <p:animMotion origin="layout" path="M 4.58333E-6 2.22222E-6 L -0.11654 2.22222E-6 " pathEditMode="relative" rAng="0" ptsTypes="AA">
                                      <p:cBhvr>
                                        <p:cTn id="157" dur="1000" spd="-100000" fill="hold"/>
                                        <p:tgtEl>
                                          <p:spTgt spid="44"/>
                                        </p:tgtEl>
                                        <p:attrNameLst>
                                          <p:attrName>ppt_x</p:attrName>
                                          <p:attrName>ppt_y</p:attrName>
                                        </p:attrNameLst>
                                      </p:cBhvr>
                                      <p:rCtr x="-5833" y="0"/>
                                    </p:animMotion>
                                  </p:childTnLst>
                                </p:cTn>
                              </p:par>
                            </p:childTnLst>
                          </p:cTn>
                        </p:par>
                        <p:par>
                          <p:cTn id="158" fill="hold">
                            <p:stCondLst>
                              <p:cond delay="12000"/>
                            </p:stCondLst>
                            <p:childTnLst>
                              <p:par>
                                <p:cTn id="159" presetID="53" presetClass="entr" presetSubtype="16" fill="hold" grpId="0" nodeType="afterEffect">
                                  <p:stCondLst>
                                    <p:cond delay="0"/>
                                  </p:stCondLst>
                                  <p:iterate type="lt">
                                    <p:tmPct val="10000"/>
                                  </p:iterate>
                                  <p:childTnLst>
                                    <p:set>
                                      <p:cBhvr>
                                        <p:cTn id="160" dur="1" fill="hold">
                                          <p:stCondLst>
                                            <p:cond delay="0"/>
                                          </p:stCondLst>
                                        </p:cTn>
                                        <p:tgtEl>
                                          <p:spTgt spid="48"/>
                                        </p:tgtEl>
                                        <p:attrNameLst>
                                          <p:attrName>style.visibility</p:attrName>
                                        </p:attrNameLst>
                                      </p:cBhvr>
                                      <p:to>
                                        <p:strVal val="visible"/>
                                      </p:to>
                                    </p:set>
                                    <p:anim calcmode="lin" valueType="num">
                                      <p:cBhvr>
                                        <p:cTn id="161" dur="250" fill="hold"/>
                                        <p:tgtEl>
                                          <p:spTgt spid="48"/>
                                        </p:tgtEl>
                                        <p:attrNameLst>
                                          <p:attrName>ppt_w</p:attrName>
                                        </p:attrNameLst>
                                      </p:cBhvr>
                                      <p:tavLst>
                                        <p:tav tm="0">
                                          <p:val>
                                            <p:fltVal val="0"/>
                                          </p:val>
                                        </p:tav>
                                        <p:tav tm="100000">
                                          <p:val>
                                            <p:strVal val="#ppt_w"/>
                                          </p:val>
                                        </p:tav>
                                      </p:tavLst>
                                    </p:anim>
                                    <p:anim calcmode="lin" valueType="num">
                                      <p:cBhvr>
                                        <p:cTn id="162" dur="250" fill="hold"/>
                                        <p:tgtEl>
                                          <p:spTgt spid="48"/>
                                        </p:tgtEl>
                                        <p:attrNameLst>
                                          <p:attrName>ppt_h</p:attrName>
                                        </p:attrNameLst>
                                      </p:cBhvr>
                                      <p:tavLst>
                                        <p:tav tm="0">
                                          <p:val>
                                            <p:fltVal val="0"/>
                                          </p:val>
                                        </p:tav>
                                        <p:tav tm="100000">
                                          <p:val>
                                            <p:strVal val="#ppt_h"/>
                                          </p:val>
                                        </p:tav>
                                      </p:tavLst>
                                    </p:anim>
                                    <p:animEffect transition="in" filter="fade">
                                      <p:cBhvr>
                                        <p:cTn id="163" dur="250"/>
                                        <p:tgtEl>
                                          <p:spTgt spid="48"/>
                                        </p:tgtEl>
                                      </p:cBhvr>
                                    </p:animEffect>
                                  </p:childTnLst>
                                </p:cTn>
                              </p:par>
                              <p:par>
                                <p:cTn id="164" presetID="53" presetClass="entr" presetSubtype="16" fill="hold" grpId="0" nodeType="withEffect">
                                  <p:stCondLst>
                                    <p:cond delay="250"/>
                                  </p:stCondLst>
                                  <p:childTnLst>
                                    <p:set>
                                      <p:cBhvr>
                                        <p:cTn id="165" dur="1" fill="hold">
                                          <p:stCondLst>
                                            <p:cond delay="0"/>
                                          </p:stCondLst>
                                        </p:cTn>
                                        <p:tgtEl>
                                          <p:spTgt spid="53"/>
                                        </p:tgtEl>
                                        <p:attrNameLst>
                                          <p:attrName>style.visibility</p:attrName>
                                        </p:attrNameLst>
                                      </p:cBhvr>
                                      <p:to>
                                        <p:strVal val="visible"/>
                                      </p:to>
                                    </p:set>
                                    <p:anim calcmode="lin" valueType="num">
                                      <p:cBhvr>
                                        <p:cTn id="166" dur="500" fill="hold"/>
                                        <p:tgtEl>
                                          <p:spTgt spid="53"/>
                                        </p:tgtEl>
                                        <p:attrNameLst>
                                          <p:attrName>ppt_w</p:attrName>
                                        </p:attrNameLst>
                                      </p:cBhvr>
                                      <p:tavLst>
                                        <p:tav tm="0">
                                          <p:val>
                                            <p:fltVal val="0"/>
                                          </p:val>
                                        </p:tav>
                                        <p:tav tm="100000">
                                          <p:val>
                                            <p:strVal val="#ppt_w"/>
                                          </p:val>
                                        </p:tav>
                                      </p:tavLst>
                                    </p:anim>
                                    <p:anim calcmode="lin" valueType="num">
                                      <p:cBhvr>
                                        <p:cTn id="167" dur="500" fill="hold"/>
                                        <p:tgtEl>
                                          <p:spTgt spid="53"/>
                                        </p:tgtEl>
                                        <p:attrNameLst>
                                          <p:attrName>ppt_h</p:attrName>
                                        </p:attrNameLst>
                                      </p:cBhvr>
                                      <p:tavLst>
                                        <p:tav tm="0">
                                          <p:val>
                                            <p:fltVal val="0"/>
                                          </p:val>
                                        </p:tav>
                                        <p:tav tm="100000">
                                          <p:val>
                                            <p:strVal val="#ppt_h"/>
                                          </p:val>
                                        </p:tav>
                                      </p:tavLst>
                                    </p:anim>
                                    <p:animEffect transition="in" filter="fade">
                                      <p:cBhvr>
                                        <p:cTn id="168" dur="500"/>
                                        <p:tgtEl>
                                          <p:spTgt spid="53"/>
                                        </p:tgtEl>
                                      </p:cBhvr>
                                    </p:animEffect>
                                  </p:childTnLst>
                                </p:cTn>
                              </p:par>
                              <p:par>
                                <p:cTn id="169" presetID="35" presetClass="path" presetSubtype="0" accel="50000" decel="50000" fill="hold" grpId="1" nodeType="withEffect">
                                  <p:stCondLst>
                                    <p:cond delay="250"/>
                                  </p:stCondLst>
                                  <p:childTnLst>
                                    <p:animMotion origin="layout" path="M 4.79167E-6 2.59259E-6 L -0.11654 2.59259E-6 " pathEditMode="relative" rAng="0" ptsTypes="AA">
                                      <p:cBhvr>
                                        <p:cTn id="170" dur="1000" spd="-100000" fill="hold"/>
                                        <p:tgtEl>
                                          <p:spTgt spid="53"/>
                                        </p:tgtEl>
                                        <p:attrNameLst>
                                          <p:attrName>ppt_x</p:attrName>
                                          <p:attrName>ppt_y</p:attrName>
                                        </p:attrNameLst>
                                      </p:cBhvr>
                                      <p:rCtr x="-5833" y="0"/>
                                    </p:animMotion>
                                  </p:childTnLst>
                                </p:cTn>
                              </p:par>
                            </p:childTnLst>
                          </p:cTn>
                        </p:par>
                        <p:par>
                          <p:cTn id="171" fill="hold">
                            <p:stCondLst>
                              <p:cond delay="13250"/>
                            </p:stCondLst>
                            <p:childTnLst>
                              <p:par>
                                <p:cTn id="172" presetID="53" presetClass="entr" presetSubtype="16" fill="hold" grpId="0" nodeType="afterEffect">
                                  <p:stCondLst>
                                    <p:cond delay="0"/>
                                  </p:stCondLst>
                                  <p:childTnLst>
                                    <p:set>
                                      <p:cBhvr>
                                        <p:cTn id="173" dur="1" fill="hold">
                                          <p:stCondLst>
                                            <p:cond delay="0"/>
                                          </p:stCondLst>
                                        </p:cTn>
                                        <p:tgtEl>
                                          <p:spTgt spid="49"/>
                                        </p:tgtEl>
                                        <p:attrNameLst>
                                          <p:attrName>style.visibility</p:attrName>
                                        </p:attrNameLst>
                                      </p:cBhvr>
                                      <p:to>
                                        <p:strVal val="visible"/>
                                      </p:to>
                                    </p:set>
                                    <p:anim calcmode="lin" valueType="num">
                                      <p:cBhvr>
                                        <p:cTn id="174" dur="500" fill="hold"/>
                                        <p:tgtEl>
                                          <p:spTgt spid="49"/>
                                        </p:tgtEl>
                                        <p:attrNameLst>
                                          <p:attrName>ppt_w</p:attrName>
                                        </p:attrNameLst>
                                      </p:cBhvr>
                                      <p:tavLst>
                                        <p:tav tm="0">
                                          <p:val>
                                            <p:fltVal val="0"/>
                                          </p:val>
                                        </p:tav>
                                        <p:tav tm="100000">
                                          <p:val>
                                            <p:strVal val="#ppt_w"/>
                                          </p:val>
                                        </p:tav>
                                      </p:tavLst>
                                    </p:anim>
                                    <p:anim calcmode="lin" valueType="num">
                                      <p:cBhvr>
                                        <p:cTn id="175" dur="500" fill="hold"/>
                                        <p:tgtEl>
                                          <p:spTgt spid="49"/>
                                        </p:tgtEl>
                                        <p:attrNameLst>
                                          <p:attrName>ppt_h</p:attrName>
                                        </p:attrNameLst>
                                      </p:cBhvr>
                                      <p:tavLst>
                                        <p:tav tm="0">
                                          <p:val>
                                            <p:fltVal val="0"/>
                                          </p:val>
                                        </p:tav>
                                        <p:tav tm="100000">
                                          <p:val>
                                            <p:strVal val="#ppt_h"/>
                                          </p:val>
                                        </p:tav>
                                      </p:tavLst>
                                    </p:anim>
                                    <p:animEffect transition="in" filter="fade">
                                      <p:cBhvr>
                                        <p:cTn id="176" dur="500"/>
                                        <p:tgtEl>
                                          <p:spTgt spid="49"/>
                                        </p:tgtEl>
                                      </p:cBhvr>
                                    </p:animEffect>
                                  </p:childTnLst>
                                </p:cTn>
                              </p:par>
                              <p:par>
                                <p:cTn id="177" presetID="35" presetClass="path" presetSubtype="0" accel="50000" decel="50000" fill="hold" grpId="1" nodeType="withEffect">
                                  <p:stCondLst>
                                    <p:cond delay="0"/>
                                  </p:stCondLst>
                                  <p:childTnLst>
                                    <p:animMotion origin="layout" path="M -2.5E-6 -1.11111E-6 L -0.25 -1.11111E-6 " pathEditMode="relative" rAng="0" ptsTypes="AA">
                                      <p:cBhvr>
                                        <p:cTn id="178" dur="1000" spd="-100000" fill="hold"/>
                                        <p:tgtEl>
                                          <p:spTgt spid="49"/>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1" grpId="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p:bldP spid="41" grpId="1"/>
      <p:bldP spid="42" grpId="0"/>
      <p:bldP spid="42" grpId="1"/>
      <p:bldP spid="43" grpId="0"/>
      <p:bldP spid="43" grpId="1"/>
      <p:bldP spid="44" grpId="0"/>
      <p:bldP spid="44" grpId="1"/>
      <p:bldP spid="45" grpId="0"/>
      <p:bldP spid="46" grpId="0"/>
      <p:bldP spid="47" grpId="0"/>
      <p:bldP spid="48" grpId="0"/>
      <p:bldP spid="49" grpId="0"/>
      <p:bldP spid="49" grpId="1"/>
      <p:bldP spid="50" grpId="0" animBg="1"/>
      <p:bldP spid="50" grpId="1" animBg="1"/>
      <p:bldP spid="51" grpId="0" animBg="1"/>
      <p:bldP spid="51" grpId="1" animBg="1"/>
      <p:bldP spid="52" grpId="0" animBg="1"/>
      <p:bldP spid="52" grpId="1" animBg="1"/>
      <p:bldP spid="53" grpId="0" animBg="1"/>
      <p:bldP spid="53"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p:cNvGrpSpPr/>
          <p:nvPr/>
        </p:nvGrpSpPr>
        <p:grpSpPr>
          <a:xfrm>
            <a:off x="450633" y="228814"/>
            <a:ext cx="720000" cy="720000"/>
            <a:chOff x="450633" y="228814"/>
            <a:chExt cx="720000" cy="720000"/>
          </a:xfrm>
        </p:grpSpPr>
        <p:sp>
          <p:nvSpPr>
            <p:cNvPr id="57" name="椭圆 56"/>
            <p:cNvSpPr>
              <a:spLocks noChangeAspect="1"/>
            </p:cNvSpPr>
            <p:nvPr/>
          </p:nvSpPr>
          <p:spPr>
            <a:xfrm>
              <a:off x="450633" y="228814"/>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58" name="Freeform 5"/>
            <p:cNvSpPr>
              <a:spLocks noChangeAspect="1"/>
            </p:cNvSpPr>
            <p:nvPr/>
          </p:nvSpPr>
          <p:spPr bwMode="auto">
            <a:xfrm>
              <a:off x="608491" y="387951"/>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59" name="文本框 58"/>
          <p:cNvSpPr txBox="1"/>
          <p:nvPr/>
        </p:nvSpPr>
        <p:spPr>
          <a:xfrm>
            <a:off x="1296959" y="286154"/>
            <a:ext cx="5466336" cy="584775"/>
          </a:xfrm>
          <a:prstGeom prst="rect">
            <a:avLst/>
          </a:prstGeom>
          <a:noFill/>
        </p:spPr>
        <p:txBody>
          <a:bodyPr wrap="square" rtlCol="0">
            <a:spAutoFit/>
          </a:bodyPr>
          <a:lstStyle/>
          <a:p>
            <a:r>
              <a:rPr lang="zh-CN" altLang="en-US" sz="3200" b="1" dirty="0">
                <a:solidFill>
                  <a:srgbClr val="17406D"/>
                </a:solidFill>
                <a:latin typeface="微软雅黑" panose="020B0503020204020204" pitchFamily="34" charset="-122"/>
                <a:ea typeface="微软雅黑" panose="020B0503020204020204" pitchFamily="34" charset="-122"/>
              </a:rPr>
              <a:t>全年工作达成目标</a:t>
            </a:r>
          </a:p>
        </p:txBody>
      </p:sp>
      <p:cxnSp>
        <p:nvCxnSpPr>
          <p:cNvPr id="60" name="直接连接符 59"/>
          <p:cNvCxnSpPr/>
          <p:nvPr/>
        </p:nvCxnSpPr>
        <p:spPr>
          <a:xfrm>
            <a:off x="1296959" y="869984"/>
            <a:ext cx="10337993" cy="0"/>
          </a:xfrm>
          <a:prstGeom prst="line">
            <a:avLst/>
          </a:prstGeom>
          <a:noFill/>
          <a:ln w="12700" cap="flat" cmpd="sng" algn="ctr">
            <a:gradFill>
              <a:gsLst>
                <a:gs pos="0">
                  <a:srgbClr val="17406D"/>
                </a:gs>
                <a:gs pos="100000">
                  <a:srgbClr val="17406D">
                    <a:alpha val="0"/>
                  </a:srgbClr>
                </a:gs>
              </a:gsLst>
              <a:lin ang="0" scaled="0"/>
            </a:gradFill>
            <a:prstDash val="solid"/>
            <a:miter lim="800000"/>
          </a:ln>
          <a:effectLst/>
        </p:spPr>
      </p:cxnSp>
      <p:grpSp>
        <p:nvGrpSpPr>
          <p:cNvPr id="61" name="Group 3"/>
          <p:cNvGrpSpPr>
            <a:grpSpLocks noChangeAspect="1"/>
          </p:cNvGrpSpPr>
          <p:nvPr/>
        </p:nvGrpSpPr>
        <p:grpSpPr>
          <a:xfrm flipH="1">
            <a:off x="1327327" y="1926018"/>
            <a:ext cx="4671936" cy="3875452"/>
            <a:chOff x="4517221" y="2682505"/>
            <a:chExt cx="7100888" cy="5891212"/>
          </a:xfrm>
        </p:grpSpPr>
        <p:sp>
          <p:nvSpPr>
            <p:cNvPr id="62" name="Freeform 17"/>
            <p:cNvSpPr>
              <a:spLocks/>
            </p:cNvSpPr>
            <p:nvPr/>
          </p:nvSpPr>
          <p:spPr bwMode="auto">
            <a:xfrm>
              <a:off x="4679146" y="2884117"/>
              <a:ext cx="6938963" cy="5689600"/>
            </a:xfrm>
            <a:custGeom>
              <a:avLst/>
              <a:gdLst>
                <a:gd name="T0" fmla="*/ 1735 w 1847"/>
                <a:gd name="T1" fmla="*/ 757 h 1514"/>
                <a:gd name="T2" fmla="*/ 721 w 1847"/>
                <a:gd name="T3" fmla="*/ 1514 h 1514"/>
                <a:gd name="T4" fmla="*/ 112 w 1847"/>
                <a:gd name="T5" fmla="*/ 757 h 1514"/>
                <a:gd name="T6" fmla="*/ 1127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9" y="0"/>
                    <a:pt x="1127" y="0"/>
                  </a:cubicBezTo>
                  <a:cubicBezTo>
                    <a:pt x="1575" y="0"/>
                    <a:pt x="1847" y="339"/>
                    <a:pt x="1735" y="757"/>
                  </a:cubicBezTo>
                  <a:close/>
                </a:path>
              </a:pathLst>
            </a:custGeom>
            <a:solidFill>
              <a:srgbClr val="878787">
                <a:lumMod val="50000"/>
              </a:srgbClr>
            </a:solidFill>
            <a:ln>
              <a:noFill/>
            </a:ln>
          </p:spPr>
          <p:txBody>
            <a:bodyPr vert="horz" wrap="square" lIns="91440" tIns="45720" rIns="91440" bIns="45720" numCol="1" anchor="t" anchorCtr="0" compatLnSpc="1">
              <a:prstTxWarp prst="textNoShape">
                <a:avLst/>
              </a:prstTxWarp>
            </a:bodyPr>
            <a:lstStyle/>
            <a:p>
              <a:pPr>
                <a:defRPr/>
              </a:pPr>
              <a:endParaRPr lang="id-ID" kern="0" dirty="0">
                <a:solidFill>
                  <a:sysClr val="windowText" lastClr="000000"/>
                </a:solidFill>
                <a:latin typeface="微软雅黑" pitchFamily="34" charset="-122"/>
              </a:endParaRPr>
            </a:p>
          </p:txBody>
        </p:sp>
        <p:sp>
          <p:nvSpPr>
            <p:cNvPr id="63" name="Freeform 18"/>
            <p:cNvSpPr>
              <a:spLocks/>
            </p:cNvSpPr>
            <p:nvPr/>
          </p:nvSpPr>
          <p:spPr bwMode="auto">
            <a:xfrm>
              <a:off x="4607708" y="2795217"/>
              <a:ext cx="6938963" cy="5689600"/>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rgbClr val="878787">
                <a:lumMod val="75000"/>
              </a:srgbClr>
            </a:solidFill>
            <a:ln>
              <a:noFill/>
            </a:ln>
          </p:spPr>
          <p:txBody>
            <a:bodyPr vert="horz" wrap="square" lIns="91440" tIns="45720" rIns="91440" bIns="45720" numCol="1" anchor="t" anchorCtr="0" compatLnSpc="1">
              <a:prstTxWarp prst="textNoShape">
                <a:avLst/>
              </a:prstTxWarp>
            </a:bodyPr>
            <a:lstStyle/>
            <a:p>
              <a:pPr>
                <a:defRPr/>
              </a:pPr>
              <a:endParaRPr lang="id-ID" kern="0" dirty="0">
                <a:solidFill>
                  <a:sysClr val="windowText" lastClr="000000"/>
                </a:solidFill>
                <a:latin typeface="微软雅黑" pitchFamily="34" charset="-122"/>
              </a:endParaRPr>
            </a:p>
          </p:txBody>
        </p:sp>
        <p:sp>
          <p:nvSpPr>
            <p:cNvPr id="64" name="Freeform 19"/>
            <p:cNvSpPr>
              <a:spLocks/>
            </p:cNvSpPr>
            <p:nvPr/>
          </p:nvSpPr>
          <p:spPr bwMode="auto">
            <a:xfrm>
              <a:off x="4517221" y="2682505"/>
              <a:ext cx="6938963" cy="5689600"/>
            </a:xfrm>
            <a:custGeom>
              <a:avLst/>
              <a:gdLst>
                <a:gd name="T0" fmla="*/ 1735 w 1847"/>
                <a:gd name="T1" fmla="*/ 757 h 1514"/>
                <a:gd name="T2" fmla="*/ 721 w 1847"/>
                <a:gd name="T3" fmla="*/ 1514 h 1514"/>
                <a:gd name="T4" fmla="*/ 112 w 1847"/>
                <a:gd name="T5" fmla="*/ 757 h 1514"/>
                <a:gd name="T6" fmla="*/ 1126 w 1847"/>
                <a:gd name="T7" fmla="*/ 0 h 1514"/>
                <a:gd name="T8" fmla="*/ 1735 w 1847"/>
                <a:gd name="T9" fmla="*/ 757 h 1514"/>
              </a:gdLst>
              <a:ahLst/>
              <a:cxnLst>
                <a:cxn ang="0">
                  <a:pos x="T0" y="T1"/>
                </a:cxn>
                <a:cxn ang="0">
                  <a:pos x="T2" y="T3"/>
                </a:cxn>
                <a:cxn ang="0">
                  <a:pos x="T4" y="T5"/>
                </a:cxn>
                <a:cxn ang="0">
                  <a:pos x="T6" y="T7"/>
                </a:cxn>
                <a:cxn ang="0">
                  <a:pos x="T8" y="T9"/>
                </a:cxn>
              </a:cxnLst>
              <a:rect l="0" t="0" r="r" b="b"/>
              <a:pathLst>
                <a:path w="1847" h="1514">
                  <a:moveTo>
                    <a:pt x="1735" y="757"/>
                  </a:moveTo>
                  <a:cubicBezTo>
                    <a:pt x="1623" y="1175"/>
                    <a:pt x="1169" y="1514"/>
                    <a:pt x="721" y="1514"/>
                  </a:cubicBezTo>
                  <a:cubicBezTo>
                    <a:pt x="273" y="1514"/>
                    <a:pt x="0" y="1175"/>
                    <a:pt x="112" y="757"/>
                  </a:cubicBezTo>
                  <a:cubicBezTo>
                    <a:pt x="224" y="339"/>
                    <a:pt x="678" y="0"/>
                    <a:pt x="1126" y="0"/>
                  </a:cubicBezTo>
                  <a:cubicBezTo>
                    <a:pt x="1574" y="0"/>
                    <a:pt x="1847" y="339"/>
                    <a:pt x="1735" y="757"/>
                  </a:cubicBezTo>
                  <a:close/>
                </a:path>
              </a:pathLst>
            </a:custGeom>
            <a:solidFill>
              <a:srgbClr val="878787">
                <a:lumMod val="50000"/>
              </a:srgbClr>
            </a:solidFill>
            <a:ln>
              <a:noFill/>
            </a:ln>
          </p:spPr>
          <p:txBody>
            <a:bodyPr vert="horz" wrap="square" lIns="91440" tIns="45720" rIns="91440" bIns="45720" numCol="1" anchor="t" anchorCtr="0" compatLnSpc="1">
              <a:prstTxWarp prst="textNoShape">
                <a:avLst/>
              </a:prstTxWarp>
            </a:bodyPr>
            <a:lstStyle/>
            <a:p>
              <a:pPr>
                <a:defRPr/>
              </a:pPr>
              <a:endParaRPr lang="id-ID" kern="0" dirty="0">
                <a:solidFill>
                  <a:sysClr val="windowText" lastClr="000000"/>
                </a:solidFill>
                <a:latin typeface="微软雅黑" pitchFamily="34" charset="-122"/>
              </a:endParaRPr>
            </a:p>
          </p:txBody>
        </p:sp>
        <p:sp>
          <p:nvSpPr>
            <p:cNvPr id="65" name="Freeform 20"/>
            <p:cNvSpPr>
              <a:spLocks/>
            </p:cNvSpPr>
            <p:nvPr/>
          </p:nvSpPr>
          <p:spPr bwMode="auto">
            <a:xfrm>
              <a:off x="5174446" y="3222255"/>
              <a:ext cx="5624513" cy="4611687"/>
            </a:xfrm>
            <a:custGeom>
              <a:avLst/>
              <a:gdLst>
                <a:gd name="T0" fmla="*/ 1406 w 1497"/>
                <a:gd name="T1" fmla="*/ 613 h 1227"/>
                <a:gd name="T2" fmla="*/ 584 w 1497"/>
                <a:gd name="T3" fmla="*/ 1227 h 1227"/>
                <a:gd name="T4" fmla="*/ 91 w 1497"/>
                <a:gd name="T5" fmla="*/ 613 h 1227"/>
                <a:gd name="T6" fmla="*/ 913 w 1497"/>
                <a:gd name="T7" fmla="*/ 0 h 1227"/>
                <a:gd name="T8" fmla="*/ 1406 w 1497"/>
                <a:gd name="T9" fmla="*/ 613 h 1227"/>
              </a:gdLst>
              <a:ahLst/>
              <a:cxnLst>
                <a:cxn ang="0">
                  <a:pos x="T0" y="T1"/>
                </a:cxn>
                <a:cxn ang="0">
                  <a:pos x="T2" y="T3"/>
                </a:cxn>
                <a:cxn ang="0">
                  <a:pos x="T4" y="T5"/>
                </a:cxn>
                <a:cxn ang="0">
                  <a:pos x="T6" y="T7"/>
                </a:cxn>
                <a:cxn ang="0">
                  <a:pos x="T8" y="T9"/>
                </a:cxn>
              </a:cxnLst>
              <a:rect l="0" t="0" r="r" b="b"/>
              <a:pathLst>
                <a:path w="1497" h="1227">
                  <a:moveTo>
                    <a:pt x="1406" y="613"/>
                  </a:moveTo>
                  <a:cubicBezTo>
                    <a:pt x="1315" y="952"/>
                    <a:pt x="947" y="1227"/>
                    <a:pt x="584" y="1227"/>
                  </a:cubicBezTo>
                  <a:cubicBezTo>
                    <a:pt x="221" y="1227"/>
                    <a:pt x="0" y="952"/>
                    <a:pt x="91" y="613"/>
                  </a:cubicBezTo>
                  <a:cubicBezTo>
                    <a:pt x="182" y="274"/>
                    <a:pt x="550" y="0"/>
                    <a:pt x="913" y="0"/>
                  </a:cubicBezTo>
                  <a:cubicBezTo>
                    <a:pt x="1276" y="0"/>
                    <a:pt x="1497" y="274"/>
                    <a:pt x="1406" y="613"/>
                  </a:cubicBezTo>
                  <a:close/>
                </a:path>
              </a:pathLst>
            </a:custGeom>
            <a:solidFill>
              <a:srgbClr val="FFFFFF">
                <a:lumMod val="95000"/>
              </a:srgbClr>
            </a:solidFill>
            <a:ln>
              <a:noFill/>
            </a:ln>
          </p:spPr>
          <p:txBody>
            <a:bodyPr vert="horz" wrap="square" lIns="91440" tIns="45720" rIns="91440" bIns="45720" numCol="1" anchor="t" anchorCtr="0" compatLnSpc="1">
              <a:prstTxWarp prst="textNoShape">
                <a:avLst/>
              </a:prstTxWarp>
            </a:bodyPr>
            <a:lstStyle/>
            <a:p>
              <a:pPr>
                <a:defRPr/>
              </a:pPr>
              <a:endParaRPr lang="id-ID" kern="0" dirty="0">
                <a:solidFill>
                  <a:sysClr val="windowText" lastClr="000000"/>
                </a:solidFill>
                <a:latin typeface="微软雅黑" pitchFamily="34" charset="-122"/>
              </a:endParaRPr>
            </a:p>
          </p:txBody>
        </p:sp>
        <p:sp>
          <p:nvSpPr>
            <p:cNvPr id="66" name="Freeform 21"/>
            <p:cNvSpPr>
              <a:spLocks/>
            </p:cNvSpPr>
            <p:nvPr/>
          </p:nvSpPr>
          <p:spPr bwMode="auto">
            <a:xfrm>
              <a:off x="5542746" y="3523880"/>
              <a:ext cx="4887913" cy="4005262"/>
            </a:xfrm>
            <a:custGeom>
              <a:avLst/>
              <a:gdLst>
                <a:gd name="T0" fmla="*/ 1222 w 1301"/>
                <a:gd name="T1" fmla="*/ 533 h 1066"/>
                <a:gd name="T2" fmla="*/ 508 w 1301"/>
                <a:gd name="T3" fmla="*/ 1066 h 1066"/>
                <a:gd name="T4" fmla="*/ 79 w 1301"/>
                <a:gd name="T5" fmla="*/ 533 h 1066"/>
                <a:gd name="T6" fmla="*/ 793 w 1301"/>
                <a:gd name="T7" fmla="*/ 0 h 1066"/>
                <a:gd name="T8" fmla="*/ 1222 w 1301"/>
                <a:gd name="T9" fmla="*/ 533 h 1066"/>
              </a:gdLst>
              <a:ahLst/>
              <a:cxnLst>
                <a:cxn ang="0">
                  <a:pos x="T0" y="T1"/>
                </a:cxn>
                <a:cxn ang="0">
                  <a:pos x="T2" y="T3"/>
                </a:cxn>
                <a:cxn ang="0">
                  <a:pos x="T4" y="T5"/>
                </a:cxn>
                <a:cxn ang="0">
                  <a:pos x="T6" y="T7"/>
                </a:cxn>
                <a:cxn ang="0">
                  <a:pos x="T8" y="T9"/>
                </a:cxn>
              </a:cxnLst>
              <a:rect l="0" t="0" r="r" b="b"/>
              <a:pathLst>
                <a:path w="1301" h="1066">
                  <a:moveTo>
                    <a:pt x="1222" y="533"/>
                  </a:moveTo>
                  <a:cubicBezTo>
                    <a:pt x="1143" y="828"/>
                    <a:pt x="823" y="1066"/>
                    <a:pt x="508" y="1066"/>
                  </a:cubicBezTo>
                  <a:cubicBezTo>
                    <a:pt x="192" y="1066"/>
                    <a:pt x="0" y="828"/>
                    <a:pt x="79" y="533"/>
                  </a:cubicBezTo>
                  <a:cubicBezTo>
                    <a:pt x="158" y="239"/>
                    <a:pt x="478" y="0"/>
                    <a:pt x="793" y="0"/>
                  </a:cubicBezTo>
                  <a:cubicBezTo>
                    <a:pt x="1109" y="0"/>
                    <a:pt x="1301" y="239"/>
                    <a:pt x="1222" y="533"/>
                  </a:cubicBezTo>
                  <a:close/>
                </a:path>
              </a:pathLst>
            </a:custGeom>
            <a:solidFill>
              <a:srgbClr val="878787">
                <a:lumMod val="50000"/>
              </a:srgbClr>
            </a:solidFill>
            <a:ln>
              <a:noFill/>
            </a:ln>
          </p:spPr>
          <p:txBody>
            <a:bodyPr vert="horz" wrap="square" lIns="91440" tIns="45720" rIns="91440" bIns="45720" numCol="1" anchor="t" anchorCtr="0" compatLnSpc="1">
              <a:prstTxWarp prst="textNoShape">
                <a:avLst/>
              </a:prstTxWarp>
            </a:bodyPr>
            <a:lstStyle/>
            <a:p>
              <a:pPr>
                <a:defRPr/>
              </a:pPr>
              <a:endParaRPr lang="id-ID" kern="0" dirty="0">
                <a:solidFill>
                  <a:sysClr val="windowText" lastClr="000000"/>
                </a:solidFill>
                <a:latin typeface="微软雅黑" pitchFamily="34" charset="-122"/>
              </a:endParaRPr>
            </a:p>
          </p:txBody>
        </p:sp>
        <p:sp>
          <p:nvSpPr>
            <p:cNvPr id="67" name="Freeform 22"/>
            <p:cNvSpPr>
              <a:spLocks/>
            </p:cNvSpPr>
            <p:nvPr/>
          </p:nvSpPr>
          <p:spPr bwMode="auto">
            <a:xfrm>
              <a:off x="6049159" y="3933455"/>
              <a:ext cx="3873500" cy="3186112"/>
            </a:xfrm>
            <a:custGeom>
              <a:avLst/>
              <a:gdLst>
                <a:gd name="T0" fmla="*/ 968 w 1031"/>
                <a:gd name="T1" fmla="*/ 424 h 848"/>
                <a:gd name="T2" fmla="*/ 402 w 1031"/>
                <a:gd name="T3" fmla="*/ 848 h 848"/>
                <a:gd name="T4" fmla="*/ 63 w 1031"/>
                <a:gd name="T5" fmla="*/ 424 h 848"/>
                <a:gd name="T6" fmla="*/ 629 w 1031"/>
                <a:gd name="T7" fmla="*/ 0 h 848"/>
                <a:gd name="T8" fmla="*/ 968 w 1031"/>
                <a:gd name="T9" fmla="*/ 424 h 848"/>
              </a:gdLst>
              <a:ahLst/>
              <a:cxnLst>
                <a:cxn ang="0">
                  <a:pos x="T0" y="T1"/>
                </a:cxn>
                <a:cxn ang="0">
                  <a:pos x="T2" y="T3"/>
                </a:cxn>
                <a:cxn ang="0">
                  <a:pos x="T4" y="T5"/>
                </a:cxn>
                <a:cxn ang="0">
                  <a:pos x="T6" y="T7"/>
                </a:cxn>
                <a:cxn ang="0">
                  <a:pos x="T8" y="T9"/>
                </a:cxn>
              </a:cxnLst>
              <a:rect l="0" t="0" r="r" b="b"/>
              <a:pathLst>
                <a:path w="1031" h="848">
                  <a:moveTo>
                    <a:pt x="968" y="424"/>
                  </a:moveTo>
                  <a:cubicBezTo>
                    <a:pt x="905" y="658"/>
                    <a:pt x="652" y="848"/>
                    <a:pt x="402" y="848"/>
                  </a:cubicBezTo>
                  <a:cubicBezTo>
                    <a:pt x="152" y="848"/>
                    <a:pt x="0" y="658"/>
                    <a:pt x="63" y="424"/>
                  </a:cubicBezTo>
                  <a:cubicBezTo>
                    <a:pt x="126" y="190"/>
                    <a:pt x="379" y="0"/>
                    <a:pt x="629" y="0"/>
                  </a:cubicBezTo>
                  <a:cubicBezTo>
                    <a:pt x="879" y="0"/>
                    <a:pt x="1031" y="190"/>
                    <a:pt x="968" y="424"/>
                  </a:cubicBezTo>
                  <a:close/>
                </a:path>
              </a:pathLst>
            </a:custGeom>
            <a:solidFill>
              <a:srgbClr val="FFFFFF">
                <a:lumMod val="95000"/>
              </a:srgbClr>
            </a:solidFill>
            <a:ln>
              <a:noFill/>
            </a:ln>
          </p:spPr>
          <p:txBody>
            <a:bodyPr vert="horz" wrap="square" lIns="91440" tIns="45720" rIns="91440" bIns="45720" numCol="1" anchor="t" anchorCtr="0" compatLnSpc="1">
              <a:prstTxWarp prst="textNoShape">
                <a:avLst/>
              </a:prstTxWarp>
            </a:bodyPr>
            <a:lstStyle/>
            <a:p>
              <a:pPr>
                <a:defRPr/>
              </a:pPr>
              <a:endParaRPr lang="id-ID" kern="0" dirty="0">
                <a:solidFill>
                  <a:sysClr val="windowText" lastClr="000000"/>
                </a:solidFill>
                <a:latin typeface="微软雅黑" pitchFamily="34" charset="-122"/>
              </a:endParaRPr>
            </a:p>
          </p:txBody>
        </p:sp>
        <p:sp>
          <p:nvSpPr>
            <p:cNvPr id="68" name="Freeform 23"/>
            <p:cNvSpPr>
              <a:spLocks/>
            </p:cNvSpPr>
            <p:nvPr/>
          </p:nvSpPr>
          <p:spPr bwMode="auto">
            <a:xfrm>
              <a:off x="6466671" y="4268417"/>
              <a:ext cx="3040063" cy="2517775"/>
            </a:xfrm>
            <a:custGeom>
              <a:avLst/>
              <a:gdLst>
                <a:gd name="T0" fmla="*/ 759 w 809"/>
                <a:gd name="T1" fmla="*/ 335 h 670"/>
                <a:gd name="T2" fmla="*/ 315 w 809"/>
                <a:gd name="T3" fmla="*/ 670 h 670"/>
                <a:gd name="T4" fmla="*/ 50 w 809"/>
                <a:gd name="T5" fmla="*/ 335 h 670"/>
                <a:gd name="T6" fmla="*/ 494 w 809"/>
                <a:gd name="T7" fmla="*/ 0 h 670"/>
                <a:gd name="T8" fmla="*/ 759 w 809"/>
                <a:gd name="T9" fmla="*/ 335 h 670"/>
              </a:gdLst>
              <a:ahLst/>
              <a:cxnLst>
                <a:cxn ang="0">
                  <a:pos x="T0" y="T1"/>
                </a:cxn>
                <a:cxn ang="0">
                  <a:pos x="T2" y="T3"/>
                </a:cxn>
                <a:cxn ang="0">
                  <a:pos x="T4" y="T5"/>
                </a:cxn>
                <a:cxn ang="0">
                  <a:pos x="T6" y="T7"/>
                </a:cxn>
                <a:cxn ang="0">
                  <a:pos x="T8" y="T9"/>
                </a:cxn>
              </a:cxnLst>
              <a:rect l="0" t="0" r="r" b="b"/>
              <a:pathLst>
                <a:path w="809" h="670">
                  <a:moveTo>
                    <a:pt x="759" y="335"/>
                  </a:moveTo>
                  <a:cubicBezTo>
                    <a:pt x="710" y="520"/>
                    <a:pt x="511" y="670"/>
                    <a:pt x="315" y="670"/>
                  </a:cubicBezTo>
                  <a:cubicBezTo>
                    <a:pt x="119" y="670"/>
                    <a:pt x="0" y="520"/>
                    <a:pt x="50" y="335"/>
                  </a:cubicBezTo>
                  <a:cubicBezTo>
                    <a:pt x="99" y="150"/>
                    <a:pt x="298" y="0"/>
                    <a:pt x="494" y="0"/>
                  </a:cubicBezTo>
                  <a:cubicBezTo>
                    <a:pt x="690" y="0"/>
                    <a:pt x="809" y="150"/>
                    <a:pt x="759" y="335"/>
                  </a:cubicBezTo>
                  <a:close/>
                </a:path>
              </a:pathLst>
            </a:custGeom>
            <a:solidFill>
              <a:srgbClr val="878787">
                <a:lumMod val="50000"/>
              </a:srgbClr>
            </a:solidFill>
            <a:ln>
              <a:noFill/>
            </a:ln>
          </p:spPr>
          <p:txBody>
            <a:bodyPr vert="horz" wrap="square" lIns="91440" tIns="45720" rIns="91440" bIns="45720" numCol="1" anchor="t" anchorCtr="0" compatLnSpc="1">
              <a:prstTxWarp prst="textNoShape">
                <a:avLst/>
              </a:prstTxWarp>
            </a:bodyPr>
            <a:lstStyle/>
            <a:p>
              <a:pPr>
                <a:defRPr/>
              </a:pPr>
              <a:endParaRPr lang="id-ID" kern="0" dirty="0">
                <a:solidFill>
                  <a:sysClr val="windowText" lastClr="000000"/>
                </a:solidFill>
                <a:latin typeface="微软雅黑" pitchFamily="34" charset="-122"/>
              </a:endParaRPr>
            </a:p>
          </p:txBody>
        </p:sp>
        <p:sp>
          <p:nvSpPr>
            <p:cNvPr id="69" name="Freeform 24"/>
            <p:cNvSpPr>
              <a:spLocks/>
            </p:cNvSpPr>
            <p:nvPr/>
          </p:nvSpPr>
          <p:spPr bwMode="auto">
            <a:xfrm>
              <a:off x="6876246" y="4595442"/>
              <a:ext cx="2220913" cy="1863725"/>
            </a:xfrm>
            <a:custGeom>
              <a:avLst/>
              <a:gdLst>
                <a:gd name="T0" fmla="*/ 555 w 591"/>
                <a:gd name="T1" fmla="*/ 248 h 496"/>
                <a:gd name="T2" fmla="*/ 229 w 591"/>
                <a:gd name="T3" fmla="*/ 496 h 496"/>
                <a:gd name="T4" fmla="*/ 36 w 591"/>
                <a:gd name="T5" fmla="*/ 248 h 496"/>
                <a:gd name="T6" fmla="*/ 362 w 591"/>
                <a:gd name="T7" fmla="*/ 0 h 496"/>
                <a:gd name="T8" fmla="*/ 555 w 591"/>
                <a:gd name="T9" fmla="*/ 248 h 496"/>
              </a:gdLst>
              <a:ahLst/>
              <a:cxnLst>
                <a:cxn ang="0">
                  <a:pos x="T0" y="T1"/>
                </a:cxn>
                <a:cxn ang="0">
                  <a:pos x="T2" y="T3"/>
                </a:cxn>
                <a:cxn ang="0">
                  <a:pos x="T4" y="T5"/>
                </a:cxn>
                <a:cxn ang="0">
                  <a:pos x="T6" y="T7"/>
                </a:cxn>
                <a:cxn ang="0">
                  <a:pos x="T8" y="T9"/>
                </a:cxn>
              </a:cxnLst>
              <a:rect l="0" t="0" r="r" b="b"/>
              <a:pathLst>
                <a:path w="591" h="496">
                  <a:moveTo>
                    <a:pt x="555" y="248"/>
                  </a:moveTo>
                  <a:cubicBezTo>
                    <a:pt x="518" y="385"/>
                    <a:pt x="372" y="496"/>
                    <a:pt x="229" y="496"/>
                  </a:cubicBezTo>
                  <a:cubicBezTo>
                    <a:pt x="86" y="496"/>
                    <a:pt x="0" y="385"/>
                    <a:pt x="36" y="248"/>
                  </a:cubicBezTo>
                  <a:cubicBezTo>
                    <a:pt x="73" y="111"/>
                    <a:pt x="219" y="0"/>
                    <a:pt x="362" y="0"/>
                  </a:cubicBezTo>
                  <a:cubicBezTo>
                    <a:pt x="505" y="0"/>
                    <a:pt x="591" y="111"/>
                    <a:pt x="555" y="248"/>
                  </a:cubicBezTo>
                  <a:close/>
                </a:path>
              </a:pathLst>
            </a:custGeom>
            <a:solidFill>
              <a:srgbClr val="FFFFFF">
                <a:lumMod val="95000"/>
              </a:srgbClr>
            </a:solidFill>
            <a:ln>
              <a:noFill/>
            </a:ln>
          </p:spPr>
          <p:txBody>
            <a:bodyPr vert="horz" wrap="square" lIns="91440" tIns="45720" rIns="91440" bIns="45720" numCol="1" anchor="t" anchorCtr="0" compatLnSpc="1">
              <a:prstTxWarp prst="textNoShape">
                <a:avLst/>
              </a:prstTxWarp>
            </a:bodyPr>
            <a:lstStyle/>
            <a:p>
              <a:pPr>
                <a:defRPr/>
              </a:pPr>
              <a:endParaRPr lang="id-ID" kern="0" dirty="0">
                <a:solidFill>
                  <a:sysClr val="windowText" lastClr="000000"/>
                </a:solidFill>
                <a:latin typeface="微软雅黑" pitchFamily="34" charset="-122"/>
              </a:endParaRPr>
            </a:p>
          </p:txBody>
        </p:sp>
        <p:sp>
          <p:nvSpPr>
            <p:cNvPr id="70" name="Freeform 25"/>
            <p:cNvSpPr>
              <a:spLocks/>
            </p:cNvSpPr>
            <p:nvPr/>
          </p:nvSpPr>
          <p:spPr bwMode="auto">
            <a:xfrm>
              <a:off x="7454096" y="5090742"/>
              <a:ext cx="1068388" cy="876300"/>
            </a:xfrm>
            <a:custGeom>
              <a:avLst/>
              <a:gdLst>
                <a:gd name="T0" fmla="*/ 266 w 284"/>
                <a:gd name="T1" fmla="*/ 116 h 233"/>
                <a:gd name="T2" fmla="*/ 110 w 284"/>
                <a:gd name="T3" fmla="*/ 233 h 233"/>
                <a:gd name="T4" fmla="*/ 17 w 284"/>
                <a:gd name="T5" fmla="*/ 116 h 233"/>
                <a:gd name="T6" fmla="*/ 173 w 284"/>
                <a:gd name="T7" fmla="*/ 0 h 233"/>
                <a:gd name="T8" fmla="*/ 266 w 284"/>
                <a:gd name="T9" fmla="*/ 116 h 233"/>
              </a:gdLst>
              <a:ahLst/>
              <a:cxnLst>
                <a:cxn ang="0">
                  <a:pos x="T0" y="T1"/>
                </a:cxn>
                <a:cxn ang="0">
                  <a:pos x="T2" y="T3"/>
                </a:cxn>
                <a:cxn ang="0">
                  <a:pos x="T4" y="T5"/>
                </a:cxn>
                <a:cxn ang="0">
                  <a:pos x="T6" y="T7"/>
                </a:cxn>
                <a:cxn ang="0">
                  <a:pos x="T8" y="T9"/>
                </a:cxn>
              </a:cxnLst>
              <a:rect l="0" t="0" r="r" b="b"/>
              <a:pathLst>
                <a:path w="284" h="233">
                  <a:moveTo>
                    <a:pt x="266" y="116"/>
                  </a:moveTo>
                  <a:cubicBezTo>
                    <a:pt x="249" y="180"/>
                    <a:pt x="179" y="233"/>
                    <a:pt x="110" y="233"/>
                  </a:cubicBezTo>
                  <a:cubicBezTo>
                    <a:pt x="41" y="233"/>
                    <a:pt x="0" y="180"/>
                    <a:pt x="17" y="116"/>
                  </a:cubicBezTo>
                  <a:cubicBezTo>
                    <a:pt x="34" y="52"/>
                    <a:pt x="104" y="0"/>
                    <a:pt x="173" y="0"/>
                  </a:cubicBezTo>
                  <a:cubicBezTo>
                    <a:pt x="242" y="0"/>
                    <a:pt x="284" y="52"/>
                    <a:pt x="266" y="116"/>
                  </a:cubicBezTo>
                  <a:close/>
                </a:path>
              </a:pathLst>
            </a:custGeom>
            <a:solidFill>
              <a:srgbClr val="878787">
                <a:lumMod val="50000"/>
              </a:srgbClr>
            </a:solidFill>
            <a:ln>
              <a:noFill/>
            </a:ln>
          </p:spPr>
          <p:txBody>
            <a:bodyPr vert="horz" wrap="square" lIns="91440" tIns="45720" rIns="91440" bIns="45720" numCol="1" anchor="t" anchorCtr="0" compatLnSpc="1">
              <a:prstTxWarp prst="textNoShape">
                <a:avLst/>
              </a:prstTxWarp>
            </a:bodyPr>
            <a:lstStyle/>
            <a:p>
              <a:pPr>
                <a:defRPr/>
              </a:pPr>
              <a:endParaRPr lang="id-ID" kern="0" dirty="0">
                <a:solidFill>
                  <a:sysClr val="windowText" lastClr="000000"/>
                </a:solidFill>
                <a:latin typeface="微软雅黑" pitchFamily="34" charset="-122"/>
              </a:endParaRPr>
            </a:p>
          </p:txBody>
        </p:sp>
      </p:grpSp>
      <p:grpSp>
        <p:nvGrpSpPr>
          <p:cNvPr id="71" name="Group 13"/>
          <p:cNvGrpSpPr>
            <a:grpSpLocks noChangeAspect="1"/>
          </p:cNvGrpSpPr>
          <p:nvPr/>
        </p:nvGrpSpPr>
        <p:grpSpPr>
          <a:xfrm flipH="1">
            <a:off x="3394442" y="1610100"/>
            <a:ext cx="1468574" cy="1500171"/>
            <a:chOff x="6076950" y="2555876"/>
            <a:chExt cx="3076576" cy="3143249"/>
          </a:xfrm>
          <a:effectLst>
            <a:outerShdw blurRad="177800" dir="18900000" sy="23000" kx="-1200000" algn="bl" rotWithShape="0">
              <a:prstClr val="black">
                <a:alpha val="29000"/>
              </a:prstClr>
            </a:outerShdw>
          </a:effectLst>
        </p:grpSpPr>
        <p:sp>
          <p:nvSpPr>
            <p:cNvPr id="72" name="Freeform 21"/>
            <p:cNvSpPr>
              <a:spLocks/>
            </p:cNvSpPr>
            <p:nvPr/>
          </p:nvSpPr>
          <p:spPr bwMode="auto">
            <a:xfrm>
              <a:off x="8840788" y="5375275"/>
              <a:ext cx="312738" cy="323850"/>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73" name="Freeform 22"/>
            <p:cNvSpPr>
              <a:spLocks/>
            </p:cNvSpPr>
            <p:nvPr/>
          </p:nvSpPr>
          <p:spPr bwMode="auto">
            <a:xfrm>
              <a:off x="8129588" y="4606925"/>
              <a:ext cx="782638" cy="903287"/>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74" name="Freeform 23"/>
            <p:cNvSpPr>
              <a:spLocks/>
            </p:cNvSpPr>
            <p:nvPr/>
          </p:nvSpPr>
          <p:spPr bwMode="auto">
            <a:xfrm>
              <a:off x="8113713" y="4592638"/>
              <a:ext cx="219075" cy="349250"/>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75" name="Freeform 24"/>
            <p:cNvSpPr>
              <a:spLocks/>
            </p:cNvSpPr>
            <p:nvPr/>
          </p:nvSpPr>
          <p:spPr bwMode="auto">
            <a:xfrm>
              <a:off x="6076950" y="3233738"/>
              <a:ext cx="754063" cy="64770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rgbClr val="17406D">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76" name="Freeform 25"/>
            <p:cNvSpPr>
              <a:spLocks/>
            </p:cNvSpPr>
            <p:nvPr/>
          </p:nvSpPr>
          <p:spPr bwMode="auto">
            <a:xfrm>
              <a:off x="6634163" y="2638425"/>
              <a:ext cx="279400" cy="730250"/>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rgbClr val="17406D">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77" name="Freeform 26"/>
            <p:cNvSpPr>
              <a:spLocks/>
            </p:cNvSpPr>
            <p:nvPr/>
          </p:nvSpPr>
          <p:spPr bwMode="auto">
            <a:xfrm>
              <a:off x="6291263" y="3316288"/>
              <a:ext cx="803275" cy="974725"/>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78" name="Freeform 27"/>
            <p:cNvSpPr>
              <a:spLocks/>
            </p:cNvSpPr>
            <p:nvPr/>
          </p:nvSpPr>
          <p:spPr bwMode="auto">
            <a:xfrm>
              <a:off x="6702425" y="2555876"/>
              <a:ext cx="763588" cy="1065212"/>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79" name="Freeform 28"/>
            <p:cNvSpPr>
              <a:spLocks/>
            </p:cNvSpPr>
            <p:nvPr/>
          </p:nvSpPr>
          <p:spPr bwMode="auto">
            <a:xfrm>
              <a:off x="6826250" y="3368675"/>
              <a:ext cx="1438275" cy="1476375"/>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7406D">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grpSp>
      <p:grpSp>
        <p:nvGrpSpPr>
          <p:cNvPr id="80" name="Group 22"/>
          <p:cNvGrpSpPr>
            <a:grpSpLocks noChangeAspect="1"/>
          </p:cNvGrpSpPr>
          <p:nvPr/>
        </p:nvGrpSpPr>
        <p:grpSpPr>
          <a:xfrm flipH="1">
            <a:off x="4607662" y="1885653"/>
            <a:ext cx="1739145" cy="1776563"/>
            <a:chOff x="5920323" y="2302554"/>
            <a:chExt cx="2180669" cy="2227927"/>
          </a:xfrm>
          <a:effectLst>
            <a:outerShdw blurRad="177800" dir="18900000" sy="23000" kx="-1200000" algn="bl" rotWithShape="0">
              <a:prstClr val="black">
                <a:alpha val="29000"/>
              </a:prstClr>
            </a:outerShdw>
          </a:effectLst>
        </p:grpSpPr>
        <p:sp>
          <p:nvSpPr>
            <p:cNvPr id="81" name="Freeform 21"/>
            <p:cNvSpPr>
              <a:spLocks/>
            </p:cNvSpPr>
            <p:nvPr/>
          </p:nvSpPr>
          <p:spPr bwMode="auto">
            <a:xfrm>
              <a:off x="7879324" y="4300937"/>
              <a:ext cx="221668" cy="229544"/>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82" name="Freeform 22"/>
            <p:cNvSpPr>
              <a:spLocks/>
            </p:cNvSpPr>
            <p:nvPr/>
          </p:nvSpPr>
          <p:spPr bwMode="auto">
            <a:xfrm>
              <a:off x="7375227" y="3756332"/>
              <a:ext cx="554732" cy="640248"/>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83" name="Freeform 23"/>
            <p:cNvSpPr>
              <a:spLocks/>
            </p:cNvSpPr>
            <p:nvPr/>
          </p:nvSpPr>
          <p:spPr bwMode="auto">
            <a:xfrm>
              <a:off x="7363975" y="3746206"/>
              <a:ext cx="155280" cy="247548"/>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84" name="Freeform 24"/>
            <p:cNvSpPr>
              <a:spLocks/>
            </p:cNvSpPr>
            <p:nvPr/>
          </p:nvSpPr>
          <p:spPr bwMode="auto">
            <a:xfrm>
              <a:off x="5920323" y="2783021"/>
              <a:ext cx="534478" cy="459088"/>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rgbClr val="17406D">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85" name="Freeform 25"/>
            <p:cNvSpPr>
              <a:spLocks/>
            </p:cNvSpPr>
            <p:nvPr/>
          </p:nvSpPr>
          <p:spPr bwMode="auto">
            <a:xfrm>
              <a:off x="6315274" y="2361065"/>
              <a:ext cx="198038" cy="517599"/>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rgbClr val="17406D">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86" name="Freeform 26"/>
            <p:cNvSpPr>
              <a:spLocks/>
            </p:cNvSpPr>
            <p:nvPr/>
          </p:nvSpPr>
          <p:spPr bwMode="auto">
            <a:xfrm>
              <a:off x="6072227" y="2841532"/>
              <a:ext cx="569359" cy="690883"/>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87" name="Freeform 27"/>
            <p:cNvSpPr>
              <a:spLocks/>
            </p:cNvSpPr>
            <p:nvPr/>
          </p:nvSpPr>
          <p:spPr bwMode="auto">
            <a:xfrm>
              <a:off x="6363658" y="2302554"/>
              <a:ext cx="541229" cy="755020"/>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88" name="Freeform 28"/>
            <p:cNvSpPr>
              <a:spLocks/>
            </p:cNvSpPr>
            <p:nvPr/>
          </p:nvSpPr>
          <p:spPr bwMode="auto">
            <a:xfrm>
              <a:off x="6451425" y="2878664"/>
              <a:ext cx="1019446" cy="1046451"/>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17406D">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grpSp>
      <p:grpSp>
        <p:nvGrpSpPr>
          <p:cNvPr id="89" name="Group 31"/>
          <p:cNvGrpSpPr>
            <a:grpSpLocks noChangeAspect="1"/>
          </p:cNvGrpSpPr>
          <p:nvPr/>
        </p:nvGrpSpPr>
        <p:grpSpPr>
          <a:xfrm flipH="1">
            <a:off x="3695121" y="1615334"/>
            <a:ext cx="2148318" cy="2187470"/>
            <a:chOff x="6076950" y="2566001"/>
            <a:chExt cx="3076576" cy="3133124"/>
          </a:xfrm>
          <a:effectLst>
            <a:outerShdw blurRad="177800" dir="18900000" sy="23000" kx="-1200000" algn="bl" rotWithShape="0">
              <a:prstClr val="black">
                <a:alpha val="29000"/>
              </a:prstClr>
            </a:outerShdw>
          </a:effectLst>
        </p:grpSpPr>
        <p:sp>
          <p:nvSpPr>
            <p:cNvPr id="90" name="Freeform 21"/>
            <p:cNvSpPr>
              <a:spLocks/>
            </p:cNvSpPr>
            <p:nvPr/>
          </p:nvSpPr>
          <p:spPr bwMode="auto">
            <a:xfrm>
              <a:off x="8840788" y="5375275"/>
              <a:ext cx="312738" cy="323850"/>
            </a:xfrm>
            <a:custGeom>
              <a:avLst/>
              <a:gdLst>
                <a:gd name="T0" fmla="*/ 68 w 83"/>
                <a:gd name="T1" fmla="*/ 68 h 86"/>
                <a:gd name="T2" fmla="*/ 34 w 83"/>
                <a:gd name="T3" fmla="*/ 30 h 86"/>
                <a:gd name="T4" fmla="*/ 16 w 83"/>
                <a:gd name="T5" fmla="*/ 10 h 86"/>
                <a:gd name="T6" fmla="*/ 6 w 83"/>
                <a:gd name="T7" fmla="*/ 0 h 86"/>
                <a:gd name="T8" fmla="*/ 3 w 83"/>
                <a:gd name="T9" fmla="*/ 5 h 86"/>
                <a:gd name="T10" fmla="*/ 0 w 83"/>
                <a:gd name="T11" fmla="*/ 11 h 86"/>
                <a:gd name="T12" fmla="*/ 9 w 83"/>
                <a:gd name="T13" fmla="*/ 21 h 86"/>
                <a:gd name="T14" fmla="*/ 29 w 83"/>
                <a:gd name="T15" fmla="*/ 39 h 86"/>
                <a:gd name="T16" fmla="*/ 66 w 83"/>
                <a:gd name="T17" fmla="*/ 72 h 86"/>
                <a:gd name="T18" fmla="*/ 83 w 83"/>
                <a:gd name="T19" fmla="*/ 86 h 86"/>
                <a:gd name="T20" fmla="*/ 83 w 83"/>
                <a:gd name="T21" fmla="*/ 85 h 86"/>
                <a:gd name="T22" fmla="*/ 68 w 83"/>
                <a:gd name="T23"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6">
                  <a:moveTo>
                    <a:pt x="68" y="68"/>
                  </a:moveTo>
                  <a:cubicBezTo>
                    <a:pt x="59" y="57"/>
                    <a:pt x="46" y="44"/>
                    <a:pt x="34" y="30"/>
                  </a:cubicBezTo>
                  <a:cubicBezTo>
                    <a:pt x="28" y="23"/>
                    <a:pt x="22" y="16"/>
                    <a:pt x="16" y="10"/>
                  </a:cubicBezTo>
                  <a:cubicBezTo>
                    <a:pt x="13" y="6"/>
                    <a:pt x="9" y="3"/>
                    <a:pt x="6" y="0"/>
                  </a:cubicBezTo>
                  <a:cubicBezTo>
                    <a:pt x="5" y="2"/>
                    <a:pt x="4" y="4"/>
                    <a:pt x="3" y="5"/>
                  </a:cubicBezTo>
                  <a:cubicBezTo>
                    <a:pt x="2" y="7"/>
                    <a:pt x="1" y="9"/>
                    <a:pt x="0" y="11"/>
                  </a:cubicBezTo>
                  <a:cubicBezTo>
                    <a:pt x="3" y="14"/>
                    <a:pt x="6" y="18"/>
                    <a:pt x="9" y="21"/>
                  </a:cubicBezTo>
                  <a:cubicBezTo>
                    <a:pt x="15" y="27"/>
                    <a:pt x="22" y="33"/>
                    <a:pt x="29" y="39"/>
                  </a:cubicBezTo>
                  <a:cubicBezTo>
                    <a:pt x="42" y="51"/>
                    <a:pt x="56" y="63"/>
                    <a:pt x="66" y="72"/>
                  </a:cubicBezTo>
                  <a:cubicBezTo>
                    <a:pt x="76" y="81"/>
                    <a:pt x="83" y="86"/>
                    <a:pt x="83" y="86"/>
                  </a:cubicBezTo>
                  <a:cubicBezTo>
                    <a:pt x="83" y="85"/>
                    <a:pt x="83" y="85"/>
                    <a:pt x="83" y="85"/>
                  </a:cubicBezTo>
                  <a:cubicBezTo>
                    <a:pt x="83" y="85"/>
                    <a:pt x="77" y="78"/>
                    <a:pt x="68" y="68"/>
                  </a:cubicBez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91" name="Freeform 22"/>
            <p:cNvSpPr>
              <a:spLocks/>
            </p:cNvSpPr>
            <p:nvPr/>
          </p:nvSpPr>
          <p:spPr bwMode="auto">
            <a:xfrm>
              <a:off x="8129588" y="4606925"/>
              <a:ext cx="782638" cy="903287"/>
            </a:xfrm>
            <a:custGeom>
              <a:avLst/>
              <a:gdLst>
                <a:gd name="T0" fmla="*/ 204 w 208"/>
                <a:gd name="T1" fmla="*/ 156 h 240"/>
                <a:gd name="T2" fmla="*/ 48 w 208"/>
                <a:gd name="T3" fmla="*/ 0 h 240"/>
                <a:gd name="T4" fmla="*/ 48 w 208"/>
                <a:gd name="T5" fmla="*/ 0 h 240"/>
                <a:gd name="T6" fmla="*/ 35 w 208"/>
                <a:gd name="T7" fmla="*/ 53 h 240"/>
                <a:gd name="T8" fmla="*/ 0 w 208"/>
                <a:gd name="T9" fmla="*/ 84 h 240"/>
                <a:gd name="T10" fmla="*/ 156 w 208"/>
                <a:gd name="T11" fmla="*/ 240 h 240"/>
                <a:gd name="T12" fmla="*/ 189 w 208"/>
                <a:gd name="T13" fmla="*/ 215 h 240"/>
                <a:gd name="T14" fmla="*/ 192 w 208"/>
                <a:gd name="T15" fmla="*/ 209 h 240"/>
                <a:gd name="T16" fmla="*/ 195 w 208"/>
                <a:gd name="T17" fmla="*/ 204 h 240"/>
                <a:gd name="T18" fmla="*/ 204 w 208"/>
                <a:gd name="T19" fmla="*/ 15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40">
                  <a:moveTo>
                    <a:pt x="204" y="156"/>
                  </a:moveTo>
                  <a:cubicBezTo>
                    <a:pt x="48" y="0"/>
                    <a:pt x="48" y="0"/>
                    <a:pt x="48" y="0"/>
                  </a:cubicBezTo>
                  <a:cubicBezTo>
                    <a:pt x="48" y="0"/>
                    <a:pt x="48" y="0"/>
                    <a:pt x="48" y="0"/>
                  </a:cubicBezTo>
                  <a:cubicBezTo>
                    <a:pt x="54" y="6"/>
                    <a:pt x="48" y="30"/>
                    <a:pt x="35" y="53"/>
                  </a:cubicBezTo>
                  <a:cubicBezTo>
                    <a:pt x="22" y="75"/>
                    <a:pt x="7" y="89"/>
                    <a:pt x="0" y="84"/>
                  </a:cubicBezTo>
                  <a:cubicBezTo>
                    <a:pt x="156" y="240"/>
                    <a:pt x="156" y="240"/>
                    <a:pt x="156" y="240"/>
                  </a:cubicBezTo>
                  <a:cubicBezTo>
                    <a:pt x="156" y="240"/>
                    <a:pt x="173" y="237"/>
                    <a:pt x="189" y="215"/>
                  </a:cubicBezTo>
                  <a:cubicBezTo>
                    <a:pt x="190" y="213"/>
                    <a:pt x="191" y="211"/>
                    <a:pt x="192" y="209"/>
                  </a:cubicBezTo>
                  <a:cubicBezTo>
                    <a:pt x="193" y="208"/>
                    <a:pt x="194" y="206"/>
                    <a:pt x="195" y="204"/>
                  </a:cubicBezTo>
                  <a:cubicBezTo>
                    <a:pt x="208" y="179"/>
                    <a:pt x="204" y="156"/>
                    <a:pt x="204" y="156"/>
                  </a:cubicBez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92" name="Freeform 23"/>
            <p:cNvSpPr>
              <a:spLocks/>
            </p:cNvSpPr>
            <p:nvPr/>
          </p:nvSpPr>
          <p:spPr bwMode="auto">
            <a:xfrm>
              <a:off x="8113713" y="4592638"/>
              <a:ext cx="219075" cy="349250"/>
            </a:xfrm>
            <a:custGeom>
              <a:avLst/>
              <a:gdLst>
                <a:gd name="T0" fmla="*/ 52 w 58"/>
                <a:gd name="T1" fmla="*/ 4 h 93"/>
                <a:gd name="T2" fmla="*/ 32 w 58"/>
                <a:gd name="T3" fmla="*/ 13 h 93"/>
                <a:gd name="T4" fmla="*/ 39 w 58"/>
                <a:gd name="T5" fmla="*/ 21 h 93"/>
                <a:gd name="T6" fmla="*/ 39 w 58"/>
                <a:gd name="T7" fmla="*/ 26 h 93"/>
                <a:gd name="T8" fmla="*/ 32 w 58"/>
                <a:gd name="T9" fmla="*/ 51 h 93"/>
                <a:gd name="T10" fmla="*/ 16 w 58"/>
                <a:gd name="T11" fmla="*/ 66 h 93"/>
                <a:gd name="T12" fmla="*/ 13 w 58"/>
                <a:gd name="T13" fmla="*/ 67 h 93"/>
                <a:gd name="T14" fmla="*/ 5 w 58"/>
                <a:gd name="T15" fmla="*/ 59 h 93"/>
                <a:gd name="T16" fmla="*/ 4 w 58"/>
                <a:gd name="T17" fmla="*/ 87 h 93"/>
                <a:gd name="T18" fmla="*/ 4 w 58"/>
                <a:gd name="T19" fmla="*/ 88 h 93"/>
                <a:gd name="T20" fmla="*/ 39 w 58"/>
                <a:gd name="T21" fmla="*/ 57 h 93"/>
                <a:gd name="T22" fmla="*/ 52 w 58"/>
                <a:gd name="T23" fmla="*/ 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 h="93">
                  <a:moveTo>
                    <a:pt x="52" y="4"/>
                  </a:moveTo>
                  <a:cubicBezTo>
                    <a:pt x="48" y="0"/>
                    <a:pt x="40" y="4"/>
                    <a:pt x="32" y="13"/>
                  </a:cubicBezTo>
                  <a:cubicBezTo>
                    <a:pt x="37" y="18"/>
                    <a:pt x="39" y="21"/>
                    <a:pt x="39" y="21"/>
                  </a:cubicBezTo>
                  <a:cubicBezTo>
                    <a:pt x="39" y="21"/>
                    <a:pt x="40" y="23"/>
                    <a:pt x="39" y="26"/>
                  </a:cubicBezTo>
                  <a:cubicBezTo>
                    <a:pt x="39" y="31"/>
                    <a:pt x="38" y="40"/>
                    <a:pt x="32" y="51"/>
                  </a:cubicBezTo>
                  <a:cubicBezTo>
                    <a:pt x="25" y="61"/>
                    <a:pt x="20" y="65"/>
                    <a:pt x="16" y="66"/>
                  </a:cubicBezTo>
                  <a:cubicBezTo>
                    <a:pt x="14" y="67"/>
                    <a:pt x="13" y="67"/>
                    <a:pt x="13" y="67"/>
                  </a:cubicBezTo>
                  <a:cubicBezTo>
                    <a:pt x="13" y="67"/>
                    <a:pt x="10" y="64"/>
                    <a:pt x="5" y="59"/>
                  </a:cubicBezTo>
                  <a:cubicBezTo>
                    <a:pt x="1" y="72"/>
                    <a:pt x="0" y="83"/>
                    <a:pt x="4" y="87"/>
                  </a:cubicBezTo>
                  <a:cubicBezTo>
                    <a:pt x="4" y="88"/>
                    <a:pt x="4" y="88"/>
                    <a:pt x="4" y="88"/>
                  </a:cubicBezTo>
                  <a:cubicBezTo>
                    <a:pt x="11" y="93"/>
                    <a:pt x="26" y="79"/>
                    <a:pt x="39" y="57"/>
                  </a:cubicBezTo>
                  <a:cubicBezTo>
                    <a:pt x="52" y="34"/>
                    <a:pt x="58" y="10"/>
                    <a:pt x="52" y="4"/>
                  </a:cubicBezTo>
                  <a:close/>
                </a:path>
              </a:pathLst>
            </a:custGeom>
            <a:solidFill>
              <a:srgbClr val="B1B1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93" name="Freeform 24"/>
            <p:cNvSpPr>
              <a:spLocks/>
            </p:cNvSpPr>
            <p:nvPr/>
          </p:nvSpPr>
          <p:spPr bwMode="auto">
            <a:xfrm>
              <a:off x="6076950" y="3233738"/>
              <a:ext cx="754063" cy="647700"/>
            </a:xfrm>
            <a:custGeom>
              <a:avLst/>
              <a:gdLst>
                <a:gd name="T0" fmla="*/ 82 w 200"/>
                <a:gd name="T1" fmla="*/ 64 h 172"/>
                <a:gd name="T2" fmla="*/ 200 w 200"/>
                <a:gd name="T3" fmla="*/ 38 h 172"/>
                <a:gd name="T4" fmla="*/ 200 w 200"/>
                <a:gd name="T5" fmla="*/ 36 h 172"/>
                <a:gd name="T6" fmla="*/ 73 w 200"/>
                <a:gd name="T7" fmla="*/ 14 h 172"/>
                <a:gd name="T8" fmla="*/ 8 w 200"/>
                <a:gd name="T9" fmla="*/ 126 h 172"/>
                <a:gd name="T10" fmla="*/ 63 w 200"/>
                <a:gd name="T11" fmla="*/ 172 h 172"/>
                <a:gd name="T12" fmla="*/ 82 w 200"/>
                <a:gd name="T13" fmla="*/ 64 h 172"/>
              </a:gdLst>
              <a:ahLst/>
              <a:cxnLst>
                <a:cxn ang="0">
                  <a:pos x="T0" y="T1"/>
                </a:cxn>
                <a:cxn ang="0">
                  <a:pos x="T2" y="T3"/>
                </a:cxn>
                <a:cxn ang="0">
                  <a:pos x="T4" y="T5"/>
                </a:cxn>
                <a:cxn ang="0">
                  <a:pos x="T6" y="T7"/>
                </a:cxn>
                <a:cxn ang="0">
                  <a:pos x="T8" y="T9"/>
                </a:cxn>
                <a:cxn ang="0">
                  <a:pos x="T10" y="T11"/>
                </a:cxn>
                <a:cxn ang="0">
                  <a:pos x="T12" y="T13"/>
                </a:cxn>
              </a:cxnLst>
              <a:rect l="0" t="0" r="r" b="b"/>
              <a:pathLst>
                <a:path w="200" h="172">
                  <a:moveTo>
                    <a:pt x="82" y="64"/>
                  </a:moveTo>
                  <a:cubicBezTo>
                    <a:pt x="105" y="25"/>
                    <a:pt x="156" y="22"/>
                    <a:pt x="200" y="38"/>
                  </a:cubicBezTo>
                  <a:cubicBezTo>
                    <a:pt x="200" y="37"/>
                    <a:pt x="199" y="36"/>
                    <a:pt x="200" y="36"/>
                  </a:cubicBezTo>
                  <a:cubicBezTo>
                    <a:pt x="159" y="13"/>
                    <a:pt x="108" y="0"/>
                    <a:pt x="73" y="14"/>
                  </a:cubicBezTo>
                  <a:cubicBezTo>
                    <a:pt x="5" y="41"/>
                    <a:pt x="0" y="80"/>
                    <a:pt x="8" y="126"/>
                  </a:cubicBezTo>
                  <a:cubicBezTo>
                    <a:pt x="13" y="151"/>
                    <a:pt x="34" y="167"/>
                    <a:pt x="63" y="172"/>
                  </a:cubicBezTo>
                  <a:cubicBezTo>
                    <a:pt x="57" y="136"/>
                    <a:pt x="63" y="96"/>
                    <a:pt x="82" y="64"/>
                  </a:cubicBezTo>
                  <a:close/>
                </a:path>
              </a:pathLst>
            </a:custGeom>
            <a:solidFill>
              <a:srgbClr val="C00000">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94" name="Freeform 25"/>
            <p:cNvSpPr>
              <a:spLocks/>
            </p:cNvSpPr>
            <p:nvPr/>
          </p:nvSpPr>
          <p:spPr bwMode="auto">
            <a:xfrm>
              <a:off x="6634163" y="2638425"/>
              <a:ext cx="279400" cy="730250"/>
            </a:xfrm>
            <a:custGeom>
              <a:avLst/>
              <a:gdLst>
                <a:gd name="T0" fmla="*/ 40 w 74"/>
                <a:gd name="T1" fmla="*/ 38 h 194"/>
                <a:gd name="T2" fmla="*/ 74 w 74"/>
                <a:gd name="T3" fmla="*/ 0 h 194"/>
                <a:gd name="T4" fmla="*/ 1 w 74"/>
                <a:gd name="T5" fmla="*/ 100 h 194"/>
                <a:gd name="T6" fmla="*/ 52 w 74"/>
                <a:gd name="T7" fmla="*/ 194 h 194"/>
                <a:gd name="T8" fmla="*/ 52 w 74"/>
                <a:gd name="T9" fmla="*/ 194 h 194"/>
                <a:gd name="T10" fmla="*/ 40 w 74"/>
                <a:gd name="T11" fmla="*/ 38 h 194"/>
              </a:gdLst>
              <a:ahLst/>
              <a:cxnLst>
                <a:cxn ang="0">
                  <a:pos x="T0" y="T1"/>
                </a:cxn>
                <a:cxn ang="0">
                  <a:pos x="T2" y="T3"/>
                </a:cxn>
                <a:cxn ang="0">
                  <a:pos x="T4" y="T5"/>
                </a:cxn>
                <a:cxn ang="0">
                  <a:pos x="T6" y="T7"/>
                </a:cxn>
                <a:cxn ang="0">
                  <a:pos x="T8" y="T9"/>
                </a:cxn>
                <a:cxn ang="0">
                  <a:pos x="T10" y="T11"/>
                </a:cxn>
              </a:cxnLst>
              <a:rect l="0" t="0" r="r" b="b"/>
              <a:pathLst>
                <a:path w="74" h="194">
                  <a:moveTo>
                    <a:pt x="40" y="38"/>
                  </a:moveTo>
                  <a:cubicBezTo>
                    <a:pt x="50" y="21"/>
                    <a:pt x="62" y="9"/>
                    <a:pt x="74" y="0"/>
                  </a:cubicBezTo>
                  <a:cubicBezTo>
                    <a:pt x="32" y="10"/>
                    <a:pt x="0" y="31"/>
                    <a:pt x="1" y="100"/>
                  </a:cubicBezTo>
                  <a:cubicBezTo>
                    <a:pt x="1" y="132"/>
                    <a:pt x="23" y="166"/>
                    <a:pt x="52" y="194"/>
                  </a:cubicBezTo>
                  <a:cubicBezTo>
                    <a:pt x="52" y="194"/>
                    <a:pt x="52" y="194"/>
                    <a:pt x="52" y="194"/>
                  </a:cubicBezTo>
                  <a:cubicBezTo>
                    <a:pt x="29" y="143"/>
                    <a:pt x="18" y="77"/>
                    <a:pt x="40" y="38"/>
                  </a:cubicBezTo>
                  <a:close/>
                </a:path>
              </a:pathLst>
            </a:custGeom>
            <a:solidFill>
              <a:srgbClr val="C00000">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95" name="Freeform 26"/>
            <p:cNvSpPr>
              <a:spLocks/>
            </p:cNvSpPr>
            <p:nvPr/>
          </p:nvSpPr>
          <p:spPr bwMode="auto">
            <a:xfrm>
              <a:off x="6291263" y="3296039"/>
              <a:ext cx="803275" cy="974725"/>
            </a:xfrm>
            <a:custGeom>
              <a:avLst/>
              <a:gdLst>
                <a:gd name="T0" fmla="*/ 199 w 213"/>
                <a:gd name="T1" fmla="*/ 83 h 259"/>
                <a:gd name="T2" fmla="*/ 143 w 213"/>
                <a:gd name="T3" fmla="*/ 16 h 259"/>
                <a:gd name="T4" fmla="*/ 25 w 213"/>
                <a:gd name="T5" fmla="*/ 42 h 259"/>
                <a:gd name="T6" fmla="*/ 6 w 213"/>
                <a:gd name="T7" fmla="*/ 150 h 259"/>
                <a:gd name="T8" fmla="*/ 39 w 213"/>
                <a:gd name="T9" fmla="*/ 218 h 259"/>
                <a:gd name="T10" fmla="*/ 172 w 213"/>
                <a:gd name="T11" fmla="*/ 190 h 259"/>
                <a:gd name="T12" fmla="*/ 211 w 213"/>
                <a:gd name="T13" fmla="*/ 104 h 259"/>
                <a:gd name="T14" fmla="*/ 213 w 213"/>
                <a:gd name="T15" fmla="*/ 99 h 259"/>
                <a:gd name="T16" fmla="*/ 212 w 213"/>
                <a:gd name="T17" fmla="*/ 98 h 259"/>
                <a:gd name="T18" fmla="*/ 199 w 213"/>
                <a:gd name="T19" fmla="*/ 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3" h="259">
                  <a:moveTo>
                    <a:pt x="199" y="83"/>
                  </a:moveTo>
                  <a:cubicBezTo>
                    <a:pt x="173" y="54"/>
                    <a:pt x="145" y="23"/>
                    <a:pt x="143" y="16"/>
                  </a:cubicBezTo>
                  <a:cubicBezTo>
                    <a:pt x="99" y="0"/>
                    <a:pt x="48" y="3"/>
                    <a:pt x="25" y="42"/>
                  </a:cubicBezTo>
                  <a:cubicBezTo>
                    <a:pt x="6" y="74"/>
                    <a:pt x="0" y="114"/>
                    <a:pt x="6" y="150"/>
                  </a:cubicBezTo>
                  <a:cubicBezTo>
                    <a:pt x="11" y="176"/>
                    <a:pt x="22" y="201"/>
                    <a:pt x="39" y="218"/>
                  </a:cubicBezTo>
                  <a:cubicBezTo>
                    <a:pt x="80" y="259"/>
                    <a:pt x="140" y="246"/>
                    <a:pt x="172" y="190"/>
                  </a:cubicBezTo>
                  <a:cubicBezTo>
                    <a:pt x="191" y="158"/>
                    <a:pt x="207" y="130"/>
                    <a:pt x="211" y="104"/>
                  </a:cubicBezTo>
                  <a:cubicBezTo>
                    <a:pt x="212" y="102"/>
                    <a:pt x="213" y="101"/>
                    <a:pt x="213" y="99"/>
                  </a:cubicBezTo>
                  <a:cubicBezTo>
                    <a:pt x="213" y="99"/>
                    <a:pt x="213" y="98"/>
                    <a:pt x="212" y="98"/>
                  </a:cubicBezTo>
                  <a:cubicBezTo>
                    <a:pt x="207" y="92"/>
                    <a:pt x="203" y="87"/>
                    <a:pt x="199" y="83"/>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96" name="Freeform 27"/>
            <p:cNvSpPr>
              <a:spLocks/>
            </p:cNvSpPr>
            <p:nvPr/>
          </p:nvSpPr>
          <p:spPr bwMode="auto">
            <a:xfrm>
              <a:off x="6692301" y="2566001"/>
              <a:ext cx="763588" cy="1065212"/>
            </a:xfrm>
            <a:custGeom>
              <a:avLst/>
              <a:gdLst>
                <a:gd name="T0" fmla="*/ 22 w 203"/>
                <a:gd name="T1" fmla="*/ 60 h 283"/>
                <a:gd name="T2" fmla="*/ 34 w 203"/>
                <a:gd name="T3" fmla="*/ 216 h 283"/>
                <a:gd name="T4" fmla="*/ 72 w 203"/>
                <a:gd name="T5" fmla="*/ 246 h 283"/>
                <a:gd name="T6" fmla="*/ 95 w 203"/>
                <a:gd name="T7" fmla="*/ 267 h 283"/>
                <a:gd name="T8" fmla="*/ 99 w 203"/>
                <a:gd name="T9" fmla="*/ 270 h 283"/>
                <a:gd name="T10" fmla="*/ 113 w 203"/>
                <a:gd name="T11" fmla="*/ 283 h 283"/>
                <a:gd name="T12" fmla="*/ 170 w 203"/>
                <a:gd name="T13" fmla="*/ 207 h 283"/>
                <a:gd name="T14" fmla="*/ 155 w 203"/>
                <a:gd name="T15" fmla="*/ 31 h 283"/>
                <a:gd name="T16" fmla="*/ 56 w 203"/>
                <a:gd name="T17" fmla="*/ 22 h 283"/>
                <a:gd name="T18" fmla="*/ 22 w 203"/>
                <a:gd name="T19" fmla="*/ 6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83">
                  <a:moveTo>
                    <a:pt x="22" y="60"/>
                  </a:moveTo>
                  <a:cubicBezTo>
                    <a:pt x="0" y="99"/>
                    <a:pt x="11" y="165"/>
                    <a:pt x="34" y="216"/>
                  </a:cubicBezTo>
                  <a:cubicBezTo>
                    <a:pt x="37" y="216"/>
                    <a:pt x="55" y="231"/>
                    <a:pt x="72" y="246"/>
                  </a:cubicBezTo>
                  <a:cubicBezTo>
                    <a:pt x="79" y="252"/>
                    <a:pt x="87" y="259"/>
                    <a:pt x="95" y="267"/>
                  </a:cubicBezTo>
                  <a:cubicBezTo>
                    <a:pt x="97" y="268"/>
                    <a:pt x="98" y="269"/>
                    <a:pt x="99" y="270"/>
                  </a:cubicBezTo>
                  <a:cubicBezTo>
                    <a:pt x="103" y="274"/>
                    <a:pt x="108" y="278"/>
                    <a:pt x="113" y="283"/>
                  </a:cubicBezTo>
                  <a:cubicBezTo>
                    <a:pt x="133" y="272"/>
                    <a:pt x="150" y="241"/>
                    <a:pt x="170" y="207"/>
                  </a:cubicBezTo>
                  <a:cubicBezTo>
                    <a:pt x="203" y="151"/>
                    <a:pt x="196" y="72"/>
                    <a:pt x="155" y="31"/>
                  </a:cubicBezTo>
                  <a:cubicBezTo>
                    <a:pt x="126" y="2"/>
                    <a:pt x="88" y="0"/>
                    <a:pt x="56" y="22"/>
                  </a:cubicBezTo>
                  <a:cubicBezTo>
                    <a:pt x="44" y="31"/>
                    <a:pt x="32" y="43"/>
                    <a:pt x="22" y="60"/>
                  </a:cubicBez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sp>
          <p:nvSpPr>
            <p:cNvPr id="97" name="Freeform 28"/>
            <p:cNvSpPr>
              <a:spLocks/>
            </p:cNvSpPr>
            <p:nvPr/>
          </p:nvSpPr>
          <p:spPr bwMode="auto">
            <a:xfrm>
              <a:off x="6826250" y="3368675"/>
              <a:ext cx="1438275" cy="1476375"/>
            </a:xfrm>
            <a:custGeom>
              <a:avLst/>
              <a:gdLst>
                <a:gd name="T0" fmla="*/ 381 w 382"/>
                <a:gd name="T1" fmla="*/ 346 h 392"/>
                <a:gd name="T2" fmla="*/ 374 w 382"/>
                <a:gd name="T3" fmla="*/ 338 h 392"/>
                <a:gd name="T4" fmla="*/ 80 w 382"/>
                <a:gd name="T5" fmla="*/ 67 h 392"/>
                <a:gd name="T6" fmla="*/ 66 w 382"/>
                <a:gd name="T7" fmla="*/ 54 h 392"/>
                <a:gd name="T8" fmla="*/ 62 w 382"/>
                <a:gd name="T9" fmla="*/ 51 h 392"/>
                <a:gd name="T10" fmla="*/ 39 w 382"/>
                <a:gd name="T11" fmla="*/ 30 h 392"/>
                <a:gd name="T12" fmla="*/ 1 w 382"/>
                <a:gd name="T13" fmla="*/ 0 h 392"/>
                <a:gd name="T14" fmla="*/ 1 w 382"/>
                <a:gd name="T15" fmla="*/ 0 h 392"/>
                <a:gd name="T16" fmla="*/ 1 w 382"/>
                <a:gd name="T17" fmla="*/ 0 h 392"/>
                <a:gd name="T18" fmla="*/ 1 w 382"/>
                <a:gd name="T19" fmla="*/ 0 h 392"/>
                <a:gd name="T20" fmla="*/ 1 w 382"/>
                <a:gd name="T21" fmla="*/ 2 h 392"/>
                <a:gd name="T22" fmla="*/ 57 w 382"/>
                <a:gd name="T23" fmla="*/ 69 h 392"/>
                <a:gd name="T24" fmla="*/ 70 w 382"/>
                <a:gd name="T25" fmla="*/ 84 h 392"/>
                <a:gd name="T26" fmla="*/ 71 w 382"/>
                <a:gd name="T27" fmla="*/ 85 h 392"/>
                <a:gd name="T28" fmla="*/ 347 w 382"/>
                <a:gd name="T29" fmla="*/ 384 h 392"/>
                <a:gd name="T30" fmla="*/ 355 w 382"/>
                <a:gd name="T31" fmla="*/ 392 h 392"/>
                <a:gd name="T32" fmla="*/ 358 w 382"/>
                <a:gd name="T33" fmla="*/ 391 h 392"/>
                <a:gd name="T34" fmla="*/ 374 w 382"/>
                <a:gd name="T35" fmla="*/ 376 h 392"/>
                <a:gd name="T36" fmla="*/ 381 w 382"/>
                <a:gd name="T37" fmla="*/ 351 h 392"/>
                <a:gd name="T38" fmla="*/ 381 w 382"/>
                <a:gd name="T39" fmla="*/ 34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2" h="392">
                  <a:moveTo>
                    <a:pt x="381" y="346"/>
                  </a:moveTo>
                  <a:cubicBezTo>
                    <a:pt x="381" y="346"/>
                    <a:pt x="379" y="343"/>
                    <a:pt x="374" y="338"/>
                  </a:cubicBezTo>
                  <a:cubicBezTo>
                    <a:pt x="337" y="304"/>
                    <a:pt x="177" y="154"/>
                    <a:pt x="80" y="67"/>
                  </a:cubicBezTo>
                  <a:cubicBezTo>
                    <a:pt x="75" y="62"/>
                    <a:pt x="70" y="58"/>
                    <a:pt x="66" y="54"/>
                  </a:cubicBezTo>
                  <a:cubicBezTo>
                    <a:pt x="65" y="53"/>
                    <a:pt x="64" y="52"/>
                    <a:pt x="62" y="51"/>
                  </a:cubicBezTo>
                  <a:cubicBezTo>
                    <a:pt x="54" y="43"/>
                    <a:pt x="46" y="36"/>
                    <a:pt x="39" y="30"/>
                  </a:cubicBezTo>
                  <a:cubicBezTo>
                    <a:pt x="22" y="15"/>
                    <a:pt x="4" y="0"/>
                    <a:pt x="1" y="0"/>
                  </a:cubicBezTo>
                  <a:cubicBezTo>
                    <a:pt x="1" y="0"/>
                    <a:pt x="1" y="0"/>
                    <a:pt x="1" y="0"/>
                  </a:cubicBezTo>
                  <a:cubicBezTo>
                    <a:pt x="1" y="0"/>
                    <a:pt x="1" y="0"/>
                    <a:pt x="1" y="0"/>
                  </a:cubicBezTo>
                  <a:cubicBezTo>
                    <a:pt x="1" y="0"/>
                    <a:pt x="1" y="0"/>
                    <a:pt x="1" y="0"/>
                  </a:cubicBezTo>
                  <a:cubicBezTo>
                    <a:pt x="0" y="0"/>
                    <a:pt x="1" y="1"/>
                    <a:pt x="1" y="2"/>
                  </a:cubicBezTo>
                  <a:cubicBezTo>
                    <a:pt x="3" y="9"/>
                    <a:pt x="31" y="40"/>
                    <a:pt x="57" y="69"/>
                  </a:cubicBezTo>
                  <a:cubicBezTo>
                    <a:pt x="61" y="73"/>
                    <a:pt x="65" y="78"/>
                    <a:pt x="70" y="84"/>
                  </a:cubicBezTo>
                  <a:cubicBezTo>
                    <a:pt x="71" y="84"/>
                    <a:pt x="71" y="85"/>
                    <a:pt x="71" y="85"/>
                  </a:cubicBezTo>
                  <a:cubicBezTo>
                    <a:pt x="162" y="186"/>
                    <a:pt x="312" y="347"/>
                    <a:pt x="347" y="384"/>
                  </a:cubicBezTo>
                  <a:cubicBezTo>
                    <a:pt x="352" y="389"/>
                    <a:pt x="355" y="392"/>
                    <a:pt x="355" y="392"/>
                  </a:cubicBezTo>
                  <a:cubicBezTo>
                    <a:pt x="355" y="392"/>
                    <a:pt x="356" y="392"/>
                    <a:pt x="358" y="391"/>
                  </a:cubicBezTo>
                  <a:cubicBezTo>
                    <a:pt x="362" y="390"/>
                    <a:pt x="367" y="386"/>
                    <a:pt x="374" y="376"/>
                  </a:cubicBezTo>
                  <a:cubicBezTo>
                    <a:pt x="380" y="365"/>
                    <a:pt x="381" y="356"/>
                    <a:pt x="381" y="351"/>
                  </a:cubicBezTo>
                  <a:cubicBezTo>
                    <a:pt x="382" y="348"/>
                    <a:pt x="381" y="346"/>
                    <a:pt x="381" y="346"/>
                  </a:cubicBezTo>
                  <a:close/>
                </a:path>
              </a:pathLst>
            </a:custGeom>
            <a:solidFill>
              <a:srgbClr val="C00000">
                <a:lumMod val="75000"/>
              </a:srgb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1800" b="0" i="0" u="none" strike="noStrike" kern="0" cap="none" spc="0" normalizeH="0" baseline="0" noProof="0" dirty="0">
                <a:ln>
                  <a:noFill/>
                </a:ln>
                <a:solidFill>
                  <a:sysClr val="windowText" lastClr="000000"/>
                </a:solidFill>
                <a:effectLst/>
                <a:uLnTx/>
                <a:uFillTx/>
                <a:latin typeface="微软雅黑" pitchFamily="34" charset="-122"/>
              </a:endParaRPr>
            </a:p>
          </p:txBody>
        </p:sp>
      </p:grpSp>
      <p:sp>
        <p:nvSpPr>
          <p:cNvPr id="98" name="文本框 97"/>
          <p:cNvSpPr txBox="1">
            <a:spLocks/>
          </p:cNvSpPr>
          <p:nvPr/>
        </p:nvSpPr>
        <p:spPr>
          <a:xfrm flipH="1">
            <a:off x="7119090" y="2211072"/>
            <a:ext cx="2880207" cy="738664"/>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99" name="文本框 98"/>
          <p:cNvSpPr txBox="1">
            <a:spLocks/>
          </p:cNvSpPr>
          <p:nvPr/>
        </p:nvSpPr>
        <p:spPr>
          <a:xfrm flipH="1">
            <a:off x="7119449" y="1831680"/>
            <a:ext cx="2879848"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100" name="文本框 99"/>
          <p:cNvSpPr txBox="1">
            <a:spLocks/>
          </p:cNvSpPr>
          <p:nvPr/>
        </p:nvSpPr>
        <p:spPr>
          <a:xfrm flipH="1">
            <a:off x="7119090" y="3565489"/>
            <a:ext cx="2880207" cy="738664"/>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101" name="文本框 100"/>
          <p:cNvSpPr txBox="1">
            <a:spLocks/>
          </p:cNvSpPr>
          <p:nvPr/>
        </p:nvSpPr>
        <p:spPr>
          <a:xfrm flipH="1">
            <a:off x="7119449" y="3186097"/>
            <a:ext cx="2879848"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102" name="文本框 101"/>
          <p:cNvSpPr txBox="1">
            <a:spLocks/>
          </p:cNvSpPr>
          <p:nvPr/>
        </p:nvSpPr>
        <p:spPr>
          <a:xfrm flipH="1">
            <a:off x="7119090" y="4919905"/>
            <a:ext cx="2880207" cy="738664"/>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在这里输入您的文字内容，或者将您的文字内容复制在这里，在这里输入您的文字内容</a:t>
            </a:r>
            <a:endParaRPr kumimoji="0" lang="zh-CN" altLang="en-US" sz="1400" b="0" i="0" u="none" strike="noStrike" kern="0" cap="none" spc="0" normalizeH="0" baseline="0" noProof="0" dirty="0">
              <a:ln>
                <a:noFill/>
              </a:ln>
              <a:solidFill>
                <a:srgbClr val="000000"/>
              </a:solidFill>
              <a:effectLst/>
              <a:uLnTx/>
              <a:uFillTx/>
            </a:endParaRPr>
          </a:p>
        </p:txBody>
      </p:sp>
      <p:sp>
        <p:nvSpPr>
          <p:cNvPr id="103" name="文本框 102"/>
          <p:cNvSpPr txBox="1">
            <a:spLocks/>
          </p:cNvSpPr>
          <p:nvPr/>
        </p:nvSpPr>
        <p:spPr>
          <a:xfrm flipH="1">
            <a:off x="7119449" y="4540513"/>
            <a:ext cx="2879848" cy="405588"/>
          </a:xfrm>
          <a:prstGeom prst="rect">
            <a:avLst/>
          </a:prstGeom>
          <a:noFill/>
        </p:spPr>
        <p:txBody>
          <a:bodyPr wrap="square" rtlCol="0">
            <a:spAutoFit/>
          </a:bodyPr>
          <a:lstStyle/>
          <a:p>
            <a:pPr algn="r"/>
            <a:r>
              <a:rPr lang="zh-CN" altLang="en-US" sz="2000" b="1" dirty="0">
                <a:solidFill>
                  <a:srgbClr val="000000"/>
                </a:solidFill>
                <a:latin typeface="微软雅黑" panose="020B0503020204020204" pitchFamily="34" charset="-122"/>
                <a:ea typeface="微软雅黑" panose="020B0503020204020204" pitchFamily="34" charset="-122"/>
                <a:cs typeface="Aharoni" panose="02010803020104030203" pitchFamily="2" charset="-79"/>
              </a:rPr>
              <a:t>添加您的标题</a:t>
            </a:r>
          </a:p>
        </p:txBody>
      </p:sp>
      <p:sp>
        <p:nvSpPr>
          <p:cNvPr id="104" name="椭圆 103"/>
          <p:cNvSpPr>
            <a:spLocks noChangeAspect="1"/>
          </p:cNvSpPr>
          <p:nvPr/>
        </p:nvSpPr>
        <p:spPr>
          <a:xfrm>
            <a:off x="10144673" y="2030708"/>
            <a:ext cx="720000" cy="720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105" name="椭圆 104"/>
          <p:cNvSpPr>
            <a:spLocks noChangeAspect="1"/>
          </p:cNvSpPr>
          <p:nvPr/>
        </p:nvSpPr>
        <p:spPr>
          <a:xfrm>
            <a:off x="10144673" y="3385125"/>
            <a:ext cx="720000" cy="720000"/>
          </a:xfrm>
          <a:prstGeom prst="ellipse">
            <a:avLst/>
          </a:prstGeom>
          <a:gradFill flip="none" rotWithShape="1">
            <a:gsLst>
              <a:gs pos="0">
                <a:srgbClr val="C00000"/>
              </a:gs>
              <a:gs pos="100000">
                <a:srgbClr val="C00000">
                  <a:lumMod val="50000"/>
                </a:srgbClr>
              </a:gs>
            </a:gsLst>
            <a:lin ang="13500000" scaled="1"/>
            <a:tileRect/>
          </a:gradFill>
          <a:ln w="25400" cap="flat" cmpd="sng" algn="ctr">
            <a:gradFill flip="none" rotWithShape="1">
              <a:gsLst>
                <a:gs pos="0">
                  <a:srgbClr val="C00000"/>
                </a:gs>
                <a:gs pos="100000">
                  <a:srgbClr val="C00000">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106" name="椭圆 105"/>
          <p:cNvSpPr>
            <a:spLocks noChangeAspect="1"/>
          </p:cNvSpPr>
          <p:nvPr/>
        </p:nvSpPr>
        <p:spPr>
          <a:xfrm>
            <a:off x="10144673" y="4739541"/>
            <a:ext cx="720000" cy="720000"/>
          </a:xfrm>
          <a:prstGeom prst="ellipse">
            <a:avLst/>
          </a:prstGeom>
          <a:gradFill flip="none" rotWithShape="1">
            <a:gsLst>
              <a:gs pos="0">
                <a:srgbClr val="17406D"/>
              </a:gs>
              <a:gs pos="100000">
                <a:srgbClr val="17406D">
                  <a:lumMod val="50000"/>
                </a:srgbClr>
              </a:gs>
            </a:gsLst>
            <a:lin ang="13500000" scaled="1"/>
            <a:tileRect/>
          </a:gradFill>
          <a:ln w="25400" cap="flat" cmpd="sng" algn="ctr">
            <a:gradFill flip="none" rotWithShape="1">
              <a:gsLst>
                <a:gs pos="0">
                  <a:srgbClr val="17406D"/>
                </a:gs>
                <a:gs pos="100000">
                  <a:srgbClr val="17406D">
                    <a:lumMod val="50000"/>
                  </a:srgbClr>
                </a:gs>
              </a:gsLst>
              <a:lin ang="2700000" scaled="1"/>
              <a:tileRect/>
            </a:gradFill>
            <a:prstDash val="solid"/>
            <a:miter lim="800000"/>
          </a:ln>
          <a:effectLst>
            <a:outerShdw blurRad="254000" dist="152400" dir="2700000" algn="tl" rotWithShape="0">
              <a:prstClr val="black">
                <a:alpha val="6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107" name="Freeform 52"/>
          <p:cNvSpPr>
            <a:spLocks noChangeAspect="1" noEditPoints="1"/>
          </p:cNvSpPr>
          <p:nvPr/>
        </p:nvSpPr>
        <p:spPr bwMode="auto">
          <a:xfrm>
            <a:off x="10318889" y="2221881"/>
            <a:ext cx="371568" cy="337655"/>
          </a:xfrm>
          <a:custGeom>
            <a:avLst/>
            <a:gdLst>
              <a:gd name="T0" fmla="*/ 339 w 1101"/>
              <a:gd name="T1" fmla="*/ 79 h 1003"/>
              <a:gd name="T2" fmla="*/ 356 w 1101"/>
              <a:gd name="T3" fmla="*/ 295 h 1003"/>
              <a:gd name="T4" fmla="*/ 440 w 1101"/>
              <a:gd name="T5" fmla="*/ 494 h 1003"/>
              <a:gd name="T6" fmla="*/ 471 w 1101"/>
              <a:gd name="T7" fmla="*/ 499 h 1003"/>
              <a:gd name="T8" fmla="*/ 477 w 1101"/>
              <a:gd name="T9" fmla="*/ 467 h 1003"/>
              <a:gd name="T10" fmla="*/ 400 w 1101"/>
              <a:gd name="T11" fmla="*/ 286 h 1003"/>
              <a:gd name="T12" fmla="*/ 385 w 1101"/>
              <a:gd name="T13" fmla="*/ 79 h 1003"/>
              <a:gd name="T14" fmla="*/ 362 w 1101"/>
              <a:gd name="T15" fmla="*/ 56 h 1003"/>
              <a:gd name="T16" fmla="*/ 339 w 1101"/>
              <a:gd name="T17" fmla="*/ 79 h 1003"/>
              <a:gd name="T18" fmla="*/ 363 w 1101"/>
              <a:gd name="T19" fmla="*/ 495 h 1003"/>
              <a:gd name="T20" fmla="*/ 279 w 1101"/>
              <a:gd name="T21" fmla="*/ 113 h 1003"/>
              <a:gd name="T22" fmla="*/ 254 w 1101"/>
              <a:gd name="T23" fmla="*/ 169 h 1003"/>
              <a:gd name="T24" fmla="*/ 219 w 1101"/>
              <a:gd name="T25" fmla="*/ 109 h 1003"/>
              <a:gd name="T26" fmla="*/ 61 w 1101"/>
              <a:gd name="T27" fmla="*/ 73 h 1003"/>
              <a:gd name="T28" fmla="*/ 170 w 1101"/>
              <a:gd name="T29" fmla="*/ 346 h 1003"/>
              <a:gd name="T30" fmla="*/ 363 w 1101"/>
              <a:gd name="T31" fmla="*/ 495 h 1003"/>
              <a:gd name="T32" fmla="*/ 826 w 1101"/>
              <a:gd name="T33" fmla="*/ 122 h 1003"/>
              <a:gd name="T34" fmla="*/ 745 w 1101"/>
              <a:gd name="T35" fmla="*/ 492 h 1003"/>
              <a:gd name="T36" fmla="*/ 931 w 1101"/>
              <a:gd name="T37" fmla="*/ 346 h 1003"/>
              <a:gd name="T38" fmla="*/ 1039 w 1101"/>
              <a:gd name="T39" fmla="*/ 73 h 1003"/>
              <a:gd name="T40" fmla="*/ 883 w 1101"/>
              <a:gd name="T41" fmla="*/ 109 h 1003"/>
              <a:gd name="T42" fmla="*/ 848 w 1101"/>
              <a:gd name="T43" fmla="*/ 169 h 1003"/>
              <a:gd name="T44" fmla="*/ 826 w 1101"/>
              <a:gd name="T45" fmla="*/ 122 h 1003"/>
              <a:gd name="T46" fmla="*/ 331 w 1101"/>
              <a:gd name="T47" fmla="*/ 947 h 1003"/>
              <a:gd name="T48" fmla="*/ 399 w 1101"/>
              <a:gd name="T49" fmla="*/ 947 h 1003"/>
              <a:gd name="T50" fmla="*/ 485 w 1101"/>
              <a:gd name="T51" fmla="*/ 739 h 1003"/>
              <a:gd name="T52" fmla="*/ 473 w 1101"/>
              <a:gd name="T53" fmla="*/ 739 h 1003"/>
              <a:gd name="T54" fmla="*/ 434 w 1101"/>
              <a:gd name="T55" fmla="*/ 701 h 1003"/>
              <a:gd name="T56" fmla="*/ 434 w 1101"/>
              <a:gd name="T57" fmla="*/ 701 h 1003"/>
              <a:gd name="T58" fmla="*/ 473 w 1101"/>
              <a:gd name="T59" fmla="*/ 663 h 1003"/>
              <a:gd name="T60" fmla="*/ 493 w 1101"/>
              <a:gd name="T61" fmla="*/ 663 h 1003"/>
              <a:gd name="T62" fmla="*/ 390 w 1101"/>
              <a:gd name="T63" fmla="*/ 542 h 1003"/>
              <a:gd name="T64" fmla="*/ 375 w 1101"/>
              <a:gd name="T65" fmla="*/ 568 h 1003"/>
              <a:gd name="T66" fmla="*/ 127 w 1101"/>
              <a:gd name="T67" fmla="*/ 383 h 1003"/>
              <a:gd name="T68" fmla="*/ 2 w 1101"/>
              <a:gd name="T69" fmla="*/ 38 h 1003"/>
              <a:gd name="T70" fmla="*/ 0 w 1101"/>
              <a:gd name="T71" fmla="*/ 0 h 1003"/>
              <a:gd name="T72" fmla="*/ 37 w 1101"/>
              <a:gd name="T73" fmla="*/ 10 h 1003"/>
              <a:gd name="T74" fmla="*/ 265 w 1101"/>
              <a:gd name="T75" fmla="*/ 61 h 1003"/>
              <a:gd name="T76" fmla="*/ 281 w 1101"/>
              <a:gd name="T77" fmla="*/ 65 h 1003"/>
              <a:gd name="T78" fmla="*/ 284 w 1101"/>
              <a:gd name="T79" fmla="*/ 26 h 1003"/>
              <a:gd name="T80" fmla="*/ 527 w 1101"/>
              <a:gd name="T81" fmla="*/ 26 h 1003"/>
              <a:gd name="T82" fmla="*/ 579 w 1101"/>
              <a:gd name="T83" fmla="*/ 26 h 1003"/>
              <a:gd name="T84" fmla="*/ 822 w 1101"/>
              <a:gd name="T85" fmla="*/ 26 h 1003"/>
              <a:gd name="T86" fmla="*/ 824 w 1101"/>
              <a:gd name="T87" fmla="*/ 64 h 1003"/>
              <a:gd name="T88" fmla="*/ 836 w 1101"/>
              <a:gd name="T89" fmla="*/ 61 h 1003"/>
              <a:gd name="T90" fmla="*/ 1064 w 1101"/>
              <a:gd name="T91" fmla="*/ 10 h 1003"/>
              <a:gd name="T92" fmla="*/ 1101 w 1101"/>
              <a:gd name="T93" fmla="*/ 0 h 1003"/>
              <a:gd name="T94" fmla="*/ 1099 w 1101"/>
              <a:gd name="T95" fmla="*/ 38 h 1003"/>
              <a:gd name="T96" fmla="*/ 974 w 1101"/>
              <a:gd name="T97" fmla="*/ 383 h 1003"/>
              <a:gd name="T98" fmla="*/ 727 w 1101"/>
              <a:gd name="T99" fmla="*/ 568 h 1003"/>
              <a:gd name="T100" fmla="*/ 713 w 1101"/>
              <a:gd name="T101" fmla="*/ 545 h 1003"/>
              <a:gd name="T102" fmla="*/ 613 w 1101"/>
              <a:gd name="T103" fmla="*/ 663 h 1003"/>
              <a:gd name="T104" fmla="*/ 631 w 1101"/>
              <a:gd name="T105" fmla="*/ 663 h 1003"/>
              <a:gd name="T106" fmla="*/ 669 w 1101"/>
              <a:gd name="T107" fmla="*/ 701 h 1003"/>
              <a:gd name="T108" fmla="*/ 669 w 1101"/>
              <a:gd name="T109" fmla="*/ 701 h 1003"/>
              <a:gd name="T110" fmla="*/ 631 w 1101"/>
              <a:gd name="T111" fmla="*/ 739 h 1003"/>
              <a:gd name="T112" fmla="*/ 620 w 1101"/>
              <a:gd name="T113" fmla="*/ 739 h 1003"/>
              <a:gd name="T114" fmla="*/ 707 w 1101"/>
              <a:gd name="T115" fmla="*/ 947 h 1003"/>
              <a:gd name="T116" fmla="*/ 776 w 1101"/>
              <a:gd name="T117" fmla="*/ 947 h 1003"/>
              <a:gd name="T118" fmla="*/ 794 w 1101"/>
              <a:gd name="T119" fmla="*/ 1003 h 1003"/>
              <a:gd name="T120" fmla="*/ 314 w 1101"/>
              <a:gd name="T121" fmla="*/ 1003 h 1003"/>
              <a:gd name="T122" fmla="*/ 331 w 1101"/>
              <a:gd name="T123" fmla="*/ 947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01" h="1003">
                <a:moveTo>
                  <a:pt x="339" y="79"/>
                </a:moveTo>
                <a:cubicBezTo>
                  <a:pt x="338" y="153"/>
                  <a:pt x="342" y="225"/>
                  <a:pt x="356" y="295"/>
                </a:cubicBezTo>
                <a:cubicBezTo>
                  <a:pt x="371" y="365"/>
                  <a:pt x="397" y="432"/>
                  <a:pt x="440" y="494"/>
                </a:cubicBezTo>
                <a:cubicBezTo>
                  <a:pt x="446" y="504"/>
                  <a:pt x="461" y="506"/>
                  <a:pt x="471" y="499"/>
                </a:cubicBezTo>
                <a:cubicBezTo>
                  <a:pt x="482" y="492"/>
                  <a:pt x="485" y="478"/>
                  <a:pt x="477" y="467"/>
                </a:cubicBezTo>
                <a:cubicBezTo>
                  <a:pt x="438" y="410"/>
                  <a:pt x="414" y="350"/>
                  <a:pt x="400" y="286"/>
                </a:cubicBezTo>
                <a:cubicBezTo>
                  <a:pt x="386" y="220"/>
                  <a:pt x="384" y="151"/>
                  <a:pt x="385" y="79"/>
                </a:cubicBezTo>
                <a:cubicBezTo>
                  <a:pt x="385" y="66"/>
                  <a:pt x="375" y="56"/>
                  <a:pt x="362" y="56"/>
                </a:cubicBezTo>
                <a:cubicBezTo>
                  <a:pt x="349" y="56"/>
                  <a:pt x="339" y="66"/>
                  <a:pt x="339" y="79"/>
                </a:cubicBezTo>
                <a:close/>
                <a:moveTo>
                  <a:pt x="363" y="495"/>
                </a:moveTo>
                <a:cubicBezTo>
                  <a:pt x="306" y="389"/>
                  <a:pt x="279" y="261"/>
                  <a:pt x="279" y="113"/>
                </a:cubicBezTo>
                <a:lnTo>
                  <a:pt x="254" y="169"/>
                </a:lnTo>
                <a:lnTo>
                  <a:pt x="219" y="109"/>
                </a:lnTo>
                <a:lnTo>
                  <a:pt x="61" y="73"/>
                </a:lnTo>
                <a:cubicBezTo>
                  <a:pt x="73" y="195"/>
                  <a:pt x="113" y="280"/>
                  <a:pt x="170" y="346"/>
                </a:cubicBezTo>
                <a:cubicBezTo>
                  <a:pt x="224" y="407"/>
                  <a:pt x="292" y="452"/>
                  <a:pt x="363" y="495"/>
                </a:cubicBezTo>
                <a:close/>
                <a:moveTo>
                  <a:pt x="826" y="122"/>
                </a:moveTo>
                <a:cubicBezTo>
                  <a:pt x="827" y="264"/>
                  <a:pt x="799" y="388"/>
                  <a:pt x="745" y="492"/>
                </a:cubicBezTo>
                <a:cubicBezTo>
                  <a:pt x="813" y="450"/>
                  <a:pt x="879" y="405"/>
                  <a:pt x="931" y="346"/>
                </a:cubicBezTo>
                <a:cubicBezTo>
                  <a:pt x="988" y="280"/>
                  <a:pt x="1029" y="195"/>
                  <a:pt x="1039" y="73"/>
                </a:cubicBezTo>
                <a:lnTo>
                  <a:pt x="883" y="109"/>
                </a:lnTo>
                <a:lnTo>
                  <a:pt x="848" y="169"/>
                </a:lnTo>
                <a:lnTo>
                  <a:pt x="826" y="122"/>
                </a:lnTo>
                <a:close/>
                <a:moveTo>
                  <a:pt x="331" y="947"/>
                </a:moveTo>
                <a:lnTo>
                  <a:pt x="399" y="947"/>
                </a:lnTo>
                <a:cubicBezTo>
                  <a:pt x="449" y="900"/>
                  <a:pt x="479" y="832"/>
                  <a:pt x="485" y="739"/>
                </a:cubicBezTo>
                <a:lnTo>
                  <a:pt x="473" y="739"/>
                </a:lnTo>
                <a:cubicBezTo>
                  <a:pt x="452" y="739"/>
                  <a:pt x="434" y="723"/>
                  <a:pt x="434" y="701"/>
                </a:cubicBezTo>
                <a:lnTo>
                  <a:pt x="434" y="701"/>
                </a:lnTo>
                <a:cubicBezTo>
                  <a:pt x="434" y="680"/>
                  <a:pt x="452" y="663"/>
                  <a:pt x="473" y="663"/>
                </a:cubicBezTo>
                <a:lnTo>
                  <a:pt x="493" y="663"/>
                </a:lnTo>
                <a:cubicBezTo>
                  <a:pt x="454" y="627"/>
                  <a:pt x="419" y="587"/>
                  <a:pt x="390" y="542"/>
                </a:cubicBezTo>
                <a:lnTo>
                  <a:pt x="375" y="568"/>
                </a:lnTo>
                <a:cubicBezTo>
                  <a:pt x="286" y="516"/>
                  <a:pt x="197" y="462"/>
                  <a:pt x="127" y="383"/>
                </a:cubicBezTo>
                <a:cubicBezTo>
                  <a:pt x="56" y="302"/>
                  <a:pt x="8" y="195"/>
                  <a:pt x="2" y="38"/>
                </a:cubicBezTo>
                <a:lnTo>
                  <a:pt x="0" y="0"/>
                </a:lnTo>
                <a:lnTo>
                  <a:pt x="37" y="10"/>
                </a:lnTo>
                <a:lnTo>
                  <a:pt x="265" y="61"/>
                </a:lnTo>
                <a:lnTo>
                  <a:pt x="281" y="65"/>
                </a:lnTo>
                <a:cubicBezTo>
                  <a:pt x="282" y="52"/>
                  <a:pt x="283" y="40"/>
                  <a:pt x="284" y="26"/>
                </a:cubicBezTo>
                <a:lnTo>
                  <a:pt x="527" y="26"/>
                </a:lnTo>
                <a:lnTo>
                  <a:pt x="579" y="26"/>
                </a:lnTo>
                <a:lnTo>
                  <a:pt x="822" y="26"/>
                </a:lnTo>
                <a:cubicBezTo>
                  <a:pt x="823" y="40"/>
                  <a:pt x="824" y="51"/>
                  <a:pt x="824" y="64"/>
                </a:cubicBezTo>
                <a:lnTo>
                  <a:pt x="836" y="61"/>
                </a:lnTo>
                <a:lnTo>
                  <a:pt x="1064" y="10"/>
                </a:lnTo>
                <a:lnTo>
                  <a:pt x="1101" y="0"/>
                </a:lnTo>
                <a:lnTo>
                  <a:pt x="1099" y="38"/>
                </a:lnTo>
                <a:cubicBezTo>
                  <a:pt x="1094" y="195"/>
                  <a:pt x="1045" y="302"/>
                  <a:pt x="974" y="383"/>
                </a:cubicBezTo>
                <a:cubicBezTo>
                  <a:pt x="905" y="462"/>
                  <a:pt x="816" y="516"/>
                  <a:pt x="727" y="568"/>
                </a:cubicBezTo>
                <a:lnTo>
                  <a:pt x="713" y="545"/>
                </a:lnTo>
                <a:cubicBezTo>
                  <a:pt x="685" y="588"/>
                  <a:pt x="652" y="627"/>
                  <a:pt x="613" y="663"/>
                </a:cubicBezTo>
                <a:lnTo>
                  <a:pt x="631" y="663"/>
                </a:lnTo>
                <a:cubicBezTo>
                  <a:pt x="653" y="663"/>
                  <a:pt x="669" y="680"/>
                  <a:pt x="669" y="701"/>
                </a:cubicBezTo>
                <a:lnTo>
                  <a:pt x="669" y="701"/>
                </a:lnTo>
                <a:cubicBezTo>
                  <a:pt x="669" y="723"/>
                  <a:pt x="653" y="739"/>
                  <a:pt x="631" y="739"/>
                </a:cubicBezTo>
                <a:lnTo>
                  <a:pt x="620" y="739"/>
                </a:lnTo>
                <a:cubicBezTo>
                  <a:pt x="627" y="832"/>
                  <a:pt x="657" y="900"/>
                  <a:pt x="707" y="947"/>
                </a:cubicBezTo>
                <a:lnTo>
                  <a:pt x="776" y="947"/>
                </a:lnTo>
                <a:lnTo>
                  <a:pt x="794" y="1003"/>
                </a:lnTo>
                <a:lnTo>
                  <a:pt x="314" y="1003"/>
                </a:lnTo>
                <a:lnTo>
                  <a:pt x="331" y="947"/>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108" name="Freeform 118"/>
          <p:cNvSpPr>
            <a:spLocks noChangeAspect="1" noEditPoints="1"/>
          </p:cNvSpPr>
          <p:nvPr/>
        </p:nvSpPr>
        <p:spPr bwMode="auto">
          <a:xfrm>
            <a:off x="10335845" y="3624955"/>
            <a:ext cx="337656" cy="240340"/>
          </a:xfrm>
          <a:custGeom>
            <a:avLst/>
            <a:gdLst>
              <a:gd name="T0" fmla="*/ 132 w 1003"/>
              <a:gd name="T1" fmla="*/ 715 h 715"/>
              <a:gd name="T2" fmla="*/ 0 w 1003"/>
              <a:gd name="T3" fmla="*/ 715 h 715"/>
              <a:gd name="T4" fmla="*/ 0 w 1003"/>
              <a:gd name="T5" fmla="*/ 395 h 715"/>
              <a:gd name="T6" fmla="*/ 132 w 1003"/>
              <a:gd name="T7" fmla="*/ 395 h 715"/>
              <a:gd name="T8" fmla="*/ 132 w 1003"/>
              <a:gd name="T9" fmla="*/ 715 h 715"/>
              <a:gd name="T10" fmla="*/ 1003 w 1003"/>
              <a:gd name="T11" fmla="*/ 715 h 715"/>
              <a:gd name="T12" fmla="*/ 878 w 1003"/>
              <a:gd name="T13" fmla="*/ 715 h 715"/>
              <a:gd name="T14" fmla="*/ 878 w 1003"/>
              <a:gd name="T15" fmla="*/ 81 h 715"/>
              <a:gd name="T16" fmla="*/ 1003 w 1003"/>
              <a:gd name="T17" fmla="*/ 81 h 715"/>
              <a:gd name="T18" fmla="*/ 1003 w 1003"/>
              <a:gd name="T19" fmla="*/ 715 h 715"/>
              <a:gd name="T20" fmla="*/ 791 w 1003"/>
              <a:gd name="T21" fmla="*/ 715 h 715"/>
              <a:gd name="T22" fmla="*/ 655 w 1003"/>
              <a:gd name="T23" fmla="*/ 715 h 715"/>
              <a:gd name="T24" fmla="*/ 655 w 1003"/>
              <a:gd name="T25" fmla="*/ 292 h 715"/>
              <a:gd name="T26" fmla="*/ 791 w 1003"/>
              <a:gd name="T27" fmla="*/ 292 h 715"/>
              <a:gd name="T28" fmla="*/ 791 w 1003"/>
              <a:gd name="T29" fmla="*/ 715 h 715"/>
              <a:gd name="T30" fmla="*/ 567 w 1003"/>
              <a:gd name="T31" fmla="*/ 715 h 715"/>
              <a:gd name="T32" fmla="*/ 442 w 1003"/>
              <a:gd name="T33" fmla="*/ 715 h 715"/>
              <a:gd name="T34" fmla="*/ 442 w 1003"/>
              <a:gd name="T35" fmla="*/ 168 h 715"/>
              <a:gd name="T36" fmla="*/ 567 w 1003"/>
              <a:gd name="T37" fmla="*/ 168 h 715"/>
              <a:gd name="T38" fmla="*/ 567 w 1003"/>
              <a:gd name="T39" fmla="*/ 715 h 715"/>
              <a:gd name="T40" fmla="*/ 354 w 1003"/>
              <a:gd name="T41" fmla="*/ 715 h 715"/>
              <a:gd name="T42" fmla="*/ 223 w 1003"/>
              <a:gd name="T43" fmla="*/ 715 h 715"/>
              <a:gd name="T44" fmla="*/ 223 w 1003"/>
              <a:gd name="T45" fmla="*/ 0 h 715"/>
              <a:gd name="T46" fmla="*/ 354 w 1003"/>
              <a:gd name="T47" fmla="*/ 0 h 715"/>
              <a:gd name="T48" fmla="*/ 354 w 1003"/>
              <a:gd name="T49" fmla="*/ 715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03" h="715">
                <a:moveTo>
                  <a:pt x="132" y="715"/>
                </a:moveTo>
                <a:lnTo>
                  <a:pt x="0" y="715"/>
                </a:lnTo>
                <a:lnTo>
                  <a:pt x="0" y="395"/>
                </a:lnTo>
                <a:lnTo>
                  <a:pt x="132" y="395"/>
                </a:lnTo>
                <a:lnTo>
                  <a:pt x="132" y="715"/>
                </a:lnTo>
                <a:close/>
                <a:moveTo>
                  <a:pt x="1003" y="715"/>
                </a:moveTo>
                <a:lnTo>
                  <a:pt x="878" y="715"/>
                </a:lnTo>
                <a:lnTo>
                  <a:pt x="878" y="81"/>
                </a:lnTo>
                <a:lnTo>
                  <a:pt x="1003" y="81"/>
                </a:lnTo>
                <a:lnTo>
                  <a:pt x="1003" y="715"/>
                </a:lnTo>
                <a:close/>
                <a:moveTo>
                  <a:pt x="791" y="715"/>
                </a:moveTo>
                <a:lnTo>
                  <a:pt x="655" y="715"/>
                </a:lnTo>
                <a:lnTo>
                  <a:pt x="655" y="292"/>
                </a:lnTo>
                <a:lnTo>
                  <a:pt x="791" y="292"/>
                </a:lnTo>
                <a:lnTo>
                  <a:pt x="791" y="715"/>
                </a:lnTo>
                <a:close/>
                <a:moveTo>
                  <a:pt x="567" y="715"/>
                </a:moveTo>
                <a:lnTo>
                  <a:pt x="442" y="715"/>
                </a:lnTo>
                <a:lnTo>
                  <a:pt x="442" y="168"/>
                </a:lnTo>
                <a:lnTo>
                  <a:pt x="567" y="168"/>
                </a:lnTo>
                <a:lnTo>
                  <a:pt x="567" y="715"/>
                </a:lnTo>
                <a:close/>
                <a:moveTo>
                  <a:pt x="354" y="715"/>
                </a:moveTo>
                <a:lnTo>
                  <a:pt x="223" y="715"/>
                </a:lnTo>
                <a:lnTo>
                  <a:pt x="223" y="0"/>
                </a:lnTo>
                <a:lnTo>
                  <a:pt x="354" y="0"/>
                </a:lnTo>
                <a:lnTo>
                  <a:pt x="354" y="715"/>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109" name="Freeform 22"/>
          <p:cNvSpPr>
            <a:spLocks noChangeAspect="1" noEditPoints="1"/>
          </p:cNvSpPr>
          <p:nvPr/>
        </p:nvSpPr>
        <p:spPr bwMode="auto">
          <a:xfrm>
            <a:off x="10302669" y="4869523"/>
            <a:ext cx="404007" cy="460037"/>
          </a:xfrm>
          <a:custGeom>
            <a:avLst/>
            <a:gdLst>
              <a:gd name="T0" fmla="*/ 733 w 1197"/>
              <a:gd name="T1" fmla="*/ 930 h 1367"/>
              <a:gd name="T2" fmla="*/ 500 w 1197"/>
              <a:gd name="T3" fmla="*/ 1055 h 1367"/>
              <a:gd name="T4" fmla="*/ 466 w 1197"/>
              <a:gd name="T5" fmla="*/ 930 h 1367"/>
              <a:gd name="T6" fmla="*/ 306 w 1197"/>
              <a:gd name="T7" fmla="*/ 602 h 1367"/>
              <a:gd name="T8" fmla="*/ 568 w 1197"/>
              <a:gd name="T9" fmla="*/ 308 h 1367"/>
              <a:gd name="T10" fmla="*/ 599 w 1197"/>
              <a:gd name="T11" fmla="*/ 306 h 1367"/>
              <a:gd name="T12" fmla="*/ 630 w 1197"/>
              <a:gd name="T13" fmla="*/ 308 h 1367"/>
              <a:gd name="T14" fmla="*/ 835 w 1197"/>
              <a:gd name="T15" fmla="*/ 424 h 1367"/>
              <a:gd name="T16" fmla="*/ 625 w 1197"/>
              <a:gd name="T17" fmla="*/ 461 h 1367"/>
              <a:gd name="T18" fmla="*/ 693 w 1197"/>
              <a:gd name="T19" fmla="*/ 503 h 1367"/>
              <a:gd name="T20" fmla="*/ 625 w 1197"/>
              <a:gd name="T21" fmla="*/ 405 h 1367"/>
              <a:gd name="T22" fmla="*/ 565 w 1197"/>
              <a:gd name="T23" fmla="*/ 371 h 1367"/>
              <a:gd name="T24" fmla="*/ 496 w 1197"/>
              <a:gd name="T25" fmla="*/ 620 h 1367"/>
              <a:gd name="T26" fmla="*/ 499 w 1197"/>
              <a:gd name="T27" fmla="*/ 773 h 1367"/>
              <a:gd name="T28" fmla="*/ 441 w 1197"/>
              <a:gd name="T29" fmla="*/ 799 h 1367"/>
              <a:gd name="T30" fmla="*/ 613 w 1197"/>
              <a:gd name="T31" fmla="*/ 908 h 1367"/>
              <a:gd name="T32" fmla="*/ 755 w 1197"/>
              <a:gd name="T33" fmla="*/ 710 h 1367"/>
              <a:gd name="T34" fmla="*/ 625 w 1197"/>
              <a:gd name="T35" fmla="*/ 683 h 1367"/>
              <a:gd name="T36" fmla="*/ 564 w 1197"/>
              <a:gd name="T37" fmla="*/ 587 h 1367"/>
              <a:gd name="T38" fmla="*/ 565 w 1197"/>
              <a:gd name="T39" fmla="*/ 588 h 1367"/>
              <a:gd name="T40" fmla="*/ 1023 w 1197"/>
              <a:gd name="T41" fmla="*/ 177 h 1367"/>
              <a:gd name="T42" fmla="*/ 900 w 1197"/>
              <a:gd name="T43" fmla="*/ 299 h 1367"/>
              <a:gd name="T44" fmla="*/ 1162 w 1197"/>
              <a:gd name="T45" fmla="*/ 565 h 1367"/>
              <a:gd name="T46" fmla="*/ 1062 w 1197"/>
              <a:gd name="T47" fmla="*/ 639 h 1367"/>
              <a:gd name="T48" fmla="*/ 952 w 1197"/>
              <a:gd name="T49" fmla="*/ 905 h 1367"/>
              <a:gd name="T50" fmla="*/ 970 w 1197"/>
              <a:gd name="T51" fmla="*/ 1027 h 1367"/>
              <a:gd name="T52" fmla="*/ 952 w 1197"/>
              <a:gd name="T53" fmla="*/ 905 h 1367"/>
              <a:gd name="T54" fmla="*/ 176 w 1197"/>
              <a:gd name="T55" fmla="*/ 1027 h 1367"/>
              <a:gd name="T56" fmla="*/ 299 w 1197"/>
              <a:gd name="T57" fmla="*/ 905 h 1367"/>
              <a:gd name="T58" fmla="*/ 0 w 1197"/>
              <a:gd name="T59" fmla="*/ 602 h 1367"/>
              <a:gd name="T60" fmla="*/ 174 w 1197"/>
              <a:gd name="T61" fmla="*/ 602 h 1367"/>
              <a:gd name="T62" fmla="*/ 176 w 1197"/>
              <a:gd name="T63" fmla="*/ 229 h 1367"/>
              <a:gd name="T64" fmla="*/ 299 w 1197"/>
              <a:gd name="T65" fmla="*/ 248 h 1367"/>
              <a:gd name="T66" fmla="*/ 563 w 1197"/>
              <a:gd name="T67" fmla="*/ 138 h 1367"/>
              <a:gd name="T68" fmla="*/ 636 w 1197"/>
              <a:gd name="T69" fmla="*/ 37 h 1367"/>
              <a:gd name="T70" fmla="*/ 563 w 1197"/>
              <a:gd name="T71" fmla="*/ 138 h 1367"/>
              <a:gd name="T72" fmla="*/ 515 w 1197"/>
              <a:gd name="T73" fmla="*/ 1330 h 1367"/>
              <a:gd name="T74" fmla="*/ 623 w 1197"/>
              <a:gd name="T75" fmla="*/ 1367 h 1367"/>
              <a:gd name="T76" fmla="*/ 698 w 1197"/>
              <a:gd name="T77" fmla="*/ 1234 h 1367"/>
              <a:gd name="T78" fmla="*/ 698 w 1197"/>
              <a:gd name="T79" fmla="*/ 1308 h 1367"/>
              <a:gd name="T80" fmla="*/ 500 w 1197"/>
              <a:gd name="T81" fmla="*/ 1140 h 1367"/>
              <a:gd name="T82" fmla="*/ 734 w 1197"/>
              <a:gd name="T83" fmla="*/ 1177 h 1367"/>
              <a:gd name="T84" fmla="*/ 563 w 1197"/>
              <a:gd name="T85" fmla="*/ 249 h 1367"/>
              <a:gd name="T86" fmla="*/ 953 w 1197"/>
              <a:gd name="T87" fmla="*/ 602 h 1367"/>
              <a:gd name="T88" fmla="*/ 271 w 1197"/>
              <a:gd name="T89" fmla="*/ 747 h 1367"/>
              <a:gd name="T90" fmla="*/ 413 w 1197"/>
              <a:gd name="T91" fmla="*/ 1026 h 1367"/>
              <a:gd name="T92" fmla="*/ 413 w 1197"/>
              <a:gd name="T93" fmla="*/ 1029 h 1367"/>
              <a:gd name="T94" fmla="*/ 784 w 1197"/>
              <a:gd name="T95" fmla="*/ 1029 h 1367"/>
              <a:gd name="T96" fmla="*/ 791 w 1197"/>
              <a:gd name="T97" fmla="*/ 942 h 1367"/>
              <a:gd name="T98" fmla="*/ 953 w 1197"/>
              <a:gd name="T99" fmla="*/ 602 h 1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97" h="1367">
                <a:moveTo>
                  <a:pt x="872" y="725"/>
                </a:moveTo>
                <a:cubicBezTo>
                  <a:pt x="853" y="773"/>
                  <a:pt x="825" y="805"/>
                  <a:pt x="798" y="835"/>
                </a:cubicBezTo>
                <a:cubicBezTo>
                  <a:pt x="784" y="849"/>
                  <a:pt x="770" y="862"/>
                  <a:pt x="758" y="877"/>
                </a:cubicBezTo>
                <a:cubicBezTo>
                  <a:pt x="747" y="892"/>
                  <a:pt x="736" y="910"/>
                  <a:pt x="733" y="930"/>
                </a:cubicBezTo>
                <a:cubicBezTo>
                  <a:pt x="725" y="971"/>
                  <a:pt x="725" y="1015"/>
                  <a:pt x="725" y="1026"/>
                </a:cubicBezTo>
                <a:cubicBezTo>
                  <a:pt x="725" y="1028"/>
                  <a:pt x="725" y="1029"/>
                  <a:pt x="725" y="1029"/>
                </a:cubicBezTo>
                <a:cubicBezTo>
                  <a:pt x="725" y="1044"/>
                  <a:pt x="713" y="1055"/>
                  <a:pt x="699" y="1055"/>
                </a:cubicBezTo>
                <a:lnTo>
                  <a:pt x="500" y="1055"/>
                </a:lnTo>
                <a:cubicBezTo>
                  <a:pt x="493" y="1055"/>
                  <a:pt x="486" y="1053"/>
                  <a:pt x="482" y="1047"/>
                </a:cubicBezTo>
                <a:cubicBezTo>
                  <a:pt x="477" y="1043"/>
                  <a:pt x="474" y="1037"/>
                  <a:pt x="474" y="1029"/>
                </a:cubicBezTo>
                <a:cubicBezTo>
                  <a:pt x="474" y="1029"/>
                  <a:pt x="474" y="1028"/>
                  <a:pt x="474" y="1026"/>
                </a:cubicBezTo>
                <a:cubicBezTo>
                  <a:pt x="474" y="1014"/>
                  <a:pt x="474" y="971"/>
                  <a:pt x="466" y="930"/>
                </a:cubicBezTo>
                <a:cubicBezTo>
                  <a:pt x="463" y="916"/>
                  <a:pt x="458" y="905"/>
                  <a:pt x="452" y="893"/>
                </a:cubicBezTo>
                <a:cubicBezTo>
                  <a:pt x="440" y="875"/>
                  <a:pt x="424" y="859"/>
                  <a:pt x="408" y="841"/>
                </a:cubicBezTo>
                <a:cubicBezTo>
                  <a:pt x="385" y="817"/>
                  <a:pt x="360" y="789"/>
                  <a:pt x="339" y="753"/>
                </a:cubicBezTo>
                <a:cubicBezTo>
                  <a:pt x="320" y="716"/>
                  <a:pt x="306" y="669"/>
                  <a:pt x="306" y="602"/>
                </a:cubicBezTo>
                <a:cubicBezTo>
                  <a:pt x="306" y="535"/>
                  <a:pt x="328" y="474"/>
                  <a:pt x="365" y="424"/>
                </a:cubicBezTo>
                <a:cubicBezTo>
                  <a:pt x="402" y="375"/>
                  <a:pt x="455" y="338"/>
                  <a:pt x="515" y="320"/>
                </a:cubicBezTo>
                <a:lnTo>
                  <a:pt x="522" y="316"/>
                </a:lnTo>
                <a:cubicBezTo>
                  <a:pt x="537" y="312"/>
                  <a:pt x="553" y="310"/>
                  <a:pt x="568" y="308"/>
                </a:cubicBezTo>
                <a:lnTo>
                  <a:pt x="569" y="308"/>
                </a:lnTo>
                <a:lnTo>
                  <a:pt x="571" y="308"/>
                </a:lnTo>
                <a:cubicBezTo>
                  <a:pt x="581" y="307"/>
                  <a:pt x="589" y="306"/>
                  <a:pt x="599" y="306"/>
                </a:cubicBezTo>
                <a:lnTo>
                  <a:pt x="599" y="306"/>
                </a:lnTo>
                <a:lnTo>
                  <a:pt x="601" y="306"/>
                </a:lnTo>
                <a:cubicBezTo>
                  <a:pt x="609" y="306"/>
                  <a:pt x="619" y="307"/>
                  <a:pt x="627" y="308"/>
                </a:cubicBezTo>
                <a:lnTo>
                  <a:pt x="627" y="308"/>
                </a:lnTo>
                <a:lnTo>
                  <a:pt x="630" y="308"/>
                </a:lnTo>
                <a:lnTo>
                  <a:pt x="630" y="308"/>
                </a:lnTo>
                <a:cubicBezTo>
                  <a:pt x="646" y="310"/>
                  <a:pt x="661" y="312"/>
                  <a:pt x="676" y="316"/>
                </a:cubicBezTo>
                <a:lnTo>
                  <a:pt x="683" y="320"/>
                </a:lnTo>
                <a:cubicBezTo>
                  <a:pt x="744" y="338"/>
                  <a:pt x="796" y="375"/>
                  <a:pt x="835" y="424"/>
                </a:cubicBezTo>
                <a:cubicBezTo>
                  <a:pt x="871" y="474"/>
                  <a:pt x="893" y="535"/>
                  <a:pt x="893" y="602"/>
                </a:cubicBezTo>
                <a:cubicBezTo>
                  <a:pt x="893" y="654"/>
                  <a:pt x="884" y="693"/>
                  <a:pt x="872" y="725"/>
                </a:cubicBezTo>
                <a:close/>
                <a:moveTo>
                  <a:pt x="625" y="616"/>
                </a:moveTo>
                <a:lnTo>
                  <a:pt x="625" y="461"/>
                </a:lnTo>
                <a:cubicBezTo>
                  <a:pt x="630" y="462"/>
                  <a:pt x="635" y="464"/>
                  <a:pt x="641" y="467"/>
                </a:cubicBezTo>
                <a:cubicBezTo>
                  <a:pt x="655" y="471"/>
                  <a:pt x="675" y="486"/>
                  <a:pt x="685" y="495"/>
                </a:cubicBezTo>
                <a:cubicBezTo>
                  <a:pt x="688" y="497"/>
                  <a:pt x="690" y="498"/>
                  <a:pt x="692" y="500"/>
                </a:cubicBezTo>
                <a:cubicBezTo>
                  <a:pt x="695" y="505"/>
                  <a:pt x="692" y="500"/>
                  <a:pt x="693" y="503"/>
                </a:cubicBezTo>
                <a:cubicBezTo>
                  <a:pt x="694" y="505"/>
                  <a:pt x="695" y="506"/>
                  <a:pt x="696" y="507"/>
                </a:cubicBezTo>
                <a:cubicBezTo>
                  <a:pt x="713" y="533"/>
                  <a:pt x="758" y="493"/>
                  <a:pt x="744" y="470"/>
                </a:cubicBezTo>
                <a:cubicBezTo>
                  <a:pt x="728" y="443"/>
                  <a:pt x="688" y="420"/>
                  <a:pt x="656" y="411"/>
                </a:cubicBezTo>
                <a:cubicBezTo>
                  <a:pt x="646" y="408"/>
                  <a:pt x="636" y="406"/>
                  <a:pt x="625" y="405"/>
                </a:cubicBezTo>
                <a:lnTo>
                  <a:pt x="625" y="371"/>
                </a:lnTo>
                <a:cubicBezTo>
                  <a:pt x="625" y="365"/>
                  <a:pt x="620" y="361"/>
                  <a:pt x="613" y="361"/>
                </a:cubicBezTo>
                <a:lnTo>
                  <a:pt x="576" y="361"/>
                </a:lnTo>
                <a:cubicBezTo>
                  <a:pt x="570" y="361"/>
                  <a:pt x="565" y="365"/>
                  <a:pt x="565" y="371"/>
                </a:cubicBezTo>
                <a:lnTo>
                  <a:pt x="565" y="407"/>
                </a:lnTo>
                <a:cubicBezTo>
                  <a:pt x="532" y="412"/>
                  <a:pt x="500" y="425"/>
                  <a:pt x="478" y="448"/>
                </a:cubicBezTo>
                <a:cubicBezTo>
                  <a:pt x="443" y="481"/>
                  <a:pt x="433" y="532"/>
                  <a:pt x="453" y="575"/>
                </a:cubicBezTo>
                <a:cubicBezTo>
                  <a:pt x="462" y="594"/>
                  <a:pt x="478" y="610"/>
                  <a:pt x="496" y="620"/>
                </a:cubicBezTo>
                <a:cubicBezTo>
                  <a:pt x="506" y="625"/>
                  <a:pt x="535" y="639"/>
                  <a:pt x="565" y="654"/>
                </a:cubicBezTo>
                <a:lnTo>
                  <a:pt x="565" y="806"/>
                </a:lnTo>
                <a:cubicBezTo>
                  <a:pt x="557" y="804"/>
                  <a:pt x="550" y="803"/>
                  <a:pt x="544" y="800"/>
                </a:cubicBezTo>
                <a:cubicBezTo>
                  <a:pt x="529" y="796"/>
                  <a:pt x="511" y="783"/>
                  <a:pt x="499" y="773"/>
                </a:cubicBezTo>
                <a:cubicBezTo>
                  <a:pt x="498" y="772"/>
                  <a:pt x="496" y="770"/>
                  <a:pt x="494" y="768"/>
                </a:cubicBezTo>
                <a:cubicBezTo>
                  <a:pt x="490" y="764"/>
                  <a:pt x="493" y="767"/>
                  <a:pt x="492" y="766"/>
                </a:cubicBezTo>
                <a:cubicBezTo>
                  <a:pt x="491" y="765"/>
                  <a:pt x="490" y="764"/>
                  <a:pt x="489" y="762"/>
                </a:cubicBezTo>
                <a:cubicBezTo>
                  <a:pt x="473" y="735"/>
                  <a:pt x="427" y="776"/>
                  <a:pt x="441" y="799"/>
                </a:cubicBezTo>
                <a:cubicBezTo>
                  <a:pt x="463" y="834"/>
                  <a:pt x="513" y="856"/>
                  <a:pt x="565" y="863"/>
                </a:cubicBezTo>
                <a:lnTo>
                  <a:pt x="565" y="897"/>
                </a:lnTo>
                <a:cubicBezTo>
                  <a:pt x="565" y="904"/>
                  <a:pt x="570" y="908"/>
                  <a:pt x="576" y="908"/>
                </a:cubicBezTo>
                <a:lnTo>
                  <a:pt x="613" y="908"/>
                </a:lnTo>
                <a:cubicBezTo>
                  <a:pt x="620" y="908"/>
                  <a:pt x="625" y="904"/>
                  <a:pt x="625" y="897"/>
                </a:cubicBezTo>
                <a:lnTo>
                  <a:pt x="625" y="867"/>
                </a:lnTo>
                <a:cubicBezTo>
                  <a:pt x="663" y="863"/>
                  <a:pt x="699" y="854"/>
                  <a:pt x="720" y="834"/>
                </a:cubicBezTo>
                <a:cubicBezTo>
                  <a:pt x="755" y="803"/>
                  <a:pt x="770" y="754"/>
                  <a:pt x="755" y="710"/>
                </a:cubicBezTo>
                <a:cubicBezTo>
                  <a:pt x="739" y="663"/>
                  <a:pt x="673" y="635"/>
                  <a:pt x="625" y="616"/>
                </a:cubicBezTo>
                <a:close/>
                <a:moveTo>
                  <a:pt x="670" y="795"/>
                </a:moveTo>
                <a:cubicBezTo>
                  <a:pt x="657" y="804"/>
                  <a:pt x="642" y="809"/>
                  <a:pt x="625" y="810"/>
                </a:cubicBezTo>
                <a:lnTo>
                  <a:pt x="625" y="683"/>
                </a:lnTo>
                <a:cubicBezTo>
                  <a:pt x="635" y="687"/>
                  <a:pt x="641" y="691"/>
                  <a:pt x="642" y="691"/>
                </a:cubicBezTo>
                <a:cubicBezTo>
                  <a:pt x="658" y="698"/>
                  <a:pt x="674" y="711"/>
                  <a:pt x="682" y="725"/>
                </a:cubicBezTo>
                <a:cubicBezTo>
                  <a:pt x="695" y="749"/>
                  <a:pt x="689" y="780"/>
                  <a:pt x="670" y="795"/>
                </a:cubicBezTo>
                <a:close/>
                <a:moveTo>
                  <a:pt x="564" y="587"/>
                </a:moveTo>
                <a:cubicBezTo>
                  <a:pt x="543" y="579"/>
                  <a:pt x="529" y="572"/>
                  <a:pt x="518" y="554"/>
                </a:cubicBezTo>
                <a:cubicBezTo>
                  <a:pt x="504" y="532"/>
                  <a:pt x="508" y="499"/>
                  <a:pt x="526" y="484"/>
                </a:cubicBezTo>
                <a:cubicBezTo>
                  <a:pt x="537" y="474"/>
                  <a:pt x="550" y="467"/>
                  <a:pt x="565" y="462"/>
                </a:cubicBezTo>
                <a:lnTo>
                  <a:pt x="565" y="588"/>
                </a:lnTo>
                <a:cubicBezTo>
                  <a:pt x="564" y="588"/>
                  <a:pt x="564" y="587"/>
                  <a:pt x="564" y="587"/>
                </a:cubicBezTo>
                <a:close/>
                <a:moveTo>
                  <a:pt x="900" y="248"/>
                </a:moveTo>
                <a:lnTo>
                  <a:pt x="970" y="177"/>
                </a:lnTo>
                <a:cubicBezTo>
                  <a:pt x="985" y="162"/>
                  <a:pt x="1008" y="162"/>
                  <a:pt x="1023" y="177"/>
                </a:cubicBezTo>
                <a:lnTo>
                  <a:pt x="1023" y="177"/>
                </a:lnTo>
                <a:cubicBezTo>
                  <a:pt x="1037" y="190"/>
                  <a:pt x="1037" y="215"/>
                  <a:pt x="1023" y="229"/>
                </a:cubicBezTo>
                <a:lnTo>
                  <a:pt x="952" y="299"/>
                </a:lnTo>
                <a:cubicBezTo>
                  <a:pt x="937" y="314"/>
                  <a:pt x="914" y="314"/>
                  <a:pt x="900" y="299"/>
                </a:cubicBezTo>
                <a:lnTo>
                  <a:pt x="900" y="299"/>
                </a:lnTo>
                <a:cubicBezTo>
                  <a:pt x="885" y="286"/>
                  <a:pt x="885" y="261"/>
                  <a:pt x="900" y="248"/>
                </a:cubicBezTo>
                <a:close/>
                <a:moveTo>
                  <a:pt x="1062" y="565"/>
                </a:moveTo>
                <a:lnTo>
                  <a:pt x="1162" y="565"/>
                </a:lnTo>
                <a:cubicBezTo>
                  <a:pt x="1182" y="565"/>
                  <a:pt x="1197" y="582"/>
                  <a:pt x="1197" y="602"/>
                </a:cubicBezTo>
                <a:lnTo>
                  <a:pt x="1197" y="602"/>
                </a:lnTo>
                <a:cubicBezTo>
                  <a:pt x="1197" y="622"/>
                  <a:pt x="1182" y="639"/>
                  <a:pt x="1162" y="639"/>
                </a:cubicBezTo>
                <a:lnTo>
                  <a:pt x="1062" y="639"/>
                </a:lnTo>
                <a:cubicBezTo>
                  <a:pt x="1041" y="639"/>
                  <a:pt x="1025" y="622"/>
                  <a:pt x="1025" y="602"/>
                </a:cubicBezTo>
                <a:lnTo>
                  <a:pt x="1025" y="602"/>
                </a:lnTo>
                <a:cubicBezTo>
                  <a:pt x="1025" y="582"/>
                  <a:pt x="1041" y="565"/>
                  <a:pt x="1062" y="565"/>
                </a:cubicBezTo>
                <a:close/>
                <a:moveTo>
                  <a:pt x="952" y="905"/>
                </a:moveTo>
                <a:lnTo>
                  <a:pt x="1023" y="976"/>
                </a:lnTo>
                <a:cubicBezTo>
                  <a:pt x="1037" y="989"/>
                  <a:pt x="1037" y="1014"/>
                  <a:pt x="1023" y="1027"/>
                </a:cubicBezTo>
                <a:lnTo>
                  <a:pt x="1023" y="1027"/>
                </a:lnTo>
                <a:cubicBezTo>
                  <a:pt x="1008" y="1042"/>
                  <a:pt x="985" y="1042"/>
                  <a:pt x="970" y="1027"/>
                </a:cubicBezTo>
                <a:lnTo>
                  <a:pt x="900" y="956"/>
                </a:lnTo>
                <a:cubicBezTo>
                  <a:pt x="885" y="943"/>
                  <a:pt x="885" y="918"/>
                  <a:pt x="900" y="905"/>
                </a:cubicBezTo>
                <a:lnTo>
                  <a:pt x="900" y="905"/>
                </a:lnTo>
                <a:cubicBezTo>
                  <a:pt x="914" y="890"/>
                  <a:pt x="937" y="890"/>
                  <a:pt x="952" y="905"/>
                </a:cubicBezTo>
                <a:close/>
                <a:moveTo>
                  <a:pt x="299" y="956"/>
                </a:moveTo>
                <a:lnTo>
                  <a:pt x="228" y="1027"/>
                </a:lnTo>
                <a:cubicBezTo>
                  <a:pt x="214" y="1042"/>
                  <a:pt x="190" y="1042"/>
                  <a:pt x="176" y="1027"/>
                </a:cubicBezTo>
                <a:lnTo>
                  <a:pt x="176" y="1027"/>
                </a:lnTo>
                <a:cubicBezTo>
                  <a:pt x="162" y="1014"/>
                  <a:pt x="162" y="989"/>
                  <a:pt x="176" y="976"/>
                </a:cubicBezTo>
                <a:lnTo>
                  <a:pt x="246" y="905"/>
                </a:lnTo>
                <a:cubicBezTo>
                  <a:pt x="261" y="890"/>
                  <a:pt x="284" y="890"/>
                  <a:pt x="299" y="905"/>
                </a:cubicBezTo>
                <a:lnTo>
                  <a:pt x="299" y="905"/>
                </a:lnTo>
                <a:cubicBezTo>
                  <a:pt x="313" y="918"/>
                  <a:pt x="313" y="943"/>
                  <a:pt x="299" y="956"/>
                </a:cubicBezTo>
                <a:close/>
                <a:moveTo>
                  <a:pt x="137" y="639"/>
                </a:moveTo>
                <a:lnTo>
                  <a:pt x="37" y="639"/>
                </a:lnTo>
                <a:cubicBezTo>
                  <a:pt x="17" y="639"/>
                  <a:pt x="0" y="622"/>
                  <a:pt x="0" y="602"/>
                </a:cubicBezTo>
                <a:lnTo>
                  <a:pt x="0" y="602"/>
                </a:lnTo>
                <a:cubicBezTo>
                  <a:pt x="0" y="582"/>
                  <a:pt x="17" y="565"/>
                  <a:pt x="37" y="565"/>
                </a:cubicBezTo>
                <a:lnTo>
                  <a:pt x="137" y="565"/>
                </a:lnTo>
                <a:cubicBezTo>
                  <a:pt x="157" y="565"/>
                  <a:pt x="174" y="582"/>
                  <a:pt x="174" y="602"/>
                </a:cubicBezTo>
                <a:lnTo>
                  <a:pt x="174" y="602"/>
                </a:lnTo>
                <a:cubicBezTo>
                  <a:pt x="174" y="622"/>
                  <a:pt x="157" y="639"/>
                  <a:pt x="137" y="639"/>
                </a:cubicBezTo>
                <a:close/>
                <a:moveTo>
                  <a:pt x="246" y="299"/>
                </a:moveTo>
                <a:lnTo>
                  <a:pt x="176" y="229"/>
                </a:lnTo>
                <a:cubicBezTo>
                  <a:pt x="162" y="215"/>
                  <a:pt x="162" y="190"/>
                  <a:pt x="176" y="177"/>
                </a:cubicBezTo>
                <a:lnTo>
                  <a:pt x="176" y="177"/>
                </a:lnTo>
                <a:cubicBezTo>
                  <a:pt x="190" y="162"/>
                  <a:pt x="214" y="162"/>
                  <a:pt x="228" y="177"/>
                </a:cubicBezTo>
                <a:lnTo>
                  <a:pt x="299" y="248"/>
                </a:lnTo>
                <a:cubicBezTo>
                  <a:pt x="313" y="261"/>
                  <a:pt x="313" y="286"/>
                  <a:pt x="299" y="299"/>
                </a:cubicBezTo>
                <a:lnTo>
                  <a:pt x="299" y="299"/>
                </a:lnTo>
                <a:cubicBezTo>
                  <a:pt x="284" y="314"/>
                  <a:pt x="261" y="314"/>
                  <a:pt x="246" y="299"/>
                </a:cubicBezTo>
                <a:close/>
                <a:moveTo>
                  <a:pt x="563" y="138"/>
                </a:moveTo>
                <a:lnTo>
                  <a:pt x="563" y="37"/>
                </a:lnTo>
                <a:cubicBezTo>
                  <a:pt x="563" y="17"/>
                  <a:pt x="579" y="0"/>
                  <a:pt x="599" y="0"/>
                </a:cubicBezTo>
                <a:lnTo>
                  <a:pt x="599" y="0"/>
                </a:lnTo>
                <a:cubicBezTo>
                  <a:pt x="620" y="0"/>
                  <a:pt x="636" y="17"/>
                  <a:pt x="636" y="37"/>
                </a:cubicBezTo>
                <a:lnTo>
                  <a:pt x="636" y="138"/>
                </a:lnTo>
                <a:cubicBezTo>
                  <a:pt x="636" y="158"/>
                  <a:pt x="620" y="175"/>
                  <a:pt x="599" y="175"/>
                </a:cubicBezTo>
                <a:lnTo>
                  <a:pt x="599" y="175"/>
                </a:lnTo>
                <a:cubicBezTo>
                  <a:pt x="579" y="175"/>
                  <a:pt x="563" y="158"/>
                  <a:pt x="563" y="138"/>
                </a:cubicBezTo>
                <a:close/>
                <a:moveTo>
                  <a:pt x="617" y="1328"/>
                </a:moveTo>
                <a:lnTo>
                  <a:pt x="582" y="1328"/>
                </a:lnTo>
                <a:lnTo>
                  <a:pt x="515" y="1328"/>
                </a:lnTo>
                <a:cubicBezTo>
                  <a:pt x="515" y="1329"/>
                  <a:pt x="515" y="1330"/>
                  <a:pt x="515" y="1330"/>
                </a:cubicBezTo>
                <a:cubicBezTo>
                  <a:pt x="515" y="1352"/>
                  <a:pt x="547" y="1367"/>
                  <a:pt x="575" y="1367"/>
                </a:cubicBezTo>
                <a:lnTo>
                  <a:pt x="581" y="1367"/>
                </a:lnTo>
                <a:lnTo>
                  <a:pt x="619" y="1367"/>
                </a:lnTo>
                <a:lnTo>
                  <a:pt x="623" y="1367"/>
                </a:lnTo>
                <a:cubicBezTo>
                  <a:pt x="653" y="1367"/>
                  <a:pt x="684" y="1352"/>
                  <a:pt x="684" y="1330"/>
                </a:cubicBezTo>
                <a:cubicBezTo>
                  <a:pt x="684" y="1330"/>
                  <a:pt x="684" y="1329"/>
                  <a:pt x="683" y="1328"/>
                </a:cubicBezTo>
                <a:lnTo>
                  <a:pt x="617" y="1328"/>
                </a:lnTo>
                <a:close/>
                <a:moveTo>
                  <a:pt x="698" y="1234"/>
                </a:moveTo>
                <a:lnTo>
                  <a:pt x="500" y="1234"/>
                </a:lnTo>
                <a:cubicBezTo>
                  <a:pt x="480" y="1234"/>
                  <a:pt x="463" y="1250"/>
                  <a:pt x="463" y="1271"/>
                </a:cubicBezTo>
                <a:cubicBezTo>
                  <a:pt x="463" y="1291"/>
                  <a:pt x="480" y="1308"/>
                  <a:pt x="500" y="1308"/>
                </a:cubicBezTo>
                <a:lnTo>
                  <a:pt x="698" y="1308"/>
                </a:lnTo>
                <a:cubicBezTo>
                  <a:pt x="718" y="1308"/>
                  <a:pt x="734" y="1291"/>
                  <a:pt x="734" y="1271"/>
                </a:cubicBezTo>
                <a:cubicBezTo>
                  <a:pt x="734" y="1250"/>
                  <a:pt x="718" y="1234"/>
                  <a:pt x="698" y="1234"/>
                </a:cubicBezTo>
                <a:close/>
                <a:moveTo>
                  <a:pt x="698" y="1140"/>
                </a:moveTo>
                <a:lnTo>
                  <a:pt x="500" y="1140"/>
                </a:lnTo>
                <a:cubicBezTo>
                  <a:pt x="480" y="1140"/>
                  <a:pt x="463" y="1156"/>
                  <a:pt x="463" y="1177"/>
                </a:cubicBezTo>
                <a:cubicBezTo>
                  <a:pt x="463" y="1197"/>
                  <a:pt x="480" y="1214"/>
                  <a:pt x="500" y="1214"/>
                </a:cubicBezTo>
                <a:lnTo>
                  <a:pt x="698" y="1214"/>
                </a:lnTo>
                <a:cubicBezTo>
                  <a:pt x="718" y="1214"/>
                  <a:pt x="734" y="1197"/>
                  <a:pt x="734" y="1177"/>
                </a:cubicBezTo>
                <a:cubicBezTo>
                  <a:pt x="734" y="1156"/>
                  <a:pt x="718" y="1140"/>
                  <a:pt x="698" y="1140"/>
                </a:cubicBezTo>
                <a:close/>
                <a:moveTo>
                  <a:pt x="563" y="249"/>
                </a:moveTo>
                <a:lnTo>
                  <a:pt x="563" y="249"/>
                </a:lnTo>
                <a:cubicBezTo>
                  <a:pt x="563" y="249"/>
                  <a:pt x="563" y="249"/>
                  <a:pt x="563" y="249"/>
                </a:cubicBezTo>
                <a:close/>
                <a:moveTo>
                  <a:pt x="637" y="249"/>
                </a:moveTo>
                <a:cubicBezTo>
                  <a:pt x="637" y="249"/>
                  <a:pt x="637" y="249"/>
                  <a:pt x="637" y="249"/>
                </a:cubicBezTo>
                <a:lnTo>
                  <a:pt x="637" y="249"/>
                </a:lnTo>
                <a:close/>
                <a:moveTo>
                  <a:pt x="953" y="602"/>
                </a:moveTo>
                <a:cubicBezTo>
                  <a:pt x="953" y="522"/>
                  <a:pt x="927" y="448"/>
                  <a:pt x="881" y="387"/>
                </a:cubicBezTo>
                <a:cubicBezTo>
                  <a:pt x="739" y="200"/>
                  <a:pt x="459" y="200"/>
                  <a:pt x="317" y="387"/>
                </a:cubicBezTo>
                <a:cubicBezTo>
                  <a:pt x="272" y="448"/>
                  <a:pt x="245" y="522"/>
                  <a:pt x="245" y="602"/>
                </a:cubicBezTo>
                <a:cubicBezTo>
                  <a:pt x="245" y="660"/>
                  <a:pt x="256" y="708"/>
                  <a:pt x="271" y="747"/>
                </a:cubicBezTo>
                <a:cubicBezTo>
                  <a:pt x="294" y="806"/>
                  <a:pt x="329" y="846"/>
                  <a:pt x="357" y="876"/>
                </a:cubicBezTo>
                <a:cubicBezTo>
                  <a:pt x="372" y="892"/>
                  <a:pt x="385" y="905"/>
                  <a:pt x="393" y="914"/>
                </a:cubicBezTo>
                <a:cubicBezTo>
                  <a:pt x="402" y="926"/>
                  <a:pt x="406" y="935"/>
                  <a:pt x="407" y="942"/>
                </a:cubicBezTo>
                <a:cubicBezTo>
                  <a:pt x="413" y="974"/>
                  <a:pt x="413" y="1016"/>
                  <a:pt x="413" y="1026"/>
                </a:cubicBezTo>
                <a:lnTo>
                  <a:pt x="413" y="1028"/>
                </a:lnTo>
                <a:lnTo>
                  <a:pt x="413" y="1029"/>
                </a:lnTo>
                <a:lnTo>
                  <a:pt x="413" y="1029"/>
                </a:lnTo>
                <a:lnTo>
                  <a:pt x="413" y="1029"/>
                </a:lnTo>
                <a:cubicBezTo>
                  <a:pt x="413" y="1077"/>
                  <a:pt x="453" y="1115"/>
                  <a:pt x="500" y="1115"/>
                </a:cubicBezTo>
                <a:lnTo>
                  <a:pt x="699" y="1115"/>
                </a:lnTo>
                <a:cubicBezTo>
                  <a:pt x="746" y="1115"/>
                  <a:pt x="784" y="1077"/>
                  <a:pt x="784" y="1029"/>
                </a:cubicBezTo>
                <a:lnTo>
                  <a:pt x="784" y="1029"/>
                </a:lnTo>
                <a:lnTo>
                  <a:pt x="784" y="1029"/>
                </a:lnTo>
                <a:lnTo>
                  <a:pt x="784" y="1028"/>
                </a:lnTo>
                <a:lnTo>
                  <a:pt x="784" y="1026"/>
                </a:lnTo>
                <a:cubicBezTo>
                  <a:pt x="784" y="1017"/>
                  <a:pt x="785" y="974"/>
                  <a:pt x="791" y="942"/>
                </a:cubicBezTo>
                <a:cubicBezTo>
                  <a:pt x="791" y="936"/>
                  <a:pt x="794" y="931"/>
                  <a:pt x="799" y="925"/>
                </a:cubicBezTo>
                <a:cubicBezTo>
                  <a:pt x="805" y="914"/>
                  <a:pt x="818" y="899"/>
                  <a:pt x="835" y="883"/>
                </a:cubicBezTo>
                <a:cubicBezTo>
                  <a:pt x="857" y="858"/>
                  <a:pt x="887" y="826"/>
                  <a:pt x="912" y="781"/>
                </a:cubicBezTo>
                <a:cubicBezTo>
                  <a:pt x="935" y="736"/>
                  <a:pt x="953" y="678"/>
                  <a:pt x="953" y="60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259217644"/>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p:cTn id="7" dur="500" fill="hold"/>
                                        <p:tgtEl>
                                          <p:spTgt spid="56"/>
                                        </p:tgtEl>
                                        <p:attrNameLst>
                                          <p:attrName>ppt_w</p:attrName>
                                        </p:attrNameLst>
                                      </p:cBhvr>
                                      <p:tavLst>
                                        <p:tav tm="0">
                                          <p:val>
                                            <p:fltVal val="0"/>
                                          </p:val>
                                        </p:tav>
                                        <p:tav tm="100000">
                                          <p:val>
                                            <p:strVal val="#ppt_w"/>
                                          </p:val>
                                        </p:tav>
                                      </p:tavLst>
                                    </p:anim>
                                    <p:anim calcmode="lin" valueType="num">
                                      <p:cBhvr>
                                        <p:cTn id="8" dur="500" fill="hold"/>
                                        <p:tgtEl>
                                          <p:spTgt spid="56"/>
                                        </p:tgtEl>
                                        <p:attrNameLst>
                                          <p:attrName>ppt_h</p:attrName>
                                        </p:attrNameLst>
                                      </p:cBhvr>
                                      <p:tavLst>
                                        <p:tav tm="0">
                                          <p:val>
                                            <p:fltVal val="0"/>
                                          </p:val>
                                        </p:tav>
                                        <p:tav tm="100000">
                                          <p:val>
                                            <p:strVal val="#ppt_h"/>
                                          </p:val>
                                        </p:tav>
                                      </p:tavLst>
                                    </p:anim>
                                    <p:animEffect transition="in" filter="fade">
                                      <p:cBhvr>
                                        <p:cTn id="9" dur="500"/>
                                        <p:tgtEl>
                                          <p:spTgt spid="56"/>
                                        </p:tgtEl>
                                      </p:cBhvr>
                                    </p:animEffect>
                                  </p:childTnLst>
                                </p:cTn>
                              </p:par>
                              <p:par>
                                <p:cTn id="10" presetID="56" presetClass="path" presetSubtype="0" accel="50000" decel="50000" fill="hold" nodeType="withEffect">
                                  <p:stCondLst>
                                    <p:cond delay="0"/>
                                  </p:stCondLst>
                                  <p:childTnLst>
                                    <p:animMotion origin="layout" path="M -0.05769 0.10255 L 3.75E-6 3.7037E-7 " pathEditMode="relative" rAng="0" ptsTypes="AA">
                                      <p:cBhvr>
                                        <p:cTn id="11" dur="1000" fill="hold"/>
                                        <p:tgtEl>
                                          <p:spTgt spid="56"/>
                                        </p:tgtEl>
                                        <p:attrNameLst>
                                          <p:attrName>ppt_x</p:attrName>
                                          <p:attrName>ppt_y</p:attrName>
                                        </p:attrNameLst>
                                      </p:cBhvr>
                                      <p:rCtr x="2878" y="-5139"/>
                                    </p:animMotion>
                                  </p:childTnLst>
                                </p:cTn>
                              </p:par>
                              <p:par>
                                <p:cTn id="12" presetID="53" presetClass="entr" presetSubtype="16" fill="hold" grpId="0" nodeType="withEffect">
                                  <p:stCondLst>
                                    <p:cond delay="250"/>
                                  </p:stCondLst>
                                  <p:childTnLst>
                                    <p:set>
                                      <p:cBhvr>
                                        <p:cTn id="13" dur="1" fill="hold">
                                          <p:stCondLst>
                                            <p:cond delay="0"/>
                                          </p:stCondLst>
                                        </p:cTn>
                                        <p:tgtEl>
                                          <p:spTgt spid="59"/>
                                        </p:tgtEl>
                                        <p:attrNameLst>
                                          <p:attrName>style.visibility</p:attrName>
                                        </p:attrNameLst>
                                      </p:cBhvr>
                                      <p:to>
                                        <p:strVal val="visible"/>
                                      </p:to>
                                    </p:set>
                                    <p:anim calcmode="lin" valueType="num">
                                      <p:cBhvr>
                                        <p:cTn id="14" dur="500" fill="hold"/>
                                        <p:tgtEl>
                                          <p:spTgt spid="59"/>
                                        </p:tgtEl>
                                        <p:attrNameLst>
                                          <p:attrName>ppt_w</p:attrName>
                                        </p:attrNameLst>
                                      </p:cBhvr>
                                      <p:tavLst>
                                        <p:tav tm="0">
                                          <p:val>
                                            <p:fltVal val="0"/>
                                          </p:val>
                                        </p:tav>
                                        <p:tav tm="100000">
                                          <p:val>
                                            <p:strVal val="#ppt_w"/>
                                          </p:val>
                                        </p:tav>
                                      </p:tavLst>
                                    </p:anim>
                                    <p:anim calcmode="lin" valueType="num">
                                      <p:cBhvr>
                                        <p:cTn id="15" dur="500" fill="hold"/>
                                        <p:tgtEl>
                                          <p:spTgt spid="59"/>
                                        </p:tgtEl>
                                        <p:attrNameLst>
                                          <p:attrName>ppt_h</p:attrName>
                                        </p:attrNameLst>
                                      </p:cBhvr>
                                      <p:tavLst>
                                        <p:tav tm="0">
                                          <p:val>
                                            <p:fltVal val="0"/>
                                          </p:val>
                                        </p:tav>
                                        <p:tav tm="100000">
                                          <p:val>
                                            <p:strVal val="#ppt_h"/>
                                          </p:val>
                                        </p:tav>
                                      </p:tavLst>
                                    </p:anim>
                                    <p:animEffect transition="in" filter="fade">
                                      <p:cBhvr>
                                        <p:cTn id="16" dur="500"/>
                                        <p:tgtEl>
                                          <p:spTgt spid="59"/>
                                        </p:tgtEl>
                                      </p:cBhvr>
                                    </p:animEffect>
                                  </p:childTnLst>
                                </p:cTn>
                              </p:par>
                              <p:par>
                                <p:cTn id="17" presetID="63" presetClass="path" presetSubtype="0" accel="50000" decel="50000" fill="hold" grpId="1" nodeType="withEffect">
                                  <p:stCondLst>
                                    <p:cond delay="250"/>
                                  </p:stCondLst>
                                  <p:childTnLst>
                                    <p:animMotion origin="layout" path="M 2.08333E-7 -3.7037E-6 L 0.25 -3.7037E-6 " pathEditMode="relative" rAng="0" ptsTypes="AA">
                                      <p:cBhvr>
                                        <p:cTn id="18" dur="1000" spd="-100000" fill="hold"/>
                                        <p:tgtEl>
                                          <p:spTgt spid="59"/>
                                        </p:tgtEl>
                                        <p:attrNameLst>
                                          <p:attrName>ppt_x</p:attrName>
                                          <p:attrName>ppt_y</p:attrName>
                                        </p:attrNameLst>
                                      </p:cBhvr>
                                      <p:rCtr x="12500" y="0"/>
                                    </p:animMotion>
                                  </p:childTnLst>
                                </p:cTn>
                              </p:par>
                              <p:par>
                                <p:cTn id="19" presetID="53" presetClass="entr" presetSubtype="16" fill="hold" nodeType="withEffect">
                                  <p:stCondLst>
                                    <p:cond delay="500"/>
                                  </p:stCondLst>
                                  <p:childTnLst>
                                    <p:set>
                                      <p:cBhvr>
                                        <p:cTn id="20" dur="1" fill="hold">
                                          <p:stCondLst>
                                            <p:cond delay="0"/>
                                          </p:stCondLst>
                                        </p:cTn>
                                        <p:tgtEl>
                                          <p:spTgt spid="60"/>
                                        </p:tgtEl>
                                        <p:attrNameLst>
                                          <p:attrName>style.visibility</p:attrName>
                                        </p:attrNameLst>
                                      </p:cBhvr>
                                      <p:to>
                                        <p:strVal val="visible"/>
                                      </p:to>
                                    </p:set>
                                    <p:anim calcmode="lin" valueType="num">
                                      <p:cBhvr>
                                        <p:cTn id="21" dur="500" fill="hold"/>
                                        <p:tgtEl>
                                          <p:spTgt spid="60"/>
                                        </p:tgtEl>
                                        <p:attrNameLst>
                                          <p:attrName>ppt_w</p:attrName>
                                        </p:attrNameLst>
                                      </p:cBhvr>
                                      <p:tavLst>
                                        <p:tav tm="0">
                                          <p:val>
                                            <p:fltVal val="0"/>
                                          </p:val>
                                        </p:tav>
                                        <p:tav tm="100000">
                                          <p:val>
                                            <p:strVal val="#ppt_w"/>
                                          </p:val>
                                        </p:tav>
                                      </p:tavLst>
                                    </p:anim>
                                    <p:anim calcmode="lin" valueType="num">
                                      <p:cBhvr>
                                        <p:cTn id="22" dur="500" fill="hold"/>
                                        <p:tgtEl>
                                          <p:spTgt spid="60"/>
                                        </p:tgtEl>
                                        <p:attrNameLst>
                                          <p:attrName>ppt_h</p:attrName>
                                        </p:attrNameLst>
                                      </p:cBhvr>
                                      <p:tavLst>
                                        <p:tav tm="0">
                                          <p:val>
                                            <p:fltVal val="0"/>
                                          </p:val>
                                        </p:tav>
                                        <p:tav tm="100000">
                                          <p:val>
                                            <p:strVal val="#ppt_h"/>
                                          </p:val>
                                        </p:tav>
                                      </p:tavLst>
                                    </p:anim>
                                    <p:animEffect transition="in" filter="fade">
                                      <p:cBhvr>
                                        <p:cTn id="23" dur="500"/>
                                        <p:tgtEl>
                                          <p:spTgt spid="60"/>
                                        </p:tgtEl>
                                      </p:cBhvr>
                                    </p:animEffect>
                                  </p:childTnLst>
                                </p:cTn>
                              </p:par>
                              <p:par>
                                <p:cTn id="24" presetID="63" presetClass="path" presetSubtype="0" accel="50000" decel="50000" fill="hold" nodeType="withEffect">
                                  <p:stCondLst>
                                    <p:cond delay="500"/>
                                  </p:stCondLst>
                                  <p:childTnLst>
                                    <p:animMotion origin="layout" path="M 2.08333E-7 -3.7037E-6 L 0.25 -3.7037E-6 " pathEditMode="relative" rAng="0" ptsTypes="AA">
                                      <p:cBhvr>
                                        <p:cTn id="25" dur="1000" spd="-100000" fill="hold"/>
                                        <p:tgtEl>
                                          <p:spTgt spid="60"/>
                                        </p:tgtEl>
                                        <p:attrNameLst>
                                          <p:attrName>ppt_x</p:attrName>
                                          <p:attrName>ppt_y</p:attrName>
                                        </p:attrNameLst>
                                      </p:cBhvr>
                                      <p:rCtr x="12500" y="0"/>
                                    </p:animMotion>
                                  </p:childTnLst>
                                </p:cTn>
                              </p:par>
                            </p:childTnLst>
                          </p:cTn>
                        </p:par>
                        <p:par>
                          <p:cTn id="26" fill="hold">
                            <p:stCondLst>
                              <p:cond delay="1500"/>
                            </p:stCondLst>
                            <p:childTnLst>
                              <p:par>
                                <p:cTn id="27" presetID="53" presetClass="entr" presetSubtype="16" fill="hold" nodeType="afterEffect">
                                  <p:stCondLst>
                                    <p:cond delay="0"/>
                                  </p:stCondLst>
                                  <p:childTnLst>
                                    <p:set>
                                      <p:cBhvr>
                                        <p:cTn id="28" dur="1" fill="hold">
                                          <p:stCondLst>
                                            <p:cond delay="0"/>
                                          </p:stCondLst>
                                        </p:cTn>
                                        <p:tgtEl>
                                          <p:spTgt spid="61"/>
                                        </p:tgtEl>
                                        <p:attrNameLst>
                                          <p:attrName>style.visibility</p:attrName>
                                        </p:attrNameLst>
                                      </p:cBhvr>
                                      <p:to>
                                        <p:strVal val="visible"/>
                                      </p:to>
                                    </p:set>
                                    <p:anim calcmode="lin" valueType="num">
                                      <p:cBhvr>
                                        <p:cTn id="29" dur="500" fill="hold"/>
                                        <p:tgtEl>
                                          <p:spTgt spid="61"/>
                                        </p:tgtEl>
                                        <p:attrNameLst>
                                          <p:attrName>ppt_w</p:attrName>
                                        </p:attrNameLst>
                                      </p:cBhvr>
                                      <p:tavLst>
                                        <p:tav tm="0">
                                          <p:val>
                                            <p:fltVal val="0"/>
                                          </p:val>
                                        </p:tav>
                                        <p:tav tm="100000">
                                          <p:val>
                                            <p:strVal val="#ppt_w"/>
                                          </p:val>
                                        </p:tav>
                                      </p:tavLst>
                                    </p:anim>
                                    <p:anim calcmode="lin" valueType="num">
                                      <p:cBhvr>
                                        <p:cTn id="30" dur="500" fill="hold"/>
                                        <p:tgtEl>
                                          <p:spTgt spid="61"/>
                                        </p:tgtEl>
                                        <p:attrNameLst>
                                          <p:attrName>ppt_h</p:attrName>
                                        </p:attrNameLst>
                                      </p:cBhvr>
                                      <p:tavLst>
                                        <p:tav tm="0">
                                          <p:val>
                                            <p:fltVal val="0"/>
                                          </p:val>
                                        </p:tav>
                                        <p:tav tm="100000">
                                          <p:val>
                                            <p:strVal val="#ppt_h"/>
                                          </p:val>
                                        </p:tav>
                                      </p:tavLst>
                                    </p:anim>
                                    <p:animEffect transition="in" filter="fade">
                                      <p:cBhvr>
                                        <p:cTn id="31" dur="500"/>
                                        <p:tgtEl>
                                          <p:spTgt spid="61"/>
                                        </p:tgtEl>
                                      </p:cBhvr>
                                    </p:animEffect>
                                  </p:childTnLst>
                                </p:cTn>
                              </p:par>
                              <p:par>
                                <p:cTn id="32" presetID="56" presetClass="path" presetSubtype="0" accel="50000" decel="50000" fill="hold" nodeType="withEffect">
                                  <p:stCondLst>
                                    <p:cond delay="0"/>
                                  </p:stCondLst>
                                  <p:childTnLst>
                                    <p:animMotion origin="layout" path="M -0.1474 0.25394 L -6.25E-7 -4.44444E-6 " pathEditMode="relative" rAng="0" ptsTypes="AA">
                                      <p:cBhvr>
                                        <p:cTn id="33" dur="1000" fill="hold"/>
                                        <p:tgtEl>
                                          <p:spTgt spid="61"/>
                                        </p:tgtEl>
                                        <p:attrNameLst>
                                          <p:attrName>ppt_x</p:attrName>
                                          <p:attrName>ppt_y</p:attrName>
                                        </p:attrNameLst>
                                      </p:cBhvr>
                                      <p:rCtr x="7370" y="-12708"/>
                                    </p:animMotion>
                                  </p:childTnLst>
                                </p:cTn>
                              </p:par>
                              <p:par>
                                <p:cTn id="34" presetID="53" presetClass="entr" presetSubtype="16" fill="hold" nodeType="withEffect">
                                  <p:stCondLst>
                                    <p:cond delay="500"/>
                                  </p:stCondLst>
                                  <p:childTnLst>
                                    <p:set>
                                      <p:cBhvr>
                                        <p:cTn id="35" dur="1" fill="hold">
                                          <p:stCondLst>
                                            <p:cond delay="0"/>
                                          </p:stCondLst>
                                        </p:cTn>
                                        <p:tgtEl>
                                          <p:spTgt spid="89"/>
                                        </p:tgtEl>
                                        <p:attrNameLst>
                                          <p:attrName>style.visibility</p:attrName>
                                        </p:attrNameLst>
                                      </p:cBhvr>
                                      <p:to>
                                        <p:strVal val="visible"/>
                                      </p:to>
                                    </p:set>
                                    <p:anim calcmode="lin" valueType="num">
                                      <p:cBhvr>
                                        <p:cTn id="36" dur="500" fill="hold"/>
                                        <p:tgtEl>
                                          <p:spTgt spid="89"/>
                                        </p:tgtEl>
                                        <p:attrNameLst>
                                          <p:attrName>ppt_w</p:attrName>
                                        </p:attrNameLst>
                                      </p:cBhvr>
                                      <p:tavLst>
                                        <p:tav tm="0">
                                          <p:val>
                                            <p:fltVal val="0"/>
                                          </p:val>
                                        </p:tav>
                                        <p:tav tm="100000">
                                          <p:val>
                                            <p:strVal val="#ppt_w"/>
                                          </p:val>
                                        </p:tav>
                                      </p:tavLst>
                                    </p:anim>
                                    <p:anim calcmode="lin" valueType="num">
                                      <p:cBhvr>
                                        <p:cTn id="37" dur="500" fill="hold"/>
                                        <p:tgtEl>
                                          <p:spTgt spid="89"/>
                                        </p:tgtEl>
                                        <p:attrNameLst>
                                          <p:attrName>ppt_h</p:attrName>
                                        </p:attrNameLst>
                                      </p:cBhvr>
                                      <p:tavLst>
                                        <p:tav tm="0">
                                          <p:val>
                                            <p:fltVal val="0"/>
                                          </p:val>
                                        </p:tav>
                                        <p:tav tm="100000">
                                          <p:val>
                                            <p:strVal val="#ppt_h"/>
                                          </p:val>
                                        </p:tav>
                                      </p:tavLst>
                                    </p:anim>
                                    <p:animEffect transition="in" filter="fade">
                                      <p:cBhvr>
                                        <p:cTn id="38" dur="500"/>
                                        <p:tgtEl>
                                          <p:spTgt spid="89"/>
                                        </p:tgtEl>
                                      </p:cBhvr>
                                    </p:animEffect>
                                  </p:childTnLst>
                                </p:cTn>
                              </p:par>
                              <p:par>
                                <p:cTn id="39" presetID="56" presetClass="path" presetSubtype="0" accel="50000" decel="50000" fill="hold" nodeType="withEffect">
                                  <p:stCondLst>
                                    <p:cond delay="500"/>
                                  </p:stCondLst>
                                  <p:childTnLst>
                                    <p:animMotion origin="layout" path="M 4.16667E-6 2.59259E-6 L 0.16302 -0.28056 " pathEditMode="relative" rAng="0" ptsTypes="AA">
                                      <p:cBhvr>
                                        <p:cTn id="40" dur="1000" spd="-100000" fill="hold"/>
                                        <p:tgtEl>
                                          <p:spTgt spid="89"/>
                                        </p:tgtEl>
                                        <p:attrNameLst>
                                          <p:attrName>ppt_x</p:attrName>
                                          <p:attrName>ppt_y</p:attrName>
                                        </p:attrNameLst>
                                      </p:cBhvr>
                                      <p:rCtr x="8151" y="-14028"/>
                                    </p:animMotion>
                                  </p:childTnLst>
                                </p:cTn>
                              </p:par>
                              <p:par>
                                <p:cTn id="41" presetID="53" presetClass="entr" presetSubtype="16" fill="hold" nodeType="withEffect">
                                  <p:stCondLst>
                                    <p:cond delay="750"/>
                                  </p:stCondLst>
                                  <p:childTnLst>
                                    <p:set>
                                      <p:cBhvr>
                                        <p:cTn id="42" dur="1" fill="hold">
                                          <p:stCondLst>
                                            <p:cond delay="0"/>
                                          </p:stCondLst>
                                        </p:cTn>
                                        <p:tgtEl>
                                          <p:spTgt spid="80"/>
                                        </p:tgtEl>
                                        <p:attrNameLst>
                                          <p:attrName>style.visibility</p:attrName>
                                        </p:attrNameLst>
                                      </p:cBhvr>
                                      <p:to>
                                        <p:strVal val="visible"/>
                                      </p:to>
                                    </p:set>
                                    <p:anim calcmode="lin" valueType="num">
                                      <p:cBhvr>
                                        <p:cTn id="43" dur="500" fill="hold"/>
                                        <p:tgtEl>
                                          <p:spTgt spid="80"/>
                                        </p:tgtEl>
                                        <p:attrNameLst>
                                          <p:attrName>ppt_w</p:attrName>
                                        </p:attrNameLst>
                                      </p:cBhvr>
                                      <p:tavLst>
                                        <p:tav tm="0">
                                          <p:val>
                                            <p:fltVal val="0"/>
                                          </p:val>
                                        </p:tav>
                                        <p:tav tm="100000">
                                          <p:val>
                                            <p:strVal val="#ppt_w"/>
                                          </p:val>
                                        </p:tav>
                                      </p:tavLst>
                                    </p:anim>
                                    <p:anim calcmode="lin" valueType="num">
                                      <p:cBhvr>
                                        <p:cTn id="44" dur="500" fill="hold"/>
                                        <p:tgtEl>
                                          <p:spTgt spid="80"/>
                                        </p:tgtEl>
                                        <p:attrNameLst>
                                          <p:attrName>ppt_h</p:attrName>
                                        </p:attrNameLst>
                                      </p:cBhvr>
                                      <p:tavLst>
                                        <p:tav tm="0">
                                          <p:val>
                                            <p:fltVal val="0"/>
                                          </p:val>
                                        </p:tav>
                                        <p:tav tm="100000">
                                          <p:val>
                                            <p:strVal val="#ppt_h"/>
                                          </p:val>
                                        </p:tav>
                                      </p:tavLst>
                                    </p:anim>
                                    <p:animEffect transition="in" filter="fade">
                                      <p:cBhvr>
                                        <p:cTn id="45" dur="500"/>
                                        <p:tgtEl>
                                          <p:spTgt spid="80"/>
                                        </p:tgtEl>
                                      </p:cBhvr>
                                    </p:animEffect>
                                  </p:childTnLst>
                                </p:cTn>
                              </p:par>
                              <p:par>
                                <p:cTn id="46" presetID="56" presetClass="path" presetSubtype="0" accel="50000" decel="50000" fill="hold" nodeType="withEffect">
                                  <p:stCondLst>
                                    <p:cond delay="750"/>
                                  </p:stCondLst>
                                  <p:childTnLst>
                                    <p:animMotion origin="layout" path="M 1.25E-6 1.85185E-6 L 0.16302 -0.28056 " pathEditMode="relative" rAng="0" ptsTypes="AA">
                                      <p:cBhvr>
                                        <p:cTn id="47" dur="1000" spd="-100000" fill="hold"/>
                                        <p:tgtEl>
                                          <p:spTgt spid="80"/>
                                        </p:tgtEl>
                                        <p:attrNameLst>
                                          <p:attrName>ppt_x</p:attrName>
                                          <p:attrName>ppt_y</p:attrName>
                                        </p:attrNameLst>
                                      </p:cBhvr>
                                      <p:rCtr x="8151" y="-14028"/>
                                    </p:animMotion>
                                  </p:childTnLst>
                                </p:cTn>
                              </p:par>
                              <p:par>
                                <p:cTn id="48" presetID="53" presetClass="entr" presetSubtype="16" fill="hold" nodeType="withEffect">
                                  <p:stCondLst>
                                    <p:cond delay="1000"/>
                                  </p:stCondLst>
                                  <p:childTnLst>
                                    <p:set>
                                      <p:cBhvr>
                                        <p:cTn id="49" dur="1" fill="hold">
                                          <p:stCondLst>
                                            <p:cond delay="0"/>
                                          </p:stCondLst>
                                        </p:cTn>
                                        <p:tgtEl>
                                          <p:spTgt spid="71"/>
                                        </p:tgtEl>
                                        <p:attrNameLst>
                                          <p:attrName>style.visibility</p:attrName>
                                        </p:attrNameLst>
                                      </p:cBhvr>
                                      <p:to>
                                        <p:strVal val="visible"/>
                                      </p:to>
                                    </p:set>
                                    <p:anim calcmode="lin" valueType="num">
                                      <p:cBhvr>
                                        <p:cTn id="50" dur="500" fill="hold"/>
                                        <p:tgtEl>
                                          <p:spTgt spid="71"/>
                                        </p:tgtEl>
                                        <p:attrNameLst>
                                          <p:attrName>ppt_w</p:attrName>
                                        </p:attrNameLst>
                                      </p:cBhvr>
                                      <p:tavLst>
                                        <p:tav tm="0">
                                          <p:val>
                                            <p:fltVal val="0"/>
                                          </p:val>
                                        </p:tav>
                                        <p:tav tm="100000">
                                          <p:val>
                                            <p:strVal val="#ppt_w"/>
                                          </p:val>
                                        </p:tav>
                                      </p:tavLst>
                                    </p:anim>
                                    <p:anim calcmode="lin" valueType="num">
                                      <p:cBhvr>
                                        <p:cTn id="51" dur="500" fill="hold"/>
                                        <p:tgtEl>
                                          <p:spTgt spid="71"/>
                                        </p:tgtEl>
                                        <p:attrNameLst>
                                          <p:attrName>ppt_h</p:attrName>
                                        </p:attrNameLst>
                                      </p:cBhvr>
                                      <p:tavLst>
                                        <p:tav tm="0">
                                          <p:val>
                                            <p:fltVal val="0"/>
                                          </p:val>
                                        </p:tav>
                                        <p:tav tm="100000">
                                          <p:val>
                                            <p:strVal val="#ppt_h"/>
                                          </p:val>
                                        </p:tav>
                                      </p:tavLst>
                                    </p:anim>
                                    <p:animEffect transition="in" filter="fade">
                                      <p:cBhvr>
                                        <p:cTn id="52" dur="500"/>
                                        <p:tgtEl>
                                          <p:spTgt spid="71"/>
                                        </p:tgtEl>
                                      </p:cBhvr>
                                    </p:animEffect>
                                  </p:childTnLst>
                                </p:cTn>
                              </p:par>
                              <p:par>
                                <p:cTn id="53" presetID="56" presetClass="path" presetSubtype="0" accel="50000" decel="50000" fill="hold" nodeType="withEffect">
                                  <p:stCondLst>
                                    <p:cond delay="1000"/>
                                  </p:stCondLst>
                                  <p:childTnLst>
                                    <p:animMotion origin="layout" path="M -1.66667E-6 -1.48148E-6 L 0.16302 -0.28055 " pathEditMode="relative" rAng="0" ptsTypes="AA">
                                      <p:cBhvr>
                                        <p:cTn id="54" dur="1000" spd="-100000" fill="hold"/>
                                        <p:tgtEl>
                                          <p:spTgt spid="71"/>
                                        </p:tgtEl>
                                        <p:attrNameLst>
                                          <p:attrName>ppt_x</p:attrName>
                                          <p:attrName>ppt_y</p:attrName>
                                        </p:attrNameLst>
                                      </p:cBhvr>
                                      <p:rCtr x="8151" y="-14028"/>
                                    </p:animMotion>
                                  </p:childTnLst>
                                </p:cTn>
                              </p:par>
                            </p:childTnLst>
                          </p:cTn>
                        </p:par>
                        <p:par>
                          <p:cTn id="55" fill="hold">
                            <p:stCondLst>
                              <p:cond delay="3500"/>
                            </p:stCondLst>
                            <p:childTnLst>
                              <p:par>
                                <p:cTn id="56" presetID="53" presetClass="entr" presetSubtype="16" fill="hold" grpId="0" nodeType="afterEffect">
                                  <p:stCondLst>
                                    <p:cond delay="0"/>
                                  </p:stCondLst>
                                  <p:childTnLst>
                                    <p:set>
                                      <p:cBhvr>
                                        <p:cTn id="57" dur="1" fill="hold">
                                          <p:stCondLst>
                                            <p:cond delay="0"/>
                                          </p:stCondLst>
                                        </p:cTn>
                                        <p:tgtEl>
                                          <p:spTgt spid="104"/>
                                        </p:tgtEl>
                                        <p:attrNameLst>
                                          <p:attrName>style.visibility</p:attrName>
                                        </p:attrNameLst>
                                      </p:cBhvr>
                                      <p:to>
                                        <p:strVal val="visible"/>
                                      </p:to>
                                    </p:set>
                                    <p:anim calcmode="lin" valueType="num">
                                      <p:cBhvr>
                                        <p:cTn id="58" dur="250" fill="hold"/>
                                        <p:tgtEl>
                                          <p:spTgt spid="104"/>
                                        </p:tgtEl>
                                        <p:attrNameLst>
                                          <p:attrName>ppt_w</p:attrName>
                                        </p:attrNameLst>
                                      </p:cBhvr>
                                      <p:tavLst>
                                        <p:tav tm="0">
                                          <p:val>
                                            <p:fltVal val="0"/>
                                          </p:val>
                                        </p:tav>
                                        <p:tav tm="100000">
                                          <p:val>
                                            <p:strVal val="#ppt_w"/>
                                          </p:val>
                                        </p:tav>
                                      </p:tavLst>
                                    </p:anim>
                                    <p:anim calcmode="lin" valueType="num">
                                      <p:cBhvr>
                                        <p:cTn id="59" dur="250" fill="hold"/>
                                        <p:tgtEl>
                                          <p:spTgt spid="104"/>
                                        </p:tgtEl>
                                        <p:attrNameLst>
                                          <p:attrName>ppt_h</p:attrName>
                                        </p:attrNameLst>
                                      </p:cBhvr>
                                      <p:tavLst>
                                        <p:tav tm="0">
                                          <p:val>
                                            <p:fltVal val="0"/>
                                          </p:val>
                                        </p:tav>
                                        <p:tav tm="100000">
                                          <p:val>
                                            <p:strVal val="#ppt_h"/>
                                          </p:val>
                                        </p:tav>
                                      </p:tavLst>
                                    </p:anim>
                                    <p:animEffect transition="in" filter="fade">
                                      <p:cBhvr>
                                        <p:cTn id="60" dur="250"/>
                                        <p:tgtEl>
                                          <p:spTgt spid="104"/>
                                        </p:tgtEl>
                                      </p:cBhvr>
                                    </p:animEffect>
                                  </p:childTnLst>
                                </p:cTn>
                              </p:par>
                              <p:par>
                                <p:cTn id="61" presetID="6" presetClass="emph" presetSubtype="0" decel="100000" fill="hold" grpId="1" nodeType="withEffect">
                                  <p:stCondLst>
                                    <p:cond delay="200"/>
                                  </p:stCondLst>
                                  <p:childTnLst>
                                    <p:animScale>
                                      <p:cBhvr>
                                        <p:cTn id="62" dur="250" fill="hold"/>
                                        <p:tgtEl>
                                          <p:spTgt spid="104"/>
                                        </p:tgtEl>
                                      </p:cBhvr>
                                      <p:by x="120000" y="120000"/>
                                    </p:animScale>
                                  </p:childTnLst>
                                </p:cTn>
                              </p:par>
                              <p:par>
                                <p:cTn id="63" presetID="6" presetClass="emph" presetSubtype="0" decel="100000" fill="hold" grpId="2" nodeType="withEffect">
                                  <p:stCondLst>
                                    <p:cond delay="400"/>
                                  </p:stCondLst>
                                  <p:childTnLst>
                                    <p:animScale>
                                      <p:cBhvr>
                                        <p:cTn id="64" dur="250" fill="hold"/>
                                        <p:tgtEl>
                                          <p:spTgt spid="104"/>
                                        </p:tgtEl>
                                      </p:cBhvr>
                                      <p:by x="83000" y="83000"/>
                                    </p:animScale>
                                  </p:childTnLst>
                                </p:cTn>
                              </p:par>
                              <p:par>
                                <p:cTn id="65" presetID="53" presetClass="entr" presetSubtype="16" fill="hold" grpId="0" nodeType="withEffect">
                                  <p:stCondLst>
                                    <p:cond delay="400"/>
                                  </p:stCondLst>
                                  <p:childTnLst>
                                    <p:set>
                                      <p:cBhvr>
                                        <p:cTn id="66" dur="1" fill="hold">
                                          <p:stCondLst>
                                            <p:cond delay="0"/>
                                          </p:stCondLst>
                                        </p:cTn>
                                        <p:tgtEl>
                                          <p:spTgt spid="107"/>
                                        </p:tgtEl>
                                        <p:attrNameLst>
                                          <p:attrName>style.visibility</p:attrName>
                                        </p:attrNameLst>
                                      </p:cBhvr>
                                      <p:to>
                                        <p:strVal val="visible"/>
                                      </p:to>
                                    </p:set>
                                    <p:anim calcmode="lin" valueType="num">
                                      <p:cBhvr>
                                        <p:cTn id="67" dur="250" fill="hold"/>
                                        <p:tgtEl>
                                          <p:spTgt spid="107"/>
                                        </p:tgtEl>
                                        <p:attrNameLst>
                                          <p:attrName>ppt_w</p:attrName>
                                        </p:attrNameLst>
                                      </p:cBhvr>
                                      <p:tavLst>
                                        <p:tav tm="0">
                                          <p:val>
                                            <p:fltVal val="0"/>
                                          </p:val>
                                        </p:tav>
                                        <p:tav tm="100000">
                                          <p:val>
                                            <p:strVal val="#ppt_w"/>
                                          </p:val>
                                        </p:tav>
                                      </p:tavLst>
                                    </p:anim>
                                    <p:anim calcmode="lin" valueType="num">
                                      <p:cBhvr>
                                        <p:cTn id="68" dur="250" fill="hold"/>
                                        <p:tgtEl>
                                          <p:spTgt spid="107"/>
                                        </p:tgtEl>
                                        <p:attrNameLst>
                                          <p:attrName>ppt_h</p:attrName>
                                        </p:attrNameLst>
                                      </p:cBhvr>
                                      <p:tavLst>
                                        <p:tav tm="0">
                                          <p:val>
                                            <p:fltVal val="0"/>
                                          </p:val>
                                        </p:tav>
                                        <p:tav tm="100000">
                                          <p:val>
                                            <p:strVal val="#ppt_h"/>
                                          </p:val>
                                        </p:tav>
                                      </p:tavLst>
                                    </p:anim>
                                    <p:animEffect transition="in" filter="fade">
                                      <p:cBhvr>
                                        <p:cTn id="69" dur="250"/>
                                        <p:tgtEl>
                                          <p:spTgt spid="107"/>
                                        </p:tgtEl>
                                      </p:cBhvr>
                                    </p:animEffect>
                                  </p:childTnLst>
                                </p:cTn>
                              </p:par>
                              <p:par>
                                <p:cTn id="70" presetID="6" presetClass="emph" presetSubtype="0" decel="100000" fill="hold" grpId="1" nodeType="withEffect">
                                  <p:stCondLst>
                                    <p:cond delay="600"/>
                                  </p:stCondLst>
                                  <p:childTnLst>
                                    <p:animScale>
                                      <p:cBhvr>
                                        <p:cTn id="71" dur="250" fill="hold"/>
                                        <p:tgtEl>
                                          <p:spTgt spid="107"/>
                                        </p:tgtEl>
                                      </p:cBhvr>
                                      <p:by x="120000" y="120000"/>
                                    </p:animScale>
                                  </p:childTnLst>
                                </p:cTn>
                              </p:par>
                              <p:par>
                                <p:cTn id="72" presetID="6" presetClass="emph" presetSubtype="0" decel="100000" fill="hold" grpId="2" nodeType="withEffect">
                                  <p:stCondLst>
                                    <p:cond delay="800"/>
                                  </p:stCondLst>
                                  <p:childTnLst>
                                    <p:animScale>
                                      <p:cBhvr>
                                        <p:cTn id="73" dur="250" fill="hold"/>
                                        <p:tgtEl>
                                          <p:spTgt spid="107"/>
                                        </p:tgtEl>
                                      </p:cBhvr>
                                      <p:by x="83000" y="83000"/>
                                    </p:animScale>
                                  </p:childTnLst>
                                </p:cTn>
                              </p:par>
                              <p:par>
                                <p:cTn id="74" presetID="53" presetClass="entr" presetSubtype="16" fill="hold" grpId="0" nodeType="withEffect">
                                  <p:stCondLst>
                                    <p:cond delay="800"/>
                                  </p:stCondLst>
                                  <p:childTnLst>
                                    <p:set>
                                      <p:cBhvr>
                                        <p:cTn id="75" dur="1" fill="hold">
                                          <p:stCondLst>
                                            <p:cond delay="0"/>
                                          </p:stCondLst>
                                        </p:cTn>
                                        <p:tgtEl>
                                          <p:spTgt spid="99"/>
                                        </p:tgtEl>
                                        <p:attrNameLst>
                                          <p:attrName>style.visibility</p:attrName>
                                        </p:attrNameLst>
                                      </p:cBhvr>
                                      <p:to>
                                        <p:strVal val="visible"/>
                                      </p:to>
                                    </p:set>
                                    <p:anim calcmode="lin" valueType="num">
                                      <p:cBhvr>
                                        <p:cTn id="76" dur="500" fill="hold"/>
                                        <p:tgtEl>
                                          <p:spTgt spid="99"/>
                                        </p:tgtEl>
                                        <p:attrNameLst>
                                          <p:attrName>ppt_w</p:attrName>
                                        </p:attrNameLst>
                                      </p:cBhvr>
                                      <p:tavLst>
                                        <p:tav tm="0">
                                          <p:val>
                                            <p:fltVal val="0"/>
                                          </p:val>
                                        </p:tav>
                                        <p:tav tm="100000">
                                          <p:val>
                                            <p:strVal val="#ppt_w"/>
                                          </p:val>
                                        </p:tav>
                                      </p:tavLst>
                                    </p:anim>
                                    <p:anim calcmode="lin" valueType="num">
                                      <p:cBhvr>
                                        <p:cTn id="77" dur="500" fill="hold"/>
                                        <p:tgtEl>
                                          <p:spTgt spid="99"/>
                                        </p:tgtEl>
                                        <p:attrNameLst>
                                          <p:attrName>ppt_h</p:attrName>
                                        </p:attrNameLst>
                                      </p:cBhvr>
                                      <p:tavLst>
                                        <p:tav tm="0">
                                          <p:val>
                                            <p:fltVal val="0"/>
                                          </p:val>
                                        </p:tav>
                                        <p:tav tm="100000">
                                          <p:val>
                                            <p:strVal val="#ppt_h"/>
                                          </p:val>
                                        </p:tav>
                                      </p:tavLst>
                                    </p:anim>
                                    <p:animEffect transition="in" filter="fade">
                                      <p:cBhvr>
                                        <p:cTn id="78" dur="500"/>
                                        <p:tgtEl>
                                          <p:spTgt spid="99"/>
                                        </p:tgtEl>
                                      </p:cBhvr>
                                    </p:animEffect>
                                  </p:childTnLst>
                                </p:cTn>
                              </p:par>
                              <p:par>
                                <p:cTn id="79" presetID="35" presetClass="path" presetSubtype="0" accel="50000" decel="50000" fill="hold" grpId="1" nodeType="withEffect">
                                  <p:stCondLst>
                                    <p:cond delay="800"/>
                                  </p:stCondLst>
                                  <p:childTnLst>
                                    <p:animMotion origin="layout" path="M -3.33333E-6 2.22222E-6 L -0.14205 2.22222E-6 " pathEditMode="relative" rAng="0" ptsTypes="AA">
                                      <p:cBhvr>
                                        <p:cTn id="80" dur="1000" spd="-100000" fill="hold"/>
                                        <p:tgtEl>
                                          <p:spTgt spid="99"/>
                                        </p:tgtEl>
                                        <p:attrNameLst>
                                          <p:attrName>ppt_x</p:attrName>
                                          <p:attrName>ppt_y</p:attrName>
                                        </p:attrNameLst>
                                      </p:cBhvr>
                                      <p:rCtr x="-7109" y="0"/>
                                    </p:animMotion>
                                  </p:childTnLst>
                                </p:cTn>
                              </p:par>
                              <p:par>
                                <p:cTn id="81" presetID="53" presetClass="entr" presetSubtype="16" fill="hold" grpId="0" nodeType="withEffect">
                                  <p:stCondLst>
                                    <p:cond delay="1250"/>
                                  </p:stCondLst>
                                  <p:iterate type="lt">
                                    <p:tmPct val="10000"/>
                                  </p:iterate>
                                  <p:childTnLst>
                                    <p:set>
                                      <p:cBhvr>
                                        <p:cTn id="82" dur="1" fill="hold">
                                          <p:stCondLst>
                                            <p:cond delay="0"/>
                                          </p:stCondLst>
                                        </p:cTn>
                                        <p:tgtEl>
                                          <p:spTgt spid="98"/>
                                        </p:tgtEl>
                                        <p:attrNameLst>
                                          <p:attrName>style.visibility</p:attrName>
                                        </p:attrNameLst>
                                      </p:cBhvr>
                                      <p:to>
                                        <p:strVal val="visible"/>
                                      </p:to>
                                    </p:set>
                                    <p:anim calcmode="lin" valueType="num">
                                      <p:cBhvr>
                                        <p:cTn id="83" dur="250" fill="hold"/>
                                        <p:tgtEl>
                                          <p:spTgt spid="98"/>
                                        </p:tgtEl>
                                        <p:attrNameLst>
                                          <p:attrName>ppt_w</p:attrName>
                                        </p:attrNameLst>
                                      </p:cBhvr>
                                      <p:tavLst>
                                        <p:tav tm="0">
                                          <p:val>
                                            <p:fltVal val="0"/>
                                          </p:val>
                                        </p:tav>
                                        <p:tav tm="100000">
                                          <p:val>
                                            <p:strVal val="#ppt_w"/>
                                          </p:val>
                                        </p:tav>
                                      </p:tavLst>
                                    </p:anim>
                                    <p:anim calcmode="lin" valueType="num">
                                      <p:cBhvr>
                                        <p:cTn id="84" dur="250" fill="hold"/>
                                        <p:tgtEl>
                                          <p:spTgt spid="98"/>
                                        </p:tgtEl>
                                        <p:attrNameLst>
                                          <p:attrName>ppt_h</p:attrName>
                                        </p:attrNameLst>
                                      </p:cBhvr>
                                      <p:tavLst>
                                        <p:tav tm="0">
                                          <p:val>
                                            <p:fltVal val="0"/>
                                          </p:val>
                                        </p:tav>
                                        <p:tav tm="100000">
                                          <p:val>
                                            <p:strVal val="#ppt_h"/>
                                          </p:val>
                                        </p:tav>
                                      </p:tavLst>
                                    </p:anim>
                                    <p:animEffect transition="in" filter="fade">
                                      <p:cBhvr>
                                        <p:cTn id="85" dur="250"/>
                                        <p:tgtEl>
                                          <p:spTgt spid="98"/>
                                        </p:tgtEl>
                                      </p:cBhvr>
                                    </p:animEffect>
                                  </p:childTnLst>
                                </p:cTn>
                              </p:par>
                            </p:childTnLst>
                          </p:cTn>
                        </p:par>
                        <p:par>
                          <p:cTn id="86" fill="hold">
                            <p:stCondLst>
                              <p:cond delay="5925"/>
                            </p:stCondLst>
                            <p:childTnLst>
                              <p:par>
                                <p:cTn id="87" presetID="53" presetClass="entr" presetSubtype="16" fill="hold" grpId="0" nodeType="afterEffect">
                                  <p:stCondLst>
                                    <p:cond delay="0"/>
                                  </p:stCondLst>
                                  <p:childTnLst>
                                    <p:set>
                                      <p:cBhvr>
                                        <p:cTn id="88" dur="1" fill="hold">
                                          <p:stCondLst>
                                            <p:cond delay="0"/>
                                          </p:stCondLst>
                                        </p:cTn>
                                        <p:tgtEl>
                                          <p:spTgt spid="105"/>
                                        </p:tgtEl>
                                        <p:attrNameLst>
                                          <p:attrName>style.visibility</p:attrName>
                                        </p:attrNameLst>
                                      </p:cBhvr>
                                      <p:to>
                                        <p:strVal val="visible"/>
                                      </p:to>
                                    </p:set>
                                    <p:anim calcmode="lin" valueType="num">
                                      <p:cBhvr>
                                        <p:cTn id="89" dur="250" fill="hold"/>
                                        <p:tgtEl>
                                          <p:spTgt spid="105"/>
                                        </p:tgtEl>
                                        <p:attrNameLst>
                                          <p:attrName>ppt_w</p:attrName>
                                        </p:attrNameLst>
                                      </p:cBhvr>
                                      <p:tavLst>
                                        <p:tav tm="0">
                                          <p:val>
                                            <p:fltVal val="0"/>
                                          </p:val>
                                        </p:tav>
                                        <p:tav tm="100000">
                                          <p:val>
                                            <p:strVal val="#ppt_w"/>
                                          </p:val>
                                        </p:tav>
                                      </p:tavLst>
                                    </p:anim>
                                    <p:anim calcmode="lin" valueType="num">
                                      <p:cBhvr>
                                        <p:cTn id="90" dur="250" fill="hold"/>
                                        <p:tgtEl>
                                          <p:spTgt spid="105"/>
                                        </p:tgtEl>
                                        <p:attrNameLst>
                                          <p:attrName>ppt_h</p:attrName>
                                        </p:attrNameLst>
                                      </p:cBhvr>
                                      <p:tavLst>
                                        <p:tav tm="0">
                                          <p:val>
                                            <p:fltVal val="0"/>
                                          </p:val>
                                        </p:tav>
                                        <p:tav tm="100000">
                                          <p:val>
                                            <p:strVal val="#ppt_h"/>
                                          </p:val>
                                        </p:tav>
                                      </p:tavLst>
                                    </p:anim>
                                    <p:animEffect transition="in" filter="fade">
                                      <p:cBhvr>
                                        <p:cTn id="91" dur="250"/>
                                        <p:tgtEl>
                                          <p:spTgt spid="105"/>
                                        </p:tgtEl>
                                      </p:cBhvr>
                                    </p:animEffect>
                                  </p:childTnLst>
                                </p:cTn>
                              </p:par>
                              <p:par>
                                <p:cTn id="92" presetID="6" presetClass="emph" presetSubtype="0" decel="100000" fill="hold" grpId="1" nodeType="withEffect">
                                  <p:stCondLst>
                                    <p:cond delay="200"/>
                                  </p:stCondLst>
                                  <p:childTnLst>
                                    <p:animScale>
                                      <p:cBhvr>
                                        <p:cTn id="93" dur="250" fill="hold"/>
                                        <p:tgtEl>
                                          <p:spTgt spid="105"/>
                                        </p:tgtEl>
                                      </p:cBhvr>
                                      <p:by x="120000" y="120000"/>
                                    </p:animScale>
                                  </p:childTnLst>
                                </p:cTn>
                              </p:par>
                              <p:par>
                                <p:cTn id="94" presetID="6" presetClass="emph" presetSubtype="0" decel="100000" fill="hold" grpId="2" nodeType="withEffect">
                                  <p:stCondLst>
                                    <p:cond delay="400"/>
                                  </p:stCondLst>
                                  <p:childTnLst>
                                    <p:animScale>
                                      <p:cBhvr>
                                        <p:cTn id="95" dur="250" fill="hold"/>
                                        <p:tgtEl>
                                          <p:spTgt spid="105"/>
                                        </p:tgtEl>
                                      </p:cBhvr>
                                      <p:by x="83000" y="83000"/>
                                    </p:animScale>
                                  </p:childTnLst>
                                </p:cTn>
                              </p:par>
                              <p:par>
                                <p:cTn id="96" presetID="53" presetClass="entr" presetSubtype="16" fill="hold" grpId="0" nodeType="withEffect">
                                  <p:stCondLst>
                                    <p:cond delay="400"/>
                                  </p:stCondLst>
                                  <p:childTnLst>
                                    <p:set>
                                      <p:cBhvr>
                                        <p:cTn id="97" dur="1" fill="hold">
                                          <p:stCondLst>
                                            <p:cond delay="0"/>
                                          </p:stCondLst>
                                        </p:cTn>
                                        <p:tgtEl>
                                          <p:spTgt spid="108"/>
                                        </p:tgtEl>
                                        <p:attrNameLst>
                                          <p:attrName>style.visibility</p:attrName>
                                        </p:attrNameLst>
                                      </p:cBhvr>
                                      <p:to>
                                        <p:strVal val="visible"/>
                                      </p:to>
                                    </p:set>
                                    <p:anim calcmode="lin" valueType="num">
                                      <p:cBhvr>
                                        <p:cTn id="98" dur="250" fill="hold"/>
                                        <p:tgtEl>
                                          <p:spTgt spid="108"/>
                                        </p:tgtEl>
                                        <p:attrNameLst>
                                          <p:attrName>ppt_w</p:attrName>
                                        </p:attrNameLst>
                                      </p:cBhvr>
                                      <p:tavLst>
                                        <p:tav tm="0">
                                          <p:val>
                                            <p:fltVal val="0"/>
                                          </p:val>
                                        </p:tav>
                                        <p:tav tm="100000">
                                          <p:val>
                                            <p:strVal val="#ppt_w"/>
                                          </p:val>
                                        </p:tav>
                                      </p:tavLst>
                                    </p:anim>
                                    <p:anim calcmode="lin" valueType="num">
                                      <p:cBhvr>
                                        <p:cTn id="99" dur="250" fill="hold"/>
                                        <p:tgtEl>
                                          <p:spTgt spid="108"/>
                                        </p:tgtEl>
                                        <p:attrNameLst>
                                          <p:attrName>ppt_h</p:attrName>
                                        </p:attrNameLst>
                                      </p:cBhvr>
                                      <p:tavLst>
                                        <p:tav tm="0">
                                          <p:val>
                                            <p:fltVal val="0"/>
                                          </p:val>
                                        </p:tav>
                                        <p:tav tm="100000">
                                          <p:val>
                                            <p:strVal val="#ppt_h"/>
                                          </p:val>
                                        </p:tav>
                                      </p:tavLst>
                                    </p:anim>
                                    <p:animEffect transition="in" filter="fade">
                                      <p:cBhvr>
                                        <p:cTn id="100" dur="250"/>
                                        <p:tgtEl>
                                          <p:spTgt spid="108"/>
                                        </p:tgtEl>
                                      </p:cBhvr>
                                    </p:animEffect>
                                  </p:childTnLst>
                                </p:cTn>
                              </p:par>
                              <p:par>
                                <p:cTn id="101" presetID="6" presetClass="emph" presetSubtype="0" decel="100000" fill="hold" grpId="1" nodeType="withEffect">
                                  <p:stCondLst>
                                    <p:cond delay="600"/>
                                  </p:stCondLst>
                                  <p:childTnLst>
                                    <p:animScale>
                                      <p:cBhvr>
                                        <p:cTn id="102" dur="250" fill="hold"/>
                                        <p:tgtEl>
                                          <p:spTgt spid="108"/>
                                        </p:tgtEl>
                                      </p:cBhvr>
                                      <p:by x="120000" y="120000"/>
                                    </p:animScale>
                                  </p:childTnLst>
                                </p:cTn>
                              </p:par>
                              <p:par>
                                <p:cTn id="103" presetID="6" presetClass="emph" presetSubtype="0" decel="100000" fill="hold" grpId="2" nodeType="withEffect">
                                  <p:stCondLst>
                                    <p:cond delay="800"/>
                                  </p:stCondLst>
                                  <p:childTnLst>
                                    <p:animScale>
                                      <p:cBhvr>
                                        <p:cTn id="104" dur="250" fill="hold"/>
                                        <p:tgtEl>
                                          <p:spTgt spid="108"/>
                                        </p:tgtEl>
                                      </p:cBhvr>
                                      <p:by x="83000" y="83000"/>
                                    </p:animScale>
                                  </p:childTnLst>
                                </p:cTn>
                              </p:par>
                              <p:par>
                                <p:cTn id="105" presetID="53" presetClass="entr" presetSubtype="16" fill="hold" grpId="0" nodeType="withEffect">
                                  <p:stCondLst>
                                    <p:cond delay="800"/>
                                  </p:stCondLst>
                                  <p:childTnLst>
                                    <p:set>
                                      <p:cBhvr>
                                        <p:cTn id="106" dur="1" fill="hold">
                                          <p:stCondLst>
                                            <p:cond delay="0"/>
                                          </p:stCondLst>
                                        </p:cTn>
                                        <p:tgtEl>
                                          <p:spTgt spid="101"/>
                                        </p:tgtEl>
                                        <p:attrNameLst>
                                          <p:attrName>style.visibility</p:attrName>
                                        </p:attrNameLst>
                                      </p:cBhvr>
                                      <p:to>
                                        <p:strVal val="visible"/>
                                      </p:to>
                                    </p:set>
                                    <p:anim calcmode="lin" valueType="num">
                                      <p:cBhvr>
                                        <p:cTn id="107" dur="500" fill="hold"/>
                                        <p:tgtEl>
                                          <p:spTgt spid="101"/>
                                        </p:tgtEl>
                                        <p:attrNameLst>
                                          <p:attrName>ppt_w</p:attrName>
                                        </p:attrNameLst>
                                      </p:cBhvr>
                                      <p:tavLst>
                                        <p:tav tm="0">
                                          <p:val>
                                            <p:fltVal val="0"/>
                                          </p:val>
                                        </p:tav>
                                        <p:tav tm="100000">
                                          <p:val>
                                            <p:strVal val="#ppt_w"/>
                                          </p:val>
                                        </p:tav>
                                      </p:tavLst>
                                    </p:anim>
                                    <p:anim calcmode="lin" valueType="num">
                                      <p:cBhvr>
                                        <p:cTn id="108" dur="500" fill="hold"/>
                                        <p:tgtEl>
                                          <p:spTgt spid="101"/>
                                        </p:tgtEl>
                                        <p:attrNameLst>
                                          <p:attrName>ppt_h</p:attrName>
                                        </p:attrNameLst>
                                      </p:cBhvr>
                                      <p:tavLst>
                                        <p:tav tm="0">
                                          <p:val>
                                            <p:fltVal val="0"/>
                                          </p:val>
                                        </p:tav>
                                        <p:tav tm="100000">
                                          <p:val>
                                            <p:strVal val="#ppt_h"/>
                                          </p:val>
                                        </p:tav>
                                      </p:tavLst>
                                    </p:anim>
                                    <p:animEffect transition="in" filter="fade">
                                      <p:cBhvr>
                                        <p:cTn id="109" dur="500"/>
                                        <p:tgtEl>
                                          <p:spTgt spid="101"/>
                                        </p:tgtEl>
                                      </p:cBhvr>
                                    </p:animEffect>
                                  </p:childTnLst>
                                </p:cTn>
                              </p:par>
                              <p:par>
                                <p:cTn id="110" presetID="35" presetClass="path" presetSubtype="0" accel="50000" decel="50000" fill="hold" grpId="1" nodeType="withEffect">
                                  <p:stCondLst>
                                    <p:cond delay="800"/>
                                  </p:stCondLst>
                                  <p:childTnLst>
                                    <p:animMotion origin="layout" path="M -3.33333E-6 -1.48148E-6 L -0.14205 -1.48148E-6 " pathEditMode="relative" rAng="0" ptsTypes="AA">
                                      <p:cBhvr>
                                        <p:cTn id="111" dur="1000" spd="-100000" fill="hold"/>
                                        <p:tgtEl>
                                          <p:spTgt spid="101"/>
                                        </p:tgtEl>
                                        <p:attrNameLst>
                                          <p:attrName>ppt_x</p:attrName>
                                          <p:attrName>ppt_y</p:attrName>
                                        </p:attrNameLst>
                                      </p:cBhvr>
                                      <p:rCtr x="-7109" y="0"/>
                                    </p:animMotion>
                                  </p:childTnLst>
                                </p:cTn>
                              </p:par>
                              <p:par>
                                <p:cTn id="112" presetID="53" presetClass="entr" presetSubtype="16" fill="hold" grpId="0" nodeType="withEffect">
                                  <p:stCondLst>
                                    <p:cond delay="1250"/>
                                  </p:stCondLst>
                                  <p:iterate type="lt">
                                    <p:tmPct val="10000"/>
                                  </p:iterate>
                                  <p:childTnLst>
                                    <p:set>
                                      <p:cBhvr>
                                        <p:cTn id="113" dur="1" fill="hold">
                                          <p:stCondLst>
                                            <p:cond delay="0"/>
                                          </p:stCondLst>
                                        </p:cTn>
                                        <p:tgtEl>
                                          <p:spTgt spid="100"/>
                                        </p:tgtEl>
                                        <p:attrNameLst>
                                          <p:attrName>style.visibility</p:attrName>
                                        </p:attrNameLst>
                                      </p:cBhvr>
                                      <p:to>
                                        <p:strVal val="visible"/>
                                      </p:to>
                                    </p:set>
                                    <p:anim calcmode="lin" valueType="num">
                                      <p:cBhvr>
                                        <p:cTn id="114" dur="250" fill="hold"/>
                                        <p:tgtEl>
                                          <p:spTgt spid="100"/>
                                        </p:tgtEl>
                                        <p:attrNameLst>
                                          <p:attrName>ppt_w</p:attrName>
                                        </p:attrNameLst>
                                      </p:cBhvr>
                                      <p:tavLst>
                                        <p:tav tm="0">
                                          <p:val>
                                            <p:fltVal val="0"/>
                                          </p:val>
                                        </p:tav>
                                        <p:tav tm="100000">
                                          <p:val>
                                            <p:strVal val="#ppt_w"/>
                                          </p:val>
                                        </p:tav>
                                      </p:tavLst>
                                    </p:anim>
                                    <p:anim calcmode="lin" valueType="num">
                                      <p:cBhvr>
                                        <p:cTn id="115" dur="250" fill="hold"/>
                                        <p:tgtEl>
                                          <p:spTgt spid="100"/>
                                        </p:tgtEl>
                                        <p:attrNameLst>
                                          <p:attrName>ppt_h</p:attrName>
                                        </p:attrNameLst>
                                      </p:cBhvr>
                                      <p:tavLst>
                                        <p:tav tm="0">
                                          <p:val>
                                            <p:fltVal val="0"/>
                                          </p:val>
                                        </p:tav>
                                        <p:tav tm="100000">
                                          <p:val>
                                            <p:strVal val="#ppt_h"/>
                                          </p:val>
                                        </p:tav>
                                      </p:tavLst>
                                    </p:anim>
                                    <p:animEffect transition="in" filter="fade">
                                      <p:cBhvr>
                                        <p:cTn id="116" dur="250"/>
                                        <p:tgtEl>
                                          <p:spTgt spid="100"/>
                                        </p:tgtEl>
                                      </p:cBhvr>
                                    </p:animEffect>
                                  </p:childTnLst>
                                </p:cTn>
                              </p:par>
                            </p:childTnLst>
                          </p:cTn>
                        </p:par>
                        <p:par>
                          <p:cTn id="117" fill="hold">
                            <p:stCondLst>
                              <p:cond delay="8350"/>
                            </p:stCondLst>
                            <p:childTnLst>
                              <p:par>
                                <p:cTn id="118" presetID="53" presetClass="entr" presetSubtype="16" fill="hold" grpId="0" nodeType="afterEffect">
                                  <p:stCondLst>
                                    <p:cond delay="0"/>
                                  </p:stCondLst>
                                  <p:childTnLst>
                                    <p:set>
                                      <p:cBhvr>
                                        <p:cTn id="119" dur="1" fill="hold">
                                          <p:stCondLst>
                                            <p:cond delay="0"/>
                                          </p:stCondLst>
                                        </p:cTn>
                                        <p:tgtEl>
                                          <p:spTgt spid="106"/>
                                        </p:tgtEl>
                                        <p:attrNameLst>
                                          <p:attrName>style.visibility</p:attrName>
                                        </p:attrNameLst>
                                      </p:cBhvr>
                                      <p:to>
                                        <p:strVal val="visible"/>
                                      </p:to>
                                    </p:set>
                                    <p:anim calcmode="lin" valueType="num">
                                      <p:cBhvr>
                                        <p:cTn id="120" dur="250" fill="hold"/>
                                        <p:tgtEl>
                                          <p:spTgt spid="106"/>
                                        </p:tgtEl>
                                        <p:attrNameLst>
                                          <p:attrName>ppt_w</p:attrName>
                                        </p:attrNameLst>
                                      </p:cBhvr>
                                      <p:tavLst>
                                        <p:tav tm="0">
                                          <p:val>
                                            <p:fltVal val="0"/>
                                          </p:val>
                                        </p:tav>
                                        <p:tav tm="100000">
                                          <p:val>
                                            <p:strVal val="#ppt_w"/>
                                          </p:val>
                                        </p:tav>
                                      </p:tavLst>
                                    </p:anim>
                                    <p:anim calcmode="lin" valueType="num">
                                      <p:cBhvr>
                                        <p:cTn id="121" dur="250" fill="hold"/>
                                        <p:tgtEl>
                                          <p:spTgt spid="106"/>
                                        </p:tgtEl>
                                        <p:attrNameLst>
                                          <p:attrName>ppt_h</p:attrName>
                                        </p:attrNameLst>
                                      </p:cBhvr>
                                      <p:tavLst>
                                        <p:tav tm="0">
                                          <p:val>
                                            <p:fltVal val="0"/>
                                          </p:val>
                                        </p:tav>
                                        <p:tav tm="100000">
                                          <p:val>
                                            <p:strVal val="#ppt_h"/>
                                          </p:val>
                                        </p:tav>
                                      </p:tavLst>
                                    </p:anim>
                                    <p:animEffect transition="in" filter="fade">
                                      <p:cBhvr>
                                        <p:cTn id="122" dur="250"/>
                                        <p:tgtEl>
                                          <p:spTgt spid="106"/>
                                        </p:tgtEl>
                                      </p:cBhvr>
                                    </p:animEffect>
                                  </p:childTnLst>
                                </p:cTn>
                              </p:par>
                              <p:par>
                                <p:cTn id="123" presetID="6" presetClass="emph" presetSubtype="0" decel="100000" fill="hold" grpId="1" nodeType="withEffect">
                                  <p:stCondLst>
                                    <p:cond delay="200"/>
                                  </p:stCondLst>
                                  <p:childTnLst>
                                    <p:animScale>
                                      <p:cBhvr>
                                        <p:cTn id="124" dur="250" fill="hold"/>
                                        <p:tgtEl>
                                          <p:spTgt spid="106"/>
                                        </p:tgtEl>
                                      </p:cBhvr>
                                      <p:by x="120000" y="120000"/>
                                    </p:animScale>
                                  </p:childTnLst>
                                </p:cTn>
                              </p:par>
                              <p:par>
                                <p:cTn id="125" presetID="6" presetClass="emph" presetSubtype="0" decel="100000" fill="hold" grpId="2" nodeType="withEffect">
                                  <p:stCondLst>
                                    <p:cond delay="400"/>
                                  </p:stCondLst>
                                  <p:childTnLst>
                                    <p:animScale>
                                      <p:cBhvr>
                                        <p:cTn id="126" dur="250" fill="hold"/>
                                        <p:tgtEl>
                                          <p:spTgt spid="106"/>
                                        </p:tgtEl>
                                      </p:cBhvr>
                                      <p:by x="83000" y="83000"/>
                                    </p:animScale>
                                  </p:childTnLst>
                                </p:cTn>
                              </p:par>
                              <p:par>
                                <p:cTn id="127" presetID="53" presetClass="entr" presetSubtype="16" fill="hold" grpId="0" nodeType="withEffect">
                                  <p:stCondLst>
                                    <p:cond delay="400"/>
                                  </p:stCondLst>
                                  <p:childTnLst>
                                    <p:set>
                                      <p:cBhvr>
                                        <p:cTn id="128" dur="1" fill="hold">
                                          <p:stCondLst>
                                            <p:cond delay="0"/>
                                          </p:stCondLst>
                                        </p:cTn>
                                        <p:tgtEl>
                                          <p:spTgt spid="109"/>
                                        </p:tgtEl>
                                        <p:attrNameLst>
                                          <p:attrName>style.visibility</p:attrName>
                                        </p:attrNameLst>
                                      </p:cBhvr>
                                      <p:to>
                                        <p:strVal val="visible"/>
                                      </p:to>
                                    </p:set>
                                    <p:anim calcmode="lin" valueType="num">
                                      <p:cBhvr>
                                        <p:cTn id="129" dur="250" fill="hold"/>
                                        <p:tgtEl>
                                          <p:spTgt spid="109"/>
                                        </p:tgtEl>
                                        <p:attrNameLst>
                                          <p:attrName>ppt_w</p:attrName>
                                        </p:attrNameLst>
                                      </p:cBhvr>
                                      <p:tavLst>
                                        <p:tav tm="0">
                                          <p:val>
                                            <p:fltVal val="0"/>
                                          </p:val>
                                        </p:tav>
                                        <p:tav tm="100000">
                                          <p:val>
                                            <p:strVal val="#ppt_w"/>
                                          </p:val>
                                        </p:tav>
                                      </p:tavLst>
                                    </p:anim>
                                    <p:anim calcmode="lin" valueType="num">
                                      <p:cBhvr>
                                        <p:cTn id="130" dur="250" fill="hold"/>
                                        <p:tgtEl>
                                          <p:spTgt spid="109"/>
                                        </p:tgtEl>
                                        <p:attrNameLst>
                                          <p:attrName>ppt_h</p:attrName>
                                        </p:attrNameLst>
                                      </p:cBhvr>
                                      <p:tavLst>
                                        <p:tav tm="0">
                                          <p:val>
                                            <p:fltVal val="0"/>
                                          </p:val>
                                        </p:tav>
                                        <p:tav tm="100000">
                                          <p:val>
                                            <p:strVal val="#ppt_h"/>
                                          </p:val>
                                        </p:tav>
                                      </p:tavLst>
                                    </p:anim>
                                    <p:animEffect transition="in" filter="fade">
                                      <p:cBhvr>
                                        <p:cTn id="131" dur="250"/>
                                        <p:tgtEl>
                                          <p:spTgt spid="109"/>
                                        </p:tgtEl>
                                      </p:cBhvr>
                                    </p:animEffect>
                                  </p:childTnLst>
                                </p:cTn>
                              </p:par>
                              <p:par>
                                <p:cTn id="132" presetID="6" presetClass="emph" presetSubtype="0" decel="100000" fill="hold" grpId="1" nodeType="withEffect">
                                  <p:stCondLst>
                                    <p:cond delay="600"/>
                                  </p:stCondLst>
                                  <p:childTnLst>
                                    <p:animScale>
                                      <p:cBhvr>
                                        <p:cTn id="133" dur="250" fill="hold"/>
                                        <p:tgtEl>
                                          <p:spTgt spid="109"/>
                                        </p:tgtEl>
                                      </p:cBhvr>
                                      <p:by x="120000" y="120000"/>
                                    </p:animScale>
                                  </p:childTnLst>
                                </p:cTn>
                              </p:par>
                              <p:par>
                                <p:cTn id="134" presetID="6" presetClass="emph" presetSubtype="0" decel="100000" fill="hold" grpId="2" nodeType="withEffect">
                                  <p:stCondLst>
                                    <p:cond delay="800"/>
                                  </p:stCondLst>
                                  <p:childTnLst>
                                    <p:animScale>
                                      <p:cBhvr>
                                        <p:cTn id="135" dur="250" fill="hold"/>
                                        <p:tgtEl>
                                          <p:spTgt spid="109"/>
                                        </p:tgtEl>
                                      </p:cBhvr>
                                      <p:by x="83000" y="83000"/>
                                    </p:animScale>
                                  </p:childTnLst>
                                </p:cTn>
                              </p:par>
                              <p:par>
                                <p:cTn id="136" presetID="53" presetClass="entr" presetSubtype="16" fill="hold" grpId="0" nodeType="withEffect">
                                  <p:stCondLst>
                                    <p:cond delay="800"/>
                                  </p:stCondLst>
                                  <p:childTnLst>
                                    <p:set>
                                      <p:cBhvr>
                                        <p:cTn id="137" dur="1" fill="hold">
                                          <p:stCondLst>
                                            <p:cond delay="0"/>
                                          </p:stCondLst>
                                        </p:cTn>
                                        <p:tgtEl>
                                          <p:spTgt spid="103"/>
                                        </p:tgtEl>
                                        <p:attrNameLst>
                                          <p:attrName>style.visibility</p:attrName>
                                        </p:attrNameLst>
                                      </p:cBhvr>
                                      <p:to>
                                        <p:strVal val="visible"/>
                                      </p:to>
                                    </p:set>
                                    <p:anim calcmode="lin" valueType="num">
                                      <p:cBhvr>
                                        <p:cTn id="138" dur="500" fill="hold"/>
                                        <p:tgtEl>
                                          <p:spTgt spid="103"/>
                                        </p:tgtEl>
                                        <p:attrNameLst>
                                          <p:attrName>ppt_w</p:attrName>
                                        </p:attrNameLst>
                                      </p:cBhvr>
                                      <p:tavLst>
                                        <p:tav tm="0">
                                          <p:val>
                                            <p:fltVal val="0"/>
                                          </p:val>
                                        </p:tav>
                                        <p:tav tm="100000">
                                          <p:val>
                                            <p:strVal val="#ppt_w"/>
                                          </p:val>
                                        </p:tav>
                                      </p:tavLst>
                                    </p:anim>
                                    <p:anim calcmode="lin" valueType="num">
                                      <p:cBhvr>
                                        <p:cTn id="139" dur="500" fill="hold"/>
                                        <p:tgtEl>
                                          <p:spTgt spid="103"/>
                                        </p:tgtEl>
                                        <p:attrNameLst>
                                          <p:attrName>ppt_h</p:attrName>
                                        </p:attrNameLst>
                                      </p:cBhvr>
                                      <p:tavLst>
                                        <p:tav tm="0">
                                          <p:val>
                                            <p:fltVal val="0"/>
                                          </p:val>
                                        </p:tav>
                                        <p:tav tm="100000">
                                          <p:val>
                                            <p:strVal val="#ppt_h"/>
                                          </p:val>
                                        </p:tav>
                                      </p:tavLst>
                                    </p:anim>
                                    <p:animEffect transition="in" filter="fade">
                                      <p:cBhvr>
                                        <p:cTn id="140" dur="500"/>
                                        <p:tgtEl>
                                          <p:spTgt spid="103"/>
                                        </p:tgtEl>
                                      </p:cBhvr>
                                    </p:animEffect>
                                  </p:childTnLst>
                                </p:cTn>
                              </p:par>
                              <p:par>
                                <p:cTn id="141" presetID="35" presetClass="path" presetSubtype="0" accel="50000" decel="50000" fill="hold" grpId="1" nodeType="withEffect">
                                  <p:stCondLst>
                                    <p:cond delay="800"/>
                                  </p:stCondLst>
                                  <p:childTnLst>
                                    <p:animMotion origin="layout" path="M -3.33333E-6 3.33333E-6 L -0.14205 3.33333E-6 " pathEditMode="relative" rAng="0" ptsTypes="AA">
                                      <p:cBhvr>
                                        <p:cTn id="142" dur="1000" spd="-100000" fill="hold"/>
                                        <p:tgtEl>
                                          <p:spTgt spid="103"/>
                                        </p:tgtEl>
                                        <p:attrNameLst>
                                          <p:attrName>ppt_x</p:attrName>
                                          <p:attrName>ppt_y</p:attrName>
                                        </p:attrNameLst>
                                      </p:cBhvr>
                                      <p:rCtr x="-7109" y="0"/>
                                    </p:animMotion>
                                  </p:childTnLst>
                                </p:cTn>
                              </p:par>
                              <p:par>
                                <p:cTn id="143" presetID="53" presetClass="entr" presetSubtype="16" fill="hold" grpId="0" nodeType="withEffect">
                                  <p:stCondLst>
                                    <p:cond delay="1250"/>
                                  </p:stCondLst>
                                  <p:iterate type="lt">
                                    <p:tmPct val="10000"/>
                                  </p:iterate>
                                  <p:childTnLst>
                                    <p:set>
                                      <p:cBhvr>
                                        <p:cTn id="144" dur="1" fill="hold">
                                          <p:stCondLst>
                                            <p:cond delay="0"/>
                                          </p:stCondLst>
                                        </p:cTn>
                                        <p:tgtEl>
                                          <p:spTgt spid="102"/>
                                        </p:tgtEl>
                                        <p:attrNameLst>
                                          <p:attrName>style.visibility</p:attrName>
                                        </p:attrNameLst>
                                      </p:cBhvr>
                                      <p:to>
                                        <p:strVal val="visible"/>
                                      </p:to>
                                    </p:set>
                                    <p:anim calcmode="lin" valueType="num">
                                      <p:cBhvr>
                                        <p:cTn id="145" dur="250" fill="hold"/>
                                        <p:tgtEl>
                                          <p:spTgt spid="102"/>
                                        </p:tgtEl>
                                        <p:attrNameLst>
                                          <p:attrName>ppt_w</p:attrName>
                                        </p:attrNameLst>
                                      </p:cBhvr>
                                      <p:tavLst>
                                        <p:tav tm="0">
                                          <p:val>
                                            <p:fltVal val="0"/>
                                          </p:val>
                                        </p:tav>
                                        <p:tav tm="100000">
                                          <p:val>
                                            <p:strVal val="#ppt_w"/>
                                          </p:val>
                                        </p:tav>
                                      </p:tavLst>
                                    </p:anim>
                                    <p:anim calcmode="lin" valueType="num">
                                      <p:cBhvr>
                                        <p:cTn id="146" dur="250" fill="hold"/>
                                        <p:tgtEl>
                                          <p:spTgt spid="102"/>
                                        </p:tgtEl>
                                        <p:attrNameLst>
                                          <p:attrName>ppt_h</p:attrName>
                                        </p:attrNameLst>
                                      </p:cBhvr>
                                      <p:tavLst>
                                        <p:tav tm="0">
                                          <p:val>
                                            <p:fltVal val="0"/>
                                          </p:val>
                                        </p:tav>
                                        <p:tav tm="100000">
                                          <p:val>
                                            <p:strVal val="#ppt_h"/>
                                          </p:val>
                                        </p:tav>
                                      </p:tavLst>
                                    </p:anim>
                                    <p:animEffect transition="in" filter="fade">
                                      <p:cBhvr>
                                        <p:cTn id="147" dur="25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59" grpId="1"/>
      <p:bldP spid="98" grpId="0"/>
      <p:bldP spid="99" grpId="0"/>
      <p:bldP spid="99" grpId="1"/>
      <p:bldP spid="100" grpId="0"/>
      <p:bldP spid="101" grpId="0"/>
      <p:bldP spid="101" grpId="1"/>
      <p:bldP spid="102" grpId="0"/>
      <p:bldP spid="103" grpId="0"/>
      <p:bldP spid="103" grpId="1"/>
      <p:bldP spid="104" grpId="0" animBg="1"/>
      <p:bldP spid="104" grpId="1" animBg="1"/>
      <p:bldP spid="104" grpId="2" animBg="1"/>
      <p:bldP spid="105" grpId="0" animBg="1"/>
      <p:bldP spid="105" grpId="1" animBg="1"/>
      <p:bldP spid="105" grpId="2" animBg="1"/>
      <p:bldP spid="106" grpId="0" animBg="1"/>
      <p:bldP spid="106" grpId="1" animBg="1"/>
      <p:bldP spid="106" grpId="2" animBg="1"/>
      <p:bldP spid="107" grpId="0" animBg="1"/>
      <p:bldP spid="107" grpId="1" animBg="1"/>
      <p:bldP spid="107" grpId="2" animBg="1"/>
      <p:bldP spid="108" grpId="0" animBg="1"/>
      <p:bldP spid="108" grpId="1" animBg="1"/>
      <p:bldP spid="108" grpId="2" animBg="1"/>
      <p:bldP spid="109" grpId="0" animBg="1"/>
      <p:bldP spid="109" grpId="1" animBg="1"/>
      <p:bldP spid="109" grpId="2"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Freeform 5"/>
          <p:cNvSpPr>
            <a:spLocks/>
          </p:cNvSpPr>
          <p:nvPr/>
        </p:nvSpPr>
        <p:spPr bwMode="auto">
          <a:xfrm>
            <a:off x="3102711" y="1612118"/>
            <a:ext cx="1003300" cy="996950"/>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sp>
        <p:nvSpPr>
          <p:cNvPr id="86" name="Freeform 6"/>
          <p:cNvSpPr>
            <a:spLocks/>
          </p:cNvSpPr>
          <p:nvPr/>
        </p:nvSpPr>
        <p:spPr bwMode="auto">
          <a:xfrm>
            <a:off x="1607286" y="1612118"/>
            <a:ext cx="2498725" cy="3168650"/>
          </a:xfrm>
          <a:custGeom>
            <a:avLst/>
            <a:gdLst>
              <a:gd name="T0" fmla="*/ 200 w 6832"/>
              <a:gd name="T1" fmla="*/ 0 h 8715"/>
              <a:gd name="T2" fmla="*/ 3879 w 6832"/>
              <a:gd name="T3" fmla="*/ 0 h 8715"/>
              <a:gd name="T4" fmla="*/ 3879 w 6832"/>
              <a:gd name="T5" fmla="*/ 400 h 8715"/>
              <a:gd name="T6" fmla="*/ 400 w 6832"/>
              <a:gd name="T7" fmla="*/ 400 h 8715"/>
              <a:gd name="T8" fmla="*/ 400 w 6832"/>
              <a:gd name="T9" fmla="*/ 8315 h 8715"/>
              <a:gd name="T10" fmla="*/ 6432 w 6832"/>
              <a:gd name="T11" fmla="*/ 8315 h 8715"/>
              <a:gd name="T12" fmla="*/ 6432 w 6832"/>
              <a:gd name="T13" fmla="*/ 2952 h 8715"/>
              <a:gd name="T14" fmla="*/ 6832 w 6832"/>
              <a:gd name="T15" fmla="*/ 2952 h 8715"/>
              <a:gd name="T16" fmla="*/ 6832 w 6832"/>
              <a:gd name="T17" fmla="*/ 8515 h 8715"/>
              <a:gd name="T18" fmla="*/ 6832 w 6832"/>
              <a:gd name="T19" fmla="*/ 8715 h 8715"/>
              <a:gd name="T20" fmla="*/ 6632 w 6832"/>
              <a:gd name="T21" fmla="*/ 8715 h 8715"/>
              <a:gd name="T22" fmla="*/ 200 w 6832"/>
              <a:gd name="T23" fmla="*/ 8715 h 8715"/>
              <a:gd name="T24" fmla="*/ 0 w 6832"/>
              <a:gd name="T25" fmla="*/ 8715 h 8715"/>
              <a:gd name="T26" fmla="*/ 0 w 6832"/>
              <a:gd name="T27" fmla="*/ 8515 h 8715"/>
              <a:gd name="T28" fmla="*/ 0 w 6832"/>
              <a:gd name="T29" fmla="*/ 200 h 8715"/>
              <a:gd name="T30" fmla="*/ 0 w 6832"/>
              <a:gd name="T31" fmla="*/ 0 h 8715"/>
              <a:gd name="T32" fmla="*/ 200 w 6832"/>
              <a:gd name="T33" fmla="*/ 0 h 8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832" h="8715">
                <a:moveTo>
                  <a:pt x="200" y="0"/>
                </a:moveTo>
                <a:lnTo>
                  <a:pt x="3879" y="0"/>
                </a:lnTo>
                <a:lnTo>
                  <a:pt x="3879" y="400"/>
                </a:lnTo>
                <a:lnTo>
                  <a:pt x="400" y="400"/>
                </a:lnTo>
                <a:lnTo>
                  <a:pt x="400" y="8315"/>
                </a:lnTo>
                <a:lnTo>
                  <a:pt x="6432" y="8315"/>
                </a:lnTo>
                <a:lnTo>
                  <a:pt x="6432" y="2952"/>
                </a:lnTo>
                <a:lnTo>
                  <a:pt x="6832" y="2952"/>
                </a:lnTo>
                <a:lnTo>
                  <a:pt x="6832" y="8515"/>
                </a:lnTo>
                <a:lnTo>
                  <a:pt x="6832" y="8715"/>
                </a:lnTo>
                <a:lnTo>
                  <a:pt x="6632" y="8715"/>
                </a:lnTo>
                <a:lnTo>
                  <a:pt x="200" y="8715"/>
                </a:lnTo>
                <a:lnTo>
                  <a:pt x="0" y="8715"/>
                </a:lnTo>
                <a:lnTo>
                  <a:pt x="0" y="8515"/>
                </a:lnTo>
                <a:lnTo>
                  <a:pt x="0" y="200"/>
                </a:lnTo>
                <a:lnTo>
                  <a:pt x="0" y="0"/>
                </a:lnTo>
                <a:lnTo>
                  <a:pt x="200" y="0"/>
                </a:ln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nvGrpSpPr>
          <p:cNvPr id="87" name="组合 86"/>
          <p:cNvGrpSpPr/>
          <p:nvPr/>
        </p:nvGrpSpPr>
        <p:grpSpPr>
          <a:xfrm>
            <a:off x="2021624" y="2991656"/>
            <a:ext cx="1670050" cy="1331912"/>
            <a:chOff x="1801339" y="3061906"/>
            <a:chExt cx="1670050" cy="1331912"/>
          </a:xfrm>
        </p:grpSpPr>
        <p:sp>
          <p:nvSpPr>
            <p:cNvPr id="88" name="Freeform 7"/>
            <p:cNvSpPr>
              <a:spLocks noEditPoints="1"/>
            </p:cNvSpPr>
            <p:nvPr/>
          </p:nvSpPr>
          <p:spPr bwMode="auto">
            <a:xfrm>
              <a:off x="2033114" y="4289043"/>
              <a:ext cx="1206500" cy="104775"/>
            </a:xfrm>
            <a:custGeom>
              <a:avLst/>
              <a:gdLst>
                <a:gd name="T0" fmla="*/ 131 w 3300"/>
                <a:gd name="T1" fmla="*/ 41 h 287"/>
                <a:gd name="T2" fmla="*/ 206 w 3300"/>
                <a:gd name="T3" fmla="*/ 182 h 287"/>
                <a:gd name="T4" fmla="*/ 0 w 3300"/>
                <a:gd name="T5" fmla="*/ 145 h 287"/>
                <a:gd name="T6" fmla="*/ 425 w 3300"/>
                <a:gd name="T7" fmla="*/ 249 h 287"/>
                <a:gd name="T8" fmla="*/ 336 w 3300"/>
                <a:gd name="T9" fmla="*/ 145 h 287"/>
                <a:gd name="T10" fmla="*/ 565 w 3300"/>
                <a:gd name="T11" fmla="*/ 143 h 287"/>
                <a:gd name="T12" fmla="*/ 429 w 3300"/>
                <a:gd name="T13" fmla="*/ 0 h 287"/>
                <a:gd name="T14" fmla="*/ 894 w 3300"/>
                <a:gd name="T15" fmla="*/ 283 h 287"/>
                <a:gd name="T16" fmla="*/ 855 w 3300"/>
                <a:gd name="T17" fmla="*/ 57 h 287"/>
                <a:gd name="T18" fmla="*/ 769 w 3300"/>
                <a:gd name="T19" fmla="*/ 283 h 287"/>
                <a:gd name="T20" fmla="*/ 652 w 3300"/>
                <a:gd name="T21" fmla="*/ 57 h 287"/>
                <a:gd name="T22" fmla="*/ 654 w 3300"/>
                <a:gd name="T23" fmla="*/ 283 h 287"/>
                <a:gd name="T24" fmla="*/ 667 w 3300"/>
                <a:gd name="T25" fmla="*/ 5 h 287"/>
                <a:gd name="T26" fmla="*/ 753 w 3300"/>
                <a:gd name="T27" fmla="*/ 225 h 287"/>
                <a:gd name="T28" fmla="*/ 1073 w 3300"/>
                <a:gd name="T29" fmla="*/ 45 h 287"/>
                <a:gd name="T30" fmla="*/ 1073 w 3300"/>
                <a:gd name="T31" fmla="*/ 135 h 287"/>
                <a:gd name="T32" fmla="*/ 1077 w 3300"/>
                <a:gd name="T33" fmla="*/ 175 h 287"/>
                <a:gd name="T34" fmla="*/ 955 w 3300"/>
                <a:gd name="T35" fmla="*/ 283 h 287"/>
                <a:gd name="T36" fmla="*/ 1178 w 3300"/>
                <a:gd name="T37" fmla="*/ 88 h 287"/>
                <a:gd name="T38" fmla="*/ 1380 w 3300"/>
                <a:gd name="T39" fmla="*/ 175 h 287"/>
                <a:gd name="T40" fmla="*/ 1334 w 3300"/>
                <a:gd name="T41" fmla="*/ 51 h 287"/>
                <a:gd name="T42" fmla="*/ 1423 w 3300"/>
                <a:gd name="T43" fmla="*/ 283 h 287"/>
                <a:gd name="T44" fmla="*/ 1243 w 3300"/>
                <a:gd name="T45" fmla="*/ 283 h 287"/>
                <a:gd name="T46" fmla="*/ 1356 w 3300"/>
                <a:gd name="T47" fmla="*/ 4 h 287"/>
                <a:gd name="T48" fmla="*/ 1692 w 3300"/>
                <a:gd name="T49" fmla="*/ 228 h 287"/>
                <a:gd name="T50" fmla="*/ 1689 w 3300"/>
                <a:gd name="T51" fmla="*/ 5 h 287"/>
                <a:gd name="T52" fmla="*/ 1688 w 3300"/>
                <a:gd name="T53" fmla="*/ 283 h 287"/>
                <a:gd name="T54" fmla="*/ 1543 w 3300"/>
                <a:gd name="T55" fmla="*/ 60 h 287"/>
                <a:gd name="T56" fmla="*/ 1503 w 3300"/>
                <a:gd name="T57" fmla="*/ 283 h 287"/>
                <a:gd name="T58" fmla="*/ 1665 w 3300"/>
                <a:gd name="T59" fmla="*/ 178 h 287"/>
                <a:gd name="T60" fmla="*/ 1925 w 3300"/>
                <a:gd name="T61" fmla="*/ 169 h 287"/>
                <a:gd name="T62" fmla="*/ 1880 w 3300"/>
                <a:gd name="T63" fmla="*/ 170 h 287"/>
                <a:gd name="T64" fmla="*/ 1897 w 3300"/>
                <a:gd name="T65" fmla="*/ 120 h 287"/>
                <a:gd name="T66" fmla="*/ 1905 w 3300"/>
                <a:gd name="T67" fmla="*/ 127 h 287"/>
                <a:gd name="T68" fmla="*/ 2043 w 3300"/>
                <a:gd name="T69" fmla="*/ 5 h 287"/>
                <a:gd name="T70" fmla="*/ 2355 w 3300"/>
                <a:gd name="T71" fmla="*/ 177 h 287"/>
                <a:gd name="T72" fmla="*/ 2399 w 3300"/>
                <a:gd name="T73" fmla="*/ 283 h 287"/>
                <a:gd name="T74" fmla="*/ 2210 w 3300"/>
                <a:gd name="T75" fmla="*/ 60 h 287"/>
                <a:gd name="T76" fmla="*/ 2213 w 3300"/>
                <a:gd name="T77" fmla="*/ 283 h 287"/>
                <a:gd name="T78" fmla="*/ 2216 w 3300"/>
                <a:gd name="T79" fmla="*/ 5 h 287"/>
                <a:gd name="T80" fmla="*/ 2524 w 3300"/>
                <a:gd name="T81" fmla="*/ 175 h 287"/>
                <a:gd name="T82" fmla="*/ 2572 w 3300"/>
                <a:gd name="T83" fmla="*/ 51 h 287"/>
                <a:gd name="T84" fmla="*/ 2524 w 3300"/>
                <a:gd name="T85" fmla="*/ 175 h 287"/>
                <a:gd name="T86" fmla="*/ 2508 w 3300"/>
                <a:gd name="T87" fmla="*/ 216 h 287"/>
                <a:gd name="T88" fmla="*/ 2548 w 3300"/>
                <a:gd name="T89" fmla="*/ 4 h 287"/>
                <a:gd name="T90" fmla="*/ 2659 w 3300"/>
                <a:gd name="T91" fmla="*/ 283 h 287"/>
                <a:gd name="T92" fmla="*/ 3021 w 3300"/>
                <a:gd name="T93" fmla="*/ 283 h 287"/>
                <a:gd name="T94" fmla="*/ 2982 w 3300"/>
                <a:gd name="T95" fmla="*/ 57 h 287"/>
                <a:gd name="T96" fmla="*/ 2896 w 3300"/>
                <a:gd name="T97" fmla="*/ 283 h 287"/>
                <a:gd name="T98" fmla="*/ 2780 w 3300"/>
                <a:gd name="T99" fmla="*/ 57 h 287"/>
                <a:gd name="T100" fmla="*/ 2781 w 3300"/>
                <a:gd name="T101" fmla="*/ 283 h 287"/>
                <a:gd name="T102" fmla="*/ 2795 w 3300"/>
                <a:gd name="T103" fmla="*/ 5 h 287"/>
                <a:gd name="T104" fmla="*/ 2880 w 3300"/>
                <a:gd name="T105" fmla="*/ 225 h 287"/>
                <a:gd name="T106" fmla="*/ 3128 w 3300"/>
                <a:gd name="T107" fmla="*/ 244 h 287"/>
                <a:gd name="T108" fmla="*/ 3083 w 3300"/>
                <a:gd name="T109" fmla="*/ 283 h 287"/>
                <a:gd name="T110" fmla="*/ 3293 w 3300"/>
                <a:gd name="T111" fmla="*/ 45 h 287"/>
                <a:gd name="T112" fmla="*/ 3284 w 3300"/>
                <a:gd name="T113" fmla="*/ 119 h 287"/>
                <a:gd name="T114" fmla="*/ 3128 w 3300"/>
                <a:gd name="T115" fmla="*/ 24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00" h="287">
                  <a:moveTo>
                    <a:pt x="250" y="82"/>
                  </a:moveTo>
                  <a:lnTo>
                    <a:pt x="202" y="95"/>
                  </a:lnTo>
                  <a:cubicBezTo>
                    <a:pt x="190" y="61"/>
                    <a:pt x="166" y="43"/>
                    <a:pt x="131" y="41"/>
                  </a:cubicBezTo>
                  <a:cubicBezTo>
                    <a:pt x="79" y="44"/>
                    <a:pt x="51" y="78"/>
                    <a:pt x="48" y="145"/>
                  </a:cubicBezTo>
                  <a:cubicBezTo>
                    <a:pt x="49" y="211"/>
                    <a:pt x="76" y="246"/>
                    <a:pt x="129" y="248"/>
                  </a:cubicBezTo>
                  <a:cubicBezTo>
                    <a:pt x="171" y="249"/>
                    <a:pt x="196" y="227"/>
                    <a:pt x="206" y="182"/>
                  </a:cubicBezTo>
                  <a:lnTo>
                    <a:pt x="256" y="194"/>
                  </a:lnTo>
                  <a:cubicBezTo>
                    <a:pt x="240" y="257"/>
                    <a:pt x="198" y="287"/>
                    <a:pt x="130" y="287"/>
                  </a:cubicBezTo>
                  <a:cubicBezTo>
                    <a:pt x="45" y="285"/>
                    <a:pt x="2" y="237"/>
                    <a:pt x="0" y="145"/>
                  </a:cubicBezTo>
                  <a:cubicBezTo>
                    <a:pt x="2" y="51"/>
                    <a:pt x="46" y="3"/>
                    <a:pt x="134" y="0"/>
                  </a:cubicBezTo>
                  <a:cubicBezTo>
                    <a:pt x="189" y="1"/>
                    <a:pt x="228" y="28"/>
                    <a:pt x="250" y="82"/>
                  </a:cubicBezTo>
                  <a:close/>
                  <a:moveTo>
                    <a:pt x="425" y="249"/>
                  </a:moveTo>
                  <a:cubicBezTo>
                    <a:pt x="485" y="246"/>
                    <a:pt x="515" y="211"/>
                    <a:pt x="517" y="145"/>
                  </a:cubicBezTo>
                  <a:cubicBezTo>
                    <a:pt x="513" y="80"/>
                    <a:pt x="483" y="45"/>
                    <a:pt x="427" y="40"/>
                  </a:cubicBezTo>
                  <a:cubicBezTo>
                    <a:pt x="370" y="45"/>
                    <a:pt x="340" y="79"/>
                    <a:pt x="336" y="145"/>
                  </a:cubicBezTo>
                  <a:cubicBezTo>
                    <a:pt x="339" y="210"/>
                    <a:pt x="368" y="245"/>
                    <a:pt x="425" y="249"/>
                  </a:cubicBezTo>
                  <a:close/>
                  <a:moveTo>
                    <a:pt x="429" y="0"/>
                  </a:moveTo>
                  <a:cubicBezTo>
                    <a:pt x="514" y="5"/>
                    <a:pt x="559" y="53"/>
                    <a:pt x="565" y="143"/>
                  </a:cubicBezTo>
                  <a:cubicBezTo>
                    <a:pt x="563" y="236"/>
                    <a:pt x="516" y="284"/>
                    <a:pt x="426" y="287"/>
                  </a:cubicBezTo>
                  <a:cubicBezTo>
                    <a:pt x="339" y="282"/>
                    <a:pt x="293" y="235"/>
                    <a:pt x="289" y="145"/>
                  </a:cubicBezTo>
                  <a:cubicBezTo>
                    <a:pt x="294" y="53"/>
                    <a:pt x="340" y="4"/>
                    <a:pt x="429" y="0"/>
                  </a:cubicBezTo>
                  <a:close/>
                  <a:moveTo>
                    <a:pt x="839" y="5"/>
                  </a:moveTo>
                  <a:lnTo>
                    <a:pt x="894" y="5"/>
                  </a:lnTo>
                  <a:lnTo>
                    <a:pt x="894" y="283"/>
                  </a:lnTo>
                  <a:lnTo>
                    <a:pt x="851" y="283"/>
                  </a:lnTo>
                  <a:lnTo>
                    <a:pt x="851" y="118"/>
                  </a:lnTo>
                  <a:cubicBezTo>
                    <a:pt x="851" y="104"/>
                    <a:pt x="852" y="84"/>
                    <a:pt x="855" y="57"/>
                  </a:cubicBezTo>
                  <a:lnTo>
                    <a:pt x="853" y="57"/>
                  </a:lnTo>
                  <a:cubicBezTo>
                    <a:pt x="850" y="73"/>
                    <a:pt x="844" y="90"/>
                    <a:pt x="837" y="106"/>
                  </a:cubicBezTo>
                  <a:lnTo>
                    <a:pt x="769" y="283"/>
                  </a:lnTo>
                  <a:lnTo>
                    <a:pt x="737" y="283"/>
                  </a:lnTo>
                  <a:lnTo>
                    <a:pt x="667" y="106"/>
                  </a:lnTo>
                  <a:cubicBezTo>
                    <a:pt x="661" y="88"/>
                    <a:pt x="656" y="72"/>
                    <a:pt x="652" y="57"/>
                  </a:cubicBezTo>
                  <a:lnTo>
                    <a:pt x="651" y="57"/>
                  </a:lnTo>
                  <a:cubicBezTo>
                    <a:pt x="653" y="78"/>
                    <a:pt x="654" y="98"/>
                    <a:pt x="654" y="118"/>
                  </a:cubicBezTo>
                  <a:lnTo>
                    <a:pt x="654" y="283"/>
                  </a:lnTo>
                  <a:lnTo>
                    <a:pt x="612" y="283"/>
                  </a:lnTo>
                  <a:lnTo>
                    <a:pt x="612" y="5"/>
                  </a:lnTo>
                  <a:lnTo>
                    <a:pt x="667" y="5"/>
                  </a:lnTo>
                  <a:lnTo>
                    <a:pt x="742" y="193"/>
                  </a:lnTo>
                  <a:cubicBezTo>
                    <a:pt x="743" y="197"/>
                    <a:pt x="746" y="205"/>
                    <a:pt x="750" y="216"/>
                  </a:cubicBezTo>
                  <a:cubicBezTo>
                    <a:pt x="751" y="220"/>
                    <a:pt x="752" y="223"/>
                    <a:pt x="753" y="225"/>
                  </a:cubicBezTo>
                  <a:cubicBezTo>
                    <a:pt x="757" y="212"/>
                    <a:pt x="761" y="202"/>
                    <a:pt x="765" y="193"/>
                  </a:cubicBezTo>
                  <a:lnTo>
                    <a:pt x="839" y="5"/>
                  </a:lnTo>
                  <a:close/>
                  <a:moveTo>
                    <a:pt x="1073" y="45"/>
                  </a:moveTo>
                  <a:lnTo>
                    <a:pt x="1002" y="45"/>
                  </a:lnTo>
                  <a:lnTo>
                    <a:pt x="1002" y="135"/>
                  </a:lnTo>
                  <a:lnTo>
                    <a:pt x="1073" y="135"/>
                  </a:lnTo>
                  <a:cubicBezTo>
                    <a:pt x="1112" y="135"/>
                    <a:pt x="1131" y="120"/>
                    <a:pt x="1131" y="88"/>
                  </a:cubicBezTo>
                  <a:cubicBezTo>
                    <a:pt x="1129" y="61"/>
                    <a:pt x="1110" y="46"/>
                    <a:pt x="1073" y="45"/>
                  </a:cubicBezTo>
                  <a:close/>
                  <a:moveTo>
                    <a:pt x="1077" y="175"/>
                  </a:moveTo>
                  <a:lnTo>
                    <a:pt x="1002" y="175"/>
                  </a:lnTo>
                  <a:lnTo>
                    <a:pt x="1002" y="283"/>
                  </a:lnTo>
                  <a:lnTo>
                    <a:pt x="955" y="283"/>
                  </a:lnTo>
                  <a:lnTo>
                    <a:pt x="955" y="4"/>
                  </a:lnTo>
                  <a:lnTo>
                    <a:pt x="1080" y="4"/>
                  </a:lnTo>
                  <a:cubicBezTo>
                    <a:pt x="1141" y="7"/>
                    <a:pt x="1173" y="35"/>
                    <a:pt x="1178" y="88"/>
                  </a:cubicBezTo>
                  <a:cubicBezTo>
                    <a:pt x="1177" y="145"/>
                    <a:pt x="1143" y="174"/>
                    <a:pt x="1077" y="175"/>
                  </a:cubicBezTo>
                  <a:close/>
                  <a:moveTo>
                    <a:pt x="1288" y="175"/>
                  </a:moveTo>
                  <a:lnTo>
                    <a:pt x="1380" y="175"/>
                  </a:lnTo>
                  <a:lnTo>
                    <a:pt x="1342" y="78"/>
                  </a:lnTo>
                  <a:cubicBezTo>
                    <a:pt x="1338" y="66"/>
                    <a:pt x="1336" y="57"/>
                    <a:pt x="1336" y="51"/>
                  </a:cubicBezTo>
                  <a:lnTo>
                    <a:pt x="1334" y="51"/>
                  </a:lnTo>
                  <a:cubicBezTo>
                    <a:pt x="1333" y="59"/>
                    <a:pt x="1331" y="68"/>
                    <a:pt x="1326" y="78"/>
                  </a:cubicBezTo>
                  <a:lnTo>
                    <a:pt x="1288" y="175"/>
                  </a:lnTo>
                  <a:close/>
                  <a:moveTo>
                    <a:pt x="1423" y="283"/>
                  </a:moveTo>
                  <a:lnTo>
                    <a:pt x="1396" y="216"/>
                  </a:lnTo>
                  <a:lnTo>
                    <a:pt x="1271" y="216"/>
                  </a:lnTo>
                  <a:lnTo>
                    <a:pt x="1243" y="283"/>
                  </a:lnTo>
                  <a:lnTo>
                    <a:pt x="1195" y="283"/>
                  </a:lnTo>
                  <a:lnTo>
                    <a:pt x="1312" y="4"/>
                  </a:lnTo>
                  <a:lnTo>
                    <a:pt x="1356" y="4"/>
                  </a:lnTo>
                  <a:lnTo>
                    <a:pt x="1472" y="283"/>
                  </a:lnTo>
                  <a:lnTo>
                    <a:pt x="1423" y="283"/>
                  </a:lnTo>
                  <a:close/>
                  <a:moveTo>
                    <a:pt x="1692" y="228"/>
                  </a:moveTo>
                  <a:lnTo>
                    <a:pt x="1692" y="226"/>
                  </a:lnTo>
                  <a:cubicBezTo>
                    <a:pt x="1690" y="208"/>
                    <a:pt x="1689" y="192"/>
                    <a:pt x="1689" y="177"/>
                  </a:cubicBezTo>
                  <a:lnTo>
                    <a:pt x="1689" y="5"/>
                  </a:lnTo>
                  <a:lnTo>
                    <a:pt x="1734" y="5"/>
                  </a:lnTo>
                  <a:lnTo>
                    <a:pt x="1734" y="283"/>
                  </a:lnTo>
                  <a:lnTo>
                    <a:pt x="1688" y="283"/>
                  </a:lnTo>
                  <a:cubicBezTo>
                    <a:pt x="1634" y="204"/>
                    <a:pt x="1595" y="146"/>
                    <a:pt x="1570" y="108"/>
                  </a:cubicBezTo>
                  <a:cubicBezTo>
                    <a:pt x="1560" y="91"/>
                    <a:pt x="1552" y="75"/>
                    <a:pt x="1545" y="60"/>
                  </a:cubicBezTo>
                  <a:lnTo>
                    <a:pt x="1543" y="60"/>
                  </a:lnTo>
                  <a:cubicBezTo>
                    <a:pt x="1546" y="76"/>
                    <a:pt x="1547" y="95"/>
                    <a:pt x="1547" y="115"/>
                  </a:cubicBezTo>
                  <a:lnTo>
                    <a:pt x="1547" y="283"/>
                  </a:lnTo>
                  <a:lnTo>
                    <a:pt x="1503" y="283"/>
                  </a:lnTo>
                  <a:lnTo>
                    <a:pt x="1503" y="5"/>
                  </a:lnTo>
                  <a:lnTo>
                    <a:pt x="1550" y="5"/>
                  </a:lnTo>
                  <a:cubicBezTo>
                    <a:pt x="1603" y="83"/>
                    <a:pt x="1641" y="140"/>
                    <a:pt x="1665" y="178"/>
                  </a:cubicBezTo>
                  <a:cubicBezTo>
                    <a:pt x="1675" y="192"/>
                    <a:pt x="1684" y="209"/>
                    <a:pt x="1692" y="228"/>
                  </a:cubicBezTo>
                  <a:close/>
                  <a:moveTo>
                    <a:pt x="2043" y="5"/>
                  </a:moveTo>
                  <a:lnTo>
                    <a:pt x="1925" y="169"/>
                  </a:lnTo>
                  <a:lnTo>
                    <a:pt x="1925" y="283"/>
                  </a:lnTo>
                  <a:lnTo>
                    <a:pt x="1880" y="283"/>
                  </a:lnTo>
                  <a:lnTo>
                    <a:pt x="1880" y="170"/>
                  </a:lnTo>
                  <a:lnTo>
                    <a:pt x="1767" y="4"/>
                  </a:lnTo>
                  <a:lnTo>
                    <a:pt x="1819" y="4"/>
                  </a:lnTo>
                  <a:lnTo>
                    <a:pt x="1897" y="120"/>
                  </a:lnTo>
                  <a:cubicBezTo>
                    <a:pt x="1897" y="121"/>
                    <a:pt x="1897" y="122"/>
                    <a:pt x="1898" y="123"/>
                  </a:cubicBezTo>
                  <a:cubicBezTo>
                    <a:pt x="1899" y="124"/>
                    <a:pt x="1901" y="127"/>
                    <a:pt x="1902" y="131"/>
                  </a:cubicBezTo>
                  <a:cubicBezTo>
                    <a:pt x="1903" y="130"/>
                    <a:pt x="1904" y="129"/>
                    <a:pt x="1905" y="127"/>
                  </a:cubicBezTo>
                  <a:cubicBezTo>
                    <a:pt x="1906" y="125"/>
                    <a:pt x="1907" y="124"/>
                    <a:pt x="1908" y="123"/>
                  </a:cubicBezTo>
                  <a:cubicBezTo>
                    <a:pt x="1911" y="119"/>
                    <a:pt x="1937" y="79"/>
                    <a:pt x="1985" y="5"/>
                  </a:cubicBezTo>
                  <a:lnTo>
                    <a:pt x="2043" y="5"/>
                  </a:lnTo>
                  <a:close/>
                  <a:moveTo>
                    <a:pt x="2358" y="228"/>
                  </a:moveTo>
                  <a:lnTo>
                    <a:pt x="2358" y="226"/>
                  </a:lnTo>
                  <a:cubicBezTo>
                    <a:pt x="2356" y="208"/>
                    <a:pt x="2355" y="192"/>
                    <a:pt x="2355" y="177"/>
                  </a:cubicBezTo>
                  <a:lnTo>
                    <a:pt x="2355" y="5"/>
                  </a:lnTo>
                  <a:lnTo>
                    <a:pt x="2399" y="5"/>
                  </a:lnTo>
                  <a:lnTo>
                    <a:pt x="2399" y="283"/>
                  </a:lnTo>
                  <a:lnTo>
                    <a:pt x="2354" y="283"/>
                  </a:lnTo>
                  <a:cubicBezTo>
                    <a:pt x="2300" y="204"/>
                    <a:pt x="2261" y="146"/>
                    <a:pt x="2236" y="108"/>
                  </a:cubicBezTo>
                  <a:cubicBezTo>
                    <a:pt x="2226" y="91"/>
                    <a:pt x="2218" y="75"/>
                    <a:pt x="2210" y="60"/>
                  </a:cubicBezTo>
                  <a:lnTo>
                    <a:pt x="2209" y="60"/>
                  </a:lnTo>
                  <a:cubicBezTo>
                    <a:pt x="2212" y="76"/>
                    <a:pt x="2213" y="95"/>
                    <a:pt x="2213" y="115"/>
                  </a:cubicBezTo>
                  <a:lnTo>
                    <a:pt x="2213" y="283"/>
                  </a:lnTo>
                  <a:lnTo>
                    <a:pt x="2169" y="283"/>
                  </a:lnTo>
                  <a:lnTo>
                    <a:pt x="2169" y="5"/>
                  </a:lnTo>
                  <a:lnTo>
                    <a:pt x="2216" y="5"/>
                  </a:lnTo>
                  <a:cubicBezTo>
                    <a:pt x="2269" y="83"/>
                    <a:pt x="2307" y="140"/>
                    <a:pt x="2331" y="178"/>
                  </a:cubicBezTo>
                  <a:cubicBezTo>
                    <a:pt x="2341" y="192"/>
                    <a:pt x="2350" y="209"/>
                    <a:pt x="2358" y="228"/>
                  </a:cubicBezTo>
                  <a:close/>
                  <a:moveTo>
                    <a:pt x="2524" y="175"/>
                  </a:moveTo>
                  <a:lnTo>
                    <a:pt x="2616" y="175"/>
                  </a:lnTo>
                  <a:lnTo>
                    <a:pt x="2579" y="78"/>
                  </a:lnTo>
                  <a:cubicBezTo>
                    <a:pt x="2574" y="66"/>
                    <a:pt x="2572" y="57"/>
                    <a:pt x="2572" y="51"/>
                  </a:cubicBezTo>
                  <a:lnTo>
                    <a:pt x="2571" y="51"/>
                  </a:lnTo>
                  <a:cubicBezTo>
                    <a:pt x="2570" y="59"/>
                    <a:pt x="2567" y="68"/>
                    <a:pt x="2563" y="78"/>
                  </a:cubicBezTo>
                  <a:lnTo>
                    <a:pt x="2524" y="175"/>
                  </a:lnTo>
                  <a:close/>
                  <a:moveTo>
                    <a:pt x="2659" y="283"/>
                  </a:moveTo>
                  <a:lnTo>
                    <a:pt x="2632" y="216"/>
                  </a:lnTo>
                  <a:lnTo>
                    <a:pt x="2508" y="216"/>
                  </a:lnTo>
                  <a:lnTo>
                    <a:pt x="2480" y="283"/>
                  </a:lnTo>
                  <a:lnTo>
                    <a:pt x="2432" y="283"/>
                  </a:lnTo>
                  <a:lnTo>
                    <a:pt x="2548" y="4"/>
                  </a:lnTo>
                  <a:lnTo>
                    <a:pt x="2592" y="4"/>
                  </a:lnTo>
                  <a:lnTo>
                    <a:pt x="2709" y="283"/>
                  </a:lnTo>
                  <a:lnTo>
                    <a:pt x="2659" y="283"/>
                  </a:lnTo>
                  <a:close/>
                  <a:moveTo>
                    <a:pt x="2966" y="5"/>
                  </a:moveTo>
                  <a:lnTo>
                    <a:pt x="3021" y="5"/>
                  </a:lnTo>
                  <a:lnTo>
                    <a:pt x="3021" y="283"/>
                  </a:lnTo>
                  <a:lnTo>
                    <a:pt x="2978" y="283"/>
                  </a:lnTo>
                  <a:lnTo>
                    <a:pt x="2978" y="118"/>
                  </a:lnTo>
                  <a:cubicBezTo>
                    <a:pt x="2978" y="104"/>
                    <a:pt x="2979" y="84"/>
                    <a:pt x="2982" y="57"/>
                  </a:cubicBezTo>
                  <a:lnTo>
                    <a:pt x="2981" y="57"/>
                  </a:lnTo>
                  <a:cubicBezTo>
                    <a:pt x="2977" y="73"/>
                    <a:pt x="2972" y="90"/>
                    <a:pt x="2965" y="106"/>
                  </a:cubicBezTo>
                  <a:lnTo>
                    <a:pt x="2896" y="283"/>
                  </a:lnTo>
                  <a:lnTo>
                    <a:pt x="2864" y="283"/>
                  </a:lnTo>
                  <a:lnTo>
                    <a:pt x="2795" y="106"/>
                  </a:lnTo>
                  <a:cubicBezTo>
                    <a:pt x="2788" y="88"/>
                    <a:pt x="2783" y="72"/>
                    <a:pt x="2780" y="57"/>
                  </a:cubicBezTo>
                  <a:lnTo>
                    <a:pt x="2778" y="57"/>
                  </a:lnTo>
                  <a:cubicBezTo>
                    <a:pt x="2780" y="78"/>
                    <a:pt x="2781" y="98"/>
                    <a:pt x="2781" y="118"/>
                  </a:cubicBezTo>
                  <a:lnTo>
                    <a:pt x="2781" y="283"/>
                  </a:lnTo>
                  <a:lnTo>
                    <a:pt x="2740" y="283"/>
                  </a:lnTo>
                  <a:lnTo>
                    <a:pt x="2740" y="5"/>
                  </a:lnTo>
                  <a:lnTo>
                    <a:pt x="2795" y="5"/>
                  </a:lnTo>
                  <a:lnTo>
                    <a:pt x="2870" y="193"/>
                  </a:lnTo>
                  <a:cubicBezTo>
                    <a:pt x="2870" y="197"/>
                    <a:pt x="2873" y="205"/>
                    <a:pt x="2878" y="216"/>
                  </a:cubicBezTo>
                  <a:cubicBezTo>
                    <a:pt x="2878" y="220"/>
                    <a:pt x="2879" y="223"/>
                    <a:pt x="2880" y="225"/>
                  </a:cubicBezTo>
                  <a:cubicBezTo>
                    <a:pt x="2885" y="212"/>
                    <a:pt x="2889" y="202"/>
                    <a:pt x="2892" y="193"/>
                  </a:cubicBezTo>
                  <a:lnTo>
                    <a:pt x="2966" y="5"/>
                  </a:lnTo>
                  <a:close/>
                  <a:moveTo>
                    <a:pt x="3128" y="244"/>
                  </a:moveTo>
                  <a:lnTo>
                    <a:pt x="3300" y="244"/>
                  </a:lnTo>
                  <a:lnTo>
                    <a:pt x="3300" y="283"/>
                  </a:lnTo>
                  <a:lnTo>
                    <a:pt x="3083" y="283"/>
                  </a:lnTo>
                  <a:lnTo>
                    <a:pt x="3083" y="4"/>
                  </a:lnTo>
                  <a:lnTo>
                    <a:pt x="3293" y="4"/>
                  </a:lnTo>
                  <a:lnTo>
                    <a:pt x="3293" y="45"/>
                  </a:lnTo>
                  <a:lnTo>
                    <a:pt x="3128" y="45"/>
                  </a:lnTo>
                  <a:lnTo>
                    <a:pt x="3128" y="119"/>
                  </a:lnTo>
                  <a:lnTo>
                    <a:pt x="3284" y="119"/>
                  </a:lnTo>
                  <a:lnTo>
                    <a:pt x="3284" y="159"/>
                  </a:lnTo>
                  <a:lnTo>
                    <a:pt x="3128" y="159"/>
                  </a:lnTo>
                  <a:lnTo>
                    <a:pt x="3128" y="244"/>
                  </a:lnTo>
                  <a:close/>
                </a:path>
              </a:pathLst>
            </a:custGeom>
            <a:solidFill>
              <a:srgbClr val="2421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89" name="Freeform 8"/>
            <p:cNvSpPr>
              <a:spLocks noEditPoints="1"/>
            </p:cNvSpPr>
            <p:nvPr/>
          </p:nvSpPr>
          <p:spPr bwMode="auto">
            <a:xfrm>
              <a:off x="2218851" y="3293681"/>
              <a:ext cx="835025" cy="596900"/>
            </a:xfrm>
            <a:custGeom>
              <a:avLst/>
              <a:gdLst>
                <a:gd name="T0" fmla="*/ 875 w 2284"/>
                <a:gd name="T1" fmla="*/ 1249 h 1643"/>
                <a:gd name="T2" fmla="*/ 853 w 2284"/>
                <a:gd name="T3" fmla="*/ 1271 h 1643"/>
                <a:gd name="T4" fmla="*/ 612 w 2284"/>
                <a:gd name="T5" fmla="*/ 1370 h 1643"/>
                <a:gd name="T6" fmla="*/ 373 w 2284"/>
                <a:gd name="T7" fmla="*/ 1271 h 1643"/>
                <a:gd name="T8" fmla="*/ 273 w 2284"/>
                <a:gd name="T9" fmla="*/ 1030 h 1643"/>
                <a:gd name="T10" fmla="*/ 373 w 2284"/>
                <a:gd name="T11" fmla="*/ 791 h 1643"/>
                <a:gd name="T12" fmla="*/ 969 w 2284"/>
                <a:gd name="T13" fmla="*/ 194 h 1643"/>
                <a:gd name="T14" fmla="*/ 780 w 2284"/>
                <a:gd name="T15" fmla="*/ 4 h 1643"/>
                <a:gd name="T16" fmla="*/ 775 w 2284"/>
                <a:gd name="T17" fmla="*/ 0 h 1643"/>
                <a:gd name="T18" fmla="*/ 771 w 2284"/>
                <a:gd name="T19" fmla="*/ 4 h 1643"/>
                <a:gd name="T20" fmla="*/ 180 w 2284"/>
                <a:gd name="T21" fmla="*/ 596 h 1643"/>
                <a:gd name="T22" fmla="*/ 45 w 2284"/>
                <a:gd name="T23" fmla="*/ 798 h 1643"/>
                <a:gd name="T24" fmla="*/ 0 w 2284"/>
                <a:gd name="T25" fmla="*/ 1029 h 1643"/>
                <a:gd name="T26" fmla="*/ 180 w 2284"/>
                <a:gd name="T27" fmla="*/ 1464 h 1643"/>
                <a:gd name="T28" fmla="*/ 382 w 2284"/>
                <a:gd name="T29" fmla="*/ 1598 h 1643"/>
                <a:gd name="T30" fmla="*/ 613 w 2284"/>
                <a:gd name="T31" fmla="*/ 1643 h 1643"/>
                <a:gd name="T32" fmla="*/ 614 w 2284"/>
                <a:gd name="T33" fmla="*/ 1643 h 1643"/>
                <a:gd name="T34" fmla="*/ 615 w 2284"/>
                <a:gd name="T35" fmla="*/ 1643 h 1643"/>
                <a:gd name="T36" fmla="*/ 845 w 2284"/>
                <a:gd name="T37" fmla="*/ 1598 h 1643"/>
                <a:gd name="T38" fmla="*/ 1048 w 2284"/>
                <a:gd name="T39" fmla="*/ 1464 h 1643"/>
                <a:gd name="T40" fmla="*/ 1064 w 2284"/>
                <a:gd name="T41" fmla="*/ 1447 h 1643"/>
                <a:gd name="T42" fmla="*/ 1069 w 2284"/>
                <a:gd name="T43" fmla="*/ 1443 h 1643"/>
                <a:gd name="T44" fmla="*/ 1064 w 2284"/>
                <a:gd name="T45" fmla="*/ 1438 h 1643"/>
                <a:gd name="T46" fmla="*/ 875 w 2284"/>
                <a:gd name="T47" fmla="*/ 1249 h 1643"/>
                <a:gd name="T48" fmla="*/ 2104 w 2284"/>
                <a:gd name="T49" fmla="*/ 596 h 1643"/>
                <a:gd name="T50" fmla="*/ 2087 w 2284"/>
                <a:gd name="T51" fmla="*/ 579 h 1643"/>
                <a:gd name="T52" fmla="*/ 2083 w 2284"/>
                <a:gd name="T53" fmla="*/ 575 h 1643"/>
                <a:gd name="T54" fmla="*/ 2079 w 2284"/>
                <a:gd name="T55" fmla="*/ 579 h 1643"/>
                <a:gd name="T56" fmla="*/ 1889 w 2284"/>
                <a:gd name="T57" fmla="*/ 769 h 1643"/>
                <a:gd name="T58" fmla="*/ 1911 w 2284"/>
                <a:gd name="T59" fmla="*/ 791 h 1643"/>
                <a:gd name="T60" fmla="*/ 2011 w 2284"/>
                <a:gd name="T61" fmla="*/ 1031 h 1643"/>
                <a:gd name="T62" fmla="*/ 1911 w 2284"/>
                <a:gd name="T63" fmla="*/ 1271 h 1643"/>
                <a:gd name="T64" fmla="*/ 1671 w 2284"/>
                <a:gd name="T65" fmla="*/ 1370 h 1643"/>
                <a:gd name="T66" fmla="*/ 1431 w 2284"/>
                <a:gd name="T67" fmla="*/ 1271 h 1643"/>
                <a:gd name="T68" fmla="*/ 834 w 2284"/>
                <a:gd name="T69" fmla="*/ 674 h 1643"/>
                <a:gd name="T70" fmla="*/ 644 w 2284"/>
                <a:gd name="T71" fmla="*/ 864 h 1643"/>
                <a:gd name="T72" fmla="*/ 640 w 2284"/>
                <a:gd name="T73" fmla="*/ 868 h 1643"/>
                <a:gd name="T74" fmla="*/ 644 w 2284"/>
                <a:gd name="T75" fmla="*/ 872 h 1643"/>
                <a:gd name="T76" fmla="*/ 1236 w 2284"/>
                <a:gd name="T77" fmla="*/ 1464 h 1643"/>
                <a:gd name="T78" fmla="*/ 1439 w 2284"/>
                <a:gd name="T79" fmla="*/ 1598 h 1643"/>
                <a:gd name="T80" fmla="*/ 1669 w 2284"/>
                <a:gd name="T81" fmla="*/ 1643 h 1643"/>
                <a:gd name="T82" fmla="*/ 2104 w 2284"/>
                <a:gd name="T83" fmla="*/ 1464 h 1643"/>
                <a:gd name="T84" fmla="*/ 2238 w 2284"/>
                <a:gd name="T85" fmla="*/ 1261 h 1643"/>
                <a:gd name="T86" fmla="*/ 2284 w 2284"/>
                <a:gd name="T87" fmla="*/ 1030 h 1643"/>
                <a:gd name="T88" fmla="*/ 2284 w 2284"/>
                <a:gd name="T89" fmla="*/ 1030 h 1643"/>
                <a:gd name="T90" fmla="*/ 2284 w 2284"/>
                <a:gd name="T91" fmla="*/ 1029 h 1643"/>
                <a:gd name="T92" fmla="*/ 2238 w 2284"/>
                <a:gd name="T93" fmla="*/ 798 h 1643"/>
                <a:gd name="T94" fmla="*/ 2104 w 2284"/>
                <a:gd name="T95" fmla="*/ 596 h 1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84" h="1643">
                  <a:moveTo>
                    <a:pt x="875" y="1249"/>
                  </a:moveTo>
                  <a:lnTo>
                    <a:pt x="853" y="1271"/>
                  </a:lnTo>
                  <a:cubicBezTo>
                    <a:pt x="786" y="1337"/>
                    <a:pt x="699" y="1370"/>
                    <a:pt x="612" y="1370"/>
                  </a:cubicBezTo>
                  <a:cubicBezTo>
                    <a:pt x="525" y="1370"/>
                    <a:pt x="439" y="1337"/>
                    <a:pt x="373" y="1271"/>
                  </a:cubicBezTo>
                  <a:cubicBezTo>
                    <a:pt x="306" y="1204"/>
                    <a:pt x="273" y="1117"/>
                    <a:pt x="273" y="1030"/>
                  </a:cubicBezTo>
                  <a:cubicBezTo>
                    <a:pt x="273" y="944"/>
                    <a:pt x="306" y="857"/>
                    <a:pt x="373" y="791"/>
                  </a:cubicBezTo>
                  <a:lnTo>
                    <a:pt x="969" y="194"/>
                  </a:lnTo>
                  <a:lnTo>
                    <a:pt x="780" y="4"/>
                  </a:lnTo>
                  <a:lnTo>
                    <a:pt x="775" y="0"/>
                  </a:lnTo>
                  <a:lnTo>
                    <a:pt x="771" y="4"/>
                  </a:lnTo>
                  <a:lnTo>
                    <a:pt x="180" y="596"/>
                  </a:lnTo>
                  <a:cubicBezTo>
                    <a:pt x="121" y="654"/>
                    <a:pt x="76" y="722"/>
                    <a:pt x="45" y="798"/>
                  </a:cubicBezTo>
                  <a:cubicBezTo>
                    <a:pt x="15" y="872"/>
                    <a:pt x="0" y="950"/>
                    <a:pt x="0" y="1029"/>
                  </a:cubicBezTo>
                  <a:cubicBezTo>
                    <a:pt x="0" y="1191"/>
                    <a:pt x="65" y="1349"/>
                    <a:pt x="180" y="1464"/>
                  </a:cubicBezTo>
                  <a:cubicBezTo>
                    <a:pt x="238" y="1522"/>
                    <a:pt x="306" y="1567"/>
                    <a:pt x="382" y="1598"/>
                  </a:cubicBezTo>
                  <a:cubicBezTo>
                    <a:pt x="456" y="1628"/>
                    <a:pt x="534" y="1643"/>
                    <a:pt x="613" y="1643"/>
                  </a:cubicBezTo>
                  <a:lnTo>
                    <a:pt x="614" y="1643"/>
                  </a:lnTo>
                  <a:lnTo>
                    <a:pt x="615" y="1643"/>
                  </a:lnTo>
                  <a:cubicBezTo>
                    <a:pt x="694" y="1643"/>
                    <a:pt x="771" y="1628"/>
                    <a:pt x="845" y="1598"/>
                  </a:cubicBezTo>
                  <a:cubicBezTo>
                    <a:pt x="921" y="1567"/>
                    <a:pt x="989" y="1522"/>
                    <a:pt x="1048" y="1464"/>
                  </a:cubicBezTo>
                  <a:lnTo>
                    <a:pt x="1064" y="1447"/>
                  </a:lnTo>
                  <a:lnTo>
                    <a:pt x="1069" y="1443"/>
                  </a:lnTo>
                  <a:lnTo>
                    <a:pt x="1064" y="1438"/>
                  </a:lnTo>
                  <a:lnTo>
                    <a:pt x="875" y="1249"/>
                  </a:lnTo>
                  <a:close/>
                  <a:moveTo>
                    <a:pt x="2104" y="596"/>
                  </a:moveTo>
                  <a:lnTo>
                    <a:pt x="2087" y="579"/>
                  </a:lnTo>
                  <a:lnTo>
                    <a:pt x="2083" y="575"/>
                  </a:lnTo>
                  <a:lnTo>
                    <a:pt x="2079" y="579"/>
                  </a:lnTo>
                  <a:lnTo>
                    <a:pt x="1889" y="769"/>
                  </a:lnTo>
                  <a:lnTo>
                    <a:pt x="1911" y="791"/>
                  </a:lnTo>
                  <a:cubicBezTo>
                    <a:pt x="1978" y="857"/>
                    <a:pt x="2011" y="944"/>
                    <a:pt x="2011" y="1031"/>
                  </a:cubicBezTo>
                  <a:cubicBezTo>
                    <a:pt x="2011" y="1118"/>
                    <a:pt x="1977" y="1205"/>
                    <a:pt x="1911" y="1271"/>
                  </a:cubicBezTo>
                  <a:cubicBezTo>
                    <a:pt x="1845" y="1337"/>
                    <a:pt x="1758" y="1370"/>
                    <a:pt x="1671" y="1370"/>
                  </a:cubicBezTo>
                  <a:cubicBezTo>
                    <a:pt x="1584" y="1370"/>
                    <a:pt x="1497" y="1337"/>
                    <a:pt x="1431" y="1271"/>
                  </a:cubicBezTo>
                  <a:lnTo>
                    <a:pt x="834" y="674"/>
                  </a:lnTo>
                  <a:lnTo>
                    <a:pt x="644" y="864"/>
                  </a:lnTo>
                  <a:lnTo>
                    <a:pt x="640" y="868"/>
                  </a:lnTo>
                  <a:lnTo>
                    <a:pt x="644" y="872"/>
                  </a:lnTo>
                  <a:lnTo>
                    <a:pt x="1236" y="1464"/>
                  </a:lnTo>
                  <a:cubicBezTo>
                    <a:pt x="1294" y="1522"/>
                    <a:pt x="1362" y="1567"/>
                    <a:pt x="1439" y="1598"/>
                  </a:cubicBezTo>
                  <a:cubicBezTo>
                    <a:pt x="1512" y="1628"/>
                    <a:pt x="1590" y="1643"/>
                    <a:pt x="1669" y="1643"/>
                  </a:cubicBezTo>
                  <a:cubicBezTo>
                    <a:pt x="1831" y="1643"/>
                    <a:pt x="1989" y="1578"/>
                    <a:pt x="2104" y="1464"/>
                  </a:cubicBezTo>
                  <a:cubicBezTo>
                    <a:pt x="2162" y="1405"/>
                    <a:pt x="2207" y="1337"/>
                    <a:pt x="2238" y="1261"/>
                  </a:cubicBezTo>
                  <a:cubicBezTo>
                    <a:pt x="2268" y="1187"/>
                    <a:pt x="2284" y="1110"/>
                    <a:pt x="2284" y="1030"/>
                  </a:cubicBezTo>
                  <a:lnTo>
                    <a:pt x="2284" y="1030"/>
                  </a:lnTo>
                  <a:lnTo>
                    <a:pt x="2284" y="1029"/>
                  </a:lnTo>
                  <a:cubicBezTo>
                    <a:pt x="2284" y="949"/>
                    <a:pt x="2268" y="872"/>
                    <a:pt x="2238" y="798"/>
                  </a:cubicBezTo>
                  <a:cubicBezTo>
                    <a:pt x="2207" y="722"/>
                    <a:pt x="2162" y="654"/>
                    <a:pt x="2104" y="596"/>
                  </a:cubicBez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90" name="Freeform 9"/>
            <p:cNvSpPr>
              <a:spLocks noEditPoints="1"/>
            </p:cNvSpPr>
            <p:nvPr/>
          </p:nvSpPr>
          <p:spPr bwMode="auto">
            <a:xfrm>
              <a:off x="2218851" y="3061906"/>
              <a:ext cx="835025" cy="596900"/>
            </a:xfrm>
            <a:custGeom>
              <a:avLst/>
              <a:gdLst>
                <a:gd name="T0" fmla="*/ 1409 w 2284"/>
                <a:gd name="T1" fmla="*/ 395 h 1644"/>
                <a:gd name="T2" fmla="*/ 1431 w 2284"/>
                <a:gd name="T3" fmla="*/ 373 h 1644"/>
                <a:gd name="T4" fmla="*/ 1672 w 2284"/>
                <a:gd name="T5" fmla="*/ 274 h 1644"/>
                <a:gd name="T6" fmla="*/ 1911 w 2284"/>
                <a:gd name="T7" fmla="*/ 373 h 1644"/>
                <a:gd name="T8" fmla="*/ 2011 w 2284"/>
                <a:gd name="T9" fmla="*/ 614 h 1644"/>
                <a:gd name="T10" fmla="*/ 1911 w 2284"/>
                <a:gd name="T11" fmla="*/ 853 h 1644"/>
                <a:gd name="T12" fmla="*/ 1314 w 2284"/>
                <a:gd name="T13" fmla="*/ 1450 h 1644"/>
                <a:gd name="T14" fmla="*/ 1504 w 2284"/>
                <a:gd name="T15" fmla="*/ 1640 h 1644"/>
                <a:gd name="T16" fmla="*/ 1508 w 2284"/>
                <a:gd name="T17" fmla="*/ 1644 h 1644"/>
                <a:gd name="T18" fmla="*/ 1512 w 2284"/>
                <a:gd name="T19" fmla="*/ 1640 h 1644"/>
                <a:gd name="T20" fmla="*/ 2104 w 2284"/>
                <a:gd name="T21" fmla="*/ 1048 h 1644"/>
                <a:gd name="T22" fmla="*/ 2238 w 2284"/>
                <a:gd name="T23" fmla="*/ 846 h 1644"/>
                <a:gd name="T24" fmla="*/ 2284 w 2284"/>
                <a:gd name="T25" fmla="*/ 615 h 1644"/>
                <a:gd name="T26" fmla="*/ 2104 w 2284"/>
                <a:gd name="T27" fmla="*/ 180 h 1644"/>
                <a:gd name="T28" fmla="*/ 1901 w 2284"/>
                <a:gd name="T29" fmla="*/ 46 h 1644"/>
                <a:gd name="T30" fmla="*/ 1671 w 2284"/>
                <a:gd name="T31" fmla="*/ 1 h 1644"/>
                <a:gd name="T32" fmla="*/ 1670 w 2284"/>
                <a:gd name="T33" fmla="*/ 1 h 1644"/>
                <a:gd name="T34" fmla="*/ 1669 w 2284"/>
                <a:gd name="T35" fmla="*/ 1 h 1644"/>
                <a:gd name="T36" fmla="*/ 1439 w 2284"/>
                <a:gd name="T37" fmla="*/ 46 h 1644"/>
                <a:gd name="T38" fmla="*/ 1236 w 2284"/>
                <a:gd name="T39" fmla="*/ 180 h 1644"/>
                <a:gd name="T40" fmla="*/ 1219 w 2284"/>
                <a:gd name="T41" fmla="*/ 197 h 1644"/>
                <a:gd name="T42" fmla="*/ 1215 w 2284"/>
                <a:gd name="T43" fmla="*/ 201 h 1644"/>
                <a:gd name="T44" fmla="*/ 1219 w 2284"/>
                <a:gd name="T45" fmla="*/ 206 h 1644"/>
                <a:gd name="T46" fmla="*/ 1409 w 2284"/>
                <a:gd name="T47" fmla="*/ 395 h 1644"/>
                <a:gd name="T48" fmla="*/ 180 w 2284"/>
                <a:gd name="T49" fmla="*/ 1048 h 1644"/>
                <a:gd name="T50" fmla="*/ 196 w 2284"/>
                <a:gd name="T51" fmla="*/ 1065 h 1644"/>
                <a:gd name="T52" fmla="*/ 201 w 2284"/>
                <a:gd name="T53" fmla="*/ 1069 h 1644"/>
                <a:gd name="T54" fmla="*/ 205 w 2284"/>
                <a:gd name="T55" fmla="*/ 1065 h 1644"/>
                <a:gd name="T56" fmla="*/ 394 w 2284"/>
                <a:gd name="T57" fmla="*/ 875 h 1644"/>
                <a:gd name="T58" fmla="*/ 373 w 2284"/>
                <a:gd name="T59" fmla="*/ 853 h 1644"/>
                <a:gd name="T60" fmla="*/ 273 w 2284"/>
                <a:gd name="T61" fmla="*/ 613 h 1644"/>
                <a:gd name="T62" fmla="*/ 373 w 2284"/>
                <a:gd name="T63" fmla="*/ 373 h 1644"/>
                <a:gd name="T64" fmla="*/ 613 w 2284"/>
                <a:gd name="T65" fmla="*/ 274 h 1644"/>
                <a:gd name="T66" fmla="*/ 853 w 2284"/>
                <a:gd name="T67" fmla="*/ 373 h 1644"/>
                <a:gd name="T68" fmla="*/ 1449 w 2284"/>
                <a:gd name="T69" fmla="*/ 970 h 1644"/>
                <a:gd name="T70" fmla="*/ 1639 w 2284"/>
                <a:gd name="T71" fmla="*/ 780 h 1644"/>
                <a:gd name="T72" fmla="*/ 1643 w 2284"/>
                <a:gd name="T73" fmla="*/ 776 h 1644"/>
                <a:gd name="T74" fmla="*/ 1639 w 2284"/>
                <a:gd name="T75" fmla="*/ 772 h 1644"/>
                <a:gd name="T76" fmla="*/ 1048 w 2284"/>
                <a:gd name="T77" fmla="*/ 180 h 1644"/>
                <a:gd name="T78" fmla="*/ 845 w 2284"/>
                <a:gd name="T79" fmla="*/ 46 h 1644"/>
                <a:gd name="T80" fmla="*/ 614 w 2284"/>
                <a:gd name="T81" fmla="*/ 1 h 1644"/>
                <a:gd name="T82" fmla="*/ 180 w 2284"/>
                <a:gd name="T83" fmla="*/ 180 h 1644"/>
                <a:gd name="T84" fmla="*/ 45 w 2284"/>
                <a:gd name="T85" fmla="*/ 383 h 1644"/>
                <a:gd name="T86" fmla="*/ 0 w 2284"/>
                <a:gd name="T87" fmla="*/ 614 h 1644"/>
                <a:gd name="T88" fmla="*/ 0 w 2284"/>
                <a:gd name="T89" fmla="*/ 614 h 1644"/>
                <a:gd name="T90" fmla="*/ 0 w 2284"/>
                <a:gd name="T91" fmla="*/ 615 h 1644"/>
                <a:gd name="T92" fmla="*/ 45 w 2284"/>
                <a:gd name="T93" fmla="*/ 846 h 1644"/>
                <a:gd name="T94" fmla="*/ 180 w 2284"/>
                <a:gd name="T95" fmla="*/ 1048 h 1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84" h="1644">
                  <a:moveTo>
                    <a:pt x="1409" y="395"/>
                  </a:moveTo>
                  <a:lnTo>
                    <a:pt x="1431" y="373"/>
                  </a:lnTo>
                  <a:cubicBezTo>
                    <a:pt x="1497" y="307"/>
                    <a:pt x="1585" y="274"/>
                    <a:pt x="1672" y="274"/>
                  </a:cubicBezTo>
                  <a:cubicBezTo>
                    <a:pt x="1758" y="274"/>
                    <a:pt x="1845" y="307"/>
                    <a:pt x="1911" y="373"/>
                  </a:cubicBezTo>
                  <a:cubicBezTo>
                    <a:pt x="1977" y="440"/>
                    <a:pt x="2011" y="527"/>
                    <a:pt x="2011" y="614"/>
                  </a:cubicBezTo>
                  <a:cubicBezTo>
                    <a:pt x="2011" y="700"/>
                    <a:pt x="1977" y="787"/>
                    <a:pt x="1911" y="853"/>
                  </a:cubicBezTo>
                  <a:lnTo>
                    <a:pt x="1314" y="1450"/>
                  </a:lnTo>
                  <a:lnTo>
                    <a:pt x="1504" y="1640"/>
                  </a:lnTo>
                  <a:lnTo>
                    <a:pt x="1508" y="1644"/>
                  </a:lnTo>
                  <a:lnTo>
                    <a:pt x="1512" y="1640"/>
                  </a:lnTo>
                  <a:lnTo>
                    <a:pt x="2104" y="1048"/>
                  </a:lnTo>
                  <a:cubicBezTo>
                    <a:pt x="2162" y="990"/>
                    <a:pt x="2207" y="922"/>
                    <a:pt x="2238" y="846"/>
                  </a:cubicBezTo>
                  <a:cubicBezTo>
                    <a:pt x="2268" y="772"/>
                    <a:pt x="2284" y="694"/>
                    <a:pt x="2284" y="615"/>
                  </a:cubicBezTo>
                  <a:cubicBezTo>
                    <a:pt x="2284" y="453"/>
                    <a:pt x="2218" y="295"/>
                    <a:pt x="2104" y="180"/>
                  </a:cubicBezTo>
                  <a:cubicBezTo>
                    <a:pt x="2046" y="122"/>
                    <a:pt x="1977" y="77"/>
                    <a:pt x="1901" y="46"/>
                  </a:cubicBezTo>
                  <a:cubicBezTo>
                    <a:pt x="1827" y="16"/>
                    <a:pt x="1750" y="1"/>
                    <a:pt x="1671" y="1"/>
                  </a:cubicBezTo>
                  <a:lnTo>
                    <a:pt x="1670" y="1"/>
                  </a:lnTo>
                  <a:lnTo>
                    <a:pt x="1669" y="1"/>
                  </a:lnTo>
                  <a:cubicBezTo>
                    <a:pt x="1590" y="1"/>
                    <a:pt x="1512" y="16"/>
                    <a:pt x="1439" y="46"/>
                  </a:cubicBezTo>
                  <a:cubicBezTo>
                    <a:pt x="1362" y="77"/>
                    <a:pt x="1294" y="122"/>
                    <a:pt x="1236" y="180"/>
                  </a:cubicBezTo>
                  <a:lnTo>
                    <a:pt x="1219" y="197"/>
                  </a:lnTo>
                  <a:lnTo>
                    <a:pt x="1215" y="201"/>
                  </a:lnTo>
                  <a:lnTo>
                    <a:pt x="1219" y="206"/>
                  </a:lnTo>
                  <a:lnTo>
                    <a:pt x="1409" y="395"/>
                  </a:lnTo>
                  <a:close/>
                  <a:moveTo>
                    <a:pt x="180" y="1048"/>
                  </a:moveTo>
                  <a:lnTo>
                    <a:pt x="196" y="1065"/>
                  </a:lnTo>
                  <a:lnTo>
                    <a:pt x="201" y="1069"/>
                  </a:lnTo>
                  <a:lnTo>
                    <a:pt x="205" y="1065"/>
                  </a:lnTo>
                  <a:lnTo>
                    <a:pt x="394" y="875"/>
                  </a:lnTo>
                  <a:lnTo>
                    <a:pt x="373" y="853"/>
                  </a:lnTo>
                  <a:cubicBezTo>
                    <a:pt x="306" y="787"/>
                    <a:pt x="273" y="700"/>
                    <a:pt x="273" y="613"/>
                  </a:cubicBezTo>
                  <a:cubicBezTo>
                    <a:pt x="273" y="526"/>
                    <a:pt x="306" y="439"/>
                    <a:pt x="373" y="373"/>
                  </a:cubicBezTo>
                  <a:cubicBezTo>
                    <a:pt x="439" y="307"/>
                    <a:pt x="526" y="274"/>
                    <a:pt x="613" y="274"/>
                  </a:cubicBezTo>
                  <a:cubicBezTo>
                    <a:pt x="700" y="274"/>
                    <a:pt x="786" y="307"/>
                    <a:pt x="853" y="373"/>
                  </a:cubicBezTo>
                  <a:lnTo>
                    <a:pt x="1449" y="970"/>
                  </a:lnTo>
                  <a:lnTo>
                    <a:pt x="1639" y="780"/>
                  </a:lnTo>
                  <a:lnTo>
                    <a:pt x="1643" y="776"/>
                  </a:lnTo>
                  <a:lnTo>
                    <a:pt x="1639" y="772"/>
                  </a:lnTo>
                  <a:lnTo>
                    <a:pt x="1048" y="180"/>
                  </a:lnTo>
                  <a:cubicBezTo>
                    <a:pt x="989" y="122"/>
                    <a:pt x="921" y="77"/>
                    <a:pt x="845" y="46"/>
                  </a:cubicBezTo>
                  <a:cubicBezTo>
                    <a:pt x="771" y="16"/>
                    <a:pt x="693" y="1"/>
                    <a:pt x="614" y="1"/>
                  </a:cubicBezTo>
                  <a:cubicBezTo>
                    <a:pt x="452" y="0"/>
                    <a:pt x="294" y="66"/>
                    <a:pt x="180" y="180"/>
                  </a:cubicBezTo>
                  <a:cubicBezTo>
                    <a:pt x="121" y="239"/>
                    <a:pt x="76" y="307"/>
                    <a:pt x="45" y="383"/>
                  </a:cubicBezTo>
                  <a:cubicBezTo>
                    <a:pt x="15" y="457"/>
                    <a:pt x="0" y="534"/>
                    <a:pt x="0" y="614"/>
                  </a:cubicBezTo>
                  <a:lnTo>
                    <a:pt x="0" y="614"/>
                  </a:lnTo>
                  <a:lnTo>
                    <a:pt x="0" y="615"/>
                  </a:lnTo>
                  <a:cubicBezTo>
                    <a:pt x="0" y="694"/>
                    <a:pt x="15" y="772"/>
                    <a:pt x="45" y="846"/>
                  </a:cubicBezTo>
                  <a:cubicBezTo>
                    <a:pt x="76" y="922"/>
                    <a:pt x="121" y="990"/>
                    <a:pt x="180" y="1048"/>
                  </a:cubicBezTo>
                  <a:close/>
                </a:path>
              </a:pathLst>
            </a:custGeom>
            <a:solidFill>
              <a:srgbClr val="17406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sp>
          <p:nvSpPr>
            <p:cNvPr id="91" name="Freeform 10"/>
            <p:cNvSpPr>
              <a:spLocks noEditPoints="1"/>
            </p:cNvSpPr>
            <p:nvPr/>
          </p:nvSpPr>
          <p:spPr bwMode="auto">
            <a:xfrm>
              <a:off x="1801339" y="4020756"/>
              <a:ext cx="1670050" cy="214313"/>
            </a:xfrm>
            <a:custGeom>
              <a:avLst/>
              <a:gdLst>
                <a:gd name="T0" fmla="*/ 216 w 4568"/>
                <a:gd name="T1" fmla="*/ 344 h 589"/>
                <a:gd name="T2" fmla="*/ 544 w 4568"/>
                <a:gd name="T3" fmla="*/ 20 h 589"/>
                <a:gd name="T4" fmla="*/ 126 w 4568"/>
                <a:gd name="T5" fmla="*/ 15 h 589"/>
                <a:gd name="T6" fmla="*/ 612 w 4568"/>
                <a:gd name="T7" fmla="*/ 132 h 589"/>
                <a:gd name="T8" fmla="*/ 611 w 4568"/>
                <a:gd name="T9" fmla="*/ 465 h 589"/>
                <a:gd name="T10" fmla="*/ 959 w 4568"/>
                <a:gd name="T11" fmla="*/ 572 h 589"/>
                <a:gd name="T12" fmla="*/ 1141 w 4568"/>
                <a:gd name="T13" fmla="*/ 299 h 589"/>
                <a:gd name="T14" fmla="*/ 958 w 4568"/>
                <a:gd name="T15" fmla="*/ 21 h 589"/>
                <a:gd name="T16" fmla="*/ 976 w 4568"/>
                <a:gd name="T17" fmla="*/ 144 h 589"/>
                <a:gd name="T18" fmla="*/ 1030 w 4568"/>
                <a:gd name="T19" fmla="*/ 356 h 589"/>
                <a:gd name="T20" fmla="*/ 854 w 4568"/>
                <a:gd name="T21" fmla="*/ 492 h 589"/>
                <a:gd name="T22" fmla="*/ 677 w 4568"/>
                <a:gd name="T23" fmla="*/ 356 h 589"/>
                <a:gd name="T24" fmla="*/ 732 w 4568"/>
                <a:gd name="T25" fmla="*/ 144 h 589"/>
                <a:gd name="T26" fmla="*/ 1606 w 4568"/>
                <a:gd name="T27" fmla="*/ 337 h 589"/>
                <a:gd name="T28" fmla="*/ 1392 w 4568"/>
                <a:gd name="T29" fmla="*/ 474 h 589"/>
                <a:gd name="T30" fmla="*/ 1219 w 4568"/>
                <a:gd name="T31" fmla="*/ 16 h 589"/>
                <a:gd name="T32" fmla="*/ 1322 w 4568"/>
                <a:gd name="T33" fmla="*/ 548 h 589"/>
                <a:gd name="T34" fmla="*/ 1642 w 4568"/>
                <a:gd name="T35" fmla="*/ 525 h 589"/>
                <a:gd name="T36" fmla="*/ 1606 w 4568"/>
                <a:gd name="T37" fmla="*/ 16 h 589"/>
                <a:gd name="T38" fmla="*/ 2252 w 4568"/>
                <a:gd name="T39" fmla="*/ 310 h 589"/>
                <a:gd name="T40" fmla="*/ 2231 w 4568"/>
                <a:gd name="T41" fmla="*/ 72 h 589"/>
                <a:gd name="T42" fmla="*/ 1814 w 4568"/>
                <a:gd name="T43" fmla="*/ 15 h 589"/>
                <a:gd name="T44" fmla="*/ 2022 w 4568"/>
                <a:gd name="T45" fmla="*/ 389 h 589"/>
                <a:gd name="T46" fmla="*/ 2081 w 4568"/>
                <a:gd name="T47" fmla="*/ 113 h 589"/>
                <a:gd name="T48" fmla="*/ 2177 w 4568"/>
                <a:gd name="T49" fmla="*/ 203 h 589"/>
                <a:gd name="T50" fmla="*/ 2081 w 4568"/>
                <a:gd name="T51" fmla="*/ 293 h 589"/>
                <a:gd name="T52" fmla="*/ 2354 w 4568"/>
                <a:gd name="T53" fmla="*/ 15 h 589"/>
                <a:gd name="T54" fmla="*/ 2459 w 4568"/>
                <a:gd name="T55" fmla="*/ 478 h 589"/>
                <a:gd name="T56" fmla="*/ 2964 w 4568"/>
                <a:gd name="T57" fmla="*/ 21 h 589"/>
                <a:gd name="T58" fmla="*/ 2780 w 4568"/>
                <a:gd name="T59" fmla="*/ 300 h 589"/>
                <a:gd name="T60" fmla="*/ 2963 w 4568"/>
                <a:gd name="T61" fmla="*/ 573 h 589"/>
                <a:gd name="T62" fmla="*/ 3311 w 4568"/>
                <a:gd name="T63" fmla="*/ 463 h 589"/>
                <a:gd name="T64" fmla="*/ 3311 w 4568"/>
                <a:gd name="T65" fmla="*/ 132 h 589"/>
                <a:gd name="T66" fmla="*/ 3068 w 4568"/>
                <a:gd name="T67" fmla="*/ 100 h 589"/>
                <a:gd name="T68" fmla="*/ 3246 w 4568"/>
                <a:gd name="T69" fmla="*/ 243 h 589"/>
                <a:gd name="T70" fmla="*/ 3190 w 4568"/>
                <a:gd name="T71" fmla="*/ 451 h 589"/>
                <a:gd name="T72" fmla="*/ 2947 w 4568"/>
                <a:gd name="T73" fmla="*/ 451 h 589"/>
                <a:gd name="T74" fmla="*/ 2890 w 4568"/>
                <a:gd name="T75" fmla="*/ 244 h 589"/>
                <a:gd name="T76" fmla="*/ 3068 w 4568"/>
                <a:gd name="T77" fmla="*/ 100 h 589"/>
                <a:gd name="T78" fmla="*/ 3707 w 4568"/>
                <a:gd name="T79" fmla="*/ 0 h 589"/>
                <a:gd name="T80" fmla="*/ 3423 w 4568"/>
                <a:gd name="T81" fmla="*/ 211 h 589"/>
                <a:gd name="T82" fmla="*/ 3512 w 4568"/>
                <a:gd name="T83" fmla="*/ 530 h 589"/>
                <a:gd name="T84" fmla="*/ 3870 w 4568"/>
                <a:gd name="T85" fmla="*/ 542 h 589"/>
                <a:gd name="T86" fmla="*/ 3690 w 4568"/>
                <a:gd name="T87" fmla="*/ 346 h 589"/>
                <a:gd name="T88" fmla="*/ 3750 w 4568"/>
                <a:gd name="T89" fmla="*/ 486 h 589"/>
                <a:gd name="T90" fmla="*/ 3542 w 4568"/>
                <a:gd name="T91" fmla="*/ 409 h 589"/>
                <a:gd name="T92" fmla="*/ 3566 w 4568"/>
                <a:gd name="T93" fmla="*/ 156 h 589"/>
                <a:gd name="T94" fmla="*/ 3807 w 4568"/>
                <a:gd name="T95" fmla="*/ 122 h 589"/>
                <a:gd name="T96" fmla="*/ 4176 w 4568"/>
                <a:gd name="T97" fmla="*/ 21 h 589"/>
                <a:gd name="T98" fmla="*/ 3992 w 4568"/>
                <a:gd name="T99" fmla="*/ 300 h 589"/>
                <a:gd name="T100" fmla="*/ 4175 w 4568"/>
                <a:gd name="T101" fmla="*/ 573 h 589"/>
                <a:gd name="T102" fmla="*/ 4522 w 4568"/>
                <a:gd name="T103" fmla="*/ 463 h 589"/>
                <a:gd name="T104" fmla="*/ 4523 w 4568"/>
                <a:gd name="T105" fmla="*/ 132 h 589"/>
                <a:gd name="T106" fmla="*/ 4280 w 4568"/>
                <a:gd name="T107" fmla="*/ 100 h 589"/>
                <a:gd name="T108" fmla="*/ 4458 w 4568"/>
                <a:gd name="T109" fmla="*/ 243 h 589"/>
                <a:gd name="T110" fmla="*/ 4401 w 4568"/>
                <a:gd name="T111" fmla="*/ 451 h 589"/>
                <a:gd name="T112" fmla="*/ 4159 w 4568"/>
                <a:gd name="T113" fmla="*/ 451 h 589"/>
                <a:gd name="T114" fmla="*/ 4102 w 4568"/>
                <a:gd name="T115" fmla="*/ 244 h 589"/>
                <a:gd name="T116" fmla="*/ 4280 w 4568"/>
                <a:gd name="T117" fmla="*/ 100 h 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68" h="589">
                  <a:moveTo>
                    <a:pt x="126" y="15"/>
                  </a:moveTo>
                  <a:lnTo>
                    <a:pt x="0" y="15"/>
                  </a:lnTo>
                  <a:lnTo>
                    <a:pt x="0" y="20"/>
                  </a:lnTo>
                  <a:lnTo>
                    <a:pt x="216" y="344"/>
                  </a:lnTo>
                  <a:lnTo>
                    <a:pt x="216" y="576"/>
                  </a:lnTo>
                  <a:lnTo>
                    <a:pt x="321" y="576"/>
                  </a:lnTo>
                  <a:lnTo>
                    <a:pt x="321" y="344"/>
                  </a:lnTo>
                  <a:lnTo>
                    <a:pt x="544" y="20"/>
                  </a:lnTo>
                  <a:lnTo>
                    <a:pt x="544" y="15"/>
                  </a:lnTo>
                  <a:lnTo>
                    <a:pt x="417" y="15"/>
                  </a:lnTo>
                  <a:lnTo>
                    <a:pt x="268" y="246"/>
                  </a:lnTo>
                  <a:lnTo>
                    <a:pt x="126" y="15"/>
                  </a:lnTo>
                  <a:close/>
                  <a:moveTo>
                    <a:pt x="854" y="4"/>
                  </a:moveTo>
                  <a:cubicBezTo>
                    <a:pt x="815" y="5"/>
                    <a:pt x="781" y="10"/>
                    <a:pt x="750" y="21"/>
                  </a:cubicBezTo>
                  <a:cubicBezTo>
                    <a:pt x="719" y="32"/>
                    <a:pt x="692" y="47"/>
                    <a:pt x="669" y="66"/>
                  </a:cubicBezTo>
                  <a:cubicBezTo>
                    <a:pt x="646" y="85"/>
                    <a:pt x="627" y="107"/>
                    <a:pt x="612" y="132"/>
                  </a:cubicBezTo>
                  <a:cubicBezTo>
                    <a:pt x="596" y="157"/>
                    <a:pt x="585" y="184"/>
                    <a:pt x="577" y="212"/>
                  </a:cubicBezTo>
                  <a:cubicBezTo>
                    <a:pt x="570" y="241"/>
                    <a:pt x="566" y="270"/>
                    <a:pt x="566" y="300"/>
                  </a:cubicBezTo>
                  <a:cubicBezTo>
                    <a:pt x="566" y="329"/>
                    <a:pt x="570" y="358"/>
                    <a:pt x="577" y="386"/>
                  </a:cubicBezTo>
                  <a:cubicBezTo>
                    <a:pt x="584" y="414"/>
                    <a:pt x="596" y="441"/>
                    <a:pt x="611" y="465"/>
                  </a:cubicBezTo>
                  <a:cubicBezTo>
                    <a:pt x="626" y="489"/>
                    <a:pt x="645" y="511"/>
                    <a:pt x="668" y="529"/>
                  </a:cubicBezTo>
                  <a:cubicBezTo>
                    <a:pt x="691" y="548"/>
                    <a:pt x="718" y="562"/>
                    <a:pt x="749" y="573"/>
                  </a:cubicBezTo>
                  <a:cubicBezTo>
                    <a:pt x="780" y="583"/>
                    <a:pt x="815" y="588"/>
                    <a:pt x="854" y="589"/>
                  </a:cubicBezTo>
                  <a:cubicBezTo>
                    <a:pt x="893" y="588"/>
                    <a:pt x="929" y="583"/>
                    <a:pt x="959" y="572"/>
                  </a:cubicBezTo>
                  <a:cubicBezTo>
                    <a:pt x="990" y="562"/>
                    <a:pt x="1017" y="547"/>
                    <a:pt x="1040" y="528"/>
                  </a:cubicBezTo>
                  <a:cubicBezTo>
                    <a:pt x="1063" y="510"/>
                    <a:pt x="1081" y="488"/>
                    <a:pt x="1096" y="463"/>
                  </a:cubicBezTo>
                  <a:cubicBezTo>
                    <a:pt x="1111" y="439"/>
                    <a:pt x="1122" y="413"/>
                    <a:pt x="1130" y="385"/>
                  </a:cubicBezTo>
                  <a:cubicBezTo>
                    <a:pt x="1137" y="357"/>
                    <a:pt x="1141" y="328"/>
                    <a:pt x="1141" y="299"/>
                  </a:cubicBezTo>
                  <a:cubicBezTo>
                    <a:pt x="1142" y="269"/>
                    <a:pt x="1138" y="240"/>
                    <a:pt x="1131" y="212"/>
                  </a:cubicBezTo>
                  <a:cubicBezTo>
                    <a:pt x="1123" y="184"/>
                    <a:pt x="1112" y="157"/>
                    <a:pt x="1097" y="132"/>
                  </a:cubicBezTo>
                  <a:cubicBezTo>
                    <a:pt x="1081" y="107"/>
                    <a:pt x="1062" y="85"/>
                    <a:pt x="1039" y="66"/>
                  </a:cubicBezTo>
                  <a:cubicBezTo>
                    <a:pt x="1016" y="47"/>
                    <a:pt x="989" y="32"/>
                    <a:pt x="958" y="21"/>
                  </a:cubicBezTo>
                  <a:cubicBezTo>
                    <a:pt x="927" y="10"/>
                    <a:pt x="893" y="5"/>
                    <a:pt x="854" y="4"/>
                  </a:cubicBezTo>
                  <a:close/>
                  <a:moveTo>
                    <a:pt x="854" y="100"/>
                  </a:moveTo>
                  <a:cubicBezTo>
                    <a:pt x="881" y="101"/>
                    <a:pt x="904" y="104"/>
                    <a:pt x="924" y="112"/>
                  </a:cubicBezTo>
                  <a:cubicBezTo>
                    <a:pt x="944" y="120"/>
                    <a:pt x="962" y="130"/>
                    <a:pt x="976" y="144"/>
                  </a:cubicBezTo>
                  <a:cubicBezTo>
                    <a:pt x="991" y="157"/>
                    <a:pt x="1002" y="172"/>
                    <a:pt x="1012" y="189"/>
                  </a:cubicBezTo>
                  <a:cubicBezTo>
                    <a:pt x="1021" y="206"/>
                    <a:pt x="1027" y="224"/>
                    <a:pt x="1032" y="243"/>
                  </a:cubicBezTo>
                  <a:cubicBezTo>
                    <a:pt x="1036" y="262"/>
                    <a:pt x="1038" y="281"/>
                    <a:pt x="1037" y="300"/>
                  </a:cubicBezTo>
                  <a:cubicBezTo>
                    <a:pt x="1037" y="319"/>
                    <a:pt x="1035" y="337"/>
                    <a:pt x="1030" y="356"/>
                  </a:cubicBezTo>
                  <a:cubicBezTo>
                    <a:pt x="1026" y="374"/>
                    <a:pt x="1019" y="391"/>
                    <a:pt x="1010" y="408"/>
                  </a:cubicBezTo>
                  <a:cubicBezTo>
                    <a:pt x="1001" y="424"/>
                    <a:pt x="989" y="438"/>
                    <a:pt x="975" y="451"/>
                  </a:cubicBezTo>
                  <a:cubicBezTo>
                    <a:pt x="961" y="464"/>
                    <a:pt x="944" y="473"/>
                    <a:pt x="924" y="481"/>
                  </a:cubicBezTo>
                  <a:cubicBezTo>
                    <a:pt x="904" y="488"/>
                    <a:pt x="881" y="492"/>
                    <a:pt x="854" y="492"/>
                  </a:cubicBezTo>
                  <a:cubicBezTo>
                    <a:pt x="828" y="492"/>
                    <a:pt x="804" y="488"/>
                    <a:pt x="784" y="481"/>
                  </a:cubicBezTo>
                  <a:cubicBezTo>
                    <a:pt x="764" y="474"/>
                    <a:pt x="747" y="464"/>
                    <a:pt x="733" y="451"/>
                  </a:cubicBezTo>
                  <a:cubicBezTo>
                    <a:pt x="719" y="439"/>
                    <a:pt x="707" y="424"/>
                    <a:pt x="698" y="408"/>
                  </a:cubicBezTo>
                  <a:cubicBezTo>
                    <a:pt x="689" y="392"/>
                    <a:pt x="682" y="375"/>
                    <a:pt x="677" y="356"/>
                  </a:cubicBezTo>
                  <a:cubicBezTo>
                    <a:pt x="673" y="338"/>
                    <a:pt x="670" y="320"/>
                    <a:pt x="670" y="301"/>
                  </a:cubicBezTo>
                  <a:cubicBezTo>
                    <a:pt x="670" y="282"/>
                    <a:pt x="671" y="263"/>
                    <a:pt x="676" y="244"/>
                  </a:cubicBezTo>
                  <a:cubicBezTo>
                    <a:pt x="680" y="225"/>
                    <a:pt x="686" y="207"/>
                    <a:pt x="696" y="190"/>
                  </a:cubicBezTo>
                  <a:cubicBezTo>
                    <a:pt x="705" y="173"/>
                    <a:pt x="717" y="157"/>
                    <a:pt x="732" y="144"/>
                  </a:cubicBezTo>
                  <a:cubicBezTo>
                    <a:pt x="746" y="131"/>
                    <a:pt x="764" y="120"/>
                    <a:pt x="784" y="112"/>
                  </a:cubicBezTo>
                  <a:cubicBezTo>
                    <a:pt x="804" y="105"/>
                    <a:pt x="828" y="101"/>
                    <a:pt x="854" y="100"/>
                  </a:cubicBezTo>
                  <a:close/>
                  <a:moveTo>
                    <a:pt x="1606" y="16"/>
                  </a:moveTo>
                  <a:lnTo>
                    <a:pt x="1606" y="337"/>
                  </a:lnTo>
                  <a:cubicBezTo>
                    <a:pt x="1606" y="369"/>
                    <a:pt x="1600" y="397"/>
                    <a:pt x="1589" y="420"/>
                  </a:cubicBezTo>
                  <a:cubicBezTo>
                    <a:pt x="1579" y="443"/>
                    <a:pt x="1563" y="461"/>
                    <a:pt x="1543" y="473"/>
                  </a:cubicBezTo>
                  <a:cubicBezTo>
                    <a:pt x="1523" y="485"/>
                    <a:pt x="1498" y="492"/>
                    <a:pt x="1469" y="492"/>
                  </a:cubicBezTo>
                  <a:cubicBezTo>
                    <a:pt x="1440" y="492"/>
                    <a:pt x="1414" y="486"/>
                    <a:pt x="1392" y="474"/>
                  </a:cubicBezTo>
                  <a:cubicBezTo>
                    <a:pt x="1371" y="462"/>
                    <a:pt x="1354" y="445"/>
                    <a:pt x="1342" y="422"/>
                  </a:cubicBezTo>
                  <a:cubicBezTo>
                    <a:pt x="1330" y="399"/>
                    <a:pt x="1324" y="371"/>
                    <a:pt x="1324" y="337"/>
                  </a:cubicBezTo>
                  <a:lnTo>
                    <a:pt x="1324" y="16"/>
                  </a:lnTo>
                  <a:lnTo>
                    <a:pt x="1219" y="16"/>
                  </a:lnTo>
                  <a:lnTo>
                    <a:pt x="1219" y="337"/>
                  </a:lnTo>
                  <a:cubicBezTo>
                    <a:pt x="1219" y="371"/>
                    <a:pt x="1223" y="401"/>
                    <a:pt x="1232" y="428"/>
                  </a:cubicBezTo>
                  <a:cubicBezTo>
                    <a:pt x="1241" y="455"/>
                    <a:pt x="1253" y="478"/>
                    <a:pt x="1268" y="498"/>
                  </a:cubicBezTo>
                  <a:cubicBezTo>
                    <a:pt x="1283" y="518"/>
                    <a:pt x="1301" y="535"/>
                    <a:pt x="1322" y="548"/>
                  </a:cubicBezTo>
                  <a:cubicBezTo>
                    <a:pt x="1343" y="562"/>
                    <a:pt x="1366" y="571"/>
                    <a:pt x="1390" y="578"/>
                  </a:cubicBezTo>
                  <a:cubicBezTo>
                    <a:pt x="1415" y="584"/>
                    <a:pt x="1441" y="588"/>
                    <a:pt x="1468" y="588"/>
                  </a:cubicBezTo>
                  <a:cubicBezTo>
                    <a:pt x="1503" y="588"/>
                    <a:pt x="1536" y="582"/>
                    <a:pt x="1565" y="572"/>
                  </a:cubicBezTo>
                  <a:cubicBezTo>
                    <a:pt x="1595" y="561"/>
                    <a:pt x="1620" y="546"/>
                    <a:pt x="1642" y="525"/>
                  </a:cubicBezTo>
                  <a:cubicBezTo>
                    <a:pt x="1664" y="504"/>
                    <a:pt x="1680" y="478"/>
                    <a:pt x="1692" y="446"/>
                  </a:cubicBezTo>
                  <a:cubicBezTo>
                    <a:pt x="1704" y="415"/>
                    <a:pt x="1710" y="379"/>
                    <a:pt x="1710" y="337"/>
                  </a:cubicBezTo>
                  <a:lnTo>
                    <a:pt x="1710" y="16"/>
                  </a:lnTo>
                  <a:lnTo>
                    <a:pt x="1606" y="16"/>
                  </a:lnTo>
                  <a:close/>
                  <a:moveTo>
                    <a:pt x="2311" y="569"/>
                  </a:moveTo>
                  <a:lnTo>
                    <a:pt x="2141" y="377"/>
                  </a:lnTo>
                  <a:cubicBezTo>
                    <a:pt x="2167" y="372"/>
                    <a:pt x="2190" y="363"/>
                    <a:pt x="2208" y="351"/>
                  </a:cubicBezTo>
                  <a:cubicBezTo>
                    <a:pt x="2226" y="340"/>
                    <a:pt x="2241" y="326"/>
                    <a:pt x="2252" y="310"/>
                  </a:cubicBezTo>
                  <a:cubicBezTo>
                    <a:pt x="2263" y="294"/>
                    <a:pt x="2271" y="277"/>
                    <a:pt x="2275" y="258"/>
                  </a:cubicBezTo>
                  <a:cubicBezTo>
                    <a:pt x="2280" y="239"/>
                    <a:pt x="2283" y="220"/>
                    <a:pt x="2283" y="201"/>
                  </a:cubicBezTo>
                  <a:cubicBezTo>
                    <a:pt x="2283" y="176"/>
                    <a:pt x="2278" y="153"/>
                    <a:pt x="2270" y="131"/>
                  </a:cubicBezTo>
                  <a:cubicBezTo>
                    <a:pt x="2261" y="109"/>
                    <a:pt x="2248" y="89"/>
                    <a:pt x="2231" y="72"/>
                  </a:cubicBezTo>
                  <a:cubicBezTo>
                    <a:pt x="2214" y="54"/>
                    <a:pt x="2193" y="41"/>
                    <a:pt x="2168" y="31"/>
                  </a:cubicBezTo>
                  <a:cubicBezTo>
                    <a:pt x="2143" y="20"/>
                    <a:pt x="2114" y="15"/>
                    <a:pt x="2081" y="15"/>
                  </a:cubicBezTo>
                  <a:cubicBezTo>
                    <a:pt x="2037" y="15"/>
                    <a:pt x="1992" y="15"/>
                    <a:pt x="1948" y="15"/>
                  </a:cubicBezTo>
                  <a:cubicBezTo>
                    <a:pt x="1903" y="15"/>
                    <a:pt x="1859" y="15"/>
                    <a:pt x="1814" y="15"/>
                  </a:cubicBezTo>
                  <a:lnTo>
                    <a:pt x="1814" y="576"/>
                  </a:lnTo>
                  <a:lnTo>
                    <a:pt x="1920" y="576"/>
                  </a:lnTo>
                  <a:lnTo>
                    <a:pt x="1920" y="389"/>
                  </a:lnTo>
                  <a:lnTo>
                    <a:pt x="2022" y="389"/>
                  </a:lnTo>
                  <a:lnTo>
                    <a:pt x="2185" y="576"/>
                  </a:lnTo>
                  <a:lnTo>
                    <a:pt x="2311" y="576"/>
                  </a:lnTo>
                  <a:lnTo>
                    <a:pt x="2311" y="569"/>
                  </a:lnTo>
                  <a:close/>
                  <a:moveTo>
                    <a:pt x="2081" y="113"/>
                  </a:moveTo>
                  <a:cubicBezTo>
                    <a:pt x="2097" y="113"/>
                    <a:pt x="2112" y="116"/>
                    <a:pt x="2124" y="121"/>
                  </a:cubicBezTo>
                  <a:cubicBezTo>
                    <a:pt x="2136" y="126"/>
                    <a:pt x="2146" y="133"/>
                    <a:pt x="2154" y="141"/>
                  </a:cubicBezTo>
                  <a:cubicBezTo>
                    <a:pt x="2162" y="150"/>
                    <a:pt x="2167" y="160"/>
                    <a:pt x="2171" y="170"/>
                  </a:cubicBezTo>
                  <a:cubicBezTo>
                    <a:pt x="2175" y="181"/>
                    <a:pt x="2177" y="192"/>
                    <a:pt x="2177" y="203"/>
                  </a:cubicBezTo>
                  <a:cubicBezTo>
                    <a:pt x="2177" y="215"/>
                    <a:pt x="2175" y="226"/>
                    <a:pt x="2171" y="236"/>
                  </a:cubicBezTo>
                  <a:cubicBezTo>
                    <a:pt x="2168" y="247"/>
                    <a:pt x="2162" y="257"/>
                    <a:pt x="2154" y="265"/>
                  </a:cubicBezTo>
                  <a:cubicBezTo>
                    <a:pt x="2146" y="274"/>
                    <a:pt x="2136" y="280"/>
                    <a:pt x="2124" y="286"/>
                  </a:cubicBezTo>
                  <a:cubicBezTo>
                    <a:pt x="2112" y="291"/>
                    <a:pt x="2098" y="293"/>
                    <a:pt x="2081" y="293"/>
                  </a:cubicBezTo>
                  <a:lnTo>
                    <a:pt x="1920" y="293"/>
                  </a:lnTo>
                  <a:lnTo>
                    <a:pt x="1920" y="113"/>
                  </a:lnTo>
                  <a:lnTo>
                    <a:pt x="2081" y="113"/>
                  </a:lnTo>
                  <a:close/>
                  <a:moveTo>
                    <a:pt x="2354" y="15"/>
                  </a:moveTo>
                  <a:lnTo>
                    <a:pt x="2354" y="576"/>
                  </a:lnTo>
                  <a:lnTo>
                    <a:pt x="2748" y="576"/>
                  </a:lnTo>
                  <a:lnTo>
                    <a:pt x="2748" y="478"/>
                  </a:lnTo>
                  <a:lnTo>
                    <a:pt x="2459" y="478"/>
                  </a:lnTo>
                  <a:lnTo>
                    <a:pt x="2459" y="15"/>
                  </a:lnTo>
                  <a:lnTo>
                    <a:pt x="2354" y="15"/>
                  </a:lnTo>
                  <a:close/>
                  <a:moveTo>
                    <a:pt x="3068" y="4"/>
                  </a:moveTo>
                  <a:cubicBezTo>
                    <a:pt x="3030" y="5"/>
                    <a:pt x="2995" y="10"/>
                    <a:pt x="2964" y="21"/>
                  </a:cubicBezTo>
                  <a:cubicBezTo>
                    <a:pt x="2933" y="32"/>
                    <a:pt x="2906" y="47"/>
                    <a:pt x="2883" y="66"/>
                  </a:cubicBezTo>
                  <a:cubicBezTo>
                    <a:pt x="2860" y="85"/>
                    <a:pt x="2841" y="107"/>
                    <a:pt x="2826" y="132"/>
                  </a:cubicBezTo>
                  <a:cubicBezTo>
                    <a:pt x="2811" y="157"/>
                    <a:pt x="2799" y="184"/>
                    <a:pt x="2792" y="212"/>
                  </a:cubicBezTo>
                  <a:cubicBezTo>
                    <a:pt x="2784" y="241"/>
                    <a:pt x="2780" y="270"/>
                    <a:pt x="2780" y="300"/>
                  </a:cubicBezTo>
                  <a:cubicBezTo>
                    <a:pt x="2780" y="329"/>
                    <a:pt x="2784" y="358"/>
                    <a:pt x="2791" y="386"/>
                  </a:cubicBezTo>
                  <a:cubicBezTo>
                    <a:pt x="2799" y="414"/>
                    <a:pt x="2810" y="441"/>
                    <a:pt x="2825" y="465"/>
                  </a:cubicBezTo>
                  <a:cubicBezTo>
                    <a:pt x="2840" y="489"/>
                    <a:pt x="2859" y="511"/>
                    <a:pt x="2882" y="529"/>
                  </a:cubicBezTo>
                  <a:cubicBezTo>
                    <a:pt x="2905" y="548"/>
                    <a:pt x="2932" y="562"/>
                    <a:pt x="2963" y="573"/>
                  </a:cubicBezTo>
                  <a:cubicBezTo>
                    <a:pt x="2994" y="583"/>
                    <a:pt x="3029" y="588"/>
                    <a:pt x="3068" y="589"/>
                  </a:cubicBezTo>
                  <a:cubicBezTo>
                    <a:pt x="3108" y="588"/>
                    <a:pt x="3143" y="583"/>
                    <a:pt x="3174" y="572"/>
                  </a:cubicBezTo>
                  <a:cubicBezTo>
                    <a:pt x="3205" y="562"/>
                    <a:pt x="3231" y="547"/>
                    <a:pt x="3254" y="528"/>
                  </a:cubicBezTo>
                  <a:cubicBezTo>
                    <a:pt x="3277" y="510"/>
                    <a:pt x="3296" y="488"/>
                    <a:pt x="3311" y="463"/>
                  </a:cubicBezTo>
                  <a:cubicBezTo>
                    <a:pt x="3326" y="439"/>
                    <a:pt x="3337" y="413"/>
                    <a:pt x="3344" y="385"/>
                  </a:cubicBezTo>
                  <a:cubicBezTo>
                    <a:pt x="3352" y="357"/>
                    <a:pt x="3355" y="328"/>
                    <a:pt x="3356" y="299"/>
                  </a:cubicBezTo>
                  <a:cubicBezTo>
                    <a:pt x="3356" y="269"/>
                    <a:pt x="3353" y="240"/>
                    <a:pt x="3345" y="212"/>
                  </a:cubicBezTo>
                  <a:cubicBezTo>
                    <a:pt x="3337" y="184"/>
                    <a:pt x="3326" y="157"/>
                    <a:pt x="3311" y="132"/>
                  </a:cubicBezTo>
                  <a:cubicBezTo>
                    <a:pt x="3296" y="107"/>
                    <a:pt x="3276" y="85"/>
                    <a:pt x="3253" y="66"/>
                  </a:cubicBezTo>
                  <a:cubicBezTo>
                    <a:pt x="3230" y="47"/>
                    <a:pt x="3203" y="32"/>
                    <a:pt x="3173" y="21"/>
                  </a:cubicBezTo>
                  <a:cubicBezTo>
                    <a:pt x="3142" y="10"/>
                    <a:pt x="3107" y="5"/>
                    <a:pt x="3068" y="4"/>
                  </a:cubicBezTo>
                  <a:close/>
                  <a:moveTo>
                    <a:pt x="3068" y="100"/>
                  </a:moveTo>
                  <a:cubicBezTo>
                    <a:pt x="3095" y="101"/>
                    <a:pt x="3118" y="104"/>
                    <a:pt x="3138" y="112"/>
                  </a:cubicBezTo>
                  <a:cubicBezTo>
                    <a:pt x="3159" y="120"/>
                    <a:pt x="3176" y="130"/>
                    <a:pt x="3190" y="144"/>
                  </a:cubicBezTo>
                  <a:cubicBezTo>
                    <a:pt x="3205" y="157"/>
                    <a:pt x="3217" y="172"/>
                    <a:pt x="3226" y="189"/>
                  </a:cubicBezTo>
                  <a:cubicBezTo>
                    <a:pt x="3235" y="206"/>
                    <a:pt x="3242" y="224"/>
                    <a:pt x="3246" y="243"/>
                  </a:cubicBezTo>
                  <a:cubicBezTo>
                    <a:pt x="3250" y="262"/>
                    <a:pt x="3252" y="281"/>
                    <a:pt x="3252" y="300"/>
                  </a:cubicBezTo>
                  <a:cubicBezTo>
                    <a:pt x="3251" y="319"/>
                    <a:pt x="3249" y="337"/>
                    <a:pt x="3245" y="356"/>
                  </a:cubicBezTo>
                  <a:cubicBezTo>
                    <a:pt x="3240" y="374"/>
                    <a:pt x="3234" y="391"/>
                    <a:pt x="3225" y="408"/>
                  </a:cubicBezTo>
                  <a:cubicBezTo>
                    <a:pt x="3216" y="424"/>
                    <a:pt x="3204" y="438"/>
                    <a:pt x="3190" y="451"/>
                  </a:cubicBezTo>
                  <a:cubicBezTo>
                    <a:pt x="3175" y="464"/>
                    <a:pt x="3158" y="473"/>
                    <a:pt x="3138" y="481"/>
                  </a:cubicBezTo>
                  <a:cubicBezTo>
                    <a:pt x="3118" y="488"/>
                    <a:pt x="3095" y="492"/>
                    <a:pt x="3068" y="492"/>
                  </a:cubicBezTo>
                  <a:cubicBezTo>
                    <a:pt x="3042" y="492"/>
                    <a:pt x="3019" y="488"/>
                    <a:pt x="2999" y="481"/>
                  </a:cubicBezTo>
                  <a:cubicBezTo>
                    <a:pt x="2979" y="474"/>
                    <a:pt x="2962" y="464"/>
                    <a:pt x="2947" y="451"/>
                  </a:cubicBezTo>
                  <a:cubicBezTo>
                    <a:pt x="2933" y="439"/>
                    <a:pt x="2921" y="424"/>
                    <a:pt x="2912" y="408"/>
                  </a:cubicBezTo>
                  <a:cubicBezTo>
                    <a:pt x="2903" y="392"/>
                    <a:pt x="2896" y="375"/>
                    <a:pt x="2892" y="356"/>
                  </a:cubicBezTo>
                  <a:cubicBezTo>
                    <a:pt x="2887" y="338"/>
                    <a:pt x="2885" y="320"/>
                    <a:pt x="2884" y="301"/>
                  </a:cubicBezTo>
                  <a:cubicBezTo>
                    <a:pt x="2884" y="282"/>
                    <a:pt x="2886" y="263"/>
                    <a:pt x="2890" y="244"/>
                  </a:cubicBezTo>
                  <a:cubicBezTo>
                    <a:pt x="2894" y="225"/>
                    <a:pt x="2901" y="207"/>
                    <a:pt x="2910" y="190"/>
                  </a:cubicBezTo>
                  <a:cubicBezTo>
                    <a:pt x="2919" y="173"/>
                    <a:pt x="2931" y="157"/>
                    <a:pt x="2946" y="144"/>
                  </a:cubicBezTo>
                  <a:cubicBezTo>
                    <a:pt x="2961" y="131"/>
                    <a:pt x="2978" y="120"/>
                    <a:pt x="2998" y="112"/>
                  </a:cubicBezTo>
                  <a:cubicBezTo>
                    <a:pt x="3019" y="105"/>
                    <a:pt x="3042" y="101"/>
                    <a:pt x="3068" y="100"/>
                  </a:cubicBezTo>
                  <a:close/>
                  <a:moveTo>
                    <a:pt x="3915" y="85"/>
                  </a:moveTo>
                  <a:cubicBezTo>
                    <a:pt x="3896" y="66"/>
                    <a:pt x="3875" y="50"/>
                    <a:pt x="3852" y="38"/>
                  </a:cubicBezTo>
                  <a:cubicBezTo>
                    <a:pt x="3830" y="25"/>
                    <a:pt x="3806" y="16"/>
                    <a:pt x="3782" y="9"/>
                  </a:cubicBezTo>
                  <a:cubicBezTo>
                    <a:pt x="3757" y="3"/>
                    <a:pt x="3732" y="0"/>
                    <a:pt x="3707" y="0"/>
                  </a:cubicBezTo>
                  <a:cubicBezTo>
                    <a:pt x="3668" y="0"/>
                    <a:pt x="3632" y="5"/>
                    <a:pt x="3600" y="16"/>
                  </a:cubicBezTo>
                  <a:cubicBezTo>
                    <a:pt x="3569" y="27"/>
                    <a:pt x="3541" y="42"/>
                    <a:pt x="3517" y="61"/>
                  </a:cubicBezTo>
                  <a:cubicBezTo>
                    <a:pt x="3494" y="80"/>
                    <a:pt x="3474" y="103"/>
                    <a:pt x="3458" y="128"/>
                  </a:cubicBezTo>
                  <a:cubicBezTo>
                    <a:pt x="3442" y="154"/>
                    <a:pt x="3431" y="181"/>
                    <a:pt x="3423" y="211"/>
                  </a:cubicBezTo>
                  <a:cubicBezTo>
                    <a:pt x="3415" y="240"/>
                    <a:pt x="3411" y="271"/>
                    <a:pt x="3411" y="303"/>
                  </a:cubicBezTo>
                  <a:cubicBezTo>
                    <a:pt x="3411" y="332"/>
                    <a:pt x="3414" y="361"/>
                    <a:pt x="3422" y="389"/>
                  </a:cubicBezTo>
                  <a:cubicBezTo>
                    <a:pt x="3429" y="417"/>
                    <a:pt x="3440" y="443"/>
                    <a:pt x="3455" y="467"/>
                  </a:cubicBezTo>
                  <a:cubicBezTo>
                    <a:pt x="3470" y="491"/>
                    <a:pt x="3489" y="512"/>
                    <a:pt x="3512" y="530"/>
                  </a:cubicBezTo>
                  <a:cubicBezTo>
                    <a:pt x="3535" y="549"/>
                    <a:pt x="3563" y="563"/>
                    <a:pt x="3595" y="573"/>
                  </a:cubicBezTo>
                  <a:cubicBezTo>
                    <a:pt x="3628" y="583"/>
                    <a:pt x="3665" y="588"/>
                    <a:pt x="3707" y="589"/>
                  </a:cubicBezTo>
                  <a:cubicBezTo>
                    <a:pt x="3740" y="588"/>
                    <a:pt x="3770" y="584"/>
                    <a:pt x="3796" y="576"/>
                  </a:cubicBezTo>
                  <a:cubicBezTo>
                    <a:pt x="3823" y="568"/>
                    <a:pt x="3848" y="557"/>
                    <a:pt x="3870" y="542"/>
                  </a:cubicBezTo>
                  <a:cubicBezTo>
                    <a:pt x="3892" y="527"/>
                    <a:pt x="3912" y="509"/>
                    <a:pt x="3930" y="488"/>
                  </a:cubicBezTo>
                  <a:lnTo>
                    <a:pt x="3930" y="252"/>
                  </a:lnTo>
                  <a:lnTo>
                    <a:pt x="3690" y="252"/>
                  </a:lnTo>
                  <a:lnTo>
                    <a:pt x="3690" y="346"/>
                  </a:lnTo>
                  <a:lnTo>
                    <a:pt x="3834" y="346"/>
                  </a:lnTo>
                  <a:lnTo>
                    <a:pt x="3834" y="445"/>
                  </a:lnTo>
                  <a:cubicBezTo>
                    <a:pt x="3819" y="457"/>
                    <a:pt x="3805" y="466"/>
                    <a:pt x="3791" y="473"/>
                  </a:cubicBezTo>
                  <a:cubicBezTo>
                    <a:pt x="3777" y="479"/>
                    <a:pt x="3763" y="484"/>
                    <a:pt x="3750" y="486"/>
                  </a:cubicBezTo>
                  <a:cubicBezTo>
                    <a:pt x="3736" y="489"/>
                    <a:pt x="3722" y="490"/>
                    <a:pt x="3707" y="490"/>
                  </a:cubicBezTo>
                  <a:cubicBezTo>
                    <a:pt x="3679" y="490"/>
                    <a:pt x="3655" y="486"/>
                    <a:pt x="3634" y="479"/>
                  </a:cubicBezTo>
                  <a:cubicBezTo>
                    <a:pt x="3612" y="473"/>
                    <a:pt x="3594" y="463"/>
                    <a:pt x="3579" y="451"/>
                  </a:cubicBezTo>
                  <a:cubicBezTo>
                    <a:pt x="3564" y="439"/>
                    <a:pt x="3552" y="424"/>
                    <a:pt x="3542" y="409"/>
                  </a:cubicBezTo>
                  <a:cubicBezTo>
                    <a:pt x="3532" y="393"/>
                    <a:pt x="3525" y="376"/>
                    <a:pt x="3521" y="358"/>
                  </a:cubicBezTo>
                  <a:cubicBezTo>
                    <a:pt x="3516" y="340"/>
                    <a:pt x="3514" y="321"/>
                    <a:pt x="3514" y="303"/>
                  </a:cubicBezTo>
                  <a:cubicBezTo>
                    <a:pt x="3514" y="274"/>
                    <a:pt x="3519" y="247"/>
                    <a:pt x="3527" y="222"/>
                  </a:cubicBezTo>
                  <a:cubicBezTo>
                    <a:pt x="3536" y="197"/>
                    <a:pt x="3549" y="175"/>
                    <a:pt x="3566" y="156"/>
                  </a:cubicBezTo>
                  <a:cubicBezTo>
                    <a:pt x="3582" y="138"/>
                    <a:pt x="3602" y="123"/>
                    <a:pt x="3626" y="112"/>
                  </a:cubicBezTo>
                  <a:cubicBezTo>
                    <a:pt x="3650" y="102"/>
                    <a:pt x="3677" y="97"/>
                    <a:pt x="3707" y="96"/>
                  </a:cubicBezTo>
                  <a:cubicBezTo>
                    <a:pt x="3723" y="96"/>
                    <a:pt x="3740" y="99"/>
                    <a:pt x="3757" y="103"/>
                  </a:cubicBezTo>
                  <a:cubicBezTo>
                    <a:pt x="3774" y="107"/>
                    <a:pt x="3791" y="114"/>
                    <a:pt x="3807" y="122"/>
                  </a:cubicBezTo>
                  <a:cubicBezTo>
                    <a:pt x="3823" y="130"/>
                    <a:pt x="3837" y="140"/>
                    <a:pt x="3850" y="152"/>
                  </a:cubicBezTo>
                  <a:lnTo>
                    <a:pt x="3915" y="85"/>
                  </a:lnTo>
                  <a:close/>
                  <a:moveTo>
                    <a:pt x="4280" y="4"/>
                  </a:moveTo>
                  <a:cubicBezTo>
                    <a:pt x="4241" y="5"/>
                    <a:pt x="4207" y="10"/>
                    <a:pt x="4176" y="21"/>
                  </a:cubicBezTo>
                  <a:cubicBezTo>
                    <a:pt x="4145" y="32"/>
                    <a:pt x="4118" y="47"/>
                    <a:pt x="4095" y="66"/>
                  </a:cubicBezTo>
                  <a:cubicBezTo>
                    <a:pt x="4072" y="85"/>
                    <a:pt x="4053" y="107"/>
                    <a:pt x="4038" y="132"/>
                  </a:cubicBezTo>
                  <a:cubicBezTo>
                    <a:pt x="4022" y="157"/>
                    <a:pt x="4011" y="184"/>
                    <a:pt x="4003" y="212"/>
                  </a:cubicBezTo>
                  <a:cubicBezTo>
                    <a:pt x="3996" y="241"/>
                    <a:pt x="3992" y="270"/>
                    <a:pt x="3992" y="300"/>
                  </a:cubicBezTo>
                  <a:cubicBezTo>
                    <a:pt x="3992" y="329"/>
                    <a:pt x="3996" y="358"/>
                    <a:pt x="4003" y="386"/>
                  </a:cubicBezTo>
                  <a:cubicBezTo>
                    <a:pt x="4010" y="414"/>
                    <a:pt x="4022" y="441"/>
                    <a:pt x="4037" y="465"/>
                  </a:cubicBezTo>
                  <a:cubicBezTo>
                    <a:pt x="4052" y="489"/>
                    <a:pt x="4071" y="511"/>
                    <a:pt x="4094" y="529"/>
                  </a:cubicBezTo>
                  <a:cubicBezTo>
                    <a:pt x="4117" y="548"/>
                    <a:pt x="4143" y="562"/>
                    <a:pt x="4175" y="573"/>
                  </a:cubicBezTo>
                  <a:cubicBezTo>
                    <a:pt x="4206" y="583"/>
                    <a:pt x="4241" y="588"/>
                    <a:pt x="4280" y="589"/>
                  </a:cubicBezTo>
                  <a:cubicBezTo>
                    <a:pt x="4319" y="588"/>
                    <a:pt x="4354" y="583"/>
                    <a:pt x="4385" y="572"/>
                  </a:cubicBezTo>
                  <a:cubicBezTo>
                    <a:pt x="4416" y="562"/>
                    <a:pt x="4443" y="547"/>
                    <a:pt x="4466" y="528"/>
                  </a:cubicBezTo>
                  <a:cubicBezTo>
                    <a:pt x="4489" y="510"/>
                    <a:pt x="4507" y="488"/>
                    <a:pt x="4522" y="463"/>
                  </a:cubicBezTo>
                  <a:cubicBezTo>
                    <a:pt x="4537" y="439"/>
                    <a:pt x="4548" y="413"/>
                    <a:pt x="4556" y="385"/>
                  </a:cubicBezTo>
                  <a:cubicBezTo>
                    <a:pt x="4563" y="357"/>
                    <a:pt x="4567" y="328"/>
                    <a:pt x="4567" y="299"/>
                  </a:cubicBezTo>
                  <a:cubicBezTo>
                    <a:pt x="4568" y="269"/>
                    <a:pt x="4564" y="240"/>
                    <a:pt x="4557" y="212"/>
                  </a:cubicBezTo>
                  <a:cubicBezTo>
                    <a:pt x="4549" y="184"/>
                    <a:pt x="4538" y="157"/>
                    <a:pt x="4523" y="132"/>
                  </a:cubicBezTo>
                  <a:cubicBezTo>
                    <a:pt x="4507" y="107"/>
                    <a:pt x="4488" y="85"/>
                    <a:pt x="4465" y="66"/>
                  </a:cubicBezTo>
                  <a:cubicBezTo>
                    <a:pt x="4442" y="47"/>
                    <a:pt x="4415" y="32"/>
                    <a:pt x="4384" y="21"/>
                  </a:cubicBezTo>
                  <a:cubicBezTo>
                    <a:pt x="4353" y="10"/>
                    <a:pt x="4319" y="5"/>
                    <a:pt x="4280" y="4"/>
                  </a:cubicBezTo>
                  <a:close/>
                  <a:moveTo>
                    <a:pt x="4280" y="100"/>
                  </a:moveTo>
                  <a:cubicBezTo>
                    <a:pt x="4306" y="101"/>
                    <a:pt x="4330" y="104"/>
                    <a:pt x="4350" y="112"/>
                  </a:cubicBezTo>
                  <a:cubicBezTo>
                    <a:pt x="4370" y="120"/>
                    <a:pt x="4388" y="130"/>
                    <a:pt x="4402" y="144"/>
                  </a:cubicBezTo>
                  <a:cubicBezTo>
                    <a:pt x="4417" y="157"/>
                    <a:pt x="4428" y="172"/>
                    <a:pt x="4438" y="189"/>
                  </a:cubicBezTo>
                  <a:cubicBezTo>
                    <a:pt x="4447" y="206"/>
                    <a:pt x="4453" y="224"/>
                    <a:pt x="4458" y="243"/>
                  </a:cubicBezTo>
                  <a:cubicBezTo>
                    <a:pt x="4462" y="262"/>
                    <a:pt x="4464" y="281"/>
                    <a:pt x="4463" y="300"/>
                  </a:cubicBezTo>
                  <a:cubicBezTo>
                    <a:pt x="4463" y="319"/>
                    <a:pt x="4461" y="337"/>
                    <a:pt x="4456" y="356"/>
                  </a:cubicBezTo>
                  <a:cubicBezTo>
                    <a:pt x="4452" y="374"/>
                    <a:pt x="4445" y="391"/>
                    <a:pt x="4436" y="408"/>
                  </a:cubicBezTo>
                  <a:cubicBezTo>
                    <a:pt x="4427" y="424"/>
                    <a:pt x="4415" y="438"/>
                    <a:pt x="4401" y="451"/>
                  </a:cubicBezTo>
                  <a:cubicBezTo>
                    <a:pt x="4387" y="464"/>
                    <a:pt x="4370" y="473"/>
                    <a:pt x="4350" y="481"/>
                  </a:cubicBezTo>
                  <a:cubicBezTo>
                    <a:pt x="4330" y="488"/>
                    <a:pt x="4306" y="492"/>
                    <a:pt x="4280" y="492"/>
                  </a:cubicBezTo>
                  <a:cubicBezTo>
                    <a:pt x="4254" y="492"/>
                    <a:pt x="4230" y="488"/>
                    <a:pt x="4210" y="481"/>
                  </a:cubicBezTo>
                  <a:cubicBezTo>
                    <a:pt x="4190" y="474"/>
                    <a:pt x="4173" y="464"/>
                    <a:pt x="4159" y="451"/>
                  </a:cubicBezTo>
                  <a:cubicBezTo>
                    <a:pt x="4145" y="439"/>
                    <a:pt x="4133" y="424"/>
                    <a:pt x="4124" y="408"/>
                  </a:cubicBezTo>
                  <a:cubicBezTo>
                    <a:pt x="4115" y="392"/>
                    <a:pt x="4108" y="375"/>
                    <a:pt x="4103" y="356"/>
                  </a:cubicBezTo>
                  <a:cubicBezTo>
                    <a:pt x="4099" y="338"/>
                    <a:pt x="4096" y="320"/>
                    <a:pt x="4096" y="301"/>
                  </a:cubicBezTo>
                  <a:cubicBezTo>
                    <a:pt x="4095" y="282"/>
                    <a:pt x="4097" y="263"/>
                    <a:pt x="4102" y="244"/>
                  </a:cubicBezTo>
                  <a:cubicBezTo>
                    <a:pt x="4106" y="225"/>
                    <a:pt x="4112" y="207"/>
                    <a:pt x="4122" y="190"/>
                  </a:cubicBezTo>
                  <a:cubicBezTo>
                    <a:pt x="4131" y="173"/>
                    <a:pt x="4143" y="157"/>
                    <a:pt x="4157" y="144"/>
                  </a:cubicBezTo>
                  <a:cubicBezTo>
                    <a:pt x="4172" y="131"/>
                    <a:pt x="4190" y="120"/>
                    <a:pt x="4210" y="112"/>
                  </a:cubicBezTo>
                  <a:cubicBezTo>
                    <a:pt x="4230" y="105"/>
                    <a:pt x="4254" y="101"/>
                    <a:pt x="4280" y="100"/>
                  </a:cubicBezTo>
                  <a:close/>
                </a:path>
              </a:pathLst>
            </a:custGeom>
            <a:solidFill>
              <a:srgbClr val="24211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ndParaRPr>
            </a:p>
          </p:txBody>
        </p:sp>
      </p:grpSp>
      <p:sp>
        <p:nvSpPr>
          <p:cNvPr id="92" name="文本框 91"/>
          <p:cNvSpPr txBox="1"/>
          <p:nvPr/>
        </p:nvSpPr>
        <p:spPr>
          <a:xfrm>
            <a:off x="4379981" y="1767738"/>
            <a:ext cx="6927670" cy="1938992"/>
          </a:xfrm>
          <a:prstGeom prst="rect">
            <a:avLst/>
          </a:prstGeom>
          <a:effectLst/>
        </p:spPr>
        <p:txBody>
          <a:bodyPr wrap="square">
            <a:spAutoFit/>
          </a:bodyPr>
          <a:lstStyle>
            <a:defPPr>
              <a:defRPr lang="zh-CN"/>
            </a:defPPr>
            <a:lvl1pPr algn="ctr">
              <a:defRPr sz="9600" b="1" spc="300">
                <a:solidFill>
                  <a:schemeClr val="accent2"/>
                </a:solidFill>
                <a:effectLst>
                  <a:innerShdw blurRad="76200" dist="76200" dir="13500000">
                    <a:prstClr val="black">
                      <a:alpha val="50000"/>
                    </a:prstClr>
                  </a:innerShdw>
                </a:effectLst>
                <a:ea typeface="微软雅黑" panose="020B0503020204020204" pitchFamily="34" charset="-122"/>
              </a:defRPr>
            </a:lvl1pPr>
          </a:lstStyle>
          <a:p>
            <a:pPr algn="l"/>
            <a:r>
              <a:rPr lang="en-US" altLang="zh-CN" sz="12000" dirty="0">
                <a:solidFill>
                  <a:srgbClr val="17406D"/>
                </a:solidFill>
                <a:effectLst/>
                <a:latin typeface="Bernard MT Condensed" panose="02050806060905020404" pitchFamily="18" charset="0"/>
              </a:rPr>
              <a:t>THANKS</a:t>
            </a:r>
          </a:p>
        </p:txBody>
      </p:sp>
      <p:sp>
        <p:nvSpPr>
          <p:cNvPr id="93" name="文本框 92"/>
          <p:cNvSpPr txBox="1"/>
          <p:nvPr/>
        </p:nvSpPr>
        <p:spPr>
          <a:xfrm>
            <a:off x="4435401" y="4298289"/>
            <a:ext cx="6304376" cy="5539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17406D"/>
                </a:solidFill>
                <a:effectLst/>
                <a:uLnTx/>
                <a:uFillTx/>
              </a:rPr>
              <a:t>2018 YEAR-END SUMMARY OF THE WORK OF PPT, THE COPYRIGHT BELONGS TO THE AUTHOR, ANY UNIT OR INDIVIDUAL SHALL COMPLY WITH PROVISIONS OF THE COPYRIGHT LAW AND OTHER RELEVANT LAWS, SHALL NOT INFRINGE THE RIGHTS OF HUMAN RIGHTS, WILL NOT WORK FOR ANY FORM OF COMMERCIAL USE.</a:t>
            </a:r>
            <a:endParaRPr kumimoji="0" lang="zh-CN" altLang="en-US" sz="1000" b="0" i="0" u="none" strike="noStrike" kern="0" cap="none" spc="0" normalizeH="0" baseline="0" noProof="0" dirty="0">
              <a:ln>
                <a:noFill/>
              </a:ln>
              <a:solidFill>
                <a:srgbClr val="17406D"/>
              </a:solidFill>
              <a:effectLst/>
              <a:uLnTx/>
              <a:uFillTx/>
            </a:endParaRPr>
          </a:p>
        </p:txBody>
      </p:sp>
      <p:grpSp>
        <p:nvGrpSpPr>
          <p:cNvPr id="94" name="组合 93"/>
          <p:cNvGrpSpPr/>
          <p:nvPr/>
        </p:nvGrpSpPr>
        <p:grpSpPr>
          <a:xfrm>
            <a:off x="10193722" y="1379698"/>
            <a:ext cx="720000" cy="720000"/>
            <a:chOff x="10193722" y="1379698"/>
            <a:chExt cx="720000" cy="720000"/>
          </a:xfrm>
        </p:grpSpPr>
        <p:sp>
          <p:nvSpPr>
            <p:cNvPr id="95" name="椭圆 94"/>
            <p:cNvSpPr>
              <a:spLocks noChangeAspect="1"/>
            </p:cNvSpPr>
            <p:nvPr/>
          </p:nvSpPr>
          <p:spPr>
            <a:xfrm>
              <a:off x="10193722" y="1379698"/>
              <a:ext cx="720000" cy="72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96" name="Freeform 5"/>
            <p:cNvSpPr>
              <a:spLocks noChangeAspect="1"/>
            </p:cNvSpPr>
            <p:nvPr/>
          </p:nvSpPr>
          <p:spPr bwMode="auto">
            <a:xfrm>
              <a:off x="10351580" y="1538835"/>
              <a:ext cx="404284" cy="401726"/>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grpSp>
        <p:nvGrpSpPr>
          <p:cNvPr id="97" name="组合 96"/>
          <p:cNvGrpSpPr/>
          <p:nvPr/>
        </p:nvGrpSpPr>
        <p:grpSpPr>
          <a:xfrm>
            <a:off x="10181957" y="2143519"/>
            <a:ext cx="432000" cy="432000"/>
            <a:chOff x="10181957" y="2143519"/>
            <a:chExt cx="432000" cy="432000"/>
          </a:xfrm>
        </p:grpSpPr>
        <p:sp>
          <p:nvSpPr>
            <p:cNvPr id="98" name="椭圆 97"/>
            <p:cNvSpPr>
              <a:spLocks noChangeAspect="1"/>
            </p:cNvSpPr>
            <p:nvPr/>
          </p:nvSpPr>
          <p:spPr>
            <a:xfrm>
              <a:off x="10181957" y="2143519"/>
              <a:ext cx="432000" cy="432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99" name="Freeform 5"/>
            <p:cNvSpPr>
              <a:spLocks noChangeAspect="1"/>
            </p:cNvSpPr>
            <p:nvPr/>
          </p:nvSpPr>
          <p:spPr bwMode="auto">
            <a:xfrm>
              <a:off x="10285083" y="2247360"/>
              <a:ext cx="225748" cy="224318"/>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grpSp>
        <p:nvGrpSpPr>
          <p:cNvPr id="100" name="组合 99"/>
          <p:cNvGrpSpPr/>
          <p:nvPr/>
        </p:nvGrpSpPr>
        <p:grpSpPr>
          <a:xfrm>
            <a:off x="9407821" y="1698368"/>
            <a:ext cx="540000" cy="540000"/>
            <a:chOff x="9407821" y="1698368"/>
            <a:chExt cx="540000" cy="540000"/>
          </a:xfrm>
        </p:grpSpPr>
        <p:sp>
          <p:nvSpPr>
            <p:cNvPr id="101" name="椭圆 100"/>
            <p:cNvSpPr>
              <a:spLocks noChangeAspect="1"/>
            </p:cNvSpPr>
            <p:nvPr/>
          </p:nvSpPr>
          <p:spPr>
            <a:xfrm>
              <a:off x="9407821" y="1698368"/>
              <a:ext cx="540000" cy="540000"/>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102" name="Freeform 5"/>
            <p:cNvSpPr>
              <a:spLocks noChangeAspect="1"/>
            </p:cNvSpPr>
            <p:nvPr/>
          </p:nvSpPr>
          <p:spPr bwMode="auto">
            <a:xfrm>
              <a:off x="9537029" y="1828467"/>
              <a:ext cx="281585" cy="279803"/>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grpSp>
        <p:nvGrpSpPr>
          <p:cNvPr id="103" name="组合 102"/>
          <p:cNvGrpSpPr/>
          <p:nvPr/>
        </p:nvGrpSpPr>
        <p:grpSpPr>
          <a:xfrm>
            <a:off x="9881830" y="2797526"/>
            <a:ext cx="332871" cy="332871"/>
            <a:chOff x="9881830" y="2797526"/>
            <a:chExt cx="332871" cy="332871"/>
          </a:xfrm>
        </p:grpSpPr>
        <p:sp>
          <p:nvSpPr>
            <p:cNvPr id="104" name="椭圆 103"/>
            <p:cNvSpPr>
              <a:spLocks noChangeAspect="1"/>
            </p:cNvSpPr>
            <p:nvPr/>
          </p:nvSpPr>
          <p:spPr>
            <a:xfrm>
              <a:off x="9881830" y="2797526"/>
              <a:ext cx="332871" cy="332871"/>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105" name="Freeform 5"/>
            <p:cNvSpPr>
              <a:spLocks noChangeAspect="1"/>
            </p:cNvSpPr>
            <p:nvPr/>
          </p:nvSpPr>
          <p:spPr bwMode="auto">
            <a:xfrm>
              <a:off x="9966815" y="2883026"/>
              <a:ext cx="162901" cy="161870"/>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
        <p:nvSpPr>
          <p:cNvPr id="106" name="文本框 105"/>
          <p:cNvSpPr txBox="1"/>
          <p:nvPr/>
        </p:nvSpPr>
        <p:spPr>
          <a:xfrm>
            <a:off x="4435401" y="3653673"/>
            <a:ext cx="6148046" cy="646331"/>
          </a:xfrm>
          <a:prstGeom prst="rect">
            <a:avLst/>
          </a:prstGeom>
          <a:noFill/>
          <a:effectLst/>
        </p:spPr>
        <p:txBody>
          <a:bodyPr wrap="square" rtlCol="0">
            <a:spAutoFit/>
          </a:bodyPr>
          <a:lstStyle/>
          <a:p>
            <a:r>
              <a:rPr lang="zh-CN" altLang="en-US" dirty="0">
                <a:solidFill>
                  <a:srgbClr val="17406D"/>
                </a:solidFill>
                <a:latin typeface="微软雅黑" panose="020B0503020204020204" pitchFamily="34" charset="-122"/>
                <a:ea typeface="微软雅黑" panose="020B0503020204020204" pitchFamily="34" charset="-122"/>
              </a:rPr>
              <a:t>感谢公司领导和全体同事的全力支持，展望新的一年，我们将继续努力，力争各项工作更上一个新台阶！</a:t>
            </a:r>
          </a:p>
        </p:txBody>
      </p:sp>
      <p:grpSp>
        <p:nvGrpSpPr>
          <p:cNvPr id="107" name="组合 106"/>
          <p:cNvGrpSpPr/>
          <p:nvPr/>
        </p:nvGrpSpPr>
        <p:grpSpPr>
          <a:xfrm>
            <a:off x="9276907" y="2683946"/>
            <a:ext cx="261828" cy="261828"/>
            <a:chOff x="9881830" y="2629886"/>
            <a:chExt cx="332871" cy="332871"/>
          </a:xfrm>
        </p:grpSpPr>
        <p:sp>
          <p:nvSpPr>
            <p:cNvPr id="108" name="椭圆 107"/>
            <p:cNvSpPr>
              <a:spLocks noChangeAspect="1"/>
            </p:cNvSpPr>
            <p:nvPr/>
          </p:nvSpPr>
          <p:spPr>
            <a:xfrm>
              <a:off x="9881830" y="2629886"/>
              <a:ext cx="332871" cy="332871"/>
            </a:xfrm>
            <a:prstGeom prst="ellipse">
              <a:avLst/>
            </a:prstGeom>
            <a:gradFill flip="none" rotWithShape="1">
              <a:gsLst>
                <a:gs pos="0">
                  <a:srgbClr val="FFFFFF"/>
                </a:gs>
                <a:gs pos="100000">
                  <a:srgbClr val="FFFFFF">
                    <a:lumMod val="75000"/>
                  </a:srgbClr>
                </a:gs>
              </a:gsLst>
              <a:lin ang="13500000" scaled="1"/>
              <a:tileRect/>
            </a:gradFill>
            <a:ln w="25400" cap="flat" cmpd="sng" algn="ctr">
              <a:gradFill flip="none" rotWithShape="1">
                <a:gsLst>
                  <a:gs pos="0">
                    <a:srgbClr val="FFFFFF"/>
                  </a:gs>
                  <a:gs pos="100000">
                    <a:srgbClr val="FFFFFF">
                      <a:lumMod val="65000"/>
                    </a:srgbClr>
                  </a:gs>
                </a:gsLst>
                <a:lin ang="2700000" scaled="1"/>
                <a:tileRect/>
              </a:gradFill>
              <a:prstDash val="solid"/>
              <a:miter lim="800000"/>
            </a:ln>
            <a:effectLst>
              <a:outerShdw blurRad="152400" dist="1016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endParaRPr>
            </a:p>
          </p:txBody>
        </p:sp>
        <p:sp>
          <p:nvSpPr>
            <p:cNvPr id="109" name="Freeform 5"/>
            <p:cNvSpPr>
              <a:spLocks noChangeAspect="1"/>
            </p:cNvSpPr>
            <p:nvPr/>
          </p:nvSpPr>
          <p:spPr bwMode="auto">
            <a:xfrm>
              <a:off x="9966815" y="2715386"/>
              <a:ext cx="162901" cy="161870"/>
            </a:xfrm>
            <a:custGeom>
              <a:avLst/>
              <a:gdLst>
                <a:gd name="T0" fmla="*/ 2343 w 2743"/>
                <a:gd name="T1" fmla="*/ 2527 h 2743"/>
                <a:gd name="T2" fmla="*/ 2343 w 2743"/>
                <a:gd name="T3" fmla="*/ 683 h 2743"/>
                <a:gd name="T4" fmla="*/ 283 w 2743"/>
                <a:gd name="T5" fmla="*/ 2743 h 2743"/>
                <a:gd name="T6" fmla="*/ 0 w 2743"/>
                <a:gd name="T7" fmla="*/ 2460 h 2743"/>
                <a:gd name="T8" fmla="*/ 2060 w 2743"/>
                <a:gd name="T9" fmla="*/ 400 h 2743"/>
                <a:gd name="T10" fmla="*/ 215 w 2743"/>
                <a:gd name="T11" fmla="*/ 400 h 2743"/>
                <a:gd name="T12" fmla="*/ 215 w 2743"/>
                <a:gd name="T13" fmla="*/ 0 h 2743"/>
                <a:gd name="T14" fmla="*/ 2543 w 2743"/>
                <a:gd name="T15" fmla="*/ 0 h 2743"/>
                <a:gd name="T16" fmla="*/ 2743 w 2743"/>
                <a:gd name="T17" fmla="*/ 0 h 2743"/>
                <a:gd name="T18" fmla="*/ 2743 w 2743"/>
                <a:gd name="T19" fmla="*/ 200 h 2743"/>
                <a:gd name="T20" fmla="*/ 2743 w 2743"/>
                <a:gd name="T21" fmla="*/ 2527 h 2743"/>
                <a:gd name="T22" fmla="*/ 2343 w 2743"/>
                <a:gd name="T23" fmla="*/ 2527 h 27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3" h="2743">
                  <a:moveTo>
                    <a:pt x="2343" y="2527"/>
                  </a:moveTo>
                  <a:lnTo>
                    <a:pt x="2343" y="683"/>
                  </a:lnTo>
                  <a:lnTo>
                    <a:pt x="283" y="2743"/>
                  </a:lnTo>
                  <a:lnTo>
                    <a:pt x="0" y="2460"/>
                  </a:lnTo>
                  <a:lnTo>
                    <a:pt x="2060" y="400"/>
                  </a:lnTo>
                  <a:lnTo>
                    <a:pt x="215" y="400"/>
                  </a:lnTo>
                  <a:lnTo>
                    <a:pt x="215" y="0"/>
                  </a:lnTo>
                  <a:lnTo>
                    <a:pt x="2543" y="0"/>
                  </a:lnTo>
                  <a:lnTo>
                    <a:pt x="2743" y="0"/>
                  </a:lnTo>
                  <a:lnTo>
                    <a:pt x="2743" y="200"/>
                  </a:lnTo>
                  <a:lnTo>
                    <a:pt x="2743" y="2527"/>
                  </a:lnTo>
                  <a:lnTo>
                    <a:pt x="2343" y="252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noFill/>
                <a:effectLst/>
                <a:uLnTx/>
                <a:uFillTx/>
              </a:endParaRPr>
            </a:p>
          </p:txBody>
        </p:sp>
      </p:grpSp>
    </p:spTree>
    <p:extLst>
      <p:ext uri="{BB962C8B-B14F-4D97-AF65-F5344CB8AC3E}">
        <p14:creationId xmlns:p14="http://schemas.microsoft.com/office/powerpoint/2010/main" val="3880873869"/>
      </p:ext>
    </p:extLst>
  </p:cSld>
  <p:clrMapOvr>
    <a:masterClrMapping/>
  </p:clrMapOvr>
  <p:transition spd="slow"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strips(upRight)">
                                      <p:cBhvr>
                                        <p:cTn id="7" dur="750"/>
                                        <p:tgtEl>
                                          <p:spTgt spid="86"/>
                                        </p:tgtEl>
                                      </p:cBhvr>
                                    </p:animEffect>
                                  </p:childTnLst>
                                </p:cTn>
                              </p:par>
                              <p:par>
                                <p:cTn id="8" presetID="53" presetClass="entr" presetSubtype="16" fill="hold" grpId="0" nodeType="withEffect">
                                  <p:stCondLst>
                                    <p:cond delay="250"/>
                                  </p:stCondLst>
                                  <p:childTnLst>
                                    <p:set>
                                      <p:cBhvr>
                                        <p:cTn id="9" dur="1" fill="hold">
                                          <p:stCondLst>
                                            <p:cond delay="0"/>
                                          </p:stCondLst>
                                        </p:cTn>
                                        <p:tgtEl>
                                          <p:spTgt spid="85"/>
                                        </p:tgtEl>
                                        <p:attrNameLst>
                                          <p:attrName>style.visibility</p:attrName>
                                        </p:attrNameLst>
                                      </p:cBhvr>
                                      <p:to>
                                        <p:strVal val="visible"/>
                                      </p:to>
                                    </p:set>
                                    <p:anim calcmode="lin" valueType="num">
                                      <p:cBhvr>
                                        <p:cTn id="10" dur="500" fill="hold"/>
                                        <p:tgtEl>
                                          <p:spTgt spid="85"/>
                                        </p:tgtEl>
                                        <p:attrNameLst>
                                          <p:attrName>ppt_w</p:attrName>
                                        </p:attrNameLst>
                                      </p:cBhvr>
                                      <p:tavLst>
                                        <p:tav tm="0">
                                          <p:val>
                                            <p:fltVal val="0"/>
                                          </p:val>
                                        </p:tav>
                                        <p:tav tm="100000">
                                          <p:val>
                                            <p:strVal val="#ppt_w"/>
                                          </p:val>
                                        </p:tav>
                                      </p:tavLst>
                                    </p:anim>
                                    <p:anim calcmode="lin" valueType="num">
                                      <p:cBhvr>
                                        <p:cTn id="11" dur="500" fill="hold"/>
                                        <p:tgtEl>
                                          <p:spTgt spid="85"/>
                                        </p:tgtEl>
                                        <p:attrNameLst>
                                          <p:attrName>ppt_h</p:attrName>
                                        </p:attrNameLst>
                                      </p:cBhvr>
                                      <p:tavLst>
                                        <p:tav tm="0">
                                          <p:val>
                                            <p:fltVal val="0"/>
                                          </p:val>
                                        </p:tav>
                                        <p:tav tm="100000">
                                          <p:val>
                                            <p:strVal val="#ppt_h"/>
                                          </p:val>
                                        </p:tav>
                                      </p:tavLst>
                                    </p:anim>
                                    <p:animEffect transition="in" filter="fade">
                                      <p:cBhvr>
                                        <p:cTn id="12" dur="500"/>
                                        <p:tgtEl>
                                          <p:spTgt spid="85"/>
                                        </p:tgtEl>
                                      </p:cBhvr>
                                    </p:animEffect>
                                  </p:childTnLst>
                                </p:cTn>
                              </p:par>
                              <p:par>
                                <p:cTn id="13" presetID="56" presetClass="path" presetSubtype="0" accel="50000" decel="50000" fill="hold" grpId="1" nodeType="withEffect">
                                  <p:stCondLst>
                                    <p:cond delay="250"/>
                                  </p:stCondLst>
                                  <p:childTnLst>
                                    <p:animMotion origin="layout" path="M -0.09792 0.17431 L 2.08333E-7 -2.22222E-6 " pathEditMode="relative" rAng="0" ptsTypes="AA">
                                      <p:cBhvr>
                                        <p:cTn id="14" dur="1000" fill="hold"/>
                                        <p:tgtEl>
                                          <p:spTgt spid="85"/>
                                        </p:tgtEl>
                                        <p:attrNameLst>
                                          <p:attrName>ppt_x</p:attrName>
                                          <p:attrName>ppt_y</p:attrName>
                                        </p:attrNameLst>
                                      </p:cBhvr>
                                      <p:rCtr x="4896" y="-8727"/>
                                    </p:animMotion>
                                  </p:childTnLst>
                                </p:cTn>
                              </p:par>
                              <p:par>
                                <p:cTn id="15" presetID="10" presetClass="entr" presetSubtype="0" fill="hold" nodeType="withEffect">
                                  <p:stCondLst>
                                    <p:cond delay="750"/>
                                  </p:stCondLst>
                                  <p:childTnLst>
                                    <p:set>
                                      <p:cBhvr>
                                        <p:cTn id="16" dur="1" fill="hold">
                                          <p:stCondLst>
                                            <p:cond delay="0"/>
                                          </p:stCondLst>
                                        </p:cTn>
                                        <p:tgtEl>
                                          <p:spTgt spid="87"/>
                                        </p:tgtEl>
                                        <p:attrNameLst>
                                          <p:attrName>style.visibility</p:attrName>
                                        </p:attrNameLst>
                                      </p:cBhvr>
                                      <p:to>
                                        <p:strVal val="visible"/>
                                      </p:to>
                                    </p:set>
                                    <p:animEffect transition="in" filter="fade">
                                      <p:cBhvr>
                                        <p:cTn id="17" dur="750"/>
                                        <p:tgtEl>
                                          <p:spTgt spid="87"/>
                                        </p:tgtEl>
                                      </p:cBhvr>
                                    </p:animEffect>
                                  </p:childTnLst>
                                </p:cTn>
                              </p:par>
                            </p:childTnLst>
                          </p:cTn>
                        </p:par>
                        <p:par>
                          <p:cTn id="18" fill="hold">
                            <p:stCondLst>
                              <p:cond delay="1500"/>
                            </p:stCondLst>
                            <p:childTnLst>
                              <p:par>
                                <p:cTn id="19" presetID="53" presetClass="entr" presetSubtype="16" fill="hold" grpId="0" nodeType="afterEffect">
                                  <p:stCondLst>
                                    <p:cond delay="0"/>
                                  </p:stCondLst>
                                  <p:childTnLst>
                                    <p:set>
                                      <p:cBhvr>
                                        <p:cTn id="20" dur="1" fill="hold">
                                          <p:stCondLst>
                                            <p:cond delay="0"/>
                                          </p:stCondLst>
                                        </p:cTn>
                                        <p:tgtEl>
                                          <p:spTgt spid="92"/>
                                        </p:tgtEl>
                                        <p:attrNameLst>
                                          <p:attrName>style.visibility</p:attrName>
                                        </p:attrNameLst>
                                      </p:cBhvr>
                                      <p:to>
                                        <p:strVal val="visible"/>
                                      </p:to>
                                    </p:set>
                                    <p:anim calcmode="lin" valueType="num">
                                      <p:cBhvr>
                                        <p:cTn id="21" dur="500" fill="hold"/>
                                        <p:tgtEl>
                                          <p:spTgt spid="92"/>
                                        </p:tgtEl>
                                        <p:attrNameLst>
                                          <p:attrName>ppt_w</p:attrName>
                                        </p:attrNameLst>
                                      </p:cBhvr>
                                      <p:tavLst>
                                        <p:tav tm="0">
                                          <p:val>
                                            <p:fltVal val="0"/>
                                          </p:val>
                                        </p:tav>
                                        <p:tav tm="100000">
                                          <p:val>
                                            <p:strVal val="#ppt_w"/>
                                          </p:val>
                                        </p:tav>
                                      </p:tavLst>
                                    </p:anim>
                                    <p:anim calcmode="lin" valueType="num">
                                      <p:cBhvr>
                                        <p:cTn id="22" dur="500" fill="hold"/>
                                        <p:tgtEl>
                                          <p:spTgt spid="92"/>
                                        </p:tgtEl>
                                        <p:attrNameLst>
                                          <p:attrName>ppt_h</p:attrName>
                                        </p:attrNameLst>
                                      </p:cBhvr>
                                      <p:tavLst>
                                        <p:tav tm="0">
                                          <p:val>
                                            <p:fltVal val="0"/>
                                          </p:val>
                                        </p:tav>
                                        <p:tav tm="100000">
                                          <p:val>
                                            <p:strVal val="#ppt_h"/>
                                          </p:val>
                                        </p:tav>
                                      </p:tavLst>
                                    </p:anim>
                                    <p:animEffect transition="in" filter="fade">
                                      <p:cBhvr>
                                        <p:cTn id="23" dur="500"/>
                                        <p:tgtEl>
                                          <p:spTgt spid="92"/>
                                        </p:tgtEl>
                                      </p:cBhvr>
                                    </p:animEffect>
                                  </p:childTnLst>
                                </p:cTn>
                              </p:par>
                              <p:par>
                                <p:cTn id="24" presetID="63" presetClass="path" presetSubtype="0" accel="50000" decel="50000" fill="hold" grpId="1" nodeType="withEffect">
                                  <p:stCondLst>
                                    <p:cond delay="0"/>
                                  </p:stCondLst>
                                  <p:childTnLst>
                                    <p:animMotion origin="layout" path="M 0 0 L 0.25 0 E" pathEditMode="relative" ptsTypes="">
                                      <p:cBhvr>
                                        <p:cTn id="25" dur="1000" spd="-100000" fill="hold"/>
                                        <p:tgtEl>
                                          <p:spTgt spid="92"/>
                                        </p:tgtEl>
                                        <p:attrNameLst>
                                          <p:attrName>ppt_x</p:attrName>
                                          <p:attrName>ppt_y</p:attrName>
                                        </p:attrNameLst>
                                      </p:cBhvr>
                                    </p:animMotion>
                                  </p:childTnLst>
                                </p:cTn>
                              </p:par>
                              <p:par>
                                <p:cTn id="26" presetID="53" presetClass="entr" presetSubtype="16" fill="hold" grpId="0" nodeType="withEffect">
                                  <p:stCondLst>
                                    <p:cond delay="250"/>
                                  </p:stCondLst>
                                  <p:childTnLst>
                                    <p:set>
                                      <p:cBhvr>
                                        <p:cTn id="27" dur="1" fill="hold">
                                          <p:stCondLst>
                                            <p:cond delay="0"/>
                                          </p:stCondLst>
                                        </p:cTn>
                                        <p:tgtEl>
                                          <p:spTgt spid="106"/>
                                        </p:tgtEl>
                                        <p:attrNameLst>
                                          <p:attrName>style.visibility</p:attrName>
                                        </p:attrNameLst>
                                      </p:cBhvr>
                                      <p:to>
                                        <p:strVal val="visible"/>
                                      </p:to>
                                    </p:set>
                                    <p:anim calcmode="lin" valueType="num">
                                      <p:cBhvr>
                                        <p:cTn id="28" dur="500" fill="hold"/>
                                        <p:tgtEl>
                                          <p:spTgt spid="106"/>
                                        </p:tgtEl>
                                        <p:attrNameLst>
                                          <p:attrName>ppt_w</p:attrName>
                                        </p:attrNameLst>
                                      </p:cBhvr>
                                      <p:tavLst>
                                        <p:tav tm="0">
                                          <p:val>
                                            <p:fltVal val="0"/>
                                          </p:val>
                                        </p:tav>
                                        <p:tav tm="100000">
                                          <p:val>
                                            <p:strVal val="#ppt_w"/>
                                          </p:val>
                                        </p:tav>
                                      </p:tavLst>
                                    </p:anim>
                                    <p:anim calcmode="lin" valueType="num">
                                      <p:cBhvr>
                                        <p:cTn id="29" dur="500" fill="hold"/>
                                        <p:tgtEl>
                                          <p:spTgt spid="106"/>
                                        </p:tgtEl>
                                        <p:attrNameLst>
                                          <p:attrName>ppt_h</p:attrName>
                                        </p:attrNameLst>
                                      </p:cBhvr>
                                      <p:tavLst>
                                        <p:tav tm="0">
                                          <p:val>
                                            <p:fltVal val="0"/>
                                          </p:val>
                                        </p:tav>
                                        <p:tav tm="100000">
                                          <p:val>
                                            <p:strVal val="#ppt_h"/>
                                          </p:val>
                                        </p:tav>
                                      </p:tavLst>
                                    </p:anim>
                                    <p:animEffect transition="in" filter="fade">
                                      <p:cBhvr>
                                        <p:cTn id="30" dur="500"/>
                                        <p:tgtEl>
                                          <p:spTgt spid="106"/>
                                        </p:tgtEl>
                                      </p:cBhvr>
                                    </p:animEffect>
                                  </p:childTnLst>
                                </p:cTn>
                              </p:par>
                              <p:par>
                                <p:cTn id="31" presetID="63" presetClass="path" presetSubtype="0" accel="50000" decel="50000" fill="hold" grpId="1" nodeType="withEffect">
                                  <p:stCondLst>
                                    <p:cond delay="250"/>
                                  </p:stCondLst>
                                  <p:childTnLst>
                                    <p:animMotion origin="layout" path="M 0 0 L 0.25 0 E" pathEditMode="relative" ptsTypes="">
                                      <p:cBhvr>
                                        <p:cTn id="32" dur="1000" spd="-100000" fill="hold"/>
                                        <p:tgtEl>
                                          <p:spTgt spid="106"/>
                                        </p:tgtEl>
                                        <p:attrNameLst>
                                          <p:attrName>ppt_x</p:attrName>
                                          <p:attrName>ppt_y</p:attrName>
                                        </p:attrNameLst>
                                      </p:cBhvr>
                                    </p:animMotion>
                                  </p:childTnLst>
                                </p:cTn>
                              </p:par>
                              <p:par>
                                <p:cTn id="33" presetID="53" presetClass="entr" presetSubtype="16" fill="hold" grpId="0" nodeType="withEffect">
                                  <p:stCondLst>
                                    <p:cond delay="500"/>
                                  </p:stCondLst>
                                  <p:childTnLst>
                                    <p:set>
                                      <p:cBhvr>
                                        <p:cTn id="34" dur="1" fill="hold">
                                          <p:stCondLst>
                                            <p:cond delay="0"/>
                                          </p:stCondLst>
                                        </p:cTn>
                                        <p:tgtEl>
                                          <p:spTgt spid="93"/>
                                        </p:tgtEl>
                                        <p:attrNameLst>
                                          <p:attrName>style.visibility</p:attrName>
                                        </p:attrNameLst>
                                      </p:cBhvr>
                                      <p:to>
                                        <p:strVal val="visible"/>
                                      </p:to>
                                    </p:set>
                                    <p:anim calcmode="lin" valueType="num">
                                      <p:cBhvr>
                                        <p:cTn id="35" dur="500" fill="hold"/>
                                        <p:tgtEl>
                                          <p:spTgt spid="93"/>
                                        </p:tgtEl>
                                        <p:attrNameLst>
                                          <p:attrName>ppt_w</p:attrName>
                                        </p:attrNameLst>
                                      </p:cBhvr>
                                      <p:tavLst>
                                        <p:tav tm="0">
                                          <p:val>
                                            <p:fltVal val="0"/>
                                          </p:val>
                                        </p:tav>
                                        <p:tav tm="100000">
                                          <p:val>
                                            <p:strVal val="#ppt_w"/>
                                          </p:val>
                                        </p:tav>
                                      </p:tavLst>
                                    </p:anim>
                                    <p:anim calcmode="lin" valueType="num">
                                      <p:cBhvr>
                                        <p:cTn id="36" dur="500" fill="hold"/>
                                        <p:tgtEl>
                                          <p:spTgt spid="93"/>
                                        </p:tgtEl>
                                        <p:attrNameLst>
                                          <p:attrName>ppt_h</p:attrName>
                                        </p:attrNameLst>
                                      </p:cBhvr>
                                      <p:tavLst>
                                        <p:tav tm="0">
                                          <p:val>
                                            <p:fltVal val="0"/>
                                          </p:val>
                                        </p:tav>
                                        <p:tav tm="100000">
                                          <p:val>
                                            <p:strVal val="#ppt_h"/>
                                          </p:val>
                                        </p:tav>
                                      </p:tavLst>
                                    </p:anim>
                                    <p:animEffect transition="in" filter="fade">
                                      <p:cBhvr>
                                        <p:cTn id="37" dur="500"/>
                                        <p:tgtEl>
                                          <p:spTgt spid="93"/>
                                        </p:tgtEl>
                                      </p:cBhvr>
                                    </p:animEffect>
                                  </p:childTnLst>
                                </p:cTn>
                              </p:par>
                              <p:par>
                                <p:cTn id="38" presetID="63" presetClass="path" presetSubtype="0" accel="50000" decel="50000" fill="hold" grpId="1" nodeType="withEffect">
                                  <p:stCondLst>
                                    <p:cond delay="500"/>
                                  </p:stCondLst>
                                  <p:childTnLst>
                                    <p:animMotion origin="layout" path="M 0 0 L 0.25 0 E" pathEditMode="relative" ptsTypes="">
                                      <p:cBhvr>
                                        <p:cTn id="39" dur="1000" spd="-100000" fill="hold"/>
                                        <p:tgtEl>
                                          <p:spTgt spid="93"/>
                                        </p:tgtEl>
                                        <p:attrNameLst>
                                          <p:attrName>ppt_x</p:attrName>
                                          <p:attrName>ppt_y</p:attrName>
                                        </p:attrNameLst>
                                      </p:cBhvr>
                                    </p:animMotion>
                                  </p:childTnLst>
                                </p:cTn>
                              </p:par>
                              <p:par>
                                <p:cTn id="40" presetID="53" presetClass="entr" presetSubtype="16" fill="hold" nodeType="withEffect">
                                  <p:stCondLst>
                                    <p:cond delay="750"/>
                                  </p:stCondLst>
                                  <p:childTnLst>
                                    <p:set>
                                      <p:cBhvr>
                                        <p:cTn id="41" dur="1" fill="hold">
                                          <p:stCondLst>
                                            <p:cond delay="0"/>
                                          </p:stCondLst>
                                        </p:cTn>
                                        <p:tgtEl>
                                          <p:spTgt spid="94"/>
                                        </p:tgtEl>
                                        <p:attrNameLst>
                                          <p:attrName>style.visibility</p:attrName>
                                        </p:attrNameLst>
                                      </p:cBhvr>
                                      <p:to>
                                        <p:strVal val="visible"/>
                                      </p:to>
                                    </p:set>
                                    <p:anim calcmode="lin" valueType="num">
                                      <p:cBhvr>
                                        <p:cTn id="42" dur="500" fill="hold"/>
                                        <p:tgtEl>
                                          <p:spTgt spid="94"/>
                                        </p:tgtEl>
                                        <p:attrNameLst>
                                          <p:attrName>ppt_w</p:attrName>
                                        </p:attrNameLst>
                                      </p:cBhvr>
                                      <p:tavLst>
                                        <p:tav tm="0">
                                          <p:val>
                                            <p:fltVal val="0"/>
                                          </p:val>
                                        </p:tav>
                                        <p:tav tm="100000">
                                          <p:val>
                                            <p:strVal val="#ppt_w"/>
                                          </p:val>
                                        </p:tav>
                                      </p:tavLst>
                                    </p:anim>
                                    <p:anim calcmode="lin" valueType="num">
                                      <p:cBhvr>
                                        <p:cTn id="43" dur="500" fill="hold"/>
                                        <p:tgtEl>
                                          <p:spTgt spid="94"/>
                                        </p:tgtEl>
                                        <p:attrNameLst>
                                          <p:attrName>ppt_h</p:attrName>
                                        </p:attrNameLst>
                                      </p:cBhvr>
                                      <p:tavLst>
                                        <p:tav tm="0">
                                          <p:val>
                                            <p:fltVal val="0"/>
                                          </p:val>
                                        </p:tav>
                                        <p:tav tm="100000">
                                          <p:val>
                                            <p:strVal val="#ppt_h"/>
                                          </p:val>
                                        </p:tav>
                                      </p:tavLst>
                                    </p:anim>
                                    <p:animEffect transition="in" filter="fade">
                                      <p:cBhvr>
                                        <p:cTn id="44" dur="500"/>
                                        <p:tgtEl>
                                          <p:spTgt spid="94"/>
                                        </p:tgtEl>
                                      </p:cBhvr>
                                    </p:animEffect>
                                  </p:childTnLst>
                                </p:cTn>
                              </p:par>
                              <p:par>
                                <p:cTn id="45" presetID="56" presetClass="path" presetSubtype="0" accel="50000" decel="50000" fill="hold" nodeType="withEffect">
                                  <p:stCondLst>
                                    <p:cond delay="750"/>
                                  </p:stCondLst>
                                  <p:childTnLst>
                                    <p:animMotion origin="layout" path="M -0.09792 0.17431 L 2.08333E-7 -2.22222E-6 " pathEditMode="relative" rAng="0" ptsTypes="AA">
                                      <p:cBhvr>
                                        <p:cTn id="46" dur="1000" fill="hold"/>
                                        <p:tgtEl>
                                          <p:spTgt spid="94"/>
                                        </p:tgtEl>
                                        <p:attrNameLst>
                                          <p:attrName>ppt_x</p:attrName>
                                          <p:attrName>ppt_y</p:attrName>
                                        </p:attrNameLst>
                                      </p:cBhvr>
                                      <p:rCtr x="4896" y="-8727"/>
                                    </p:animMotion>
                                  </p:childTnLst>
                                </p:cTn>
                              </p:par>
                              <p:par>
                                <p:cTn id="47" presetID="53" presetClass="entr" presetSubtype="16" fill="hold" nodeType="withEffect">
                                  <p:stCondLst>
                                    <p:cond delay="1000"/>
                                  </p:stCondLst>
                                  <p:childTnLst>
                                    <p:set>
                                      <p:cBhvr>
                                        <p:cTn id="48" dur="1" fill="hold">
                                          <p:stCondLst>
                                            <p:cond delay="0"/>
                                          </p:stCondLst>
                                        </p:cTn>
                                        <p:tgtEl>
                                          <p:spTgt spid="100"/>
                                        </p:tgtEl>
                                        <p:attrNameLst>
                                          <p:attrName>style.visibility</p:attrName>
                                        </p:attrNameLst>
                                      </p:cBhvr>
                                      <p:to>
                                        <p:strVal val="visible"/>
                                      </p:to>
                                    </p:set>
                                    <p:anim calcmode="lin" valueType="num">
                                      <p:cBhvr>
                                        <p:cTn id="49" dur="500" fill="hold"/>
                                        <p:tgtEl>
                                          <p:spTgt spid="100"/>
                                        </p:tgtEl>
                                        <p:attrNameLst>
                                          <p:attrName>ppt_w</p:attrName>
                                        </p:attrNameLst>
                                      </p:cBhvr>
                                      <p:tavLst>
                                        <p:tav tm="0">
                                          <p:val>
                                            <p:fltVal val="0"/>
                                          </p:val>
                                        </p:tav>
                                        <p:tav tm="100000">
                                          <p:val>
                                            <p:strVal val="#ppt_w"/>
                                          </p:val>
                                        </p:tav>
                                      </p:tavLst>
                                    </p:anim>
                                    <p:anim calcmode="lin" valueType="num">
                                      <p:cBhvr>
                                        <p:cTn id="50" dur="500" fill="hold"/>
                                        <p:tgtEl>
                                          <p:spTgt spid="100"/>
                                        </p:tgtEl>
                                        <p:attrNameLst>
                                          <p:attrName>ppt_h</p:attrName>
                                        </p:attrNameLst>
                                      </p:cBhvr>
                                      <p:tavLst>
                                        <p:tav tm="0">
                                          <p:val>
                                            <p:fltVal val="0"/>
                                          </p:val>
                                        </p:tav>
                                        <p:tav tm="100000">
                                          <p:val>
                                            <p:strVal val="#ppt_h"/>
                                          </p:val>
                                        </p:tav>
                                      </p:tavLst>
                                    </p:anim>
                                    <p:animEffect transition="in" filter="fade">
                                      <p:cBhvr>
                                        <p:cTn id="51" dur="500"/>
                                        <p:tgtEl>
                                          <p:spTgt spid="100"/>
                                        </p:tgtEl>
                                      </p:cBhvr>
                                    </p:animEffect>
                                  </p:childTnLst>
                                </p:cTn>
                              </p:par>
                              <p:par>
                                <p:cTn id="52" presetID="56" presetClass="path" presetSubtype="0" accel="50000" decel="50000" fill="hold" nodeType="withEffect">
                                  <p:stCondLst>
                                    <p:cond delay="1000"/>
                                  </p:stCondLst>
                                  <p:childTnLst>
                                    <p:animMotion origin="layout" path="M -0.09792 0.17431 L 2.08333E-7 -2.22222E-6 " pathEditMode="relative" rAng="0" ptsTypes="AA">
                                      <p:cBhvr>
                                        <p:cTn id="53" dur="1000" fill="hold"/>
                                        <p:tgtEl>
                                          <p:spTgt spid="100"/>
                                        </p:tgtEl>
                                        <p:attrNameLst>
                                          <p:attrName>ppt_x</p:attrName>
                                          <p:attrName>ppt_y</p:attrName>
                                        </p:attrNameLst>
                                      </p:cBhvr>
                                      <p:rCtr x="4896" y="-8727"/>
                                    </p:animMotion>
                                  </p:childTnLst>
                                </p:cTn>
                              </p:par>
                              <p:par>
                                <p:cTn id="54" presetID="53" presetClass="entr" presetSubtype="16" fill="hold" nodeType="withEffect">
                                  <p:stCondLst>
                                    <p:cond delay="1250"/>
                                  </p:stCondLst>
                                  <p:childTnLst>
                                    <p:set>
                                      <p:cBhvr>
                                        <p:cTn id="55" dur="1" fill="hold">
                                          <p:stCondLst>
                                            <p:cond delay="0"/>
                                          </p:stCondLst>
                                        </p:cTn>
                                        <p:tgtEl>
                                          <p:spTgt spid="97"/>
                                        </p:tgtEl>
                                        <p:attrNameLst>
                                          <p:attrName>style.visibility</p:attrName>
                                        </p:attrNameLst>
                                      </p:cBhvr>
                                      <p:to>
                                        <p:strVal val="visible"/>
                                      </p:to>
                                    </p:set>
                                    <p:anim calcmode="lin" valueType="num">
                                      <p:cBhvr>
                                        <p:cTn id="56" dur="500" fill="hold"/>
                                        <p:tgtEl>
                                          <p:spTgt spid="97"/>
                                        </p:tgtEl>
                                        <p:attrNameLst>
                                          <p:attrName>ppt_w</p:attrName>
                                        </p:attrNameLst>
                                      </p:cBhvr>
                                      <p:tavLst>
                                        <p:tav tm="0">
                                          <p:val>
                                            <p:fltVal val="0"/>
                                          </p:val>
                                        </p:tav>
                                        <p:tav tm="100000">
                                          <p:val>
                                            <p:strVal val="#ppt_w"/>
                                          </p:val>
                                        </p:tav>
                                      </p:tavLst>
                                    </p:anim>
                                    <p:anim calcmode="lin" valueType="num">
                                      <p:cBhvr>
                                        <p:cTn id="57" dur="500" fill="hold"/>
                                        <p:tgtEl>
                                          <p:spTgt spid="97"/>
                                        </p:tgtEl>
                                        <p:attrNameLst>
                                          <p:attrName>ppt_h</p:attrName>
                                        </p:attrNameLst>
                                      </p:cBhvr>
                                      <p:tavLst>
                                        <p:tav tm="0">
                                          <p:val>
                                            <p:fltVal val="0"/>
                                          </p:val>
                                        </p:tav>
                                        <p:tav tm="100000">
                                          <p:val>
                                            <p:strVal val="#ppt_h"/>
                                          </p:val>
                                        </p:tav>
                                      </p:tavLst>
                                    </p:anim>
                                    <p:animEffect transition="in" filter="fade">
                                      <p:cBhvr>
                                        <p:cTn id="58" dur="500"/>
                                        <p:tgtEl>
                                          <p:spTgt spid="97"/>
                                        </p:tgtEl>
                                      </p:cBhvr>
                                    </p:animEffect>
                                  </p:childTnLst>
                                </p:cTn>
                              </p:par>
                              <p:par>
                                <p:cTn id="59" presetID="56" presetClass="path" presetSubtype="0" accel="50000" decel="50000" fill="hold" nodeType="withEffect">
                                  <p:stCondLst>
                                    <p:cond delay="1250"/>
                                  </p:stCondLst>
                                  <p:childTnLst>
                                    <p:animMotion origin="layout" path="M -0.09792 0.17431 L 2.08333E-7 -2.22222E-6 " pathEditMode="relative" rAng="0" ptsTypes="AA">
                                      <p:cBhvr>
                                        <p:cTn id="60" dur="1000" fill="hold"/>
                                        <p:tgtEl>
                                          <p:spTgt spid="97"/>
                                        </p:tgtEl>
                                        <p:attrNameLst>
                                          <p:attrName>ppt_x</p:attrName>
                                          <p:attrName>ppt_y</p:attrName>
                                        </p:attrNameLst>
                                      </p:cBhvr>
                                      <p:rCtr x="4896" y="-8727"/>
                                    </p:animMotion>
                                  </p:childTnLst>
                                </p:cTn>
                              </p:par>
                              <p:par>
                                <p:cTn id="61" presetID="53" presetClass="entr" presetSubtype="16" fill="hold" nodeType="withEffect">
                                  <p:stCondLst>
                                    <p:cond delay="1500"/>
                                  </p:stCondLst>
                                  <p:childTnLst>
                                    <p:set>
                                      <p:cBhvr>
                                        <p:cTn id="62" dur="1" fill="hold">
                                          <p:stCondLst>
                                            <p:cond delay="0"/>
                                          </p:stCondLst>
                                        </p:cTn>
                                        <p:tgtEl>
                                          <p:spTgt spid="103"/>
                                        </p:tgtEl>
                                        <p:attrNameLst>
                                          <p:attrName>style.visibility</p:attrName>
                                        </p:attrNameLst>
                                      </p:cBhvr>
                                      <p:to>
                                        <p:strVal val="visible"/>
                                      </p:to>
                                    </p:set>
                                    <p:anim calcmode="lin" valueType="num">
                                      <p:cBhvr>
                                        <p:cTn id="63" dur="500" fill="hold"/>
                                        <p:tgtEl>
                                          <p:spTgt spid="103"/>
                                        </p:tgtEl>
                                        <p:attrNameLst>
                                          <p:attrName>ppt_w</p:attrName>
                                        </p:attrNameLst>
                                      </p:cBhvr>
                                      <p:tavLst>
                                        <p:tav tm="0">
                                          <p:val>
                                            <p:fltVal val="0"/>
                                          </p:val>
                                        </p:tav>
                                        <p:tav tm="100000">
                                          <p:val>
                                            <p:strVal val="#ppt_w"/>
                                          </p:val>
                                        </p:tav>
                                      </p:tavLst>
                                    </p:anim>
                                    <p:anim calcmode="lin" valueType="num">
                                      <p:cBhvr>
                                        <p:cTn id="64" dur="500" fill="hold"/>
                                        <p:tgtEl>
                                          <p:spTgt spid="103"/>
                                        </p:tgtEl>
                                        <p:attrNameLst>
                                          <p:attrName>ppt_h</p:attrName>
                                        </p:attrNameLst>
                                      </p:cBhvr>
                                      <p:tavLst>
                                        <p:tav tm="0">
                                          <p:val>
                                            <p:fltVal val="0"/>
                                          </p:val>
                                        </p:tav>
                                        <p:tav tm="100000">
                                          <p:val>
                                            <p:strVal val="#ppt_h"/>
                                          </p:val>
                                        </p:tav>
                                      </p:tavLst>
                                    </p:anim>
                                    <p:animEffect transition="in" filter="fade">
                                      <p:cBhvr>
                                        <p:cTn id="65" dur="500"/>
                                        <p:tgtEl>
                                          <p:spTgt spid="103"/>
                                        </p:tgtEl>
                                      </p:cBhvr>
                                    </p:animEffect>
                                  </p:childTnLst>
                                </p:cTn>
                              </p:par>
                              <p:par>
                                <p:cTn id="66" presetID="56" presetClass="path" presetSubtype="0" accel="50000" decel="50000" fill="hold" nodeType="withEffect">
                                  <p:stCondLst>
                                    <p:cond delay="1500"/>
                                  </p:stCondLst>
                                  <p:childTnLst>
                                    <p:animMotion origin="layout" path="M -0.09792 0.17431 L 2.08333E-7 -2.22222E-6 " pathEditMode="relative" rAng="0" ptsTypes="AA">
                                      <p:cBhvr>
                                        <p:cTn id="67" dur="1000" fill="hold"/>
                                        <p:tgtEl>
                                          <p:spTgt spid="103"/>
                                        </p:tgtEl>
                                        <p:attrNameLst>
                                          <p:attrName>ppt_x</p:attrName>
                                          <p:attrName>ppt_y</p:attrName>
                                        </p:attrNameLst>
                                      </p:cBhvr>
                                      <p:rCtr x="4896" y="-8727"/>
                                    </p:animMotion>
                                  </p:childTnLst>
                                </p:cTn>
                              </p:par>
                              <p:par>
                                <p:cTn id="68" presetID="53" presetClass="entr" presetSubtype="16" fill="hold" nodeType="withEffect">
                                  <p:stCondLst>
                                    <p:cond delay="1750"/>
                                  </p:stCondLst>
                                  <p:childTnLst>
                                    <p:set>
                                      <p:cBhvr>
                                        <p:cTn id="69" dur="1" fill="hold">
                                          <p:stCondLst>
                                            <p:cond delay="0"/>
                                          </p:stCondLst>
                                        </p:cTn>
                                        <p:tgtEl>
                                          <p:spTgt spid="107"/>
                                        </p:tgtEl>
                                        <p:attrNameLst>
                                          <p:attrName>style.visibility</p:attrName>
                                        </p:attrNameLst>
                                      </p:cBhvr>
                                      <p:to>
                                        <p:strVal val="visible"/>
                                      </p:to>
                                    </p:set>
                                    <p:anim calcmode="lin" valueType="num">
                                      <p:cBhvr>
                                        <p:cTn id="70" dur="500" fill="hold"/>
                                        <p:tgtEl>
                                          <p:spTgt spid="107"/>
                                        </p:tgtEl>
                                        <p:attrNameLst>
                                          <p:attrName>ppt_w</p:attrName>
                                        </p:attrNameLst>
                                      </p:cBhvr>
                                      <p:tavLst>
                                        <p:tav tm="0">
                                          <p:val>
                                            <p:fltVal val="0"/>
                                          </p:val>
                                        </p:tav>
                                        <p:tav tm="100000">
                                          <p:val>
                                            <p:strVal val="#ppt_w"/>
                                          </p:val>
                                        </p:tav>
                                      </p:tavLst>
                                    </p:anim>
                                    <p:anim calcmode="lin" valueType="num">
                                      <p:cBhvr>
                                        <p:cTn id="71" dur="500" fill="hold"/>
                                        <p:tgtEl>
                                          <p:spTgt spid="107"/>
                                        </p:tgtEl>
                                        <p:attrNameLst>
                                          <p:attrName>ppt_h</p:attrName>
                                        </p:attrNameLst>
                                      </p:cBhvr>
                                      <p:tavLst>
                                        <p:tav tm="0">
                                          <p:val>
                                            <p:fltVal val="0"/>
                                          </p:val>
                                        </p:tav>
                                        <p:tav tm="100000">
                                          <p:val>
                                            <p:strVal val="#ppt_h"/>
                                          </p:val>
                                        </p:tav>
                                      </p:tavLst>
                                    </p:anim>
                                    <p:animEffect transition="in" filter="fade">
                                      <p:cBhvr>
                                        <p:cTn id="72" dur="500"/>
                                        <p:tgtEl>
                                          <p:spTgt spid="107"/>
                                        </p:tgtEl>
                                      </p:cBhvr>
                                    </p:animEffect>
                                  </p:childTnLst>
                                </p:cTn>
                              </p:par>
                              <p:par>
                                <p:cTn id="73" presetID="56" presetClass="path" presetSubtype="0" accel="50000" decel="50000" fill="hold" nodeType="withEffect">
                                  <p:stCondLst>
                                    <p:cond delay="1750"/>
                                  </p:stCondLst>
                                  <p:childTnLst>
                                    <p:animMotion origin="layout" path="M -0.09791 0.1743 L -4.58333E-6 3.33333E-6 " pathEditMode="relative" rAng="0" ptsTypes="AA">
                                      <p:cBhvr>
                                        <p:cTn id="74" dur="1000" fill="hold"/>
                                        <p:tgtEl>
                                          <p:spTgt spid="107"/>
                                        </p:tgtEl>
                                        <p:attrNameLst>
                                          <p:attrName>ppt_x</p:attrName>
                                          <p:attrName>ppt_y</p:attrName>
                                        </p:attrNameLst>
                                      </p:cBhvr>
                                      <p:rCtr x="4896" y="-87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5" grpId="1" animBg="1"/>
      <p:bldP spid="86" grpId="0" animBg="1"/>
      <p:bldP spid="92" grpId="0"/>
      <p:bldP spid="92" grpId="1"/>
      <p:bldP spid="93" grpId="0"/>
      <p:bldP spid="93" grpId="1"/>
      <p:bldP spid="106" grpId="0"/>
      <p:bldP spid="106" grpId="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工作总结2017005-PPT2013-我图网优质PP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自定义 92">
    <a:dk1>
      <a:srgbClr val="000000"/>
    </a:dk1>
    <a:lt1>
      <a:srgbClr val="FFFFFF"/>
    </a:lt1>
    <a:dk2>
      <a:srgbClr val="0E7FB2"/>
    </a:dk2>
    <a:lt2>
      <a:srgbClr val="FFFFFF"/>
    </a:lt2>
    <a:accent1>
      <a:srgbClr val="17406D"/>
    </a:accent1>
    <a:accent2>
      <a:srgbClr val="C00000"/>
    </a:accent2>
    <a:accent3>
      <a:srgbClr val="17406D"/>
    </a:accent3>
    <a:accent4>
      <a:srgbClr val="C00000"/>
    </a:accent4>
    <a:accent5>
      <a:srgbClr val="17406D"/>
    </a:accent5>
    <a:accent6>
      <a:srgbClr val="C00000"/>
    </a:accent6>
    <a:hlink>
      <a:srgbClr val="17406D"/>
    </a:hlink>
    <a:folHlink>
      <a:srgbClr val="C000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自定义 92">
    <a:dk1>
      <a:srgbClr val="000000"/>
    </a:dk1>
    <a:lt1>
      <a:srgbClr val="FFFFFF"/>
    </a:lt1>
    <a:dk2>
      <a:srgbClr val="0E7FB2"/>
    </a:dk2>
    <a:lt2>
      <a:srgbClr val="FFFFFF"/>
    </a:lt2>
    <a:accent1>
      <a:srgbClr val="17406D"/>
    </a:accent1>
    <a:accent2>
      <a:srgbClr val="C00000"/>
    </a:accent2>
    <a:accent3>
      <a:srgbClr val="17406D"/>
    </a:accent3>
    <a:accent4>
      <a:srgbClr val="C00000"/>
    </a:accent4>
    <a:accent5>
      <a:srgbClr val="17406D"/>
    </a:accent5>
    <a:accent6>
      <a:srgbClr val="C00000"/>
    </a:accent6>
    <a:hlink>
      <a:srgbClr val="17406D"/>
    </a:hlink>
    <a:folHlink>
      <a:srgbClr val="C000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自定义 92">
    <a:dk1>
      <a:srgbClr val="000000"/>
    </a:dk1>
    <a:lt1>
      <a:srgbClr val="FFFFFF"/>
    </a:lt1>
    <a:dk2>
      <a:srgbClr val="0E7FB2"/>
    </a:dk2>
    <a:lt2>
      <a:srgbClr val="FFFFFF"/>
    </a:lt2>
    <a:accent1>
      <a:srgbClr val="17406D"/>
    </a:accent1>
    <a:accent2>
      <a:srgbClr val="C00000"/>
    </a:accent2>
    <a:accent3>
      <a:srgbClr val="17406D"/>
    </a:accent3>
    <a:accent4>
      <a:srgbClr val="C00000"/>
    </a:accent4>
    <a:accent5>
      <a:srgbClr val="17406D"/>
    </a:accent5>
    <a:accent6>
      <a:srgbClr val="C00000"/>
    </a:accent6>
    <a:hlink>
      <a:srgbClr val="17406D"/>
    </a:hlink>
    <a:folHlink>
      <a:srgbClr val="C000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TotalTime>
  <Words>4503</Words>
  <Application>Microsoft Office PowerPoint</Application>
  <PresentationFormat>宽屏</PresentationFormat>
  <Paragraphs>447</Paragraphs>
  <Slides>39</Slides>
  <Notes>39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39</vt:i4>
      </vt:variant>
    </vt:vector>
  </HeadingPairs>
  <TitlesOfParts>
    <vt:vector size="49" baseType="lpstr">
      <vt:lpstr>AgencyFB</vt:lpstr>
      <vt:lpstr>Giorgio Sans Medium</vt:lpstr>
      <vt:lpstr>宋体</vt:lpstr>
      <vt:lpstr>微软雅黑</vt:lpstr>
      <vt:lpstr>Arial</vt:lpstr>
      <vt:lpstr>Arial Narrow</vt:lpstr>
      <vt:lpstr>Bernard MT Condensed</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dc:title>
  <dc:creator>Admin</dc:creator>
  <cp:lastModifiedBy>Admin L</cp:lastModifiedBy>
  <cp:revision>3</cp:revision>
  <dcterms:created xsi:type="dcterms:W3CDTF">2017-04-23T10:08:13Z</dcterms:created>
  <dcterms:modified xsi:type="dcterms:W3CDTF">2025-09-18T16:48:12Z</dcterms:modified>
</cp:coreProperties>
</file>